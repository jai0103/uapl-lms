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41" r:id="rId67"/>
    <p:sldId id="342" r:id="rId68"/>
    <p:sldId id="343"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760" autoAdjust="0"/>
  </p:normalViewPr>
  <p:slideViewPr>
    <p:cSldViewPr>
      <p:cViewPr varScale="1">
        <p:scale>
          <a:sx n="41" d="100"/>
          <a:sy n="41" d="100"/>
        </p:scale>
        <p:origin x="2261"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5B4F6E8-03A7-407D-96FB-83160A8D3760}" type="datetimeFigureOut">
              <a:rPr lang="en-SG" smtClean="0"/>
              <a:t>2/12/2025</a:t>
            </a:fld>
            <a:endParaRPr lang="en-SG"/>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D9EA5B1-B245-42F2-A816-1BFA15447D70}" type="slidenum">
              <a:rPr lang="en-SG" smtClean="0"/>
              <a:t>‹#›</a:t>
            </a:fld>
            <a:endParaRPr lang="en-SG"/>
          </a:p>
        </p:txBody>
      </p:sp>
    </p:spTree>
    <p:extLst>
      <p:ext uri="{BB962C8B-B14F-4D97-AF65-F5344CB8AC3E}">
        <p14:creationId xmlns:p14="http://schemas.microsoft.com/office/powerpoint/2010/main" val="2719389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is a UA / UAV / RPA?</a:t>
            </a:r>
          </a:p>
          <a:p>
            <a:r>
              <a:rPr lang="en-GB" b="1" dirty="0"/>
              <a:t>Unmanned Aircraft (UA)</a:t>
            </a:r>
            <a:r>
              <a:rPr lang="en-GB" dirty="0"/>
              <a:t>, </a:t>
            </a:r>
            <a:r>
              <a:rPr lang="en-GB" b="1" dirty="0"/>
              <a:t>Unmanned Aerial Vehicle (UAV)</a:t>
            </a:r>
            <a:r>
              <a:rPr lang="en-GB" dirty="0"/>
              <a:t>, and </a:t>
            </a:r>
            <a:r>
              <a:rPr lang="en-GB" b="1" dirty="0"/>
              <a:t>Remotely Piloted Aircraft (RPA)</a:t>
            </a:r>
            <a:r>
              <a:rPr lang="en-GB" dirty="0"/>
              <a:t> all mean the </a:t>
            </a:r>
            <a:r>
              <a:rPr lang="en-GB" b="1" dirty="0"/>
              <a:t>same thing</a:t>
            </a:r>
            <a:r>
              <a:rPr lang="en-GB" dirty="0"/>
              <a:t>.</a:t>
            </a:r>
          </a:p>
          <a:p>
            <a:r>
              <a:rPr lang="en-GB" dirty="0"/>
              <a:t>They are </a:t>
            </a:r>
            <a:r>
              <a:rPr lang="en-GB" b="1" dirty="0"/>
              <a:t>aircraft that fly without a person onboard</a:t>
            </a:r>
            <a:r>
              <a:rPr lang="en-GB" dirty="0"/>
              <a:t>. Meaning it is controlled remotely by a pilot on the ground. </a:t>
            </a:r>
          </a:p>
          <a:p>
            <a:r>
              <a:rPr lang="en-GB" dirty="0"/>
              <a:t>nowadays, this are commonly known as </a:t>
            </a:r>
            <a:r>
              <a:rPr lang="en-GB" b="1" dirty="0"/>
              <a:t>drones, </a:t>
            </a:r>
          </a:p>
          <a:p>
            <a:endParaRPr lang="en-GB" b="1" dirty="0"/>
          </a:p>
          <a:p>
            <a:r>
              <a:rPr lang="en-GB" b="1" dirty="0"/>
              <a:t>What is an Unmanned Aircraft System (UAS)?</a:t>
            </a:r>
          </a:p>
          <a:p>
            <a:r>
              <a:rPr lang="en-GB" dirty="0"/>
              <a:t>A </a:t>
            </a:r>
            <a:r>
              <a:rPr lang="en-GB" b="1" dirty="0"/>
              <a:t>UAS</a:t>
            </a:r>
            <a:r>
              <a:rPr lang="en-GB" dirty="0"/>
              <a:t> is </a:t>
            </a:r>
            <a:r>
              <a:rPr lang="en-GB" b="1" dirty="0"/>
              <a:t>not just the drone</a:t>
            </a:r>
            <a:r>
              <a:rPr lang="en-GB" dirty="0"/>
              <a:t>.</a:t>
            </a:r>
            <a:br>
              <a:rPr lang="en-GB" dirty="0"/>
            </a:br>
            <a:r>
              <a:rPr lang="en-GB" dirty="0"/>
              <a:t>It is the </a:t>
            </a:r>
            <a:r>
              <a:rPr lang="en-GB" b="1" dirty="0"/>
              <a:t>whole system</a:t>
            </a:r>
            <a:r>
              <a:rPr lang="en-GB" dirty="0"/>
              <a:t> needed to make the drone fly.</a:t>
            </a:r>
          </a:p>
          <a:p>
            <a:endParaRPr lang="en-GB" b="1" dirty="0"/>
          </a:p>
          <a:p>
            <a:r>
              <a:rPr lang="en-GB" dirty="0"/>
              <a:t>A UAS </a:t>
            </a:r>
            <a:r>
              <a:rPr lang="en-GB" dirty="0" err="1"/>
              <a:t>tipically</a:t>
            </a:r>
            <a:r>
              <a:rPr lang="en-GB" dirty="0"/>
              <a:t> comprises of:</a:t>
            </a:r>
          </a:p>
          <a:p>
            <a:r>
              <a:rPr lang="en-GB" b="1" dirty="0"/>
              <a:t>Unmanned Aircraft (UA)</a:t>
            </a:r>
            <a:r>
              <a:rPr lang="en-GB" dirty="0"/>
              <a:t> – the drone itself</a:t>
            </a:r>
          </a:p>
          <a:p>
            <a:r>
              <a:rPr lang="en-GB" b="1" dirty="0"/>
              <a:t>The controller</a:t>
            </a:r>
            <a:r>
              <a:rPr lang="en-GB" dirty="0"/>
              <a:t> – what the pilot uses to fly</a:t>
            </a:r>
          </a:p>
          <a:p>
            <a:r>
              <a:rPr lang="en-GB" b="1" dirty="0"/>
              <a:t>And the Communication link</a:t>
            </a:r>
            <a:r>
              <a:rPr lang="en-GB" dirty="0"/>
              <a:t> – how the controller talks to the drone</a:t>
            </a:r>
          </a:p>
          <a:p>
            <a:endParaRPr lang="en-GB" b="1" dirty="0"/>
          </a:p>
          <a:p>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3</a:t>
            </a:fld>
            <a:endParaRPr lang="en-SG"/>
          </a:p>
        </p:txBody>
      </p:sp>
    </p:spTree>
    <p:extLst>
      <p:ext uri="{BB962C8B-B14F-4D97-AF65-F5344CB8AC3E}">
        <p14:creationId xmlns:p14="http://schemas.microsoft.com/office/powerpoint/2010/main" val="93314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These are the 4 categories of UA mentioned in the ANR 101, </a:t>
            </a:r>
          </a:p>
          <a:p>
            <a:endParaRPr lang="en-SG" dirty="0"/>
          </a:p>
          <a:p>
            <a:r>
              <a:rPr lang="en-SG" dirty="0"/>
              <a:t>Aeroplane </a:t>
            </a:r>
          </a:p>
          <a:p>
            <a:r>
              <a:rPr lang="en-SG" dirty="0"/>
              <a:t>Rotorcraft , which has two sub categories (multi-rotor and helicopter)</a:t>
            </a:r>
          </a:p>
          <a:p>
            <a:r>
              <a:rPr lang="en-SG" dirty="0"/>
              <a:t>Powered lift </a:t>
            </a:r>
          </a:p>
          <a:p>
            <a:r>
              <a:rPr lang="en-SG" dirty="0"/>
              <a:t>And airship </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4</a:t>
            </a:fld>
            <a:endParaRPr lang="en-SG"/>
          </a:p>
        </p:txBody>
      </p:sp>
    </p:spTree>
    <p:extLst>
      <p:ext uri="{BB962C8B-B14F-4D97-AF65-F5344CB8AC3E}">
        <p14:creationId xmlns:p14="http://schemas.microsoft.com/office/powerpoint/2010/main" val="4264061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is an Aeroplane? (Simple Explanation)</a:t>
            </a:r>
          </a:p>
          <a:p>
            <a:r>
              <a:rPr lang="en-GB" dirty="0"/>
              <a:t>An </a:t>
            </a:r>
            <a:r>
              <a:rPr lang="en-GB" b="1" dirty="0"/>
              <a:t>aeroplane</a:t>
            </a:r>
            <a:r>
              <a:rPr lang="en-GB" dirty="0"/>
              <a:t> is:</a:t>
            </a:r>
          </a:p>
          <a:p>
            <a:r>
              <a:rPr lang="en-GB" dirty="0"/>
              <a:t>A </a:t>
            </a:r>
            <a:r>
              <a:rPr lang="en-GB" b="1" dirty="0"/>
              <a:t>powered aircraft</a:t>
            </a:r>
            <a:r>
              <a:rPr lang="en-GB" dirty="0"/>
              <a:t> (it uses an engine or motor),</a:t>
            </a:r>
          </a:p>
          <a:p>
            <a:r>
              <a:rPr lang="en-GB" dirty="0"/>
              <a:t>That is </a:t>
            </a:r>
            <a:r>
              <a:rPr lang="en-GB" b="1" dirty="0"/>
              <a:t>heavier than air aircraft,</a:t>
            </a:r>
            <a:endParaRPr lang="en-GB" dirty="0"/>
          </a:p>
          <a:p>
            <a:r>
              <a:rPr lang="en-GB" dirty="0"/>
              <a:t>And gets its </a:t>
            </a:r>
            <a:r>
              <a:rPr lang="en-GB" b="1" dirty="0"/>
              <a:t>lift</a:t>
            </a:r>
            <a:r>
              <a:rPr lang="en-GB" dirty="0"/>
              <a:t> mainly from </a:t>
            </a:r>
            <a:r>
              <a:rPr lang="en-GB" b="1" dirty="0"/>
              <a:t>airflow over its wings</a:t>
            </a:r>
            <a:r>
              <a:rPr lang="en-GB" dirty="0"/>
              <a:t>. It uses its fixed wings to generate lift</a:t>
            </a:r>
          </a:p>
          <a:p>
            <a:endParaRPr lang="en-GB" dirty="0"/>
          </a:p>
          <a:p>
            <a:r>
              <a:rPr lang="en-GB" b="1" dirty="0"/>
              <a:t>What is a Powered-Lift Aircraft? (Simple Explanation)</a:t>
            </a:r>
          </a:p>
          <a:p>
            <a:r>
              <a:rPr lang="en-GB" dirty="0"/>
              <a:t>A </a:t>
            </a:r>
            <a:r>
              <a:rPr lang="en-GB" b="1" dirty="0"/>
              <a:t>powered-lift aircraft</a:t>
            </a:r>
            <a:r>
              <a:rPr lang="en-GB" dirty="0"/>
              <a:t> is:</a:t>
            </a:r>
          </a:p>
          <a:p>
            <a:r>
              <a:rPr lang="en-GB" dirty="0"/>
              <a:t>A </a:t>
            </a:r>
            <a:r>
              <a:rPr lang="en-GB" b="1" dirty="0"/>
              <a:t>powered, heavier-than-air aircraft</a:t>
            </a:r>
            <a:r>
              <a:rPr lang="en-GB" dirty="0"/>
              <a:t>,</a:t>
            </a:r>
          </a:p>
          <a:p>
            <a:r>
              <a:rPr lang="en-GB" dirty="0"/>
              <a:t>That can </a:t>
            </a:r>
            <a:r>
              <a:rPr lang="en-GB" b="1" dirty="0"/>
              <a:t>take off vertically</a:t>
            </a:r>
            <a:r>
              <a:rPr lang="en-GB" dirty="0"/>
              <a:t>, </a:t>
            </a:r>
            <a:r>
              <a:rPr lang="en-GB" b="1" dirty="0"/>
              <a:t>land vertically</a:t>
            </a:r>
            <a:r>
              <a:rPr lang="en-GB" dirty="0"/>
              <a:t>, and </a:t>
            </a:r>
            <a:r>
              <a:rPr lang="en-GB" b="1" dirty="0"/>
              <a:t>fly at low speed</a:t>
            </a:r>
            <a:r>
              <a:rPr lang="en-GB" dirty="0"/>
              <a:t>, Because it uses the </a:t>
            </a:r>
            <a:r>
              <a:rPr lang="en-GB" b="1" dirty="0"/>
              <a:t>engine’s thrust</a:t>
            </a:r>
            <a:r>
              <a:rPr lang="en-GB" dirty="0"/>
              <a:t> or </a:t>
            </a:r>
            <a:r>
              <a:rPr lang="en-GB" b="1" dirty="0"/>
              <a:t>engine-driven lift devices</a:t>
            </a:r>
            <a:r>
              <a:rPr lang="en-GB" dirty="0"/>
              <a:t> to lift off the ground.</a:t>
            </a:r>
          </a:p>
          <a:p>
            <a:r>
              <a:rPr lang="en-GB" dirty="0"/>
              <a:t>During </a:t>
            </a:r>
            <a:r>
              <a:rPr lang="en-GB" b="1" dirty="0"/>
              <a:t>normal (horizontal) flight</a:t>
            </a:r>
            <a:r>
              <a:rPr lang="en-GB" dirty="0"/>
              <a:t>, it uses </a:t>
            </a:r>
            <a:r>
              <a:rPr lang="en-GB" b="1" dirty="0"/>
              <a:t>non-rotating wings</a:t>
            </a:r>
            <a:r>
              <a:rPr lang="en-GB" dirty="0"/>
              <a:t> (fixed wings) to generate lift — similar to an aeroplane.</a:t>
            </a:r>
          </a:p>
          <a:p>
            <a:br>
              <a:rPr lang="en-GB" dirty="0"/>
            </a:br>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5</a:t>
            </a:fld>
            <a:endParaRPr lang="en-SG"/>
          </a:p>
        </p:txBody>
      </p:sp>
    </p:spTree>
    <p:extLst>
      <p:ext uri="{BB962C8B-B14F-4D97-AF65-F5344CB8AC3E}">
        <p14:creationId xmlns:p14="http://schemas.microsoft.com/office/powerpoint/2010/main" val="3223050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is a Rotorcraft? (Simple Explanation)</a:t>
            </a:r>
          </a:p>
          <a:p>
            <a:r>
              <a:rPr lang="en-GB" dirty="0"/>
              <a:t>A </a:t>
            </a:r>
            <a:r>
              <a:rPr lang="en-GB" b="1" dirty="0"/>
              <a:t>rotorcraft</a:t>
            </a:r>
            <a:r>
              <a:rPr lang="en-GB" dirty="0"/>
              <a:t> is:</a:t>
            </a:r>
          </a:p>
          <a:p>
            <a:r>
              <a:rPr lang="en-GB" dirty="0"/>
              <a:t>A </a:t>
            </a:r>
            <a:r>
              <a:rPr lang="en-GB" b="1" dirty="0"/>
              <a:t>powered, heavier-than-air aircraft</a:t>
            </a:r>
            <a:r>
              <a:rPr lang="en-GB" dirty="0"/>
              <a:t>,</a:t>
            </a:r>
          </a:p>
          <a:p>
            <a:r>
              <a:rPr lang="en-GB" dirty="0"/>
              <a:t>That is kept in the air by </a:t>
            </a:r>
            <a:r>
              <a:rPr lang="en-GB" b="1" dirty="0"/>
              <a:t>one or more rotating blades</a:t>
            </a:r>
            <a:r>
              <a:rPr lang="en-GB" dirty="0"/>
              <a:t>, called </a:t>
            </a:r>
            <a:r>
              <a:rPr lang="en-GB" b="1" dirty="0"/>
              <a:t>rotors</a:t>
            </a:r>
            <a:r>
              <a:rPr lang="en-GB" dirty="0"/>
              <a:t>.</a:t>
            </a:r>
          </a:p>
          <a:p>
            <a:r>
              <a:rPr lang="en-GB" dirty="0"/>
              <a:t>The spinning rotors create the lift needed for flight — not wings.</a:t>
            </a:r>
          </a:p>
          <a:p>
            <a:endParaRPr lang="en-GB" dirty="0"/>
          </a:p>
          <a:p>
            <a:r>
              <a:rPr lang="en-GB" dirty="0"/>
              <a:t>Rotorcraft include:</a:t>
            </a:r>
          </a:p>
          <a:p>
            <a:r>
              <a:rPr lang="en-GB" b="1" dirty="0"/>
              <a:t>Helicopters</a:t>
            </a:r>
            <a:endParaRPr lang="en-GB" dirty="0"/>
          </a:p>
          <a:p>
            <a:r>
              <a:rPr lang="en-GB" b="1" dirty="0" err="1"/>
              <a:t>Multicopters</a:t>
            </a:r>
            <a:r>
              <a:rPr lang="en-GB" b="1" dirty="0"/>
              <a:t> / </a:t>
            </a:r>
            <a:r>
              <a:rPr lang="en-GB" b="1" dirty="0" err="1"/>
              <a:t>Multirotors</a:t>
            </a:r>
            <a:r>
              <a:rPr lang="en-GB" dirty="0"/>
              <a:t> (e.g., drones with 3, 4, 6, or 8 rotors)</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6</a:t>
            </a:fld>
            <a:endParaRPr lang="en-SG"/>
          </a:p>
        </p:txBody>
      </p:sp>
    </p:spTree>
    <p:extLst>
      <p:ext uri="{BB962C8B-B14F-4D97-AF65-F5344CB8AC3E}">
        <p14:creationId xmlns:p14="http://schemas.microsoft.com/office/powerpoint/2010/main" val="3394542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is an Airship? (Dirigible Balloon)</a:t>
            </a:r>
          </a:p>
          <a:p>
            <a:r>
              <a:rPr lang="en-GB" dirty="0"/>
              <a:t>An </a:t>
            </a:r>
            <a:r>
              <a:rPr lang="en-GB" b="1" dirty="0"/>
              <a:t>airship</a:t>
            </a:r>
            <a:r>
              <a:rPr lang="en-GB" dirty="0"/>
              <a:t> is:</a:t>
            </a:r>
          </a:p>
          <a:p>
            <a:r>
              <a:rPr lang="en-GB" dirty="0"/>
              <a:t>A </a:t>
            </a:r>
            <a:r>
              <a:rPr lang="en-GB" b="1" dirty="0"/>
              <a:t>lighter-than-air aircraft</a:t>
            </a:r>
            <a:r>
              <a:rPr lang="en-GB" dirty="0"/>
              <a:t>,</a:t>
            </a:r>
          </a:p>
          <a:p>
            <a:r>
              <a:rPr lang="en-GB" dirty="0"/>
              <a:t>Which means it </a:t>
            </a:r>
            <a:r>
              <a:rPr lang="en-GB" b="1" dirty="0"/>
              <a:t>floats in the air using a buoyant gas</a:t>
            </a:r>
            <a:r>
              <a:rPr lang="en-GB" dirty="0"/>
              <a:t> (like helium or hot air),</a:t>
            </a:r>
          </a:p>
          <a:p>
            <a:r>
              <a:rPr lang="en-GB" dirty="0"/>
              <a:t>Can hover or move slowly in the air.</a:t>
            </a:r>
          </a:p>
          <a:p>
            <a:r>
              <a:rPr lang="en-GB" dirty="0"/>
              <a:t>Other names: sometimes they call this </a:t>
            </a:r>
            <a:r>
              <a:rPr lang="en-GB" b="1" dirty="0"/>
              <a:t>Dirigible</a:t>
            </a:r>
            <a:r>
              <a:rPr lang="en-GB" dirty="0"/>
              <a:t> or </a:t>
            </a:r>
            <a:r>
              <a:rPr lang="en-GB" b="1" dirty="0"/>
              <a:t>Dirigible balloon</a:t>
            </a:r>
            <a:r>
              <a:rPr lang="en-GB" dirty="0"/>
              <a:t>.</a:t>
            </a:r>
          </a:p>
          <a:p>
            <a:endParaRPr lang="en-SG" dirty="0"/>
          </a:p>
          <a:p>
            <a:r>
              <a:rPr lang="en-GB" dirty="0"/>
              <a:t>All dirigibles are airships, but not all balloons are dirigibles — the key difference is </a:t>
            </a:r>
            <a:r>
              <a:rPr lang="en-GB" b="1" dirty="0"/>
              <a:t>steerability</a:t>
            </a:r>
            <a:r>
              <a:rPr lang="en-GB" dirty="0"/>
              <a:t>.</a:t>
            </a:r>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7</a:t>
            </a:fld>
            <a:endParaRPr lang="en-SG"/>
          </a:p>
        </p:txBody>
      </p:sp>
    </p:spTree>
    <p:extLst>
      <p:ext uri="{BB962C8B-B14F-4D97-AF65-F5344CB8AC3E}">
        <p14:creationId xmlns:p14="http://schemas.microsoft.com/office/powerpoint/2010/main" val="2513627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Fixed-Wing (Aeroplane) UAS</a:t>
            </a:r>
          </a:p>
          <a:p>
            <a:r>
              <a:rPr lang="en-GB" b="1" dirty="0"/>
              <a:t>Pros:</a:t>
            </a:r>
            <a:endParaRPr lang="en-GB" dirty="0"/>
          </a:p>
          <a:p>
            <a:r>
              <a:rPr lang="en-GB" dirty="0"/>
              <a:t>Efficient for </a:t>
            </a:r>
            <a:r>
              <a:rPr lang="en-GB" b="1" dirty="0"/>
              <a:t>long-range and wide-area mapping or surveillance</a:t>
            </a:r>
            <a:endParaRPr lang="en-GB" dirty="0"/>
          </a:p>
          <a:p>
            <a:r>
              <a:rPr lang="en-GB" dirty="0"/>
              <a:t>Can </a:t>
            </a:r>
            <a:r>
              <a:rPr lang="en-GB" b="1" dirty="0"/>
              <a:t>cover large areas quickly</a:t>
            </a:r>
            <a:endParaRPr lang="en-GB" dirty="0"/>
          </a:p>
          <a:p>
            <a:r>
              <a:rPr lang="en-GB" dirty="0"/>
              <a:t>Good </a:t>
            </a:r>
            <a:r>
              <a:rPr lang="en-GB" b="1" dirty="0"/>
              <a:t>endurance / battery life</a:t>
            </a:r>
            <a:endParaRPr lang="en-GB" dirty="0"/>
          </a:p>
          <a:p>
            <a:endParaRPr lang="en-GB" b="1" dirty="0"/>
          </a:p>
          <a:p>
            <a:r>
              <a:rPr lang="en-GB" b="1" dirty="0"/>
              <a:t>Cons:</a:t>
            </a:r>
            <a:endParaRPr lang="en-GB" dirty="0"/>
          </a:p>
          <a:p>
            <a:r>
              <a:rPr lang="en-GB" dirty="0"/>
              <a:t>Cannot </a:t>
            </a:r>
            <a:r>
              <a:rPr lang="en-GB" b="1" dirty="0"/>
              <a:t>hover</a:t>
            </a:r>
            <a:r>
              <a:rPr lang="en-GB" dirty="0"/>
              <a:t>, so not ideal for detailed inspections (like building façades)</a:t>
            </a:r>
          </a:p>
          <a:p>
            <a:r>
              <a:rPr lang="en-GB" dirty="0"/>
              <a:t>Needs </a:t>
            </a:r>
            <a:r>
              <a:rPr lang="en-GB" b="1" dirty="0"/>
              <a:t>runway or catapult for </a:t>
            </a:r>
            <a:r>
              <a:rPr lang="en-GB" b="1" dirty="0" err="1"/>
              <a:t>takeoff</a:t>
            </a:r>
            <a:r>
              <a:rPr lang="en-GB" b="1" dirty="0"/>
              <a:t>/landing</a:t>
            </a:r>
            <a:r>
              <a:rPr lang="en-GB" dirty="0"/>
              <a:t> (some VTOL variants exist)</a:t>
            </a:r>
          </a:p>
          <a:p>
            <a:r>
              <a:rPr lang="en-GB" b="1" dirty="0"/>
              <a:t>Typical Uses:</a:t>
            </a:r>
            <a:endParaRPr lang="en-GB" dirty="0"/>
          </a:p>
          <a:p>
            <a:r>
              <a:rPr lang="en-GB" dirty="0"/>
              <a:t>Large-area mapping (forests, farmland)</a:t>
            </a:r>
          </a:p>
          <a:p>
            <a:r>
              <a:rPr lang="en-GB" dirty="0"/>
              <a:t>Coastal or border surveillance</a:t>
            </a:r>
          </a:p>
          <a:p>
            <a:r>
              <a:rPr lang="en-GB" dirty="0"/>
              <a:t>Disaster area assessment</a:t>
            </a:r>
          </a:p>
          <a:p>
            <a:endParaRPr lang="en-GB" dirty="0"/>
          </a:p>
          <a:p>
            <a:r>
              <a:rPr lang="en-GB" b="1" dirty="0"/>
              <a:t>2. Powered-Lift UAS</a:t>
            </a:r>
          </a:p>
          <a:p>
            <a:r>
              <a:rPr lang="en-GB" b="1" dirty="0"/>
              <a:t>Pros:</a:t>
            </a:r>
            <a:endParaRPr lang="en-GB" dirty="0"/>
          </a:p>
          <a:p>
            <a:r>
              <a:rPr lang="en-GB" dirty="0"/>
              <a:t>Can </a:t>
            </a:r>
            <a:r>
              <a:rPr lang="en-GB" b="1" dirty="0"/>
              <a:t>take off and land vertically</a:t>
            </a:r>
            <a:r>
              <a:rPr lang="en-GB" dirty="0"/>
              <a:t> (VTOL), so no runway needed</a:t>
            </a:r>
          </a:p>
          <a:p>
            <a:r>
              <a:rPr lang="en-GB" dirty="0"/>
              <a:t>Can </a:t>
            </a:r>
            <a:r>
              <a:rPr lang="en-GB" b="1" dirty="0"/>
              <a:t>hover for short periods</a:t>
            </a:r>
            <a:r>
              <a:rPr lang="en-GB" dirty="0"/>
              <a:t> for detailed inspections</a:t>
            </a:r>
          </a:p>
          <a:p>
            <a:r>
              <a:rPr lang="en-GB" dirty="0"/>
              <a:t>Can transition to </a:t>
            </a:r>
            <a:r>
              <a:rPr lang="en-GB" b="1" dirty="0"/>
              <a:t>efficient horizontal flight for distance</a:t>
            </a:r>
            <a:endParaRPr lang="en-GB" dirty="0"/>
          </a:p>
          <a:p>
            <a:r>
              <a:rPr lang="en-GB" b="1" dirty="0"/>
              <a:t>Cons:</a:t>
            </a:r>
            <a:endParaRPr lang="en-GB" dirty="0"/>
          </a:p>
          <a:p>
            <a:r>
              <a:rPr lang="en-GB" dirty="0"/>
              <a:t>More mechanically complex → </a:t>
            </a:r>
            <a:r>
              <a:rPr lang="en-GB" b="1" dirty="0"/>
              <a:t>higher maintenance</a:t>
            </a:r>
            <a:endParaRPr lang="en-GB" dirty="0"/>
          </a:p>
          <a:p>
            <a:r>
              <a:rPr lang="en-GB" dirty="0"/>
              <a:t>Limited </a:t>
            </a:r>
            <a:r>
              <a:rPr lang="en-GB" b="1" dirty="0"/>
              <a:t>hovering endurance</a:t>
            </a:r>
            <a:r>
              <a:rPr lang="en-GB" dirty="0"/>
              <a:t> compared to rotorcraft</a:t>
            </a:r>
          </a:p>
          <a:p>
            <a:r>
              <a:rPr lang="en-GB" b="1" dirty="0"/>
              <a:t>Typical Uses:</a:t>
            </a:r>
            <a:endParaRPr lang="en-GB" dirty="0"/>
          </a:p>
          <a:p>
            <a:r>
              <a:rPr lang="en-GB" dirty="0"/>
              <a:t>Infrastructure inspection (bridges, tall buildings)</a:t>
            </a:r>
          </a:p>
          <a:p>
            <a:r>
              <a:rPr lang="en-GB" dirty="0"/>
              <a:t>Surveying areas that require both </a:t>
            </a:r>
            <a:r>
              <a:rPr lang="en-GB" b="1" dirty="0"/>
              <a:t>hover and horizontal flight</a:t>
            </a:r>
            <a:endParaRPr lang="en-GB" dirty="0"/>
          </a:p>
          <a:p>
            <a:r>
              <a:rPr lang="en-GB" dirty="0"/>
              <a:t>Emergency response in hard-to-reach areas</a:t>
            </a:r>
          </a:p>
          <a:p>
            <a:endParaRPr lang="en-GB" dirty="0"/>
          </a:p>
          <a:p>
            <a:endParaRPr lang="en-GB" dirty="0"/>
          </a:p>
          <a:p>
            <a:r>
              <a:rPr lang="en-GB" b="1" dirty="0"/>
              <a:t>3. Rotorcraft (Helicopters / </a:t>
            </a:r>
            <a:r>
              <a:rPr lang="en-GB" b="1" dirty="0" err="1"/>
              <a:t>Multirotors</a:t>
            </a:r>
            <a:r>
              <a:rPr lang="en-GB" b="1" dirty="0"/>
              <a:t>)</a:t>
            </a:r>
          </a:p>
          <a:p>
            <a:r>
              <a:rPr lang="en-GB" b="1" dirty="0"/>
              <a:t>Pros:</a:t>
            </a:r>
            <a:endParaRPr lang="en-GB" dirty="0"/>
          </a:p>
          <a:p>
            <a:r>
              <a:rPr lang="en-GB" dirty="0"/>
              <a:t>Excellent </a:t>
            </a:r>
            <a:r>
              <a:rPr lang="en-GB" b="1" dirty="0"/>
              <a:t>hovering capability</a:t>
            </a:r>
            <a:r>
              <a:rPr lang="en-GB" dirty="0"/>
              <a:t> → ideal for façade or tower inspections</a:t>
            </a:r>
          </a:p>
          <a:p>
            <a:r>
              <a:rPr lang="en-GB" dirty="0"/>
              <a:t>Can operate in </a:t>
            </a:r>
            <a:r>
              <a:rPr lang="en-GB" b="1" dirty="0"/>
              <a:t>tight spaces</a:t>
            </a:r>
            <a:endParaRPr lang="en-GB" dirty="0"/>
          </a:p>
          <a:p>
            <a:r>
              <a:rPr lang="en-GB" dirty="0"/>
              <a:t>Can </a:t>
            </a:r>
            <a:r>
              <a:rPr lang="en-GB" b="1" dirty="0"/>
              <a:t>deploy payloads</a:t>
            </a:r>
            <a:r>
              <a:rPr lang="en-GB" dirty="0"/>
              <a:t> (cameras, sensors) easily</a:t>
            </a:r>
          </a:p>
          <a:p>
            <a:r>
              <a:rPr lang="en-GB" b="1" dirty="0"/>
              <a:t>Cons:</a:t>
            </a:r>
            <a:endParaRPr lang="en-GB" dirty="0"/>
          </a:p>
          <a:p>
            <a:r>
              <a:rPr lang="en-GB" b="1" dirty="0"/>
              <a:t>Shorter flight endurance</a:t>
            </a:r>
            <a:r>
              <a:rPr lang="en-GB" dirty="0"/>
              <a:t> than fixed-wing</a:t>
            </a:r>
          </a:p>
          <a:p>
            <a:r>
              <a:rPr lang="en-GB" dirty="0"/>
              <a:t>Covers </a:t>
            </a:r>
            <a:r>
              <a:rPr lang="en-GB" b="1" dirty="0"/>
              <a:t>smaller areas</a:t>
            </a:r>
            <a:r>
              <a:rPr lang="en-GB" dirty="0"/>
              <a:t> per flight</a:t>
            </a:r>
          </a:p>
          <a:p>
            <a:r>
              <a:rPr lang="en-GB" dirty="0"/>
              <a:t>More sensitive to </a:t>
            </a:r>
            <a:r>
              <a:rPr lang="en-GB" b="1" dirty="0"/>
              <a:t>wind conditions</a:t>
            </a:r>
            <a:endParaRPr lang="en-GB" dirty="0"/>
          </a:p>
          <a:p>
            <a:r>
              <a:rPr lang="en-GB" b="1" dirty="0"/>
              <a:t>Typical Uses:</a:t>
            </a:r>
            <a:endParaRPr lang="en-GB" dirty="0"/>
          </a:p>
          <a:p>
            <a:r>
              <a:rPr lang="en-GB" dirty="0"/>
              <a:t>Building façade inspections</a:t>
            </a:r>
          </a:p>
          <a:p>
            <a:r>
              <a:rPr lang="en-GB" dirty="0"/>
              <a:t>Power line / tower inspections</a:t>
            </a:r>
          </a:p>
          <a:p>
            <a:r>
              <a:rPr lang="en-GB" dirty="0"/>
              <a:t>Close-range aerial photography</a:t>
            </a:r>
          </a:p>
          <a:p>
            <a:r>
              <a:rPr lang="en-GB" dirty="0"/>
              <a:t>Search and rescue</a:t>
            </a:r>
          </a:p>
          <a:p>
            <a:endParaRPr lang="en-GB" dirty="0"/>
          </a:p>
          <a:p>
            <a:r>
              <a:rPr lang="en-GB" b="1" dirty="0"/>
              <a:t>4. Airship / Dirigible</a:t>
            </a:r>
          </a:p>
          <a:p>
            <a:r>
              <a:rPr lang="en-GB" b="1" dirty="0"/>
              <a:t>Pros:</a:t>
            </a:r>
            <a:endParaRPr lang="en-GB" dirty="0"/>
          </a:p>
          <a:p>
            <a:r>
              <a:rPr lang="en-GB" dirty="0"/>
              <a:t>Can </a:t>
            </a:r>
            <a:r>
              <a:rPr lang="en-GB" b="1" dirty="0"/>
              <a:t>hover for very long durations</a:t>
            </a:r>
            <a:endParaRPr lang="en-GB" dirty="0"/>
          </a:p>
          <a:p>
            <a:r>
              <a:rPr lang="en-GB" b="1" dirty="0"/>
              <a:t>Low energy consumption</a:t>
            </a:r>
            <a:endParaRPr lang="en-GB" dirty="0"/>
          </a:p>
          <a:p>
            <a:r>
              <a:rPr lang="en-GB" dirty="0"/>
              <a:t>Very </a:t>
            </a:r>
            <a:r>
              <a:rPr lang="en-GB" b="1" dirty="0"/>
              <a:t>stable platform</a:t>
            </a:r>
            <a:r>
              <a:rPr lang="en-GB" dirty="0"/>
              <a:t> → good for sensors and cameras</a:t>
            </a:r>
          </a:p>
          <a:p>
            <a:r>
              <a:rPr lang="en-GB" b="1" dirty="0"/>
              <a:t>Cons:</a:t>
            </a:r>
            <a:endParaRPr lang="en-GB" dirty="0"/>
          </a:p>
          <a:p>
            <a:r>
              <a:rPr lang="en-GB" dirty="0"/>
              <a:t>Slow → not suitable for time-sensitive missions</a:t>
            </a:r>
          </a:p>
          <a:p>
            <a:r>
              <a:rPr lang="en-GB" dirty="0"/>
              <a:t>Affected by </a:t>
            </a:r>
            <a:r>
              <a:rPr lang="en-GB" b="1" dirty="0"/>
              <a:t>wind and weather conditions</a:t>
            </a:r>
            <a:endParaRPr lang="en-GB" dirty="0"/>
          </a:p>
          <a:p>
            <a:r>
              <a:rPr lang="en-GB" dirty="0"/>
              <a:t>Bulky → needs </a:t>
            </a:r>
            <a:r>
              <a:rPr lang="en-GB" b="1" dirty="0"/>
              <a:t>large storage or hangar</a:t>
            </a:r>
            <a:endParaRPr lang="en-GB" dirty="0"/>
          </a:p>
          <a:p>
            <a:r>
              <a:rPr lang="en-GB" b="1" dirty="0"/>
              <a:t>Typical Uses:</a:t>
            </a:r>
            <a:endParaRPr lang="en-GB" dirty="0"/>
          </a:p>
          <a:p>
            <a:r>
              <a:rPr lang="en-GB" dirty="0"/>
              <a:t>Long-term surveillance (coastal monitoring, border security)</a:t>
            </a:r>
          </a:p>
          <a:p>
            <a:r>
              <a:rPr lang="en-GB" dirty="0"/>
              <a:t>Environmental monitoring (air quality, wildlife)</a:t>
            </a:r>
          </a:p>
          <a:p>
            <a:r>
              <a:rPr lang="en-GB" dirty="0"/>
              <a:t>Broadcast or advertising platforms</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8</a:t>
            </a:fld>
            <a:endParaRPr lang="en-SG"/>
          </a:p>
        </p:txBody>
      </p:sp>
    </p:spTree>
    <p:extLst>
      <p:ext uri="{BB962C8B-B14F-4D97-AF65-F5344CB8AC3E}">
        <p14:creationId xmlns:p14="http://schemas.microsoft.com/office/powerpoint/2010/main" val="533498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a:t>
            </a:r>
            <a:r>
              <a:rPr lang="en-GB" b="1" dirty="0"/>
              <a:t>UAS is made up of several key systems</a:t>
            </a:r>
            <a:r>
              <a:rPr lang="en-GB" dirty="0"/>
              <a:t> that work together to make it fly safely and perform its flight missions. </a:t>
            </a:r>
          </a:p>
          <a:p>
            <a:endParaRPr lang="en-GB" dirty="0"/>
          </a:p>
          <a:p>
            <a:r>
              <a:rPr lang="en-GB" b="1" dirty="0"/>
              <a:t>1. Power and Electrical System</a:t>
            </a:r>
          </a:p>
          <a:p>
            <a:r>
              <a:rPr lang="en-GB" dirty="0"/>
              <a:t>Provides </a:t>
            </a:r>
            <a:r>
              <a:rPr lang="en-GB" b="1" dirty="0"/>
              <a:t>energy to all components</a:t>
            </a:r>
            <a:endParaRPr lang="en-GB" dirty="0"/>
          </a:p>
          <a:p>
            <a:r>
              <a:rPr lang="en-GB" dirty="0"/>
              <a:t>Includes:</a:t>
            </a:r>
          </a:p>
          <a:p>
            <a:pPr lvl="1"/>
            <a:r>
              <a:rPr lang="en-GB" b="1" dirty="0"/>
              <a:t>Battery</a:t>
            </a:r>
            <a:r>
              <a:rPr lang="en-GB" dirty="0"/>
              <a:t> – of course UA need energy, or fuel to power all the necessary components </a:t>
            </a:r>
          </a:p>
          <a:p>
            <a:pPr lvl="1"/>
            <a:r>
              <a:rPr lang="en-GB" b="1" dirty="0"/>
              <a:t>BEC / Power Distribution Board</a:t>
            </a:r>
            <a:r>
              <a:rPr lang="en-GB" dirty="0"/>
              <a:t> – distributes or regulate different voltages or power to motors, sensors, and electronics</a:t>
            </a:r>
          </a:p>
          <a:p>
            <a:pPr lvl="1"/>
            <a:endParaRPr lang="en-GB" dirty="0"/>
          </a:p>
          <a:p>
            <a:r>
              <a:rPr lang="en-GB" b="1" dirty="0"/>
              <a:t>2. Propulsion System</a:t>
            </a:r>
          </a:p>
          <a:p>
            <a:r>
              <a:rPr lang="en-GB" dirty="0"/>
              <a:t>Makes the aircraft </a:t>
            </a:r>
            <a:r>
              <a:rPr lang="en-GB" b="1" dirty="0"/>
              <a:t>move and generate lift</a:t>
            </a:r>
            <a:endParaRPr lang="en-GB" dirty="0"/>
          </a:p>
          <a:p>
            <a:r>
              <a:rPr lang="en-GB" dirty="0"/>
              <a:t>Includes:</a:t>
            </a:r>
          </a:p>
          <a:p>
            <a:pPr lvl="1"/>
            <a:r>
              <a:rPr lang="en-GB" b="1" dirty="0"/>
              <a:t>Motors</a:t>
            </a:r>
            <a:r>
              <a:rPr lang="en-GB" dirty="0"/>
              <a:t> – drive the propellers or rotors</a:t>
            </a:r>
          </a:p>
          <a:p>
            <a:pPr lvl="1"/>
            <a:r>
              <a:rPr lang="en-GB" b="1" dirty="0"/>
              <a:t>ESC (Electronic Speed Controller)</a:t>
            </a:r>
            <a:r>
              <a:rPr lang="en-GB" dirty="0"/>
              <a:t> – controls motor speed</a:t>
            </a:r>
          </a:p>
          <a:p>
            <a:pPr lvl="1"/>
            <a:r>
              <a:rPr lang="en-GB" b="1" dirty="0"/>
              <a:t>Blades / Propellers</a:t>
            </a:r>
            <a:r>
              <a:rPr lang="en-GB" dirty="0"/>
              <a:t> – push air to generate lift</a:t>
            </a:r>
          </a:p>
          <a:p>
            <a:pPr lvl="1"/>
            <a:endParaRPr lang="en-GB" dirty="0"/>
          </a:p>
          <a:p>
            <a:pPr lvl="1"/>
            <a:endParaRPr lang="en-GB" dirty="0"/>
          </a:p>
          <a:p>
            <a:r>
              <a:rPr lang="en-SG" b="1" dirty="0"/>
              <a:t>3. Flight Control &amp; Navigation System</a:t>
            </a:r>
          </a:p>
          <a:p>
            <a:r>
              <a:rPr lang="en-SG" dirty="0"/>
              <a:t>Keeps the aircraft </a:t>
            </a:r>
            <a:r>
              <a:rPr lang="en-SG" b="1" dirty="0"/>
              <a:t>stable and on course</a:t>
            </a:r>
            <a:endParaRPr lang="en-SG" dirty="0"/>
          </a:p>
          <a:p>
            <a:r>
              <a:rPr lang="en-SG" dirty="0"/>
              <a:t>Includes:</a:t>
            </a:r>
          </a:p>
          <a:p>
            <a:pPr lvl="1"/>
            <a:r>
              <a:rPr lang="en-SG" b="1" dirty="0"/>
              <a:t>Flight Controller</a:t>
            </a:r>
            <a:r>
              <a:rPr lang="en-SG" dirty="0"/>
              <a:t> – the “brain” of the drone</a:t>
            </a:r>
          </a:p>
          <a:p>
            <a:pPr lvl="1"/>
            <a:r>
              <a:rPr lang="en-SG" b="1" dirty="0"/>
              <a:t>Sensors</a:t>
            </a:r>
            <a:r>
              <a:rPr lang="en-SG" dirty="0"/>
              <a:t> – gyroscope, accelerometer, barometer, etc.</a:t>
            </a:r>
          </a:p>
          <a:p>
            <a:pPr lvl="1"/>
            <a:r>
              <a:rPr lang="en-SG" b="1" dirty="0"/>
              <a:t>GNSS (GPS/GLONASS)</a:t>
            </a:r>
            <a:r>
              <a:rPr lang="en-SG" dirty="0"/>
              <a:t> – position and navigation</a:t>
            </a:r>
          </a:p>
          <a:p>
            <a:pPr lvl="1"/>
            <a:r>
              <a:rPr lang="en-SG" b="1" dirty="0"/>
              <a:t>Servo</a:t>
            </a:r>
            <a:r>
              <a:rPr lang="en-SG" dirty="0"/>
              <a:t> – moves control surfaces (for fixed-wing or powered-lift)</a:t>
            </a:r>
          </a:p>
          <a:p>
            <a:pPr lvl="1"/>
            <a:endParaRPr lang="en-GB" dirty="0"/>
          </a:p>
          <a:p>
            <a:r>
              <a:rPr lang="en-GB" b="1" dirty="0"/>
              <a:t>4. Command &amp; Control (C2) System</a:t>
            </a:r>
          </a:p>
          <a:p>
            <a:r>
              <a:rPr lang="en-GB" b="1" dirty="0"/>
              <a:t>Communication link</a:t>
            </a:r>
            <a:r>
              <a:rPr lang="en-GB" dirty="0"/>
              <a:t> between pilot and aircraft</a:t>
            </a:r>
          </a:p>
          <a:p>
            <a:r>
              <a:rPr lang="en-GB" dirty="0"/>
              <a:t>Includes:</a:t>
            </a:r>
          </a:p>
          <a:p>
            <a:pPr lvl="1"/>
            <a:r>
              <a:rPr lang="en-GB" b="1" dirty="0"/>
              <a:t>Transmitter (TX)</a:t>
            </a:r>
            <a:r>
              <a:rPr lang="en-GB" dirty="0"/>
              <a:t> – sends commands</a:t>
            </a:r>
          </a:p>
          <a:p>
            <a:pPr lvl="1"/>
            <a:r>
              <a:rPr lang="en-GB" b="1" dirty="0"/>
              <a:t>Receiver (RX)</a:t>
            </a:r>
            <a:r>
              <a:rPr lang="en-GB" dirty="0"/>
              <a:t> – receives commands</a:t>
            </a:r>
          </a:p>
          <a:p>
            <a:pPr lvl="1"/>
            <a:endParaRPr lang="en-GB" dirty="0"/>
          </a:p>
          <a:p>
            <a:r>
              <a:rPr lang="en-GB" b="1" dirty="0"/>
              <a:t>5. Ground Control System</a:t>
            </a:r>
          </a:p>
          <a:p>
            <a:r>
              <a:rPr lang="en-GB" b="1" dirty="0"/>
              <a:t>Human operator / pilot interface</a:t>
            </a:r>
            <a:endParaRPr lang="en-GB" dirty="0"/>
          </a:p>
          <a:p>
            <a:r>
              <a:rPr lang="en-GB" dirty="0"/>
              <a:t>Includes:</a:t>
            </a:r>
          </a:p>
          <a:p>
            <a:pPr lvl="1"/>
            <a:r>
              <a:rPr lang="en-GB" b="1" dirty="0"/>
              <a:t>Controller</a:t>
            </a:r>
            <a:r>
              <a:rPr lang="en-GB" dirty="0"/>
              <a:t> – joystick, tablet, or laptop</a:t>
            </a:r>
          </a:p>
          <a:p>
            <a:pPr lvl="1"/>
            <a:r>
              <a:rPr lang="en-GB" b="1" dirty="0"/>
              <a:t>Pilot</a:t>
            </a:r>
            <a:r>
              <a:rPr lang="en-GB" dirty="0"/>
              <a:t> – monitors flight and sends commands</a:t>
            </a:r>
          </a:p>
          <a:p>
            <a:pPr lvl="1"/>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9</a:t>
            </a:fld>
            <a:endParaRPr lang="en-SG"/>
          </a:p>
        </p:txBody>
      </p:sp>
    </p:spTree>
    <p:extLst>
      <p:ext uri="{BB962C8B-B14F-4D97-AF65-F5344CB8AC3E}">
        <p14:creationId xmlns:p14="http://schemas.microsoft.com/office/powerpoint/2010/main" val="449452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Lithium Polymer (LiPo) Battery</a:t>
            </a:r>
          </a:p>
          <a:p>
            <a:r>
              <a:rPr lang="en-GB" b="1" dirty="0"/>
              <a:t>LiPo battery</a:t>
            </a:r>
            <a:r>
              <a:rPr lang="en-GB" dirty="0"/>
              <a:t> is the most common type of battery used in UAS.</a:t>
            </a:r>
          </a:p>
          <a:p>
            <a:r>
              <a:rPr lang="en-GB" b="1" dirty="0"/>
              <a:t>Stores electrical energy</a:t>
            </a:r>
            <a:r>
              <a:rPr lang="en-GB" dirty="0"/>
              <a:t> to power the motors, electronics, and other systems.</a:t>
            </a:r>
          </a:p>
          <a:p>
            <a:r>
              <a:rPr lang="en-GB" b="1" dirty="0"/>
              <a:t>Lightweight and high energy density</a:t>
            </a:r>
            <a:r>
              <a:rPr lang="en-GB" dirty="0"/>
              <a:t> → ideal for drones.</a:t>
            </a:r>
          </a:p>
          <a:p>
            <a:r>
              <a:rPr lang="en-GB" dirty="0"/>
              <a:t>Must be handled carefully:</a:t>
            </a:r>
          </a:p>
          <a:p>
            <a:pPr lvl="1"/>
            <a:r>
              <a:rPr lang="en-GB" dirty="0"/>
              <a:t>Avoid </a:t>
            </a:r>
            <a:r>
              <a:rPr lang="en-GB" b="1" dirty="0"/>
              <a:t>overcharging or over-discharging</a:t>
            </a:r>
            <a:endParaRPr lang="en-GB" dirty="0"/>
          </a:p>
          <a:p>
            <a:pPr lvl="1"/>
            <a:r>
              <a:rPr lang="en-GB" dirty="0"/>
              <a:t>Avoid </a:t>
            </a:r>
            <a:r>
              <a:rPr lang="en-GB" b="1" dirty="0"/>
              <a:t>physical damage or puncture</a:t>
            </a:r>
            <a:endParaRPr lang="en-GB" dirty="0"/>
          </a:p>
          <a:p>
            <a:br>
              <a:rPr lang="en-GB" b="1" dirty="0"/>
            </a:br>
            <a:br>
              <a:rPr lang="en-GB" b="1" dirty="0"/>
            </a:br>
            <a:r>
              <a:rPr lang="en-GB" b="1" dirty="0"/>
              <a:t>What is a BEC? (Battery Eliminator Circuit)</a:t>
            </a:r>
          </a:p>
          <a:p>
            <a:r>
              <a:rPr lang="en-GB" dirty="0"/>
              <a:t>A </a:t>
            </a:r>
            <a:r>
              <a:rPr lang="en-GB" b="1" dirty="0"/>
              <a:t>BEC regulates voltage</a:t>
            </a:r>
            <a:r>
              <a:rPr lang="en-GB" dirty="0"/>
              <a:t> from the main battery to the correct level needed by other components of the UAS.</a:t>
            </a:r>
          </a:p>
          <a:p>
            <a:r>
              <a:rPr lang="en-GB" dirty="0"/>
              <a:t>Prevents </a:t>
            </a:r>
            <a:r>
              <a:rPr lang="en-GB" b="1" dirty="0"/>
              <a:t>overvoltage damage</a:t>
            </a:r>
            <a:r>
              <a:rPr lang="en-GB" dirty="0"/>
              <a:t> to electronics like:</a:t>
            </a:r>
          </a:p>
          <a:p>
            <a:pPr lvl="1"/>
            <a:r>
              <a:rPr lang="en-GB" dirty="0"/>
              <a:t>Flight controller</a:t>
            </a:r>
          </a:p>
          <a:p>
            <a:pPr lvl="1"/>
            <a:r>
              <a:rPr lang="en-GB" dirty="0"/>
              <a:t>Servos</a:t>
            </a:r>
          </a:p>
          <a:p>
            <a:pPr lvl="1"/>
            <a:r>
              <a:rPr lang="en-GB" dirty="0"/>
              <a:t>Sensors</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10</a:t>
            </a:fld>
            <a:endParaRPr lang="en-SG"/>
          </a:p>
        </p:txBody>
      </p:sp>
    </p:spTree>
    <p:extLst>
      <p:ext uri="{BB962C8B-B14F-4D97-AF65-F5344CB8AC3E}">
        <p14:creationId xmlns:p14="http://schemas.microsoft.com/office/powerpoint/2010/main" val="1388558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Brushless Electric Motor (BLDC Motor)</a:t>
            </a:r>
          </a:p>
          <a:p>
            <a:r>
              <a:rPr lang="en-GB" dirty="0"/>
              <a:t>Also called </a:t>
            </a:r>
            <a:r>
              <a:rPr lang="en-GB" b="1" dirty="0"/>
              <a:t>ECM / EC motor</a:t>
            </a:r>
            <a:r>
              <a:rPr lang="en-GB" dirty="0"/>
              <a:t>.</a:t>
            </a:r>
          </a:p>
          <a:p>
            <a:r>
              <a:rPr lang="en-GB" b="1" dirty="0"/>
              <a:t>Type of motor powered by DC electricity</a:t>
            </a:r>
            <a:r>
              <a:rPr lang="en-GB" dirty="0"/>
              <a:t>.</a:t>
            </a:r>
          </a:p>
          <a:p>
            <a:r>
              <a:rPr lang="en-GB" dirty="0"/>
              <a:t>Uses an </a:t>
            </a:r>
            <a:r>
              <a:rPr lang="en-GB" b="1" dirty="0"/>
              <a:t>electronic controller</a:t>
            </a:r>
            <a:r>
              <a:rPr lang="en-GB" dirty="0"/>
              <a:t> to switch current in the motor windings.</a:t>
            </a:r>
          </a:p>
          <a:p>
            <a:r>
              <a:rPr lang="en-GB" dirty="0"/>
              <a:t>Creates a </a:t>
            </a:r>
            <a:r>
              <a:rPr lang="en-GB" b="1" dirty="0"/>
              <a:t>rotating magnetic field</a:t>
            </a:r>
            <a:r>
              <a:rPr lang="en-GB" dirty="0"/>
              <a:t>, which the rotor (permanent magnet) </a:t>
            </a:r>
            <a:r>
              <a:rPr lang="en-GB" b="1" dirty="0"/>
              <a:t>follows to spin the motor</a:t>
            </a:r>
            <a:r>
              <a:rPr lang="en-GB" dirty="0"/>
              <a:t>.</a:t>
            </a:r>
          </a:p>
          <a:p>
            <a:r>
              <a:rPr lang="en-GB" b="1" dirty="0"/>
              <a:t>Advantages:</a:t>
            </a:r>
            <a:endParaRPr lang="en-GB" dirty="0"/>
          </a:p>
          <a:p>
            <a:pPr lvl="1"/>
            <a:r>
              <a:rPr lang="en-GB" dirty="0"/>
              <a:t>More efficient than brushed motors</a:t>
            </a:r>
          </a:p>
          <a:p>
            <a:pPr lvl="1"/>
            <a:r>
              <a:rPr lang="en-GB" dirty="0"/>
              <a:t>Less maintenance (no brushes to wear out)</a:t>
            </a:r>
          </a:p>
          <a:p>
            <a:pPr lvl="1"/>
            <a:r>
              <a:rPr lang="en-GB" dirty="0"/>
              <a:t>High power-to-weight ratio → ideal for drones</a:t>
            </a:r>
            <a:br>
              <a:rPr lang="en-GB" dirty="0"/>
            </a:br>
            <a:endParaRPr lang="en-GB" dirty="0"/>
          </a:p>
          <a:p>
            <a:r>
              <a:rPr lang="en-GB" b="1" dirty="0"/>
              <a:t>Electronic Speed Controller (ESC)</a:t>
            </a:r>
          </a:p>
          <a:p>
            <a:r>
              <a:rPr lang="en-GB" b="1" dirty="0"/>
              <a:t>ESC controls the motors</a:t>
            </a:r>
            <a:r>
              <a:rPr lang="en-GB" dirty="0"/>
              <a:t> of the UAS.</a:t>
            </a:r>
          </a:p>
          <a:p>
            <a:r>
              <a:rPr lang="en-GB" dirty="0"/>
              <a:t>Allows the </a:t>
            </a:r>
            <a:r>
              <a:rPr lang="en-GB" b="1" dirty="0"/>
              <a:t>flight controller</a:t>
            </a:r>
            <a:r>
              <a:rPr lang="en-GB" dirty="0"/>
              <a:t> to:</a:t>
            </a:r>
          </a:p>
          <a:p>
            <a:pPr lvl="1"/>
            <a:r>
              <a:rPr lang="en-GB" dirty="0"/>
              <a:t>Adjust </a:t>
            </a:r>
            <a:r>
              <a:rPr lang="en-GB" b="1" dirty="0"/>
              <a:t>motor speed</a:t>
            </a:r>
            <a:endParaRPr lang="en-GB" dirty="0"/>
          </a:p>
          <a:p>
            <a:pPr lvl="1"/>
            <a:r>
              <a:rPr lang="en-GB" dirty="0"/>
              <a:t>Apply </a:t>
            </a:r>
            <a:r>
              <a:rPr lang="en-GB" b="1" dirty="0"/>
              <a:t>braking</a:t>
            </a:r>
            <a:endParaRPr lang="en-GB" dirty="0"/>
          </a:p>
          <a:p>
            <a:pPr lvl="1"/>
            <a:r>
              <a:rPr lang="en-GB" dirty="0"/>
              <a:t>Change </a:t>
            </a:r>
            <a:r>
              <a:rPr lang="en-GB" b="1" dirty="0"/>
              <a:t>direction</a:t>
            </a:r>
            <a:r>
              <a:rPr lang="en-GB" dirty="0"/>
              <a:t> (for some setups)</a:t>
            </a:r>
          </a:p>
          <a:p>
            <a:pPr lvl="1"/>
            <a:r>
              <a:rPr lang="en-GB" b="1" dirty="0"/>
              <a:t>Monitor motor performance</a:t>
            </a:r>
            <a:r>
              <a:rPr lang="en-GB" dirty="0"/>
              <a:t> and detect faults</a:t>
            </a:r>
          </a:p>
          <a:p>
            <a:br>
              <a:rPr lang="en-GB" dirty="0"/>
            </a:br>
            <a:r>
              <a:rPr lang="en-GB" b="1" dirty="0"/>
              <a:t>Propeller = The device that pushes the drone forward or generate lift </a:t>
            </a:r>
            <a:endParaRPr lang="en-GB" dirty="0"/>
          </a:p>
          <a:p>
            <a:r>
              <a:rPr lang="en-GB" dirty="0"/>
              <a:t>Works by </a:t>
            </a:r>
            <a:r>
              <a:rPr lang="en-GB" b="1" dirty="0"/>
              <a:t>turning motor power into thrust</a:t>
            </a:r>
            <a:endParaRPr lang="en-GB" dirty="0"/>
          </a:p>
          <a:p>
            <a:pPr lvl="1"/>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11</a:t>
            </a:fld>
            <a:endParaRPr lang="en-SG"/>
          </a:p>
        </p:txBody>
      </p:sp>
    </p:spTree>
    <p:extLst>
      <p:ext uri="{BB962C8B-B14F-4D97-AF65-F5344CB8AC3E}">
        <p14:creationId xmlns:p14="http://schemas.microsoft.com/office/powerpoint/2010/main" val="2609496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Flight Controller</a:t>
            </a:r>
          </a:p>
          <a:p>
            <a:r>
              <a:rPr lang="en-GB" dirty="0"/>
              <a:t>The </a:t>
            </a:r>
            <a:r>
              <a:rPr lang="en-GB" b="1" dirty="0"/>
              <a:t>flight controller</a:t>
            </a:r>
            <a:r>
              <a:rPr lang="en-GB" dirty="0"/>
              <a:t> is the </a:t>
            </a:r>
            <a:r>
              <a:rPr lang="en-GB" b="1" dirty="0"/>
              <a:t>brain of the UA</a:t>
            </a:r>
            <a:r>
              <a:rPr lang="en-GB" dirty="0"/>
              <a:t>.</a:t>
            </a:r>
          </a:p>
          <a:p>
            <a:r>
              <a:rPr lang="en-GB" dirty="0"/>
              <a:t>It is an </a:t>
            </a:r>
            <a:r>
              <a:rPr lang="en-GB" b="1" dirty="0"/>
              <a:t>integrated circuit (IC) board</a:t>
            </a:r>
            <a:r>
              <a:rPr lang="en-GB" dirty="0"/>
              <a:t> that manages the drone’s flight.</a:t>
            </a:r>
          </a:p>
          <a:p>
            <a:r>
              <a:rPr lang="en-GB" dirty="0"/>
              <a:t>Keeps the aircraft </a:t>
            </a:r>
            <a:r>
              <a:rPr lang="en-GB" b="1" dirty="0"/>
              <a:t>stable and balanced</a:t>
            </a:r>
            <a:r>
              <a:rPr lang="en-GB" dirty="0"/>
              <a:t> during flight by:</a:t>
            </a:r>
          </a:p>
          <a:p>
            <a:pPr lvl="1"/>
            <a:r>
              <a:rPr lang="en-GB" dirty="0"/>
              <a:t>Receiving data from sensors (gyro, accelerometer, compass, etc.)</a:t>
            </a:r>
          </a:p>
          <a:p>
            <a:pPr lvl="1"/>
            <a:r>
              <a:rPr lang="en-GB" dirty="0"/>
              <a:t>Sending commands to motors and servos</a:t>
            </a:r>
          </a:p>
          <a:p>
            <a:endParaRPr lang="en-GB" dirty="0"/>
          </a:p>
          <a:p>
            <a:endParaRPr lang="en-GB" dirty="0"/>
          </a:p>
          <a:p>
            <a:r>
              <a:rPr lang="en-GB" b="1" dirty="0"/>
              <a:t>Servo</a:t>
            </a:r>
            <a:r>
              <a:rPr lang="en-GB" dirty="0"/>
              <a:t> - In UAS, servos are mainly used to </a:t>
            </a:r>
            <a:r>
              <a:rPr lang="en-GB" b="1" dirty="0"/>
              <a:t>move control surfaces</a:t>
            </a:r>
            <a:r>
              <a:rPr lang="en-GB" dirty="0"/>
              <a:t> (like rudders, ailerons, or tilt mechanisms) accurately.</a:t>
            </a:r>
            <a:endParaRPr lang="en-GB" b="1" dirty="0"/>
          </a:p>
          <a:p>
            <a:endParaRPr lang="en-GB" b="1" dirty="0"/>
          </a:p>
          <a:p>
            <a:r>
              <a:rPr lang="en-GB" b="1" dirty="0"/>
              <a:t>1. Accelerometer &amp; Gyroscope</a:t>
            </a:r>
          </a:p>
          <a:p>
            <a:r>
              <a:rPr lang="en-GB" b="1" dirty="0"/>
              <a:t>Accelerometer</a:t>
            </a:r>
            <a:r>
              <a:rPr lang="en-GB" dirty="0"/>
              <a:t> → measures </a:t>
            </a:r>
            <a:r>
              <a:rPr lang="en-GB" b="1" dirty="0"/>
              <a:t>acceleration forces</a:t>
            </a:r>
            <a:endParaRPr lang="en-GB" dirty="0"/>
          </a:p>
          <a:p>
            <a:r>
              <a:rPr lang="en-GB" b="1" dirty="0"/>
              <a:t>Gyroscope</a:t>
            </a:r>
            <a:r>
              <a:rPr lang="en-GB" dirty="0"/>
              <a:t> → measures </a:t>
            </a:r>
            <a:r>
              <a:rPr lang="en-GB" b="1" dirty="0"/>
              <a:t>rotational forces</a:t>
            </a:r>
            <a:endParaRPr lang="en-GB" dirty="0"/>
          </a:p>
          <a:p>
            <a:r>
              <a:rPr lang="en-GB" dirty="0"/>
              <a:t>Together, they help the </a:t>
            </a:r>
            <a:r>
              <a:rPr lang="en-GB" b="1" dirty="0"/>
              <a:t>flight controller determine the UA’s attitude</a:t>
            </a:r>
            <a:r>
              <a:rPr lang="en-GB" dirty="0"/>
              <a:t> (tilt/angle) and make corrections.</a:t>
            </a:r>
          </a:p>
          <a:p>
            <a:endParaRPr lang="en-SG" dirty="0"/>
          </a:p>
          <a:p>
            <a:r>
              <a:rPr lang="en-GB" b="1" dirty="0"/>
              <a:t>2. Compass (Magnetometer)</a:t>
            </a:r>
          </a:p>
          <a:p>
            <a:r>
              <a:rPr lang="en-GB" dirty="0"/>
              <a:t>Measures </a:t>
            </a:r>
            <a:r>
              <a:rPr lang="en-GB" b="1" dirty="0"/>
              <a:t>magnetic direction</a:t>
            </a:r>
            <a:r>
              <a:rPr lang="en-GB" dirty="0"/>
              <a:t>, just like a handheld compass.</a:t>
            </a:r>
          </a:p>
          <a:p>
            <a:r>
              <a:rPr lang="en-GB" dirty="0"/>
              <a:t>Helps the flight controller know </a:t>
            </a:r>
            <a:r>
              <a:rPr lang="en-GB" b="1" dirty="0"/>
              <a:t>which way the UA is facing</a:t>
            </a:r>
            <a:r>
              <a:rPr lang="en-GB" dirty="0"/>
              <a:t>.</a:t>
            </a:r>
          </a:p>
          <a:p>
            <a:r>
              <a:rPr lang="en-GB" dirty="0"/>
              <a:t>Especially important for </a:t>
            </a:r>
            <a:r>
              <a:rPr lang="en-GB" b="1" dirty="0"/>
              <a:t>rotorcraft</a:t>
            </a:r>
            <a:r>
              <a:rPr lang="en-GB" dirty="0"/>
              <a:t>, where orientation isn’t fixed.</a:t>
            </a:r>
          </a:p>
          <a:p>
            <a:endParaRPr lang="en-SG" dirty="0"/>
          </a:p>
          <a:p>
            <a:r>
              <a:rPr lang="en-GB" b="1" dirty="0"/>
              <a:t>3. Barometer</a:t>
            </a:r>
          </a:p>
          <a:p>
            <a:r>
              <a:rPr lang="en-GB" dirty="0"/>
              <a:t>Measures </a:t>
            </a:r>
            <a:r>
              <a:rPr lang="en-GB" b="1" dirty="0"/>
              <a:t>air pressure</a:t>
            </a:r>
            <a:r>
              <a:rPr lang="en-GB" dirty="0"/>
              <a:t> to estimate </a:t>
            </a:r>
            <a:r>
              <a:rPr lang="en-GB" b="1" dirty="0"/>
              <a:t>altitude</a:t>
            </a:r>
            <a:r>
              <a:rPr lang="en-GB" dirty="0"/>
              <a:t>.</a:t>
            </a:r>
          </a:p>
          <a:p>
            <a:endParaRPr lang="en-SG" dirty="0"/>
          </a:p>
          <a:p>
            <a:r>
              <a:rPr lang="en-GB" b="1" dirty="0"/>
              <a:t>4. Airspeed Sensor</a:t>
            </a:r>
          </a:p>
          <a:p>
            <a:r>
              <a:rPr lang="en-GB" dirty="0"/>
              <a:t>Measures </a:t>
            </a:r>
            <a:r>
              <a:rPr lang="en-GB" b="1" dirty="0"/>
              <a:t>air speed</a:t>
            </a:r>
            <a:r>
              <a:rPr lang="en-GB" dirty="0"/>
              <a:t> using </a:t>
            </a:r>
            <a:r>
              <a:rPr lang="en-GB" b="1" dirty="0"/>
              <a:t>dynamic and static pressure</a:t>
            </a:r>
            <a:r>
              <a:rPr lang="en-GB" dirty="0"/>
              <a:t> (Pitot tube).</a:t>
            </a:r>
          </a:p>
          <a:p>
            <a:r>
              <a:rPr lang="en-GB" dirty="0"/>
              <a:t>Useful for </a:t>
            </a:r>
            <a:r>
              <a:rPr lang="en-GB" b="1" dirty="0"/>
              <a:t>fixed-wing aircraft</a:t>
            </a:r>
            <a:r>
              <a:rPr lang="en-GB" dirty="0"/>
              <a:t> to maintain proper flight.</a:t>
            </a:r>
          </a:p>
          <a:p>
            <a:endParaRPr lang="en-SG" dirty="0"/>
          </a:p>
          <a:p>
            <a:r>
              <a:rPr lang="en-GB" b="1" dirty="0"/>
              <a:t>5. Vision, Infrared, and LiDAR/Sonar Sensors</a:t>
            </a:r>
          </a:p>
          <a:p>
            <a:r>
              <a:rPr lang="en-GB" dirty="0"/>
              <a:t>Help the UA </a:t>
            </a:r>
            <a:r>
              <a:rPr lang="en-GB" b="1" dirty="0"/>
              <a:t>detect obstacles</a:t>
            </a:r>
            <a:r>
              <a:rPr lang="en-GB" dirty="0"/>
              <a:t>, </a:t>
            </a:r>
            <a:r>
              <a:rPr lang="en-GB" b="1" dirty="0"/>
              <a:t>map 3D environments</a:t>
            </a:r>
            <a:r>
              <a:rPr lang="en-GB" dirty="0"/>
              <a:t>, and </a:t>
            </a:r>
            <a:r>
              <a:rPr lang="en-GB" b="1" dirty="0"/>
              <a:t>predict flight trajectory</a:t>
            </a:r>
            <a:r>
              <a:rPr lang="en-GB" dirty="0"/>
              <a:t>.</a:t>
            </a:r>
          </a:p>
          <a:p>
            <a:r>
              <a:rPr lang="en-GB" dirty="0"/>
              <a:t>Includes </a:t>
            </a:r>
            <a:r>
              <a:rPr lang="en-GB" b="1" dirty="0"/>
              <a:t>distance sensors</a:t>
            </a:r>
            <a:r>
              <a:rPr lang="en-GB" dirty="0"/>
              <a:t> (ultrasonic or LiDAR) to measure distance to objects in front of the UA.</a:t>
            </a:r>
          </a:p>
          <a:p>
            <a:endParaRPr lang="en-GB" dirty="0"/>
          </a:p>
          <a:p>
            <a:r>
              <a:rPr lang="en-SG" b="1" dirty="0"/>
              <a:t>Accelerometer + Gyro → orientation/tilt</a:t>
            </a:r>
            <a:endParaRPr lang="en-SG" dirty="0"/>
          </a:p>
          <a:p>
            <a:r>
              <a:rPr lang="en-SG" b="1" dirty="0"/>
              <a:t>Compass → direction</a:t>
            </a:r>
            <a:endParaRPr lang="en-SG" dirty="0"/>
          </a:p>
          <a:p>
            <a:r>
              <a:rPr lang="en-SG" b="1" dirty="0"/>
              <a:t>Barometer → altitude</a:t>
            </a:r>
            <a:endParaRPr lang="en-SG" dirty="0"/>
          </a:p>
          <a:p>
            <a:r>
              <a:rPr lang="en-SG" b="1" dirty="0"/>
              <a:t>Airspeed sensor → speed in air</a:t>
            </a:r>
            <a:endParaRPr lang="en-SG" dirty="0"/>
          </a:p>
          <a:p>
            <a:r>
              <a:rPr lang="en-SG" b="1" dirty="0"/>
              <a:t>Vision/LiDAR/Sonar → obstacle detection &amp; mapping</a:t>
            </a:r>
            <a:endParaRPr lang="en-SG" dirty="0"/>
          </a:p>
          <a:p>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12</a:t>
            </a:fld>
            <a:endParaRPr lang="en-SG"/>
          </a:p>
        </p:txBody>
      </p:sp>
    </p:spTree>
    <p:extLst>
      <p:ext uri="{BB962C8B-B14F-4D97-AF65-F5344CB8AC3E}">
        <p14:creationId xmlns:p14="http://schemas.microsoft.com/office/powerpoint/2010/main" val="1972901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Navigation System</a:t>
            </a:r>
          </a:p>
          <a:p>
            <a:r>
              <a:rPr lang="en-GB" dirty="0"/>
              <a:t>A </a:t>
            </a:r>
            <a:r>
              <a:rPr lang="en-GB" b="1" dirty="0"/>
              <a:t>navigation system</a:t>
            </a:r>
            <a:r>
              <a:rPr lang="en-GB" dirty="0"/>
              <a:t> is a set of equipment that </a:t>
            </a:r>
            <a:r>
              <a:rPr lang="en-GB" b="1" dirty="0"/>
              <a:t>helps the UA know where it is and where to go</a:t>
            </a:r>
            <a:r>
              <a:rPr lang="en-GB" dirty="0"/>
              <a:t>.</a:t>
            </a:r>
          </a:p>
          <a:p>
            <a:r>
              <a:rPr lang="en-GB" dirty="0"/>
              <a:t>Functions include:</a:t>
            </a:r>
          </a:p>
          <a:p>
            <a:pPr lvl="1"/>
            <a:r>
              <a:rPr lang="en-GB" b="1" dirty="0"/>
              <a:t>Locate current position</a:t>
            </a:r>
            <a:endParaRPr lang="en-GB" dirty="0"/>
          </a:p>
          <a:p>
            <a:pPr lvl="1"/>
            <a:r>
              <a:rPr lang="en-GB" b="1" dirty="0"/>
              <a:t>Navigate from one point to another</a:t>
            </a:r>
            <a:endParaRPr lang="en-GB" dirty="0"/>
          </a:p>
          <a:p>
            <a:pPr lvl="1"/>
            <a:r>
              <a:rPr lang="en-GB" b="1" dirty="0"/>
              <a:t>Track or monitor objects</a:t>
            </a:r>
            <a:endParaRPr lang="en-GB" dirty="0"/>
          </a:p>
          <a:p>
            <a:pPr lvl="1"/>
            <a:r>
              <a:rPr lang="en-GB" b="1" dirty="0"/>
              <a:t>Mapping areas</a:t>
            </a:r>
            <a:endParaRPr lang="en-GB" dirty="0"/>
          </a:p>
          <a:p>
            <a:r>
              <a:rPr lang="en-GB" b="1" dirty="0"/>
              <a:t>How it works:</a:t>
            </a:r>
            <a:endParaRPr lang="en-GB" dirty="0"/>
          </a:p>
          <a:p>
            <a:pPr lvl="1"/>
            <a:r>
              <a:rPr lang="en-GB" b="1" dirty="0"/>
              <a:t>Three satellites</a:t>
            </a:r>
            <a:r>
              <a:rPr lang="en-GB" dirty="0"/>
              <a:t> are needed to determine the UA’s </a:t>
            </a:r>
            <a:r>
              <a:rPr lang="en-GB" b="1" dirty="0"/>
              <a:t>position</a:t>
            </a:r>
            <a:r>
              <a:rPr lang="en-GB" dirty="0"/>
              <a:t>.</a:t>
            </a:r>
          </a:p>
          <a:p>
            <a:pPr lvl="1"/>
            <a:r>
              <a:rPr lang="en-GB" dirty="0"/>
              <a:t>A </a:t>
            </a:r>
            <a:r>
              <a:rPr lang="en-GB" b="1" dirty="0"/>
              <a:t>fourth satellite</a:t>
            </a:r>
            <a:r>
              <a:rPr lang="en-GB" dirty="0"/>
              <a:t> improves accuracy and allows the UA to calculate </a:t>
            </a:r>
            <a:r>
              <a:rPr lang="en-GB" b="1" dirty="0"/>
              <a:t>elevation/altitude</a:t>
            </a:r>
            <a:r>
              <a:rPr lang="en-GB" dirty="0"/>
              <a:t>.</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13</a:t>
            </a:fld>
            <a:endParaRPr lang="en-SG"/>
          </a:p>
        </p:txBody>
      </p:sp>
    </p:spTree>
    <p:extLst>
      <p:ext uri="{BB962C8B-B14F-4D97-AF65-F5344CB8AC3E}">
        <p14:creationId xmlns:p14="http://schemas.microsoft.com/office/powerpoint/2010/main" val="3084344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Command and Control (C2) System</a:t>
            </a:r>
          </a:p>
          <a:p>
            <a:r>
              <a:rPr lang="en-GB" dirty="0"/>
              <a:t>Provides the </a:t>
            </a:r>
            <a:r>
              <a:rPr lang="en-GB" b="1" dirty="0"/>
              <a:t>communication link between the UA and its ground station</a:t>
            </a:r>
            <a:r>
              <a:rPr lang="en-GB" dirty="0"/>
              <a:t>.</a:t>
            </a:r>
          </a:p>
          <a:p>
            <a:r>
              <a:rPr lang="en-GB" dirty="0"/>
              <a:t>Responsible for </a:t>
            </a:r>
            <a:r>
              <a:rPr lang="en-GB" b="1" dirty="0"/>
              <a:t>managing and controlling the aircraft</a:t>
            </a:r>
            <a:r>
              <a:rPr lang="en-GB" dirty="0"/>
              <a:t>.</a:t>
            </a:r>
          </a:p>
          <a:p>
            <a:r>
              <a:rPr lang="en-GB" dirty="0"/>
              <a:t>Essential whether the UA is:</a:t>
            </a:r>
          </a:p>
          <a:p>
            <a:pPr lvl="1"/>
            <a:r>
              <a:rPr lang="en-GB" b="1" dirty="0"/>
              <a:t>Remotely piloted by a human</a:t>
            </a:r>
            <a:r>
              <a:rPr lang="en-GB" dirty="0"/>
              <a:t>, or</a:t>
            </a:r>
          </a:p>
          <a:p>
            <a:pPr lvl="1"/>
            <a:r>
              <a:rPr lang="en-GB" b="1" dirty="0"/>
              <a:t>Flying autonomously</a:t>
            </a:r>
            <a:endParaRPr lang="en-GB" dirty="0"/>
          </a:p>
          <a:p>
            <a:endParaRPr lang="en-SG" dirty="0"/>
          </a:p>
          <a:p>
            <a:endParaRPr lang="en-SG" dirty="0"/>
          </a:p>
          <a:p>
            <a:r>
              <a:rPr lang="en-GB" b="1" dirty="0"/>
              <a:t>Ground Control System (GCS)</a:t>
            </a:r>
          </a:p>
          <a:p>
            <a:r>
              <a:rPr lang="en-GB" dirty="0"/>
              <a:t>The </a:t>
            </a:r>
            <a:r>
              <a:rPr lang="en-GB" b="1" dirty="0"/>
              <a:t>Ground Control Station (GCS)</a:t>
            </a:r>
            <a:r>
              <a:rPr lang="en-GB" dirty="0"/>
              <a:t> is a </a:t>
            </a:r>
            <a:r>
              <a:rPr lang="en-GB" b="1" dirty="0"/>
              <a:t>land- or sea-based control </a:t>
            </a:r>
            <a:r>
              <a:rPr lang="en-GB" b="1" dirty="0" err="1"/>
              <a:t>center</a:t>
            </a:r>
            <a:r>
              <a:rPr lang="en-GB" dirty="0"/>
              <a:t> for human operators to control UAs (drones).</a:t>
            </a:r>
          </a:p>
          <a:p>
            <a:r>
              <a:rPr lang="en-GB" b="1" dirty="0"/>
              <a:t>Portable GCS:</a:t>
            </a:r>
            <a:endParaRPr lang="en-GB" dirty="0"/>
          </a:p>
          <a:p>
            <a:pPr lvl="1"/>
            <a:r>
              <a:rPr lang="en-GB" dirty="0"/>
              <a:t>Smaller drones can use a </a:t>
            </a:r>
            <a:r>
              <a:rPr lang="en-GB" b="1" dirty="0"/>
              <a:t>traditional twin-stick controller</a:t>
            </a:r>
            <a:r>
              <a:rPr lang="en-GB" dirty="0"/>
              <a:t>.</a:t>
            </a:r>
          </a:p>
          <a:p>
            <a:pPr lvl="1"/>
            <a:r>
              <a:rPr lang="en-GB" dirty="0"/>
              <a:t>Adding a </a:t>
            </a:r>
            <a:r>
              <a:rPr lang="en-GB" b="1" dirty="0"/>
              <a:t>laptop/tablet, telemetry, and antennas</a:t>
            </a:r>
            <a:r>
              <a:rPr lang="en-GB" dirty="0"/>
              <a:t> creates a </a:t>
            </a:r>
            <a:r>
              <a:rPr lang="en-GB" b="1" dirty="0"/>
              <a:t>full GCS</a:t>
            </a:r>
            <a:r>
              <a:rPr lang="en-GB" dirty="0"/>
              <a:t>.</a:t>
            </a:r>
          </a:p>
          <a:p>
            <a:r>
              <a:rPr lang="en-GB" b="1" dirty="0"/>
              <a:t>Minimum requirement:</a:t>
            </a:r>
            <a:endParaRPr lang="en-GB" dirty="0"/>
          </a:p>
          <a:p>
            <a:pPr lvl="1"/>
            <a:r>
              <a:rPr lang="en-GB" dirty="0"/>
              <a:t>A multi-rotor drone needs at least </a:t>
            </a:r>
            <a:r>
              <a:rPr lang="en-GB" b="1" dirty="0"/>
              <a:t>four channels</a:t>
            </a:r>
            <a:r>
              <a:rPr lang="en-GB" dirty="0"/>
              <a:t> to be controlled.</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14</a:t>
            </a:fld>
            <a:endParaRPr lang="en-SG"/>
          </a:p>
        </p:txBody>
      </p:sp>
    </p:spTree>
    <p:extLst>
      <p:ext uri="{BB962C8B-B14F-4D97-AF65-F5344CB8AC3E}">
        <p14:creationId xmlns:p14="http://schemas.microsoft.com/office/powerpoint/2010/main" val="2979120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These are the different control modes. </a:t>
            </a:r>
            <a:br>
              <a:rPr lang="en-SG" dirty="0"/>
            </a:br>
            <a:br>
              <a:rPr lang="en-SG" dirty="0"/>
            </a:br>
            <a:r>
              <a:rPr lang="en-SG" dirty="0"/>
              <a:t>But the most common modes is the Mode 2, or the default mode in most consumer drones. </a:t>
            </a:r>
          </a:p>
          <a:p>
            <a:endParaRPr lang="en-SG" dirty="0"/>
          </a:p>
          <a:p>
            <a:r>
              <a:rPr lang="en-SG" dirty="0"/>
              <a:t>This is also tested. So you have to memorise these different controls for each modes</a:t>
            </a:r>
          </a:p>
        </p:txBody>
      </p:sp>
      <p:sp>
        <p:nvSpPr>
          <p:cNvPr id="4" name="Slide Number Placeholder 3"/>
          <p:cNvSpPr>
            <a:spLocks noGrp="1"/>
          </p:cNvSpPr>
          <p:nvPr>
            <p:ph type="sldNum" sz="quarter" idx="5"/>
          </p:nvPr>
        </p:nvSpPr>
        <p:spPr/>
        <p:txBody>
          <a:bodyPr/>
          <a:lstStyle/>
          <a:p>
            <a:fld id="{DD9EA5B1-B245-42F2-A816-1BFA15447D70}" type="slidenum">
              <a:rPr lang="en-SG" smtClean="0"/>
              <a:t>15</a:t>
            </a:fld>
            <a:endParaRPr lang="en-SG"/>
          </a:p>
        </p:txBody>
      </p:sp>
    </p:spTree>
    <p:extLst>
      <p:ext uri="{BB962C8B-B14F-4D97-AF65-F5344CB8AC3E}">
        <p14:creationId xmlns:p14="http://schemas.microsoft.com/office/powerpoint/2010/main" val="1458030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Radio Line-of-Sight (LOS) &amp; Communication</a:t>
            </a:r>
          </a:p>
          <a:p>
            <a:r>
              <a:rPr lang="en-GB" b="1" dirty="0"/>
              <a:t>Radio Line-of-Sight (LOS)</a:t>
            </a:r>
            <a:r>
              <a:rPr lang="en-GB" dirty="0"/>
              <a:t>:</a:t>
            </a:r>
          </a:p>
          <a:p>
            <a:pPr lvl="1"/>
            <a:r>
              <a:rPr lang="en-GB" dirty="0"/>
              <a:t>Radio transmission requires a </a:t>
            </a:r>
            <a:r>
              <a:rPr lang="en-GB" b="1" dirty="0"/>
              <a:t>clear, unobstructed path</a:t>
            </a:r>
            <a:r>
              <a:rPr lang="en-GB" dirty="0"/>
              <a:t> between the UA and ground station antennas.</a:t>
            </a:r>
          </a:p>
          <a:p>
            <a:pPr lvl="1"/>
            <a:r>
              <a:rPr lang="en-GB" dirty="0"/>
              <a:t>LOS is the </a:t>
            </a:r>
            <a:r>
              <a:rPr lang="en-GB" b="1" dirty="0"/>
              <a:t>direct free-space path</a:t>
            </a:r>
            <a:r>
              <a:rPr lang="en-GB" dirty="0"/>
              <a:t> connecting two points.</a:t>
            </a:r>
          </a:p>
          <a:p>
            <a:r>
              <a:rPr lang="en-GB" b="1" dirty="0"/>
              <a:t>Importance:</a:t>
            </a:r>
            <a:endParaRPr lang="en-GB" dirty="0"/>
          </a:p>
          <a:p>
            <a:pPr lvl="1"/>
            <a:r>
              <a:rPr lang="en-GB" dirty="0"/>
              <a:t>Ensures </a:t>
            </a:r>
            <a:r>
              <a:rPr lang="en-GB" b="1" dirty="0"/>
              <a:t>reliable communication</a:t>
            </a:r>
            <a:r>
              <a:rPr lang="en-GB" dirty="0"/>
              <a:t> between UA and pilot.</a:t>
            </a:r>
          </a:p>
          <a:p>
            <a:pPr lvl="1"/>
            <a:r>
              <a:rPr lang="en-GB" dirty="0"/>
              <a:t>Prevents </a:t>
            </a:r>
            <a:r>
              <a:rPr lang="en-GB" b="1" dirty="0"/>
              <a:t>loss of control</a:t>
            </a:r>
            <a:r>
              <a:rPr lang="en-GB" dirty="0"/>
              <a:t> during flight.</a:t>
            </a:r>
          </a:p>
          <a:p>
            <a:r>
              <a:rPr lang="en-GB" b="1" dirty="0"/>
              <a:t>Causes of Radio Interference &amp; Link Loss:</a:t>
            </a:r>
            <a:endParaRPr lang="en-GB" dirty="0"/>
          </a:p>
          <a:p>
            <a:pPr lvl="1"/>
            <a:r>
              <a:rPr lang="en-GB" dirty="0"/>
              <a:t>Physical </a:t>
            </a:r>
            <a:r>
              <a:rPr lang="en-GB" b="1" dirty="0"/>
              <a:t>obstructions</a:t>
            </a:r>
            <a:r>
              <a:rPr lang="en-GB" dirty="0"/>
              <a:t> (buildings, trees, mountains)</a:t>
            </a:r>
          </a:p>
          <a:p>
            <a:pPr lvl="1"/>
            <a:r>
              <a:rPr lang="en-GB" b="1" dirty="0"/>
              <a:t>Electromagnetic interference</a:t>
            </a:r>
            <a:r>
              <a:rPr lang="en-GB" dirty="0"/>
              <a:t> from other devices</a:t>
            </a:r>
          </a:p>
          <a:p>
            <a:pPr lvl="1"/>
            <a:r>
              <a:rPr lang="en-GB" b="1" dirty="0"/>
              <a:t>Weather conditions</a:t>
            </a:r>
            <a:r>
              <a:rPr lang="en-GB" dirty="0"/>
              <a:t> (heavy rain, fog)</a:t>
            </a:r>
          </a:p>
          <a:p>
            <a:pPr lvl="1"/>
            <a:r>
              <a:rPr lang="en-GB" b="1" dirty="0"/>
              <a:t>Distance exceeding maximum range</a:t>
            </a:r>
            <a:r>
              <a:rPr lang="en-GB" dirty="0"/>
              <a:t> of the radio link</a:t>
            </a:r>
          </a:p>
          <a:p>
            <a:pPr lvl="1"/>
            <a:endParaRPr lang="en-GB" dirty="0"/>
          </a:p>
          <a:p>
            <a:r>
              <a:rPr lang="en-GB" b="1" dirty="0"/>
              <a:t>Free-Space Loss</a:t>
            </a:r>
            <a:endParaRPr lang="en-GB" dirty="0"/>
          </a:p>
          <a:p>
            <a:r>
              <a:rPr lang="en-GB" dirty="0"/>
              <a:t>The farther a signal travels through the atmosphere, the </a:t>
            </a:r>
            <a:r>
              <a:rPr lang="en-GB" b="1" dirty="0"/>
              <a:t>weaker it becomes</a:t>
            </a:r>
            <a:r>
              <a:rPr lang="en-GB" dirty="0"/>
              <a:t>.</a:t>
            </a:r>
          </a:p>
          <a:p>
            <a:r>
              <a:rPr lang="en-GB" b="1" dirty="0"/>
              <a:t>Absorption Loss</a:t>
            </a:r>
            <a:endParaRPr lang="en-GB" dirty="0"/>
          </a:p>
          <a:p>
            <a:r>
              <a:rPr lang="en-GB" dirty="0"/>
              <a:t>Signals </a:t>
            </a:r>
            <a:r>
              <a:rPr lang="en-GB" b="1" dirty="0"/>
              <a:t>weaken when passing through objects</a:t>
            </a:r>
            <a:r>
              <a:rPr lang="en-GB" dirty="0"/>
              <a:t> that block radio waves.</a:t>
            </a:r>
          </a:p>
          <a:p>
            <a:r>
              <a:rPr lang="en-GB" b="1" dirty="0"/>
              <a:t>Diffraction</a:t>
            </a:r>
            <a:endParaRPr lang="en-GB" dirty="0"/>
          </a:p>
          <a:p>
            <a:r>
              <a:rPr lang="en-GB" dirty="0"/>
              <a:t>Signal bends around objects like </a:t>
            </a:r>
            <a:r>
              <a:rPr lang="en-GB" b="1" dirty="0"/>
              <a:t>buildings, trees, or walls</a:t>
            </a:r>
            <a:r>
              <a:rPr lang="en-GB" dirty="0"/>
              <a:t>, causing </a:t>
            </a:r>
            <a:r>
              <a:rPr lang="en-GB" b="1" dirty="0"/>
              <a:t>loss</a:t>
            </a:r>
            <a:r>
              <a:rPr lang="en-GB" dirty="0"/>
              <a:t>.</a:t>
            </a:r>
          </a:p>
          <a:p>
            <a:r>
              <a:rPr lang="en-GB" b="1" dirty="0"/>
              <a:t>Multipath Interference</a:t>
            </a:r>
            <a:endParaRPr lang="en-GB" dirty="0"/>
          </a:p>
          <a:p>
            <a:r>
              <a:rPr lang="en-GB" dirty="0"/>
              <a:t>Reflected signals can arrive at the receiver via </a:t>
            </a:r>
            <a:r>
              <a:rPr lang="en-GB" b="1" dirty="0"/>
              <a:t>multiple paths</a:t>
            </a:r>
            <a:r>
              <a:rPr lang="en-GB" dirty="0"/>
              <a:t>, causing interference.</a:t>
            </a:r>
          </a:p>
          <a:p>
            <a:r>
              <a:rPr lang="en-GB" b="1" dirty="0"/>
              <a:t>Terrain Effects</a:t>
            </a:r>
            <a:endParaRPr lang="en-GB" dirty="0"/>
          </a:p>
          <a:p>
            <a:r>
              <a:rPr lang="en-GB" dirty="0"/>
              <a:t>Hills or uneven ground can </a:t>
            </a:r>
            <a:r>
              <a:rPr lang="en-GB" b="1" dirty="0"/>
              <a:t>block or weaken signals</a:t>
            </a:r>
            <a:r>
              <a:rPr lang="en-GB" dirty="0"/>
              <a:t>, sometimes preventing reception.</a:t>
            </a:r>
          </a:p>
          <a:p>
            <a:r>
              <a:rPr lang="en-GB" b="1" dirty="0"/>
              <a:t>Buildings &amp; Vegetation</a:t>
            </a:r>
            <a:endParaRPr lang="en-GB" dirty="0"/>
          </a:p>
          <a:p>
            <a:r>
              <a:rPr lang="en-GB" dirty="0"/>
              <a:t>Can </a:t>
            </a:r>
            <a:r>
              <a:rPr lang="en-GB" b="1" dirty="0"/>
              <a:t>reflect or absorb radio waves</a:t>
            </a:r>
            <a:r>
              <a:rPr lang="en-GB" dirty="0"/>
              <a:t>, reducing signal strength.</a:t>
            </a:r>
          </a:p>
          <a:p>
            <a:pPr lvl="1"/>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19</a:t>
            </a:fld>
            <a:endParaRPr lang="en-SG"/>
          </a:p>
        </p:txBody>
      </p:sp>
    </p:spTree>
    <p:extLst>
      <p:ext uri="{BB962C8B-B14F-4D97-AF65-F5344CB8AC3E}">
        <p14:creationId xmlns:p14="http://schemas.microsoft.com/office/powerpoint/2010/main" val="1098346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Four Forces of Flight</a:t>
            </a:r>
          </a:p>
          <a:p>
            <a:r>
              <a:rPr lang="en-GB" b="1" dirty="0"/>
              <a:t>Weight</a:t>
            </a:r>
            <a:endParaRPr lang="en-GB" dirty="0"/>
          </a:p>
          <a:p>
            <a:pPr lvl="1"/>
            <a:r>
              <a:rPr lang="en-GB" dirty="0"/>
              <a:t>The </a:t>
            </a:r>
            <a:r>
              <a:rPr lang="en-GB" b="1" dirty="0"/>
              <a:t>combined load of the aircraft</a:t>
            </a:r>
            <a:r>
              <a:rPr lang="en-GB" dirty="0"/>
              <a:t> (aircraft, payload, fuel, etc.)</a:t>
            </a:r>
          </a:p>
          <a:p>
            <a:pPr lvl="1"/>
            <a:r>
              <a:rPr lang="en-GB" dirty="0"/>
              <a:t>A </a:t>
            </a:r>
            <a:r>
              <a:rPr lang="en-GB" b="1" dirty="0"/>
              <a:t>force pulling the aircraft downward</a:t>
            </a:r>
            <a:r>
              <a:rPr lang="en-GB" dirty="0"/>
              <a:t> due to gravity</a:t>
            </a:r>
          </a:p>
          <a:p>
            <a:pPr lvl="1"/>
            <a:r>
              <a:rPr lang="en-GB" dirty="0"/>
              <a:t>Acts </a:t>
            </a:r>
            <a:r>
              <a:rPr lang="en-GB" b="1" dirty="0"/>
              <a:t>vertically downward</a:t>
            </a:r>
            <a:r>
              <a:rPr lang="en-GB" dirty="0"/>
              <a:t> through the </a:t>
            </a:r>
            <a:r>
              <a:rPr lang="en-GB" b="1" dirty="0" err="1"/>
              <a:t>center</a:t>
            </a:r>
            <a:r>
              <a:rPr lang="en-GB" b="1" dirty="0"/>
              <a:t> of gravity (CG)</a:t>
            </a:r>
            <a:endParaRPr lang="en-GB" dirty="0"/>
          </a:p>
          <a:p>
            <a:pPr lvl="1"/>
            <a:r>
              <a:rPr lang="en-GB" b="1" dirty="0"/>
              <a:t>Opposes lift</a:t>
            </a:r>
            <a:endParaRPr lang="en-GB" dirty="0"/>
          </a:p>
          <a:p>
            <a:r>
              <a:rPr lang="en-GB" b="1" dirty="0"/>
              <a:t>Lift</a:t>
            </a:r>
            <a:endParaRPr lang="en-GB" dirty="0"/>
          </a:p>
          <a:p>
            <a:pPr lvl="1"/>
            <a:r>
              <a:rPr lang="en-GB" dirty="0"/>
              <a:t>Force produced by </a:t>
            </a:r>
            <a:r>
              <a:rPr lang="en-GB" b="1" dirty="0"/>
              <a:t>air flowing over the wings or rotors (</a:t>
            </a:r>
            <a:r>
              <a:rPr lang="en-GB" b="1" dirty="0" err="1"/>
              <a:t>airfoil</a:t>
            </a:r>
            <a:r>
              <a:rPr lang="en-GB" b="1" dirty="0"/>
              <a:t>)</a:t>
            </a:r>
            <a:endParaRPr lang="en-GB" dirty="0"/>
          </a:p>
          <a:p>
            <a:pPr lvl="1"/>
            <a:r>
              <a:rPr lang="en-GB" dirty="0"/>
              <a:t>Acts </a:t>
            </a:r>
            <a:r>
              <a:rPr lang="en-GB" b="1" dirty="0"/>
              <a:t>perpendicular to the flight path</a:t>
            </a:r>
            <a:r>
              <a:rPr lang="en-GB" dirty="0"/>
              <a:t> through the </a:t>
            </a:r>
            <a:r>
              <a:rPr lang="en-GB" b="1" dirty="0" err="1"/>
              <a:t>center</a:t>
            </a:r>
            <a:r>
              <a:rPr lang="en-GB" b="1" dirty="0"/>
              <a:t> of lift (CL)</a:t>
            </a:r>
            <a:endParaRPr lang="en-GB" dirty="0"/>
          </a:p>
          <a:p>
            <a:pPr lvl="1"/>
            <a:r>
              <a:rPr lang="en-GB" b="1" dirty="0"/>
              <a:t>Opposes weight</a:t>
            </a:r>
            <a:r>
              <a:rPr lang="en-GB" dirty="0"/>
              <a:t> and keeps the aircraft in the air</a:t>
            </a:r>
          </a:p>
          <a:p>
            <a:r>
              <a:rPr lang="en-GB" b="1" dirty="0"/>
              <a:t>Thrust</a:t>
            </a:r>
            <a:endParaRPr lang="en-GB" dirty="0"/>
          </a:p>
          <a:p>
            <a:pPr lvl="1"/>
            <a:r>
              <a:rPr lang="en-GB" b="1" dirty="0"/>
              <a:t>Forward force</a:t>
            </a:r>
            <a:r>
              <a:rPr lang="en-GB" dirty="0"/>
              <a:t> produced by the </a:t>
            </a:r>
            <a:r>
              <a:rPr lang="en-GB" b="1" dirty="0"/>
              <a:t>engine, propeller, or rotor</a:t>
            </a:r>
            <a:endParaRPr lang="en-GB" dirty="0"/>
          </a:p>
          <a:p>
            <a:pPr lvl="1"/>
            <a:r>
              <a:rPr lang="en-GB" dirty="0"/>
              <a:t>Pushes the aircraft through the air</a:t>
            </a:r>
          </a:p>
          <a:p>
            <a:pPr lvl="1"/>
            <a:r>
              <a:rPr lang="en-GB" b="1" dirty="0"/>
              <a:t>Opposes drag</a:t>
            </a:r>
            <a:endParaRPr lang="en-GB" dirty="0"/>
          </a:p>
          <a:p>
            <a:r>
              <a:rPr lang="en-GB" b="1" dirty="0"/>
              <a:t>Drag</a:t>
            </a:r>
            <a:endParaRPr lang="en-GB" dirty="0"/>
          </a:p>
          <a:p>
            <a:pPr lvl="1"/>
            <a:r>
              <a:rPr lang="en-GB" b="1" dirty="0"/>
              <a:t>Rearward force</a:t>
            </a:r>
            <a:r>
              <a:rPr lang="en-GB" dirty="0"/>
              <a:t> caused by </a:t>
            </a:r>
            <a:r>
              <a:rPr lang="en-GB" b="1" dirty="0"/>
              <a:t>air resistance</a:t>
            </a:r>
            <a:r>
              <a:rPr lang="en-GB" dirty="0"/>
              <a:t> against wings, fuselage, or protrusions</a:t>
            </a:r>
          </a:p>
          <a:p>
            <a:pPr lvl="1"/>
            <a:r>
              <a:rPr lang="en-GB" dirty="0"/>
              <a:t>Acts </a:t>
            </a:r>
            <a:r>
              <a:rPr lang="en-GB" b="1" dirty="0"/>
              <a:t>parallel to the relative wind</a:t>
            </a:r>
            <a:endParaRPr lang="en-GB" dirty="0"/>
          </a:p>
          <a:p>
            <a:pPr lvl="1"/>
            <a:r>
              <a:rPr lang="en-GB" b="1" dirty="0"/>
              <a:t>Opposes thrust</a:t>
            </a:r>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21</a:t>
            </a:fld>
            <a:endParaRPr lang="en-SG"/>
          </a:p>
        </p:txBody>
      </p:sp>
    </p:spTree>
    <p:extLst>
      <p:ext uri="{BB962C8B-B14F-4D97-AF65-F5344CB8AC3E}">
        <p14:creationId xmlns:p14="http://schemas.microsoft.com/office/powerpoint/2010/main" val="3074398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err="1"/>
              <a:t>Airfoil</a:t>
            </a:r>
            <a:r>
              <a:rPr lang="en-GB" b="1" dirty="0"/>
              <a:t> (Aerofoil)</a:t>
            </a:r>
          </a:p>
          <a:p>
            <a:r>
              <a:rPr lang="en-GB" b="1" dirty="0"/>
              <a:t>Definition:</a:t>
            </a:r>
            <a:endParaRPr lang="en-GB" dirty="0"/>
          </a:p>
          <a:p>
            <a:pPr lvl="1"/>
            <a:r>
              <a:rPr lang="en-GB" dirty="0"/>
              <a:t>The </a:t>
            </a:r>
            <a:r>
              <a:rPr lang="en-GB" b="1" dirty="0"/>
              <a:t>cross-sectional shape</a:t>
            </a:r>
            <a:r>
              <a:rPr lang="en-GB" dirty="0"/>
              <a:t> of an object (wing, sail, propeller or rotor blade) that can generate </a:t>
            </a:r>
            <a:r>
              <a:rPr lang="en-GB" b="1" dirty="0"/>
              <a:t>lift</a:t>
            </a:r>
            <a:r>
              <a:rPr lang="en-GB" dirty="0"/>
              <a:t> when moving through air.</a:t>
            </a:r>
          </a:p>
          <a:p>
            <a:r>
              <a:rPr lang="en-GB" b="1" dirty="0"/>
              <a:t>How Lift is Generated:</a:t>
            </a:r>
            <a:endParaRPr lang="en-GB" dirty="0"/>
          </a:p>
          <a:p>
            <a:pPr lvl="1"/>
            <a:r>
              <a:rPr lang="en-GB" b="1" dirty="0"/>
              <a:t>Angle of Attack (AOA):</a:t>
            </a:r>
            <a:r>
              <a:rPr lang="en-GB" dirty="0"/>
              <a:t> The angle between the </a:t>
            </a:r>
            <a:r>
              <a:rPr lang="en-GB" dirty="0" err="1"/>
              <a:t>airfoil</a:t>
            </a:r>
            <a:r>
              <a:rPr lang="en-GB" dirty="0"/>
              <a:t> and the oncoming airflow.</a:t>
            </a:r>
          </a:p>
          <a:p>
            <a:pPr lvl="1"/>
            <a:r>
              <a:rPr lang="en-GB" dirty="0"/>
              <a:t>When the AOA is correct, the </a:t>
            </a:r>
            <a:r>
              <a:rPr lang="en-GB" dirty="0" err="1"/>
              <a:t>airfoil</a:t>
            </a:r>
            <a:r>
              <a:rPr lang="en-GB" dirty="0"/>
              <a:t> </a:t>
            </a:r>
            <a:r>
              <a:rPr lang="en-GB" b="1" dirty="0"/>
              <a:t>deflects the air downward</a:t>
            </a:r>
            <a:r>
              <a:rPr lang="en-GB" dirty="0"/>
              <a:t> (downwash), creating </a:t>
            </a:r>
            <a:r>
              <a:rPr lang="en-GB" b="1" dirty="0"/>
              <a:t>lift upward</a:t>
            </a:r>
            <a:r>
              <a:rPr lang="en-GB" dirty="0"/>
              <a:t>.</a:t>
            </a:r>
          </a:p>
          <a:p>
            <a:pPr lvl="1"/>
            <a:r>
              <a:rPr lang="en-GB" b="1" dirty="0"/>
              <a:t>Downwash:</a:t>
            </a:r>
            <a:r>
              <a:rPr lang="en-GB" dirty="0"/>
              <a:t> The change in direction of airflow caused by the </a:t>
            </a:r>
            <a:r>
              <a:rPr lang="en-GB" dirty="0" err="1"/>
              <a:t>airfoil</a:t>
            </a:r>
            <a:r>
              <a:rPr lang="en-GB" dirty="0"/>
              <a:t>, contributing to lift.</a:t>
            </a:r>
          </a:p>
          <a:p>
            <a:pPr lvl="1"/>
            <a:endParaRPr lang="en-GB" dirty="0"/>
          </a:p>
          <a:p>
            <a:r>
              <a:rPr lang="en-GB" b="1" dirty="0"/>
              <a:t>Key Parts of an </a:t>
            </a:r>
            <a:r>
              <a:rPr lang="en-GB" b="1" dirty="0" err="1"/>
              <a:t>Airfoil</a:t>
            </a:r>
            <a:endParaRPr lang="en-GB" b="1" dirty="0"/>
          </a:p>
          <a:p>
            <a:r>
              <a:rPr lang="en-GB" b="1" dirty="0"/>
              <a:t>Leading Edge</a:t>
            </a:r>
            <a:r>
              <a:rPr lang="en-GB" dirty="0"/>
              <a:t> – The </a:t>
            </a:r>
            <a:r>
              <a:rPr lang="en-GB" b="1" dirty="0"/>
              <a:t>front edge</a:t>
            </a:r>
            <a:r>
              <a:rPr lang="en-GB" dirty="0"/>
              <a:t> of the </a:t>
            </a:r>
            <a:r>
              <a:rPr lang="en-GB" dirty="0" err="1"/>
              <a:t>airfoil</a:t>
            </a:r>
            <a:r>
              <a:rPr lang="en-GB" dirty="0"/>
              <a:t> that first meets the airflow.</a:t>
            </a:r>
          </a:p>
          <a:p>
            <a:r>
              <a:rPr lang="en-GB" b="1" dirty="0"/>
              <a:t>Trailing Edge</a:t>
            </a:r>
            <a:r>
              <a:rPr lang="en-GB" dirty="0"/>
              <a:t> – The </a:t>
            </a:r>
            <a:r>
              <a:rPr lang="en-GB" b="1" dirty="0"/>
              <a:t>rear edge</a:t>
            </a:r>
            <a:r>
              <a:rPr lang="en-GB" dirty="0"/>
              <a:t> where air leaves the </a:t>
            </a:r>
            <a:r>
              <a:rPr lang="en-GB" dirty="0" err="1"/>
              <a:t>airfoil</a:t>
            </a:r>
            <a:r>
              <a:rPr lang="en-GB" dirty="0"/>
              <a:t>.</a:t>
            </a:r>
          </a:p>
          <a:p>
            <a:r>
              <a:rPr lang="en-GB" b="1" dirty="0"/>
              <a:t>Chord Line</a:t>
            </a:r>
            <a:r>
              <a:rPr lang="en-GB" dirty="0"/>
              <a:t> – An imaginary straight line connecting the </a:t>
            </a:r>
            <a:r>
              <a:rPr lang="en-GB" b="1" dirty="0"/>
              <a:t>leading and trailing edges</a:t>
            </a:r>
            <a:r>
              <a:rPr lang="en-GB" dirty="0"/>
              <a:t>.</a:t>
            </a:r>
          </a:p>
          <a:p>
            <a:r>
              <a:rPr lang="en-GB" b="1" dirty="0"/>
              <a:t>Camber</a:t>
            </a:r>
            <a:r>
              <a:rPr lang="en-GB" dirty="0"/>
              <a:t> – The </a:t>
            </a:r>
            <a:r>
              <a:rPr lang="en-GB" b="1" dirty="0"/>
              <a:t>curvature</a:t>
            </a:r>
            <a:r>
              <a:rPr lang="en-GB" dirty="0"/>
              <a:t> of the </a:t>
            </a:r>
            <a:r>
              <a:rPr lang="en-GB" dirty="0" err="1"/>
              <a:t>airfoil</a:t>
            </a:r>
            <a:r>
              <a:rPr lang="en-GB" dirty="0"/>
              <a:t>, which affects lift.</a:t>
            </a:r>
          </a:p>
          <a:p>
            <a:pPr lvl="1"/>
            <a:endParaRPr lang="en-GB" dirty="0"/>
          </a:p>
          <a:p>
            <a:r>
              <a:rPr lang="en-GB" b="1" dirty="0"/>
              <a:t>Interaction with Airflow</a:t>
            </a:r>
          </a:p>
          <a:p>
            <a:r>
              <a:rPr lang="en-GB" b="1" dirty="0"/>
              <a:t>Air splits at the leading edge:</a:t>
            </a:r>
            <a:endParaRPr lang="en-GB" dirty="0"/>
          </a:p>
          <a:p>
            <a:pPr lvl="1"/>
            <a:r>
              <a:rPr lang="en-GB" dirty="0"/>
              <a:t>Some flows over the top surface → accelerates → lower pressure</a:t>
            </a:r>
          </a:p>
          <a:p>
            <a:pPr lvl="1"/>
            <a:r>
              <a:rPr lang="en-GB" dirty="0"/>
              <a:t>Some flows along the bottom surface → slower → higher pressure</a:t>
            </a:r>
          </a:p>
          <a:p>
            <a:r>
              <a:rPr lang="en-GB" b="1" dirty="0"/>
              <a:t>Pressure difference</a:t>
            </a:r>
            <a:r>
              <a:rPr lang="en-GB" dirty="0"/>
              <a:t> between top and bottom surfaces generates </a:t>
            </a:r>
            <a:r>
              <a:rPr lang="en-GB" b="1" dirty="0"/>
              <a:t>lift</a:t>
            </a:r>
            <a:r>
              <a:rPr lang="en-GB" dirty="0"/>
              <a:t>.</a:t>
            </a:r>
          </a:p>
          <a:p>
            <a:pPr lvl="1"/>
            <a:endParaRPr lang="en-GB" dirty="0"/>
          </a:p>
          <a:p>
            <a:r>
              <a:rPr lang="en-GB" b="1" dirty="0"/>
              <a:t>Simple summary for students</a:t>
            </a:r>
          </a:p>
          <a:p>
            <a:r>
              <a:rPr lang="en-GB" b="1" dirty="0" err="1"/>
              <a:t>Airfoil</a:t>
            </a:r>
            <a:r>
              <a:rPr lang="en-GB" b="1" dirty="0"/>
              <a:t> = Wing or blade shape that makes lift</a:t>
            </a:r>
            <a:endParaRPr lang="en-GB" dirty="0"/>
          </a:p>
          <a:p>
            <a:r>
              <a:rPr lang="en-GB" b="1" dirty="0"/>
              <a:t>AOA &amp; airflow deflection = main factors for lift</a:t>
            </a:r>
            <a:endParaRPr lang="en-GB" dirty="0"/>
          </a:p>
          <a:p>
            <a:r>
              <a:rPr lang="en-GB" b="1" dirty="0"/>
              <a:t>Leading edge, trailing edge, chord line</a:t>
            </a:r>
            <a:r>
              <a:rPr lang="en-GB" dirty="0"/>
              <a:t> help define the shape and </a:t>
            </a:r>
            <a:r>
              <a:rPr lang="en-GB" dirty="0" err="1"/>
              <a:t>behavior</a:t>
            </a:r>
            <a:r>
              <a:rPr lang="en-GB" dirty="0"/>
              <a:t> in air</a:t>
            </a:r>
          </a:p>
          <a:p>
            <a:pPr lvl="1"/>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22</a:t>
            </a:fld>
            <a:endParaRPr lang="en-SG"/>
          </a:p>
        </p:txBody>
      </p:sp>
    </p:spTree>
    <p:extLst>
      <p:ext uri="{BB962C8B-B14F-4D97-AF65-F5344CB8AC3E}">
        <p14:creationId xmlns:p14="http://schemas.microsoft.com/office/powerpoint/2010/main" val="62574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Parasite Drag</a:t>
            </a:r>
          </a:p>
          <a:p>
            <a:r>
              <a:rPr lang="en-GB" b="1" dirty="0"/>
              <a:t>Definition:</a:t>
            </a:r>
            <a:endParaRPr lang="en-GB" dirty="0"/>
          </a:p>
          <a:p>
            <a:pPr lvl="1"/>
            <a:r>
              <a:rPr lang="en-GB" dirty="0"/>
              <a:t>Drag that </a:t>
            </a:r>
            <a:r>
              <a:rPr lang="en-GB" b="1" dirty="0"/>
              <a:t>slows the aircraft</a:t>
            </a:r>
            <a:r>
              <a:rPr lang="en-GB" dirty="0"/>
              <a:t> but is </a:t>
            </a:r>
            <a:r>
              <a:rPr lang="en-GB" b="1" dirty="0"/>
              <a:t>not related to lift</a:t>
            </a:r>
            <a:r>
              <a:rPr lang="en-GB" dirty="0"/>
              <a:t>.</a:t>
            </a:r>
          </a:p>
          <a:p>
            <a:pPr lvl="1"/>
            <a:r>
              <a:rPr lang="en-GB" dirty="0"/>
              <a:t>Called “parasite” because it does not contribute to keeping the aircraft in the air.</a:t>
            </a:r>
          </a:p>
          <a:p>
            <a:endParaRPr lang="en-SG" dirty="0"/>
          </a:p>
          <a:p>
            <a:r>
              <a:rPr lang="en-GB" b="1" dirty="0"/>
              <a:t>Types of Parasite Drag</a:t>
            </a:r>
          </a:p>
          <a:p>
            <a:r>
              <a:rPr lang="en-GB" b="1" dirty="0"/>
              <a:t>Form Drag is a type of parasite </a:t>
            </a:r>
            <a:r>
              <a:rPr lang="en-GB" dirty="0"/>
              <a:t>Caused by the </a:t>
            </a:r>
            <a:r>
              <a:rPr lang="en-GB" b="1" dirty="0"/>
              <a:t>shape of the aircraft</a:t>
            </a:r>
            <a:r>
              <a:rPr lang="en-GB" dirty="0"/>
              <a:t> and airflow around it.</a:t>
            </a:r>
          </a:p>
          <a:p>
            <a:pPr lvl="1"/>
            <a:r>
              <a:rPr lang="en-GB" dirty="0"/>
              <a:t>Examples: engine cowlings, antennas, fuselage shape</a:t>
            </a:r>
          </a:p>
          <a:p>
            <a:r>
              <a:rPr lang="en-GB" b="1" dirty="0"/>
              <a:t>Interference Drag</a:t>
            </a:r>
            <a:endParaRPr lang="en-GB" dirty="0"/>
          </a:p>
          <a:p>
            <a:pPr lvl="1"/>
            <a:r>
              <a:rPr lang="en-GB" dirty="0"/>
              <a:t>Caused when </a:t>
            </a:r>
            <a:r>
              <a:rPr lang="en-GB" b="1" dirty="0"/>
              <a:t>different airstreams meet</a:t>
            </a:r>
            <a:r>
              <a:rPr lang="en-GB" dirty="0"/>
              <a:t> and create turbulence or eddies.</a:t>
            </a:r>
          </a:p>
          <a:p>
            <a:pPr lvl="1"/>
            <a:r>
              <a:rPr lang="en-GB" dirty="0"/>
              <a:t>Example: where the wing meets the fuselage at the wing root</a:t>
            </a:r>
          </a:p>
          <a:p>
            <a:r>
              <a:rPr lang="en-GB" b="1" dirty="0"/>
              <a:t>Skin Friction Drag</a:t>
            </a:r>
            <a:endParaRPr lang="en-GB" dirty="0"/>
          </a:p>
          <a:p>
            <a:pPr lvl="1"/>
            <a:r>
              <a:rPr lang="en-GB" dirty="0"/>
              <a:t>Caused by </a:t>
            </a:r>
            <a:r>
              <a:rPr lang="en-GB" b="1" dirty="0"/>
              <a:t>air rubbing against the aircraft’s surface</a:t>
            </a:r>
            <a:r>
              <a:rPr lang="en-GB" dirty="0"/>
              <a:t>.</a:t>
            </a:r>
          </a:p>
          <a:p>
            <a:pPr lvl="1"/>
            <a:r>
              <a:rPr lang="en-GB" dirty="0"/>
              <a:t>Depends on surface roughness and area</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23</a:t>
            </a:fld>
            <a:endParaRPr lang="en-SG"/>
          </a:p>
        </p:txBody>
      </p:sp>
    </p:spTree>
    <p:extLst>
      <p:ext uri="{BB962C8B-B14F-4D97-AF65-F5344CB8AC3E}">
        <p14:creationId xmlns:p14="http://schemas.microsoft.com/office/powerpoint/2010/main" val="1213350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Induced Drag</a:t>
            </a:r>
          </a:p>
          <a:p>
            <a:r>
              <a:rPr lang="en-GB" b="1" dirty="0"/>
              <a:t>Definition:</a:t>
            </a:r>
            <a:endParaRPr lang="en-GB" dirty="0"/>
          </a:p>
          <a:p>
            <a:pPr lvl="1"/>
            <a:r>
              <a:rPr lang="en-GB" dirty="0"/>
              <a:t>Drag that is </a:t>
            </a:r>
            <a:r>
              <a:rPr lang="en-GB" b="1" dirty="0"/>
              <a:t>produced as a byproduct of generating lift</a:t>
            </a:r>
            <a:r>
              <a:rPr lang="en-GB" dirty="0"/>
              <a:t>.</a:t>
            </a:r>
          </a:p>
          <a:p>
            <a:pPr lvl="1"/>
            <a:r>
              <a:rPr lang="en-GB" dirty="0"/>
              <a:t>Occurs whenever an </a:t>
            </a:r>
            <a:r>
              <a:rPr lang="en-GB" b="1" dirty="0" err="1"/>
              <a:t>airfoil</a:t>
            </a:r>
            <a:r>
              <a:rPr lang="en-GB" b="1" dirty="0"/>
              <a:t> (wing or rotor blade) creates lift</a:t>
            </a:r>
            <a:r>
              <a:rPr lang="en-GB" dirty="0"/>
              <a:t>.</a:t>
            </a:r>
          </a:p>
          <a:p>
            <a:endParaRPr lang="en-SG" dirty="0"/>
          </a:p>
          <a:p>
            <a:r>
              <a:rPr lang="en-GB" b="1" dirty="0"/>
              <a:t>How Induced Drag Happens</a:t>
            </a:r>
          </a:p>
          <a:p>
            <a:r>
              <a:rPr lang="en-GB" b="1" dirty="0"/>
              <a:t>Pressure Difference:</a:t>
            </a:r>
            <a:endParaRPr lang="en-GB" dirty="0"/>
          </a:p>
          <a:p>
            <a:pPr lvl="1"/>
            <a:r>
              <a:rPr lang="en-GB" b="1" dirty="0"/>
              <a:t>Lower surface pressure &gt; upper surface pressure</a:t>
            </a:r>
            <a:r>
              <a:rPr lang="en-GB" dirty="0"/>
              <a:t> (Bernoulli’s Principle).</a:t>
            </a:r>
          </a:p>
          <a:p>
            <a:pPr lvl="1"/>
            <a:r>
              <a:rPr lang="en-GB" dirty="0"/>
              <a:t>Air </a:t>
            </a:r>
            <a:r>
              <a:rPr lang="en-GB" b="1" dirty="0"/>
              <a:t>flows from high pressure below the wing to low pressure above the wing</a:t>
            </a:r>
            <a:r>
              <a:rPr lang="en-GB" dirty="0"/>
              <a:t> near the tips.</a:t>
            </a:r>
          </a:p>
          <a:p>
            <a:r>
              <a:rPr lang="en-GB" b="1" dirty="0"/>
              <a:t>Wingtip Vortices:</a:t>
            </a:r>
            <a:endParaRPr lang="en-GB" dirty="0"/>
          </a:p>
          <a:p>
            <a:pPr lvl="1"/>
            <a:r>
              <a:rPr lang="en-GB" dirty="0"/>
              <a:t>Lateral flow at the tips creates </a:t>
            </a:r>
            <a:r>
              <a:rPr lang="en-GB" b="1" dirty="0"/>
              <a:t>rotating air patterns called vortices</a:t>
            </a:r>
            <a:r>
              <a:rPr lang="en-GB" dirty="0"/>
              <a:t>.</a:t>
            </a:r>
          </a:p>
          <a:p>
            <a:pPr lvl="1"/>
            <a:r>
              <a:rPr lang="en-GB" dirty="0"/>
              <a:t>These vortices </a:t>
            </a:r>
            <a:r>
              <a:rPr lang="en-GB" b="1" dirty="0"/>
              <a:t>trail behind the wing</a:t>
            </a:r>
            <a:r>
              <a:rPr lang="en-GB" dirty="0"/>
              <a:t>, producing </a:t>
            </a:r>
            <a:r>
              <a:rPr lang="en-GB" b="1" dirty="0"/>
              <a:t>induced drag</a:t>
            </a:r>
            <a:r>
              <a:rPr lang="en-GB" dirty="0"/>
              <a:t>.</a:t>
            </a:r>
          </a:p>
          <a:p>
            <a:r>
              <a:rPr lang="en-GB" b="1" dirty="0"/>
              <a:t>Ground Effect:</a:t>
            </a:r>
            <a:endParaRPr lang="en-GB" dirty="0"/>
          </a:p>
          <a:p>
            <a:pPr lvl="1"/>
            <a:r>
              <a:rPr lang="en-GB" dirty="0"/>
              <a:t>When flying close to the ground (about </a:t>
            </a:r>
            <a:r>
              <a:rPr lang="en-GB" b="1" dirty="0"/>
              <a:t>half the wingspan height</a:t>
            </a:r>
            <a:r>
              <a:rPr lang="en-GB" dirty="0"/>
              <a:t>), the </a:t>
            </a:r>
            <a:r>
              <a:rPr lang="en-GB" b="1" dirty="0"/>
              <a:t>ground interrupts wingtip vortices</a:t>
            </a:r>
            <a:r>
              <a:rPr lang="en-GB" dirty="0"/>
              <a:t>.</a:t>
            </a:r>
          </a:p>
          <a:p>
            <a:pPr lvl="1"/>
            <a:r>
              <a:rPr lang="en-GB" dirty="0"/>
              <a:t>Result: </a:t>
            </a:r>
            <a:r>
              <a:rPr lang="en-GB" b="1" dirty="0"/>
              <a:t>lower induced drag</a:t>
            </a:r>
            <a:r>
              <a:rPr lang="en-GB" dirty="0"/>
              <a:t> → easier to lift and more efficient flight near the surface.</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24</a:t>
            </a:fld>
            <a:endParaRPr lang="en-SG"/>
          </a:p>
        </p:txBody>
      </p:sp>
    </p:spTree>
    <p:extLst>
      <p:ext uri="{BB962C8B-B14F-4D97-AF65-F5344CB8AC3E}">
        <p14:creationId xmlns:p14="http://schemas.microsoft.com/office/powerpoint/2010/main" val="1965550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Stall</a:t>
            </a:r>
          </a:p>
          <a:p>
            <a:r>
              <a:rPr lang="en-GB" b="1" dirty="0"/>
              <a:t>Definition:</a:t>
            </a:r>
            <a:endParaRPr lang="en-GB" dirty="0"/>
          </a:p>
          <a:p>
            <a:pPr lvl="1"/>
            <a:r>
              <a:rPr lang="en-GB" dirty="0"/>
              <a:t>A </a:t>
            </a:r>
            <a:r>
              <a:rPr lang="en-GB" b="1" dirty="0"/>
              <a:t>stall</a:t>
            </a:r>
            <a:r>
              <a:rPr lang="en-GB" dirty="0"/>
              <a:t> happens when a wing </a:t>
            </a:r>
            <a:r>
              <a:rPr lang="en-GB" b="1" dirty="0"/>
              <a:t>loses lift</a:t>
            </a:r>
            <a:r>
              <a:rPr lang="en-GB" dirty="0"/>
              <a:t> because the </a:t>
            </a:r>
            <a:r>
              <a:rPr lang="en-GB" b="1" dirty="0"/>
              <a:t>angle of attack (AOA) becomes too high</a:t>
            </a:r>
            <a:r>
              <a:rPr lang="en-GB" dirty="0"/>
              <a:t>.</a:t>
            </a:r>
          </a:p>
          <a:p>
            <a:pPr lvl="1"/>
            <a:r>
              <a:rPr lang="en-GB" dirty="0"/>
              <a:t>The </a:t>
            </a:r>
            <a:r>
              <a:rPr lang="en-GB" b="1" dirty="0"/>
              <a:t>critical AOA</a:t>
            </a:r>
            <a:r>
              <a:rPr lang="en-GB" dirty="0"/>
              <a:t> is the maximum angle before airflow separates from the wing.</a:t>
            </a:r>
          </a:p>
          <a:p>
            <a:br>
              <a:rPr lang="en-GB" dirty="0"/>
            </a:br>
            <a:endParaRPr lang="en-GB" dirty="0"/>
          </a:p>
          <a:p>
            <a:r>
              <a:rPr lang="en-GB" b="1" dirty="0"/>
              <a:t>Angle of Attack (AOA)</a:t>
            </a:r>
          </a:p>
          <a:p>
            <a:r>
              <a:rPr lang="en-GB" dirty="0"/>
              <a:t>The </a:t>
            </a:r>
            <a:r>
              <a:rPr lang="en-GB" b="1" dirty="0"/>
              <a:t>angle between the chord line of the wing and the oncoming airflow</a:t>
            </a:r>
            <a:r>
              <a:rPr lang="en-GB" dirty="0"/>
              <a:t>.</a:t>
            </a:r>
          </a:p>
          <a:p>
            <a:r>
              <a:rPr lang="en-GB" b="1" dirty="0"/>
              <a:t>Low AOA:</a:t>
            </a:r>
            <a:r>
              <a:rPr lang="en-GB" dirty="0"/>
              <a:t> Smooth airflow → moderate lift</a:t>
            </a:r>
          </a:p>
          <a:p>
            <a:r>
              <a:rPr lang="en-GB" b="1" dirty="0"/>
              <a:t>Increasing AOA:</a:t>
            </a:r>
            <a:r>
              <a:rPr lang="en-GB" dirty="0"/>
              <a:t> Lift increases until a peak</a:t>
            </a:r>
          </a:p>
          <a:p>
            <a:r>
              <a:rPr lang="en-GB" b="1" dirty="0"/>
              <a:t>Beyond critical AOA:</a:t>
            </a:r>
            <a:r>
              <a:rPr lang="en-GB" dirty="0"/>
              <a:t> Airflow </a:t>
            </a:r>
            <a:r>
              <a:rPr lang="en-GB" b="1" dirty="0"/>
              <a:t>separates from the wing</a:t>
            </a:r>
            <a:r>
              <a:rPr lang="en-GB" dirty="0"/>
              <a:t> → lift drops → </a:t>
            </a:r>
            <a:r>
              <a:rPr lang="en-GB" b="1" dirty="0"/>
              <a:t>stall</a:t>
            </a:r>
            <a:endParaRPr lang="en-GB" dirty="0"/>
          </a:p>
          <a:p>
            <a:br>
              <a:rPr lang="en-GB" dirty="0"/>
            </a:br>
            <a:endParaRPr lang="en-GB" dirty="0"/>
          </a:p>
          <a:p>
            <a:r>
              <a:rPr lang="en-GB" b="1" dirty="0"/>
              <a:t>Symptoms of Stall</a:t>
            </a:r>
          </a:p>
          <a:p>
            <a:r>
              <a:rPr lang="en-GB" b="1" dirty="0"/>
              <a:t>Reduced airspeed</a:t>
            </a:r>
            <a:endParaRPr lang="en-GB" dirty="0"/>
          </a:p>
          <a:p>
            <a:r>
              <a:rPr lang="en-GB" b="1" dirty="0"/>
              <a:t>Reduced control effectiveness</a:t>
            </a:r>
            <a:endParaRPr lang="en-GB" dirty="0"/>
          </a:p>
          <a:p>
            <a:r>
              <a:rPr lang="en-GB" b="1" dirty="0"/>
              <a:t>Pre-stall buffet</a:t>
            </a:r>
            <a:r>
              <a:rPr lang="en-GB" dirty="0"/>
              <a:t> (shaking or vibration)</a:t>
            </a:r>
          </a:p>
          <a:p>
            <a:br>
              <a:rPr lang="en-GB" dirty="0"/>
            </a:br>
            <a:endParaRPr lang="en-GB" dirty="0"/>
          </a:p>
          <a:p>
            <a:r>
              <a:rPr lang="en-GB" b="1" dirty="0"/>
              <a:t>Basic Stall Recovery (P-R-A-R)</a:t>
            </a:r>
          </a:p>
          <a:p>
            <a:r>
              <a:rPr lang="en-GB" b="1" dirty="0"/>
              <a:t>P – Pitch nose-down</a:t>
            </a:r>
            <a:r>
              <a:rPr lang="en-GB" dirty="0"/>
              <a:t> → decrease AOA</a:t>
            </a:r>
          </a:p>
          <a:p>
            <a:r>
              <a:rPr lang="en-GB" b="1" dirty="0"/>
              <a:t>R – Reduce bank</a:t>
            </a:r>
            <a:r>
              <a:rPr lang="en-GB" dirty="0"/>
              <a:t> → level the wings</a:t>
            </a:r>
          </a:p>
          <a:p>
            <a:r>
              <a:rPr lang="en-GB" b="1" dirty="0"/>
              <a:t>A – Add power</a:t>
            </a:r>
            <a:r>
              <a:rPr lang="en-GB" dirty="0"/>
              <a:t> → regain airspeed if needed</a:t>
            </a:r>
          </a:p>
          <a:p>
            <a:r>
              <a:rPr lang="en-GB" b="1" dirty="0"/>
              <a:t>R – Return</a:t>
            </a:r>
            <a:r>
              <a:rPr lang="en-GB" dirty="0"/>
              <a:t> → to desired flight path</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25</a:t>
            </a:fld>
            <a:endParaRPr lang="en-SG"/>
          </a:p>
        </p:txBody>
      </p:sp>
    </p:spTree>
    <p:extLst>
      <p:ext uri="{BB962C8B-B14F-4D97-AF65-F5344CB8AC3E}">
        <p14:creationId xmlns:p14="http://schemas.microsoft.com/office/powerpoint/2010/main" val="3641397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Spin</a:t>
            </a:r>
          </a:p>
          <a:p>
            <a:r>
              <a:rPr lang="en-GB" b="1" dirty="0"/>
              <a:t>Definition:</a:t>
            </a:r>
            <a:endParaRPr lang="en-GB" dirty="0"/>
          </a:p>
          <a:p>
            <a:pPr lvl="1"/>
            <a:r>
              <a:rPr lang="en-GB" dirty="0"/>
              <a:t>A </a:t>
            </a:r>
            <a:r>
              <a:rPr lang="en-GB" b="1" dirty="0"/>
              <a:t>spin</a:t>
            </a:r>
            <a:r>
              <a:rPr lang="en-GB" dirty="0"/>
              <a:t> is a </a:t>
            </a:r>
            <a:r>
              <a:rPr lang="en-GB" b="1" dirty="0"/>
              <a:t>yawed, aggravated stall</a:t>
            </a:r>
            <a:r>
              <a:rPr lang="en-GB" dirty="0"/>
              <a:t>.</a:t>
            </a:r>
          </a:p>
          <a:p>
            <a:pPr lvl="1"/>
            <a:r>
              <a:rPr lang="en-GB" dirty="0"/>
              <a:t>The aircraft </a:t>
            </a:r>
            <a:r>
              <a:rPr lang="en-GB" b="1" dirty="0"/>
              <a:t>rotates around its spin axis</a:t>
            </a:r>
            <a:r>
              <a:rPr lang="en-GB" dirty="0"/>
              <a:t> and descends in a </a:t>
            </a:r>
            <a:r>
              <a:rPr lang="en-GB" b="1" dirty="0"/>
              <a:t>steep, corkscrew-like path</a:t>
            </a:r>
            <a:r>
              <a:rPr lang="en-GB" dirty="0"/>
              <a:t>.</a:t>
            </a:r>
          </a:p>
          <a:p>
            <a:r>
              <a:rPr lang="en-GB" dirty="0"/>
              <a:t>Spins can occur </a:t>
            </a:r>
            <a:r>
              <a:rPr lang="en-GB" b="1" dirty="0"/>
              <a:t>intentionally or unintentionally</a:t>
            </a:r>
            <a:r>
              <a:rPr lang="en-GB" dirty="0"/>
              <a:t>, from almost any </a:t>
            </a:r>
            <a:r>
              <a:rPr lang="en-GB" b="1" dirty="0"/>
              <a:t>attitude or airspeed</a:t>
            </a:r>
            <a:r>
              <a:rPr lang="en-GB" dirty="0"/>
              <a:t>.</a:t>
            </a:r>
          </a:p>
          <a:p>
            <a:br>
              <a:rPr lang="en-GB" dirty="0"/>
            </a:br>
            <a:endParaRPr lang="en-GB" dirty="0"/>
          </a:p>
          <a:p>
            <a:r>
              <a:rPr lang="en-GB" b="1" dirty="0"/>
              <a:t>Phases of a Spin &amp; Recovery</a:t>
            </a:r>
          </a:p>
          <a:p>
            <a:r>
              <a:rPr lang="en-GB" b="1" dirty="0"/>
              <a:t>Incipient Spin</a:t>
            </a:r>
            <a:endParaRPr lang="en-GB" dirty="0"/>
          </a:p>
          <a:p>
            <a:pPr lvl="1"/>
            <a:r>
              <a:rPr lang="en-GB" b="1" dirty="0"/>
              <a:t>Entry phase</a:t>
            </a:r>
            <a:r>
              <a:rPr lang="en-GB" dirty="0"/>
              <a:t> of the stall and spin (up to ~2 turns)</a:t>
            </a:r>
          </a:p>
          <a:p>
            <a:pPr lvl="1"/>
            <a:r>
              <a:rPr lang="en-GB" dirty="0"/>
              <a:t>Aircraft is </a:t>
            </a:r>
            <a:r>
              <a:rPr lang="en-GB" b="1" dirty="0"/>
              <a:t>starting to rotate</a:t>
            </a:r>
            <a:endParaRPr lang="en-GB" dirty="0"/>
          </a:p>
          <a:p>
            <a:pPr lvl="1"/>
            <a:r>
              <a:rPr lang="en-GB" b="1" dirty="0"/>
              <a:t>Recovery:</a:t>
            </a:r>
            <a:r>
              <a:rPr lang="en-GB" dirty="0"/>
              <a:t> Pilot applies </a:t>
            </a:r>
            <a:r>
              <a:rPr lang="en-GB" b="1" dirty="0"/>
              <a:t>initial corrective inputs</a:t>
            </a:r>
            <a:r>
              <a:rPr lang="en-GB" dirty="0"/>
              <a:t> to stop rotation</a:t>
            </a:r>
          </a:p>
          <a:p>
            <a:r>
              <a:rPr lang="en-GB" b="1" dirty="0"/>
              <a:t>Fully Developed Spin</a:t>
            </a:r>
            <a:endParaRPr lang="en-GB" dirty="0"/>
          </a:p>
          <a:p>
            <a:pPr lvl="1"/>
            <a:r>
              <a:rPr lang="en-GB" b="1" dirty="0"/>
              <a:t>Rotation and airspeed stabilize</a:t>
            </a:r>
            <a:endParaRPr lang="en-GB" dirty="0"/>
          </a:p>
          <a:p>
            <a:pPr lvl="1"/>
            <a:r>
              <a:rPr lang="en-GB" dirty="0"/>
              <a:t>Aircraft maintains a </a:t>
            </a:r>
            <a:r>
              <a:rPr lang="en-GB" b="1" dirty="0"/>
              <a:t>steady corkscrew descent</a:t>
            </a:r>
            <a:endParaRPr lang="en-GB" dirty="0"/>
          </a:p>
          <a:p>
            <a:pPr lvl="1"/>
            <a:r>
              <a:rPr lang="en-GB" b="1" dirty="0"/>
              <a:t>Recovery:</a:t>
            </a:r>
            <a:r>
              <a:rPr lang="en-GB" dirty="0"/>
              <a:t> Pilot applies </a:t>
            </a:r>
            <a:r>
              <a:rPr lang="en-GB" b="1" dirty="0"/>
              <a:t>full spin recovery procedure</a:t>
            </a:r>
            <a:r>
              <a:rPr lang="en-GB" dirty="0"/>
              <a:t> to stop rotation, regain lift, and resume normal flight</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26</a:t>
            </a:fld>
            <a:endParaRPr lang="en-SG"/>
          </a:p>
        </p:txBody>
      </p:sp>
    </p:spTree>
    <p:extLst>
      <p:ext uri="{BB962C8B-B14F-4D97-AF65-F5344CB8AC3E}">
        <p14:creationId xmlns:p14="http://schemas.microsoft.com/office/powerpoint/2010/main" val="2849967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Centre of Gravity (CG) &amp; Centre of Pressure (CP)</a:t>
            </a:r>
          </a:p>
          <a:p>
            <a:r>
              <a:rPr lang="en-GB" b="1" dirty="0"/>
              <a:t>Centre of Gravity (CG)</a:t>
            </a:r>
          </a:p>
          <a:p>
            <a:r>
              <a:rPr lang="en-GB" dirty="0"/>
              <a:t>The point where the </a:t>
            </a:r>
            <a:r>
              <a:rPr lang="en-GB" b="1" dirty="0"/>
              <a:t>aircraft’s weight is balanced</a:t>
            </a:r>
            <a:r>
              <a:rPr lang="en-GB" dirty="0"/>
              <a:t>.</a:t>
            </a:r>
          </a:p>
          <a:p>
            <a:r>
              <a:rPr lang="en-GB" dirty="0"/>
              <a:t>Acts as the </a:t>
            </a:r>
            <a:r>
              <a:rPr lang="en-GB" b="1" dirty="0"/>
              <a:t>average location of mass</a:t>
            </a:r>
            <a:r>
              <a:rPr lang="en-GB" dirty="0"/>
              <a:t>.</a:t>
            </a:r>
          </a:p>
          <a:p>
            <a:r>
              <a:rPr lang="en-GB" b="1" dirty="0"/>
              <a:t>Importance:</a:t>
            </a:r>
            <a:endParaRPr lang="en-GB" dirty="0"/>
          </a:p>
          <a:p>
            <a:pPr lvl="1"/>
            <a:r>
              <a:rPr lang="en-GB" dirty="0"/>
              <a:t>Proper CG ensures </a:t>
            </a:r>
            <a:r>
              <a:rPr lang="en-GB" b="1" dirty="0"/>
              <a:t>aircraft stability and controllability</a:t>
            </a:r>
            <a:r>
              <a:rPr lang="en-GB" dirty="0"/>
              <a:t>.</a:t>
            </a:r>
          </a:p>
          <a:p>
            <a:pPr lvl="1"/>
            <a:r>
              <a:rPr lang="en-GB" dirty="0"/>
              <a:t>If CG is too far forward → nose-heavy → harder to lift</a:t>
            </a:r>
          </a:p>
          <a:p>
            <a:pPr lvl="1"/>
            <a:r>
              <a:rPr lang="en-GB" dirty="0"/>
              <a:t>If CG is too far aft → tail-heavy → aircraft may become unstable</a:t>
            </a:r>
          </a:p>
          <a:p>
            <a:r>
              <a:rPr lang="en-GB" b="1" dirty="0"/>
              <a:t>Centre of Pressure (CP)</a:t>
            </a:r>
          </a:p>
          <a:p>
            <a:r>
              <a:rPr lang="en-GB" dirty="0"/>
              <a:t>The point where the </a:t>
            </a:r>
            <a:r>
              <a:rPr lang="en-GB" b="1" dirty="0"/>
              <a:t>total aerodynamic force (lift + drag) acts</a:t>
            </a:r>
            <a:r>
              <a:rPr lang="en-GB" dirty="0"/>
              <a:t> on a wing or </a:t>
            </a:r>
            <a:r>
              <a:rPr lang="en-GB" dirty="0" err="1"/>
              <a:t>airfoil</a:t>
            </a:r>
            <a:r>
              <a:rPr lang="en-GB" dirty="0"/>
              <a:t>.</a:t>
            </a:r>
          </a:p>
          <a:p>
            <a:r>
              <a:rPr lang="en-GB" dirty="0"/>
              <a:t>Changes position with </a:t>
            </a:r>
            <a:r>
              <a:rPr lang="en-GB" b="1" dirty="0"/>
              <a:t>angle of attack and flight conditions</a:t>
            </a:r>
            <a:r>
              <a:rPr lang="en-GB" dirty="0"/>
              <a:t>.</a:t>
            </a:r>
          </a:p>
          <a:p>
            <a:r>
              <a:rPr lang="en-GB" b="1" dirty="0"/>
              <a:t>Importance:</a:t>
            </a:r>
            <a:endParaRPr lang="en-GB" dirty="0"/>
          </a:p>
          <a:p>
            <a:pPr lvl="1"/>
            <a:r>
              <a:rPr lang="en-GB" dirty="0"/>
              <a:t>CP affects </a:t>
            </a:r>
            <a:r>
              <a:rPr lang="en-GB" b="1" dirty="0"/>
              <a:t>aircraft stability</a:t>
            </a:r>
            <a:r>
              <a:rPr lang="en-GB" dirty="0"/>
              <a:t>.</a:t>
            </a:r>
          </a:p>
          <a:p>
            <a:pPr lvl="1"/>
            <a:r>
              <a:rPr lang="en-GB" dirty="0"/>
              <a:t>If CP is ahead of CG → aircraft tends to </a:t>
            </a:r>
            <a:r>
              <a:rPr lang="en-GB" b="1" dirty="0"/>
              <a:t>nose down</a:t>
            </a:r>
            <a:endParaRPr lang="en-GB" dirty="0"/>
          </a:p>
          <a:p>
            <a:pPr lvl="1"/>
            <a:r>
              <a:rPr lang="en-GB" dirty="0"/>
              <a:t>If CP is behind CG → aircraft tends to </a:t>
            </a:r>
            <a:r>
              <a:rPr lang="en-GB" b="1" dirty="0"/>
              <a:t>pitch up</a:t>
            </a:r>
            <a:endParaRPr lang="en-GB" dirty="0"/>
          </a:p>
          <a:p>
            <a:br>
              <a:rPr lang="en-GB" dirty="0"/>
            </a:br>
            <a:endParaRPr lang="en-GB" dirty="0"/>
          </a:p>
          <a:p>
            <a:r>
              <a:rPr lang="en-GB" b="1" dirty="0"/>
              <a:t>How CG &amp; CP Affect Stability</a:t>
            </a:r>
          </a:p>
          <a:p>
            <a:r>
              <a:rPr lang="en-GB" b="1" dirty="0"/>
              <a:t>Stable flight</a:t>
            </a:r>
            <a:r>
              <a:rPr lang="en-GB" dirty="0"/>
              <a:t> occurs when </a:t>
            </a:r>
            <a:r>
              <a:rPr lang="en-GB" b="1" dirty="0"/>
              <a:t>CG is slightly ahead of CP</a:t>
            </a:r>
            <a:r>
              <a:rPr lang="en-GB" dirty="0"/>
              <a:t>.</a:t>
            </a:r>
          </a:p>
          <a:p>
            <a:r>
              <a:rPr lang="en-GB" dirty="0"/>
              <a:t>Proper balance between CG and CP ensures the aircraft </a:t>
            </a:r>
            <a:r>
              <a:rPr lang="en-GB" b="1" dirty="0"/>
              <a:t>does not pitch uncontrollably</a:t>
            </a:r>
            <a:r>
              <a:rPr lang="en-GB" dirty="0"/>
              <a:t>.</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27</a:t>
            </a:fld>
            <a:endParaRPr lang="en-SG"/>
          </a:p>
        </p:txBody>
      </p:sp>
    </p:spTree>
    <p:extLst>
      <p:ext uri="{BB962C8B-B14F-4D97-AF65-F5344CB8AC3E}">
        <p14:creationId xmlns:p14="http://schemas.microsoft.com/office/powerpoint/2010/main" val="2927347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https://www.youtube.com/watch?v=Q2DOus05Qso</a:t>
            </a:r>
          </a:p>
        </p:txBody>
      </p:sp>
      <p:sp>
        <p:nvSpPr>
          <p:cNvPr id="4" name="Slide Number Placeholder 3"/>
          <p:cNvSpPr>
            <a:spLocks noGrp="1"/>
          </p:cNvSpPr>
          <p:nvPr>
            <p:ph type="sldNum" sz="quarter" idx="5"/>
          </p:nvPr>
        </p:nvSpPr>
        <p:spPr/>
        <p:txBody>
          <a:bodyPr/>
          <a:lstStyle/>
          <a:p>
            <a:fld id="{DD9EA5B1-B245-42F2-A816-1BFA15447D70}" type="slidenum">
              <a:rPr lang="en-SG" smtClean="0"/>
              <a:t>28</a:t>
            </a:fld>
            <a:endParaRPr lang="en-SG"/>
          </a:p>
        </p:txBody>
      </p:sp>
    </p:spTree>
    <p:extLst>
      <p:ext uri="{BB962C8B-B14F-4D97-AF65-F5344CB8AC3E}">
        <p14:creationId xmlns:p14="http://schemas.microsoft.com/office/powerpoint/2010/main" val="3698797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Ailerons</a:t>
            </a:r>
          </a:p>
          <a:p>
            <a:r>
              <a:rPr lang="en-GB" b="1" dirty="0"/>
              <a:t>Location:</a:t>
            </a:r>
            <a:r>
              <a:rPr lang="en-GB" dirty="0"/>
              <a:t> Trailing edge of each wing near the wingtips</a:t>
            </a:r>
          </a:p>
          <a:p>
            <a:r>
              <a:rPr lang="en-GB" b="1" dirty="0"/>
              <a:t>Movement:</a:t>
            </a:r>
            <a:r>
              <a:rPr lang="en-GB" dirty="0"/>
              <a:t> Move in </a:t>
            </a:r>
            <a:r>
              <a:rPr lang="en-GB" b="1" dirty="0"/>
              <a:t>opposite directions</a:t>
            </a:r>
            <a:endParaRPr lang="en-GB" dirty="0"/>
          </a:p>
          <a:p>
            <a:pPr lvl="1"/>
            <a:r>
              <a:rPr lang="en-GB" dirty="0"/>
              <a:t>One up, one down</a:t>
            </a:r>
          </a:p>
          <a:p>
            <a:r>
              <a:rPr lang="en-GB" b="1" dirty="0"/>
              <a:t>Effect:</a:t>
            </a:r>
            <a:r>
              <a:rPr lang="en-GB" dirty="0"/>
              <a:t> Controls </a:t>
            </a:r>
            <a:r>
              <a:rPr lang="en-GB" b="1" dirty="0"/>
              <a:t>roll</a:t>
            </a:r>
            <a:r>
              <a:rPr lang="en-GB" dirty="0"/>
              <a:t> about the </a:t>
            </a:r>
            <a:r>
              <a:rPr lang="en-GB" b="1" dirty="0"/>
              <a:t>longitudinal axis</a:t>
            </a:r>
            <a:endParaRPr lang="en-GB" dirty="0"/>
          </a:p>
          <a:p>
            <a:pPr lvl="1"/>
            <a:r>
              <a:rPr lang="en-GB" dirty="0"/>
              <a:t>Up aileron → wing drops</a:t>
            </a:r>
          </a:p>
          <a:p>
            <a:pPr lvl="1"/>
            <a:r>
              <a:rPr lang="en-GB" dirty="0"/>
              <a:t>Down aileron → wing rises</a:t>
            </a:r>
          </a:p>
          <a:p>
            <a:pPr lvl="1"/>
            <a:endParaRPr lang="en-GB" dirty="0"/>
          </a:p>
          <a:p>
            <a:r>
              <a:rPr lang="en-GB" b="1" dirty="0"/>
              <a:t>2. Elevator</a:t>
            </a:r>
          </a:p>
          <a:p>
            <a:r>
              <a:rPr lang="en-GB" b="1" dirty="0"/>
              <a:t>Location:</a:t>
            </a:r>
            <a:r>
              <a:rPr lang="en-GB" dirty="0"/>
              <a:t> Hinged on the </a:t>
            </a:r>
            <a:r>
              <a:rPr lang="en-GB" b="1" dirty="0"/>
              <a:t>trailing edge of the horizontal stabilizer</a:t>
            </a:r>
            <a:endParaRPr lang="en-GB" dirty="0"/>
          </a:p>
          <a:p>
            <a:r>
              <a:rPr lang="en-GB" b="1" dirty="0"/>
              <a:t>Movement:</a:t>
            </a:r>
            <a:r>
              <a:rPr lang="en-GB" dirty="0"/>
              <a:t> Move </a:t>
            </a:r>
            <a:r>
              <a:rPr lang="en-GB" b="1" dirty="0"/>
              <a:t>up and down together</a:t>
            </a:r>
            <a:endParaRPr lang="en-GB" dirty="0"/>
          </a:p>
          <a:p>
            <a:r>
              <a:rPr lang="en-GB" b="1" dirty="0"/>
              <a:t>Effect:</a:t>
            </a:r>
            <a:r>
              <a:rPr lang="en-GB" dirty="0"/>
              <a:t> Controls </a:t>
            </a:r>
            <a:r>
              <a:rPr lang="en-GB" b="1" dirty="0"/>
              <a:t>pitch</a:t>
            </a:r>
            <a:r>
              <a:rPr lang="en-GB" dirty="0"/>
              <a:t> about the </a:t>
            </a:r>
            <a:r>
              <a:rPr lang="en-GB" b="1" dirty="0"/>
              <a:t>lateral axis</a:t>
            </a:r>
            <a:endParaRPr lang="en-GB" dirty="0"/>
          </a:p>
          <a:p>
            <a:pPr lvl="1"/>
            <a:r>
              <a:rPr lang="en-GB" dirty="0"/>
              <a:t>Elevator up → nose rises</a:t>
            </a:r>
          </a:p>
          <a:p>
            <a:pPr lvl="1"/>
            <a:r>
              <a:rPr lang="en-GB" dirty="0"/>
              <a:t>Elevator down → nose lowers</a:t>
            </a:r>
          </a:p>
          <a:p>
            <a:pPr lvl="1"/>
            <a:endParaRPr lang="en-GB" dirty="0"/>
          </a:p>
          <a:p>
            <a:r>
              <a:rPr lang="en-GB" b="1" dirty="0"/>
              <a:t>3. Rudder</a:t>
            </a:r>
          </a:p>
          <a:p>
            <a:r>
              <a:rPr lang="en-GB" b="1" dirty="0"/>
              <a:t>Location:</a:t>
            </a:r>
            <a:r>
              <a:rPr lang="en-GB" dirty="0"/>
              <a:t> Trailing edge of the </a:t>
            </a:r>
            <a:r>
              <a:rPr lang="en-GB" b="1" dirty="0"/>
              <a:t>vertical stabilizer</a:t>
            </a:r>
            <a:r>
              <a:rPr lang="en-GB" dirty="0"/>
              <a:t> (part of the empennage)</a:t>
            </a:r>
          </a:p>
          <a:p>
            <a:r>
              <a:rPr lang="en-GB" b="1" dirty="0"/>
              <a:t>Movement:</a:t>
            </a:r>
            <a:r>
              <a:rPr lang="en-GB" dirty="0"/>
              <a:t> Moves </a:t>
            </a:r>
            <a:r>
              <a:rPr lang="en-GB" b="1" dirty="0"/>
              <a:t>left and right</a:t>
            </a:r>
            <a:endParaRPr lang="en-GB" dirty="0"/>
          </a:p>
          <a:p>
            <a:r>
              <a:rPr lang="en-GB" b="1" dirty="0"/>
              <a:t>Effect:</a:t>
            </a:r>
            <a:r>
              <a:rPr lang="en-GB" dirty="0"/>
              <a:t> Controls </a:t>
            </a:r>
            <a:r>
              <a:rPr lang="en-GB" b="1" dirty="0"/>
              <a:t>yaw</a:t>
            </a:r>
            <a:r>
              <a:rPr lang="en-GB" dirty="0"/>
              <a:t> about the </a:t>
            </a:r>
            <a:r>
              <a:rPr lang="en-GB" b="1" dirty="0"/>
              <a:t>vertical axis</a:t>
            </a:r>
            <a:endParaRPr lang="en-GB" dirty="0"/>
          </a:p>
          <a:p>
            <a:pPr lvl="1"/>
            <a:r>
              <a:rPr lang="en-GB" dirty="0"/>
              <a:t>Rudder left → nose yaws left</a:t>
            </a:r>
          </a:p>
          <a:p>
            <a:pPr lvl="1"/>
            <a:r>
              <a:rPr lang="en-GB" dirty="0"/>
              <a:t>Rudder right → nose yaws right</a:t>
            </a:r>
          </a:p>
          <a:p>
            <a:pPr lvl="1"/>
            <a:endParaRPr lang="en-GB" dirty="0"/>
          </a:p>
          <a:p>
            <a:pPr lvl="1"/>
            <a:endParaRPr lang="en-GB" dirty="0"/>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31</a:t>
            </a:fld>
            <a:endParaRPr lang="en-SG"/>
          </a:p>
        </p:txBody>
      </p:sp>
    </p:spTree>
    <p:extLst>
      <p:ext uri="{BB962C8B-B14F-4D97-AF65-F5344CB8AC3E}">
        <p14:creationId xmlns:p14="http://schemas.microsoft.com/office/powerpoint/2010/main" val="3929651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Trimming Controls</a:t>
            </a:r>
          </a:p>
          <a:p>
            <a:r>
              <a:rPr lang="en-GB" b="1" dirty="0"/>
              <a:t>Purpose:</a:t>
            </a:r>
            <a:endParaRPr lang="en-GB" dirty="0"/>
          </a:p>
          <a:p>
            <a:pPr lvl="1"/>
            <a:r>
              <a:rPr lang="en-GB" dirty="0"/>
              <a:t>Allows the pilot to </a:t>
            </a:r>
            <a:r>
              <a:rPr lang="en-GB" b="1" dirty="0"/>
              <a:t>balance lift and drag</a:t>
            </a:r>
            <a:r>
              <a:rPr lang="en-GB" dirty="0"/>
              <a:t> from the wings and control surfaces.</a:t>
            </a:r>
          </a:p>
          <a:p>
            <a:pPr lvl="1"/>
            <a:r>
              <a:rPr lang="en-GB" dirty="0"/>
              <a:t>Reduces </a:t>
            </a:r>
            <a:r>
              <a:rPr lang="en-GB" b="1" dirty="0"/>
              <a:t>pilot effort</a:t>
            </a:r>
            <a:r>
              <a:rPr lang="en-GB" dirty="0"/>
              <a:t> required to maintain a desired flight attitude.</a:t>
            </a:r>
          </a:p>
          <a:p>
            <a:r>
              <a:rPr lang="en-GB" b="1" dirty="0"/>
              <a:t>Example:</a:t>
            </a:r>
            <a:r>
              <a:rPr lang="en-GB" dirty="0"/>
              <a:t> </a:t>
            </a:r>
            <a:r>
              <a:rPr lang="en-GB" b="1" dirty="0"/>
              <a:t>Elevator Trim</a:t>
            </a:r>
            <a:endParaRPr lang="en-GB" dirty="0"/>
          </a:p>
          <a:p>
            <a:pPr lvl="1"/>
            <a:r>
              <a:rPr lang="en-GB" dirty="0"/>
              <a:t>Adjusts the </a:t>
            </a:r>
            <a:r>
              <a:rPr lang="en-GB" b="1" dirty="0"/>
              <a:t>elevator control force</a:t>
            </a:r>
            <a:endParaRPr lang="en-GB" dirty="0"/>
          </a:p>
          <a:p>
            <a:pPr lvl="1"/>
            <a:r>
              <a:rPr lang="en-GB" dirty="0"/>
              <a:t>Helps maintain </a:t>
            </a:r>
            <a:r>
              <a:rPr lang="en-GB" b="1" dirty="0"/>
              <a:t>level flight</a:t>
            </a:r>
            <a:r>
              <a:rPr lang="en-GB" dirty="0"/>
              <a:t> without constant input from the pilot</a:t>
            </a:r>
          </a:p>
          <a:p>
            <a:endParaRPr lang="en-SG" dirty="0"/>
          </a:p>
        </p:txBody>
      </p:sp>
      <p:sp>
        <p:nvSpPr>
          <p:cNvPr id="4" name="Slide Number Placeholder 3"/>
          <p:cNvSpPr>
            <a:spLocks noGrp="1"/>
          </p:cNvSpPr>
          <p:nvPr>
            <p:ph type="sldNum" sz="quarter" idx="5"/>
          </p:nvPr>
        </p:nvSpPr>
        <p:spPr/>
        <p:txBody>
          <a:bodyPr/>
          <a:lstStyle/>
          <a:p>
            <a:fld id="{DD9EA5B1-B245-42F2-A816-1BFA15447D70}" type="slidenum">
              <a:rPr lang="en-SG" smtClean="0"/>
              <a:t>35</a:t>
            </a:fld>
            <a:endParaRPr lang="en-SG"/>
          </a:p>
        </p:txBody>
      </p:sp>
    </p:spTree>
    <p:extLst>
      <p:ext uri="{BB962C8B-B14F-4D97-AF65-F5344CB8AC3E}">
        <p14:creationId xmlns:p14="http://schemas.microsoft.com/office/powerpoint/2010/main" val="1357171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7610876" y="3838955"/>
            <a:ext cx="3812540" cy="1290320"/>
          </a:xfrm>
          <a:prstGeom prst="rect">
            <a:avLst/>
          </a:prstGeom>
        </p:spPr>
        <p:txBody>
          <a:bodyPr wrap="square" lIns="0" tIns="0" rIns="0" bIns="0">
            <a:spAutoFit/>
          </a:bodyPr>
          <a:lstStyle>
            <a:lvl1pPr>
              <a:defRPr sz="2000" b="0" i="0">
                <a:solidFill>
                  <a:schemeClr val="tx1"/>
                </a:solidFill>
                <a:latin typeface="Corbel"/>
                <a:cs typeface="Corbel"/>
              </a:defRPr>
            </a:lvl1pPr>
          </a:lstStyle>
          <a:p>
            <a:endParaRPr/>
          </a:p>
        </p:txBody>
      </p:sp>
      <p:sp>
        <p:nvSpPr>
          <p:cNvPr id="3" name="Holder 3"/>
          <p:cNvSpPr>
            <a:spLocks noGrp="1"/>
          </p:cNvSpPr>
          <p:nvPr>
            <p:ph type="subTitle" idx="4"/>
          </p:nvPr>
        </p:nvSpPr>
        <p:spPr>
          <a:xfrm>
            <a:off x="7610876" y="3838955"/>
            <a:ext cx="3812540" cy="1290320"/>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Corbel"/>
                <a:cs typeface="Corbe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200" y="0"/>
            <a:ext cx="1122680" cy="5329555"/>
          </a:xfrm>
          <a:custGeom>
            <a:avLst/>
            <a:gdLst/>
            <a:ahLst/>
            <a:cxnLst/>
            <a:rect l="l" t="t" r="r" b="b"/>
            <a:pathLst>
              <a:path w="1122680" h="5329555">
                <a:moveTo>
                  <a:pt x="1122362" y="0"/>
                </a:moveTo>
                <a:lnTo>
                  <a:pt x="868362" y="0"/>
                </a:lnTo>
                <a:lnTo>
                  <a:pt x="0" y="5286375"/>
                </a:lnTo>
                <a:lnTo>
                  <a:pt x="247650" y="5329237"/>
                </a:lnTo>
                <a:lnTo>
                  <a:pt x="1122362" y="0"/>
                </a:lnTo>
                <a:close/>
              </a:path>
            </a:pathLst>
          </a:custGeom>
          <a:solidFill>
            <a:srgbClr val="1CADE4"/>
          </a:solidFill>
        </p:spPr>
        <p:txBody>
          <a:bodyPr wrap="square" lIns="0" tIns="0" rIns="0" bIns="0" rtlCol="0"/>
          <a:lstStyle/>
          <a:p>
            <a:endParaRPr/>
          </a:p>
        </p:txBody>
      </p:sp>
      <p:sp>
        <p:nvSpPr>
          <p:cNvPr id="17" name="bg object 17"/>
          <p:cNvSpPr/>
          <p:nvPr/>
        </p:nvSpPr>
        <p:spPr>
          <a:xfrm>
            <a:off x="150811" y="0"/>
            <a:ext cx="1117600" cy="5276850"/>
          </a:xfrm>
          <a:custGeom>
            <a:avLst/>
            <a:gdLst/>
            <a:ahLst/>
            <a:cxnLst/>
            <a:rect l="l" t="t" r="r" b="b"/>
            <a:pathLst>
              <a:path w="1117600" h="5276850">
                <a:moveTo>
                  <a:pt x="1117600" y="0"/>
                </a:moveTo>
                <a:lnTo>
                  <a:pt x="865187" y="0"/>
                </a:lnTo>
                <a:lnTo>
                  <a:pt x="0" y="5238750"/>
                </a:lnTo>
                <a:lnTo>
                  <a:pt x="249237" y="5276850"/>
                </a:lnTo>
                <a:lnTo>
                  <a:pt x="1117600" y="0"/>
                </a:lnTo>
                <a:close/>
              </a:path>
            </a:pathLst>
          </a:custGeom>
          <a:solidFill>
            <a:srgbClr val="595959"/>
          </a:solidFill>
        </p:spPr>
        <p:txBody>
          <a:bodyPr wrap="square" lIns="0" tIns="0" rIns="0" bIns="0" rtlCol="0"/>
          <a:lstStyle/>
          <a:p>
            <a:endParaRPr/>
          </a:p>
        </p:txBody>
      </p:sp>
      <p:sp>
        <p:nvSpPr>
          <p:cNvPr id="18" name="bg object 18"/>
          <p:cNvSpPr/>
          <p:nvPr/>
        </p:nvSpPr>
        <p:spPr>
          <a:xfrm>
            <a:off x="150811" y="5238750"/>
            <a:ext cx="1228725" cy="1619250"/>
          </a:xfrm>
          <a:custGeom>
            <a:avLst/>
            <a:gdLst/>
            <a:ahLst/>
            <a:cxnLst/>
            <a:rect l="l" t="t" r="r" b="b"/>
            <a:pathLst>
              <a:path w="1228725" h="1619250">
                <a:moveTo>
                  <a:pt x="0" y="0"/>
                </a:moveTo>
                <a:lnTo>
                  <a:pt x="1174750" y="1619249"/>
                </a:lnTo>
                <a:lnTo>
                  <a:pt x="1228725" y="1619249"/>
                </a:lnTo>
                <a:lnTo>
                  <a:pt x="0" y="0"/>
                </a:lnTo>
                <a:close/>
              </a:path>
            </a:pathLst>
          </a:custGeom>
          <a:solidFill>
            <a:srgbClr val="262626"/>
          </a:solidFill>
        </p:spPr>
        <p:txBody>
          <a:bodyPr wrap="square" lIns="0" tIns="0" rIns="0" bIns="0" rtlCol="0"/>
          <a:lstStyle/>
          <a:p>
            <a:endParaRPr/>
          </a:p>
        </p:txBody>
      </p:sp>
      <p:sp>
        <p:nvSpPr>
          <p:cNvPr id="19" name="bg object 19"/>
          <p:cNvSpPr/>
          <p:nvPr/>
        </p:nvSpPr>
        <p:spPr>
          <a:xfrm>
            <a:off x="457200" y="5291137"/>
            <a:ext cx="1495425" cy="1567180"/>
          </a:xfrm>
          <a:custGeom>
            <a:avLst/>
            <a:gdLst/>
            <a:ahLst/>
            <a:cxnLst/>
            <a:rect l="l" t="t" r="r" b="b"/>
            <a:pathLst>
              <a:path w="1495425" h="1567179">
                <a:moveTo>
                  <a:pt x="0" y="0"/>
                </a:moveTo>
                <a:lnTo>
                  <a:pt x="1443037" y="1566863"/>
                </a:lnTo>
                <a:lnTo>
                  <a:pt x="1495425" y="1566863"/>
                </a:lnTo>
                <a:lnTo>
                  <a:pt x="0" y="0"/>
                </a:lnTo>
                <a:close/>
              </a:path>
            </a:pathLst>
          </a:custGeom>
          <a:solidFill>
            <a:srgbClr val="0E5772"/>
          </a:solidFill>
        </p:spPr>
        <p:txBody>
          <a:bodyPr wrap="square" lIns="0" tIns="0" rIns="0" bIns="0" rtlCol="0"/>
          <a:lstStyle/>
          <a:p>
            <a:endParaRPr/>
          </a:p>
        </p:txBody>
      </p:sp>
      <p:sp>
        <p:nvSpPr>
          <p:cNvPr id="20" name="bg object 20"/>
          <p:cNvSpPr/>
          <p:nvPr/>
        </p:nvSpPr>
        <p:spPr>
          <a:xfrm>
            <a:off x="457200" y="5286375"/>
            <a:ext cx="2130425" cy="1571625"/>
          </a:xfrm>
          <a:custGeom>
            <a:avLst/>
            <a:gdLst/>
            <a:ahLst/>
            <a:cxnLst/>
            <a:rect l="l" t="t" r="r" b="b"/>
            <a:pathLst>
              <a:path w="2130425" h="1571625">
                <a:moveTo>
                  <a:pt x="0" y="0"/>
                </a:moveTo>
                <a:lnTo>
                  <a:pt x="0" y="4762"/>
                </a:lnTo>
                <a:lnTo>
                  <a:pt x="1495425" y="1571624"/>
                </a:lnTo>
                <a:lnTo>
                  <a:pt x="2130425" y="1571624"/>
                </a:lnTo>
                <a:lnTo>
                  <a:pt x="247650" y="42862"/>
                </a:lnTo>
                <a:lnTo>
                  <a:pt x="0" y="0"/>
                </a:lnTo>
                <a:close/>
              </a:path>
            </a:pathLst>
          </a:custGeom>
          <a:solidFill>
            <a:srgbClr val="1482AC"/>
          </a:solidFill>
        </p:spPr>
        <p:txBody>
          <a:bodyPr wrap="square" lIns="0" tIns="0" rIns="0" bIns="0" rtlCol="0"/>
          <a:lstStyle/>
          <a:p>
            <a:endParaRPr/>
          </a:p>
        </p:txBody>
      </p:sp>
      <p:sp>
        <p:nvSpPr>
          <p:cNvPr id="21" name="bg object 21"/>
          <p:cNvSpPr/>
          <p:nvPr/>
        </p:nvSpPr>
        <p:spPr>
          <a:xfrm>
            <a:off x="150811" y="5238750"/>
            <a:ext cx="1695450" cy="1619250"/>
          </a:xfrm>
          <a:custGeom>
            <a:avLst/>
            <a:gdLst/>
            <a:ahLst/>
            <a:cxnLst/>
            <a:rect l="l" t="t" r="r" b="b"/>
            <a:pathLst>
              <a:path w="1695450" h="1619250">
                <a:moveTo>
                  <a:pt x="0" y="0"/>
                </a:moveTo>
                <a:lnTo>
                  <a:pt x="1228725" y="1619249"/>
                </a:lnTo>
                <a:lnTo>
                  <a:pt x="1695450" y="1619249"/>
                </a:lnTo>
                <a:lnTo>
                  <a:pt x="292100" y="95250"/>
                </a:lnTo>
                <a:lnTo>
                  <a:pt x="244475" y="42862"/>
                </a:lnTo>
                <a:lnTo>
                  <a:pt x="249237" y="42862"/>
                </a:lnTo>
                <a:lnTo>
                  <a:pt x="249237" y="38100"/>
                </a:lnTo>
                <a:lnTo>
                  <a:pt x="244475" y="38100"/>
                </a:lnTo>
                <a:lnTo>
                  <a:pt x="0" y="0"/>
                </a:lnTo>
                <a:close/>
              </a:path>
            </a:pathLst>
          </a:custGeom>
          <a:solidFill>
            <a:srgbClr val="404040"/>
          </a:solidFill>
        </p:spPr>
        <p:txBody>
          <a:bodyPr wrap="square" lIns="0" tIns="0" rIns="0" bIns="0" rtlCol="0"/>
          <a:lstStyle/>
          <a:p>
            <a:endParaRPr/>
          </a:p>
        </p:txBody>
      </p:sp>
      <p:sp>
        <p:nvSpPr>
          <p:cNvPr id="2" name="Holder 2"/>
          <p:cNvSpPr>
            <a:spLocks noGrp="1"/>
          </p:cNvSpPr>
          <p:nvPr>
            <p:ph type="title"/>
          </p:nvPr>
        </p:nvSpPr>
        <p:spPr>
          <a:xfrm>
            <a:off x="1563049" y="473963"/>
            <a:ext cx="9653905" cy="635000"/>
          </a:xfrm>
          <a:prstGeom prst="rect">
            <a:avLst/>
          </a:prstGeom>
        </p:spPr>
        <p:txBody>
          <a:bodyPr wrap="square" lIns="0" tIns="0" rIns="0" bIns="0">
            <a:spAutoFit/>
          </a:bodyPr>
          <a:lstStyle>
            <a:lvl1pPr>
              <a:defRPr sz="2000" b="0" i="0">
                <a:solidFill>
                  <a:schemeClr val="tx1"/>
                </a:solidFill>
                <a:latin typeface="Corbel"/>
                <a:cs typeface="Corbel"/>
              </a:defRPr>
            </a:lvl1pPr>
          </a:lstStyle>
          <a:p>
            <a:endParaRPr/>
          </a:p>
        </p:txBody>
      </p:sp>
      <p:sp>
        <p:nvSpPr>
          <p:cNvPr id="3" name="Holder 3"/>
          <p:cNvSpPr>
            <a:spLocks noGrp="1"/>
          </p:cNvSpPr>
          <p:nvPr>
            <p:ph type="body" idx="1"/>
          </p:nvPr>
        </p:nvSpPr>
        <p:spPr>
          <a:xfrm>
            <a:off x="1563048" y="1270508"/>
            <a:ext cx="9860915" cy="3608070"/>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7.xml"/><Relationship Id="rId16"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8.jp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55.jpg"/><Relationship Id="rId3" Type="http://schemas.openxmlformats.org/officeDocument/2006/relationships/image" Target="../media/image50.jpg"/><Relationship Id="rId7" Type="http://schemas.openxmlformats.org/officeDocument/2006/relationships/image" Target="../media/image54.jp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jp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jpg"/></Relationships>
</file>

<file path=ppt/slides/_rels/slide12.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9.jpg"/></Relationships>
</file>

<file path=ppt/slides/_rels/slide13.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61.jpg"/></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jpg"/><Relationship Id="rId4" Type="http://schemas.openxmlformats.org/officeDocument/2006/relationships/image" Target="../media/image63.jpg"/></Relationships>
</file>

<file path=ppt/slides/_rels/slide15.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jpg"/><Relationship Id="rId7" Type="http://schemas.openxmlformats.org/officeDocument/2006/relationships/image" Target="../media/image71.png"/><Relationship Id="rId12" Type="http://schemas.openxmlformats.org/officeDocument/2006/relationships/image" Target="../media/image76.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79.jpg"/><Relationship Id="rId1" Type="http://schemas.openxmlformats.org/officeDocument/2006/relationships/slideLayout" Target="../slideLayouts/slideLayout5.xml"/><Relationship Id="rId5" Type="http://schemas.openxmlformats.org/officeDocument/2006/relationships/image" Target="../media/image81.jpg"/><Relationship Id="rId4" Type="http://schemas.openxmlformats.org/officeDocument/2006/relationships/image" Target="../media/image80.png"/></Relationships>
</file>

<file path=ppt/slides/_rels/slide1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g"/><Relationship Id="rId1" Type="http://schemas.openxmlformats.org/officeDocument/2006/relationships/slideLayout" Target="../slideLayouts/slideLayout5.xml"/><Relationship Id="rId6" Type="http://schemas.openxmlformats.org/officeDocument/2006/relationships/image" Target="../media/image86.jpg"/><Relationship Id="rId5" Type="http://schemas.openxmlformats.org/officeDocument/2006/relationships/image" Target="../media/image85.jpg"/><Relationship Id="rId4" Type="http://schemas.openxmlformats.org/officeDocument/2006/relationships/image" Target="../media/image8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89.jpg"/></Relationships>
</file>

<file path=ppt/slides/_rels/slide2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jpg"/><Relationship Id="rId4" Type="http://schemas.openxmlformats.org/officeDocument/2006/relationships/image" Target="../media/image92.png"/><Relationship Id="rId9" Type="http://schemas.openxmlformats.org/officeDocument/2006/relationships/image" Target="../media/image97.png"/></Relationships>
</file>

<file path=ppt/slides/_rels/slide22.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8.png"/><Relationship Id="rId7" Type="http://schemas.openxmlformats.org/officeDocument/2006/relationships/image" Target="../media/image102.jp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10" Type="http://schemas.openxmlformats.org/officeDocument/2006/relationships/image" Target="../media/image57.png"/><Relationship Id="rId4" Type="http://schemas.openxmlformats.org/officeDocument/2006/relationships/image" Target="../media/image99.png"/><Relationship Id="rId9" Type="http://schemas.openxmlformats.org/officeDocument/2006/relationships/image" Target="../media/image104.png"/></Relationships>
</file>

<file path=ppt/slides/_rels/slide2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8.jpg"/><Relationship Id="rId5" Type="http://schemas.openxmlformats.org/officeDocument/2006/relationships/image" Target="../media/image107.jpg"/><Relationship Id="rId4" Type="http://schemas.openxmlformats.org/officeDocument/2006/relationships/image" Target="../media/image106.jpg"/></Relationships>
</file>

<file path=ppt/slides/_rels/slide2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09.jpg"/><Relationship Id="rId7" Type="http://schemas.openxmlformats.org/officeDocument/2006/relationships/image" Target="../media/image19.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2.jpg"/><Relationship Id="rId5" Type="http://schemas.openxmlformats.org/officeDocument/2006/relationships/image" Target="../media/image111.jpg"/><Relationship Id="rId4" Type="http://schemas.openxmlformats.org/officeDocument/2006/relationships/image" Target="../media/image110.png"/></Relationships>
</file>

<file path=ppt/slides/_rels/slide2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13.png"/><Relationship Id="rId7"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16.jpg"/><Relationship Id="rId5" Type="http://schemas.openxmlformats.org/officeDocument/2006/relationships/image" Target="../media/image115.png"/><Relationship Id="rId4" Type="http://schemas.openxmlformats.org/officeDocument/2006/relationships/image" Target="../media/image114.png"/></Relationships>
</file>

<file path=ppt/slides/_rels/slide2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2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19.jpg"/><Relationship Id="rId4" Type="http://schemas.openxmlformats.org/officeDocument/2006/relationships/image" Target="../media/image118.jpg"/></Relationships>
</file>

<file path=ppt/slides/_rels/slide27.xml.rels><?xml version="1.0" encoding="UTF-8" standalone="yes"?>
<Relationships xmlns="http://schemas.openxmlformats.org/package/2006/relationships"><Relationship Id="rId8" Type="http://schemas.openxmlformats.org/officeDocument/2006/relationships/image" Target="../media/image126.jpg"/><Relationship Id="rId3" Type="http://schemas.openxmlformats.org/officeDocument/2006/relationships/image" Target="../media/image121.png"/><Relationship Id="rId7" Type="http://schemas.openxmlformats.org/officeDocument/2006/relationships/image" Target="../media/image125.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4.jpg"/><Relationship Id="rId5" Type="http://schemas.openxmlformats.org/officeDocument/2006/relationships/image" Target="../media/image123.png"/><Relationship Id="rId4" Type="http://schemas.openxmlformats.org/officeDocument/2006/relationships/image" Target="../media/image122.png"/><Relationship Id="rId9"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media/image132.jpg"/><Relationship Id="rId3" Type="http://schemas.openxmlformats.org/officeDocument/2006/relationships/image" Target="../media/image127.jpg"/><Relationship Id="rId7" Type="http://schemas.openxmlformats.org/officeDocument/2006/relationships/image" Target="../media/image131.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30.jpg"/><Relationship Id="rId5" Type="http://schemas.openxmlformats.org/officeDocument/2006/relationships/image" Target="../media/image129.jpg"/><Relationship Id="rId10" Type="http://schemas.openxmlformats.org/officeDocument/2006/relationships/image" Target="../media/image57.png"/><Relationship Id="rId4" Type="http://schemas.openxmlformats.org/officeDocument/2006/relationships/image" Target="../media/image128.jpg"/><Relationship Id="rId9" Type="http://schemas.openxmlformats.org/officeDocument/2006/relationships/image" Target="../media/image19.jpg"/></Relationships>
</file>

<file path=ppt/slides/_rels/slide29.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4.png"/><Relationship Id="rId7" Type="http://schemas.openxmlformats.org/officeDocument/2006/relationships/image" Target="../media/image138.png"/><Relationship Id="rId2"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37.png"/><Relationship Id="rId11" Type="http://schemas.openxmlformats.org/officeDocument/2006/relationships/image" Target="../media/image142.png"/><Relationship Id="rId5" Type="http://schemas.openxmlformats.org/officeDocument/2006/relationships/image" Target="../media/image136.png"/><Relationship Id="rId10" Type="http://schemas.openxmlformats.org/officeDocument/2006/relationships/image" Target="../media/image141.png"/><Relationship Id="rId4" Type="http://schemas.openxmlformats.org/officeDocument/2006/relationships/image" Target="../media/image135.png"/><Relationship Id="rId9" Type="http://schemas.openxmlformats.org/officeDocument/2006/relationships/image" Target="../media/image140.png"/></Relationships>
</file>

<file path=ppt/slides/_rels/slide3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43.jp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44.png"/></Relationships>
</file>

<file path=ppt/slides/_rels/slide31.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18" Type="http://schemas.openxmlformats.org/officeDocument/2006/relationships/image" Target="../media/image160.png"/><Relationship Id="rId3" Type="http://schemas.openxmlformats.org/officeDocument/2006/relationships/image" Target="../media/image145.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png"/><Relationship Id="rId17" Type="http://schemas.openxmlformats.org/officeDocument/2006/relationships/image" Target="../media/image159.png"/><Relationship Id="rId2" Type="http://schemas.openxmlformats.org/officeDocument/2006/relationships/notesSlide" Target="../notesSlides/notesSlide23.xml"/><Relationship Id="rId16" Type="http://schemas.openxmlformats.org/officeDocument/2006/relationships/image" Target="../media/image158.png"/><Relationship Id="rId20"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48.png"/><Relationship Id="rId11" Type="http://schemas.openxmlformats.org/officeDocument/2006/relationships/image" Target="../media/image153.png"/><Relationship Id="rId24" Type="http://schemas.openxmlformats.org/officeDocument/2006/relationships/image" Target="../media/image19.jpg"/><Relationship Id="rId5" Type="http://schemas.openxmlformats.org/officeDocument/2006/relationships/image" Target="../media/image147.png"/><Relationship Id="rId15" Type="http://schemas.openxmlformats.org/officeDocument/2006/relationships/image" Target="../media/image157.png"/><Relationship Id="rId23" Type="http://schemas.openxmlformats.org/officeDocument/2006/relationships/image" Target="../media/image165.jp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s>
</file>

<file path=ppt/slides/_rels/slide32.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3.png"/><Relationship Id="rId18" Type="http://schemas.openxmlformats.org/officeDocument/2006/relationships/image" Target="../media/image177.jpg"/><Relationship Id="rId3" Type="http://schemas.openxmlformats.org/officeDocument/2006/relationships/image" Target="../media/image167.png"/><Relationship Id="rId21" Type="http://schemas.openxmlformats.org/officeDocument/2006/relationships/image" Target="../media/image179.jpg"/><Relationship Id="rId7" Type="http://schemas.openxmlformats.org/officeDocument/2006/relationships/image" Target="../media/image150.png"/><Relationship Id="rId12" Type="http://schemas.openxmlformats.org/officeDocument/2006/relationships/image" Target="../media/image172.png"/><Relationship Id="rId17" Type="http://schemas.openxmlformats.org/officeDocument/2006/relationships/image" Target="../media/image176.png"/><Relationship Id="rId2" Type="http://schemas.openxmlformats.org/officeDocument/2006/relationships/image" Target="../media/image166.png"/><Relationship Id="rId16" Type="http://schemas.openxmlformats.org/officeDocument/2006/relationships/image" Target="../media/image175.png"/><Relationship Id="rId20" Type="http://schemas.openxmlformats.org/officeDocument/2006/relationships/image" Target="../media/image86.jpg"/><Relationship Id="rId1" Type="http://schemas.openxmlformats.org/officeDocument/2006/relationships/slideLayout" Target="../slideLayouts/slideLayout5.xml"/><Relationship Id="rId6" Type="http://schemas.openxmlformats.org/officeDocument/2006/relationships/image" Target="../media/image149.png"/><Relationship Id="rId11" Type="http://schemas.openxmlformats.org/officeDocument/2006/relationships/image" Target="../media/image157.png"/><Relationship Id="rId5" Type="http://schemas.openxmlformats.org/officeDocument/2006/relationships/image" Target="../media/image169.png"/><Relationship Id="rId15" Type="http://schemas.openxmlformats.org/officeDocument/2006/relationships/image" Target="../media/image162.png"/><Relationship Id="rId10" Type="http://schemas.openxmlformats.org/officeDocument/2006/relationships/image" Target="../media/image156.png"/><Relationship Id="rId19" Type="http://schemas.openxmlformats.org/officeDocument/2006/relationships/image" Target="../media/image178.jpg"/><Relationship Id="rId4" Type="http://schemas.openxmlformats.org/officeDocument/2006/relationships/image" Target="../media/image168.png"/><Relationship Id="rId9" Type="http://schemas.openxmlformats.org/officeDocument/2006/relationships/image" Target="../media/image171.png"/><Relationship Id="rId14" Type="http://schemas.openxmlformats.org/officeDocument/2006/relationships/image" Target="../media/image174.png"/><Relationship Id="rId22" Type="http://schemas.openxmlformats.org/officeDocument/2006/relationships/image" Target="../media/image19.jpg"/></Relationships>
</file>

<file path=ppt/slides/_rels/slide33.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89.png"/><Relationship Id="rId18" Type="http://schemas.openxmlformats.org/officeDocument/2006/relationships/image" Target="../media/image194.png"/><Relationship Id="rId26" Type="http://schemas.openxmlformats.org/officeDocument/2006/relationships/image" Target="../media/image149.png"/><Relationship Id="rId3" Type="http://schemas.openxmlformats.org/officeDocument/2006/relationships/image" Target="../media/image95.png"/><Relationship Id="rId21" Type="http://schemas.openxmlformats.org/officeDocument/2006/relationships/image" Target="../media/image197.png"/><Relationship Id="rId7" Type="http://schemas.openxmlformats.org/officeDocument/2006/relationships/image" Target="../media/image184.png"/><Relationship Id="rId12" Type="http://schemas.openxmlformats.org/officeDocument/2006/relationships/image" Target="../media/image188.png"/><Relationship Id="rId17" Type="http://schemas.openxmlformats.org/officeDocument/2006/relationships/image" Target="../media/image193.png"/><Relationship Id="rId25" Type="http://schemas.openxmlformats.org/officeDocument/2006/relationships/image" Target="../media/image200.png"/><Relationship Id="rId2" Type="http://schemas.openxmlformats.org/officeDocument/2006/relationships/image" Target="../media/image180.png"/><Relationship Id="rId16" Type="http://schemas.openxmlformats.org/officeDocument/2006/relationships/image" Target="../media/image192.png"/><Relationship Id="rId20" Type="http://schemas.openxmlformats.org/officeDocument/2006/relationships/image" Target="../media/image196.png"/><Relationship Id="rId1" Type="http://schemas.openxmlformats.org/officeDocument/2006/relationships/slideLayout" Target="../slideLayouts/slideLayout5.xml"/><Relationship Id="rId6" Type="http://schemas.openxmlformats.org/officeDocument/2006/relationships/image" Target="../media/image183.png"/><Relationship Id="rId11" Type="http://schemas.openxmlformats.org/officeDocument/2006/relationships/image" Target="../media/image187.jpg"/><Relationship Id="rId24" Type="http://schemas.openxmlformats.org/officeDocument/2006/relationships/image" Target="../media/image157.png"/><Relationship Id="rId5" Type="http://schemas.openxmlformats.org/officeDocument/2006/relationships/image" Target="../media/image182.png"/><Relationship Id="rId15" Type="http://schemas.openxmlformats.org/officeDocument/2006/relationships/image" Target="../media/image191.png"/><Relationship Id="rId23" Type="http://schemas.openxmlformats.org/officeDocument/2006/relationships/image" Target="../media/image199.png"/><Relationship Id="rId10" Type="http://schemas.openxmlformats.org/officeDocument/2006/relationships/image" Target="../media/image142.png"/><Relationship Id="rId19" Type="http://schemas.openxmlformats.org/officeDocument/2006/relationships/image" Target="../media/image195.png"/><Relationship Id="rId4" Type="http://schemas.openxmlformats.org/officeDocument/2006/relationships/image" Target="../media/image181.png"/><Relationship Id="rId9" Type="http://schemas.openxmlformats.org/officeDocument/2006/relationships/image" Target="../media/image186.jpg"/><Relationship Id="rId14" Type="http://schemas.openxmlformats.org/officeDocument/2006/relationships/image" Target="../media/image190.png"/><Relationship Id="rId22" Type="http://schemas.openxmlformats.org/officeDocument/2006/relationships/image" Target="../media/image198.png"/><Relationship Id="rId27" Type="http://schemas.openxmlformats.org/officeDocument/2006/relationships/image" Target="../media/image150.png"/></Relationships>
</file>

<file path=ppt/slides/_rels/slide34.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150.png"/><Relationship Id="rId3" Type="http://schemas.openxmlformats.org/officeDocument/2006/relationships/image" Target="../media/image201.png"/><Relationship Id="rId7" Type="http://schemas.openxmlformats.org/officeDocument/2006/relationships/image" Target="../media/image205.png"/><Relationship Id="rId12" Type="http://schemas.openxmlformats.org/officeDocument/2006/relationships/image" Target="../media/image149.png"/><Relationship Id="rId2" Type="http://schemas.openxmlformats.org/officeDocument/2006/relationships/image" Target="../media/image16.png"/><Relationship Id="rId1" Type="http://schemas.openxmlformats.org/officeDocument/2006/relationships/slideLayout" Target="../slideLayouts/slideLayout5.xml"/><Relationship Id="rId6" Type="http://schemas.openxmlformats.org/officeDocument/2006/relationships/image" Target="../media/image204.png"/><Relationship Id="rId11" Type="http://schemas.openxmlformats.org/officeDocument/2006/relationships/image" Target="../media/image209.png"/><Relationship Id="rId5" Type="http://schemas.openxmlformats.org/officeDocument/2006/relationships/image" Target="../media/image203.png"/><Relationship Id="rId10" Type="http://schemas.openxmlformats.org/officeDocument/2006/relationships/image" Target="../media/image208.png"/><Relationship Id="rId4" Type="http://schemas.openxmlformats.org/officeDocument/2006/relationships/image" Target="../media/image202.png"/><Relationship Id="rId9" Type="http://schemas.openxmlformats.org/officeDocument/2006/relationships/image" Target="../media/image207.png"/></Relationships>
</file>

<file path=ppt/slides/_rels/slide3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36.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136.png"/><Relationship Id="rId7" Type="http://schemas.openxmlformats.org/officeDocument/2006/relationships/image" Target="../media/image219.png"/><Relationship Id="rId2" Type="http://schemas.openxmlformats.org/officeDocument/2006/relationships/image" Target="../media/image215.png"/><Relationship Id="rId1" Type="http://schemas.openxmlformats.org/officeDocument/2006/relationships/slideLayout" Target="../slideLayouts/slideLayout2.xml"/><Relationship Id="rId6" Type="http://schemas.openxmlformats.org/officeDocument/2006/relationships/image" Target="../media/image218.png"/><Relationship Id="rId5" Type="http://schemas.openxmlformats.org/officeDocument/2006/relationships/image" Target="../media/image217.png"/><Relationship Id="rId4" Type="http://schemas.openxmlformats.org/officeDocument/2006/relationships/image" Target="../media/image2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5" Type="http://schemas.openxmlformats.org/officeDocument/2006/relationships/hyperlink" Target="mailto:CAAS_UAS@caas.gov.sg" TargetMode="External"/><Relationship Id="rId4" Type="http://schemas.openxmlformats.org/officeDocument/2006/relationships/image" Target="../media/image216.png"/></Relationships>
</file>

<file path=ppt/slides/_rels/slide5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7.xml.rels><?xml version="1.0" encoding="UTF-8" standalone="yes"?>
<Relationships xmlns="http://schemas.openxmlformats.org/package/2006/relationships"><Relationship Id="rId8" Type="http://schemas.openxmlformats.org/officeDocument/2006/relationships/image" Target="../media/image226.png"/><Relationship Id="rId3" Type="http://schemas.openxmlformats.org/officeDocument/2006/relationships/image" Target="../media/image222.png"/><Relationship Id="rId7" Type="http://schemas.openxmlformats.org/officeDocument/2006/relationships/image" Target="../media/image225.pn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4.png"/><Relationship Id="rId5" Type="http://schemas.openxmlformats.org/officeDocument/2006/relationships/image" Target="../media/image3.png"/><Relationship Id="rId4" Type="http://schemas.openxmlformats.org/officeDocument/2006/relationships/image" Target="../media/image223.png"/></Relationships>
</file>

<file path=ppt/slides/_rels/slide5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5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15.png"/><Relationship Id="rId1" Type="http://schemas.openxmlformats.org/officeDocument/2006/relationships/slideLayout" Target="../slideLayouts/slideLayout2.xml"/><Relationship Id="rId4" Type="http://schemas.openxmlformats.org/officeDocument/2006/relationships/image" Target="../media/image216.png"/></Relationships>
</file>

<file path=ppt/slides/_rels/slide60.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image" Target="../media/image227.png"/><Relationship Id="rId1" Type="http://schemas.openxmlformats.org/officeDocument/2006/relationships/slideLayout" Target="../slideLayouts/slideLayout2.xml"/><Relationship Id="rId4" Type="http://schemas.openxmlformats.org/officeDocument/2006/relationships/image" Target="../media/image229.png"/></Relationships>
</file>

<file path=ppt/slides/_rels/slide61.xml.rels><?xml version="1.0" encoding="UTF-8" standalone="yes"?>
<Relationships xmlns="http://schemas.openxmlformats.org/package/2006/relationships"><Relationship Id="rId8" Type="http://schemas.openxmlformats.org/officeDocument/2006/relationships/image" Target="../media/image234.png"/><Relationship Id="rId3" Type="http://schemas.openxmlformats.org/officeDocument/2006/relationships/image" Target="../media/image231.png"/><Relationship Id="rId7" Type="http://schemas.openxmlformats.org/officeDocument/2006/relationships/image" Target="../media/image57.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hyperlink" Target="https://beta.onemap.gov.sg/" TargetMode="External"/><Relationship Id="rId5" Type="http://schemas.openxmlformats.org/officeDocument/2006/relationships/image" Target="../media/image233.png"/><Relationship Id="rId4" Type="http://schemas.openxmlformats.org/officeDocument/2006/relationships/image" Target="../media/image232.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s>
</file>

<file path=ppt/slides/_rels/slide64.xml.rels><?xml version="1.0" encoding="UTF-8" standalone="yes"?>
<Relationships xmlns="http://schemas.openxmlformats.org/package/2006/relationships"><Relationship Id="rId3" Type="http://schemas.openxmlformats.org/officeDocument/2006/relationships/hyperlink" Target="http://www.caas.gov.sg/UAregistration)%3B" TargetMode="External"/><Relationship Id="rId2"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image" Target="../media/image241.png"/><Relationship Id="rId5" Type="http://schemas.openxmlformats.org/officeDocument/2006/relationships/image" Target="../media/image240.png"/><Relationship Id="rId4" Type="http://schemas.openxmlformats.org/officeDocument/2006/relationships/hyperlink" Target="https://www.singpost.com/more-services/applications-collections/civil-aviation-authority-singapor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esoms.caas.gov.sg/uaportal/uaidcreation.html" TargetMode="External"/><Relationship Id="rId2" Type="http://schemas.openxmlformats.org/officeDocument/2006/relationships/hyperlink" Target="https://esoms.caas.gov.sg/uaportal/index.html" TargetMode="External"/><Relationship Id="rId1" Type="http://schemas.openxmlformats.org/officeDocument/2006/relationships/slideLayout" Target="../slideLayouts/slideLayout2.xml"/><Relationship Id="rId4" Type="http://schemas.openxmlformats.org/officeDocument/2006/relationships/image" Target="../media/image245.png"/></Relationships>
</file>

<file path=ppt/slides/_rels/slide69.xml.rels><?xml version="1.0" encoding="UTF-8" standalone="yes"?>
<Relationships xmlns="http://schemas.openxmlformats.org/package/2006/relationships"><Relationship Id="rId8" Type="http://schemas.openxmlformats.org/officeDocument/2006/relationships/image" Target="../media/image251.jpg"/><Relationship Id="rId3" Type="http://schemas.openxmlformats.org/officeDocument/2006/relationships/image" Target="../media/image228.png"/><Relationship Id="rId7" Type="http://schemas.openxmlformats.org/officeDocument/2006/relationships/image" Target="../media/image250.png"/><Relationship Id="rId2" Type="http://schemas.openxmlformats.org/officeDocument/2006/relationships/image" Target="../media/image246.png"/><Relationship Id="rId1" Type="http://schemas.openxmlformats.org/officeDocument/2006/relationships/slideLayout" Target="../slideLayouts/slideLayout2.xml"/><Relationship Id="rId6" Type="http://schemas.openxmlformats.org/officeDocument/2006/relationships/image" Target="../media/image249.jpg"/><Relationship Id="rId5" Type="http://schemas.openxmlformats.org/officeDocument/2006/relationships/image" Target="../media/image248.png"/><Relationship Id="rId4" Type="http://schemas.openxmlformats.org/officeDocument/2006/relationships/image" Target="../media/image247.png"/></Relationships>
</file>

<file path=ppt/slides/_rels/slide70.xml.rels><?xml version="1.0" encoding="UTF-8" standalone="yes"?>
<Relationships xmlns="http://schemas.openxmlformats.org/package/2006/relationships"><Relationship Id="rId8" Type="http://schemas.openxmlformats.org/officeDocument/2006/relationships/image" Target="../media/image258.png"/><Relationship Id="rId3" Type="http://schemas.openxmlformats.org/officeDocument/2006/relationships/image" Target="../media/image253.png"/><Relationship Id="rId7" Type="http://schemas.openxmlformats.org/officeDocument/2006/relationships/image" Target="../media/image257.png"/><Relationship Id="rId2" Type="http://schemas.openxmlformats.org/officeDocument/2006/relationships/image" Target="../media/image252.png"/><Relationship Id="rId1" Type="http://schemas.openxmlformats.org/officeDocument/2006/relationships/slideLayout" Target="../slideLayouts/slideLayout5.xml"/><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254.png"/><Relationship Id="rId9" Type="http://schemas.openxmlformats.org/officeDocument/2006/relationships/image" Target="../media/image259.png"/></Relationships>
</file>

<file path=ppt/slides/_rels/slide71.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73.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hyperlink" Target="http://www.caas.gov.sg/e-services-forms/forms/unmanned-aircraft-systems)"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61.png"/></Relationships>
</file>

<file path=ppt/slides/_rels/slide77.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5.xml"/><Relationship Id="rId4" Type="http://schemas.openxmlformats.org/officeDocument/2006/relationships/image" Target="../media/image262.png"/></Relationships>
</file>

<file path=ppt/slides/_rels/slide78.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63.png"/></Relationships>
</file>

<file path=ppt/slides/_rels/slide82.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65.png"/></Relationships>
</file>

<file path=ppt/slides/_rels/slide83.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67.png"/></Relationships>
</file>

<file path=ppt/slides/_rels/slide84.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18" Type="http://schemas.openxmlformats.org/officeDocument/2006/relationships/image" Target="../media/image3.png"/><Relationship Id="rId3" Type="http://schemas.openxmlformats.org/officeDocument/2006/relationships/image" Target="../media/image269.png"/><Relationship Id="rId7" Type="http://schemas.openxmlformats.org/officeDocument/2006/relationships/image" Target="../media/image273.png"/><Relationship Id="rId12" Type="http://schemas.openxmlformats.org/officeDocument/2006/relationships/image" Target="../media/image278.png"/><Relationship Id="rId17" Type="http://schemas.openxmlformats.org/officeDocument/2006/relationships/hyperlink" Target="http://onelink.to/4ar6va" TargetMode="External"/><Relationship Id="rId2" Type="http://schemas.openxmlformats.org/officeDocument/2006/relationships/image" Target="../media/image268.png"/><Relationship Id="rId16" Type="http://schemas.openxmlformats.org/officeDocument/2006/relationships/image" Target="../media/image282.png"/><Relationship Id="rId1" Type="http://schemas.openxmlformats.org/officeDocument/2006/relationships/slideLayout" Target="../slideLayouts/slideLayout2.xml"/><Relationship Id="rId6" Type="http://schemas.openxmlformats.org/officeDocument/2006/relationships/image" Target="../media/image272.png"/><Relationship Id="rId11" Type="http://schemas.openxmlformats.org/officeDocument/2006/relationships/image" Target="../media/image277.png"/><Relationship Id="rId5" Type="http://schemas.openxmlformats.org/officeDocument/2006/relationships/image" Target="../media/image271.png"/><Relationship Id="rId15" Type="http://schemas.openxmlformats.org/officeDocument/2006/relationships/image" Target="../media/image281.png"/><Relationship Id="rId10" Type="http://schemas.openxmlformats.org/officeDocument/2006/relationships/image" Target="../media/image276.png"/><Relationship Id="rId4" Type="http://schemas.openxmlformats.org/officeDocument/2006/relationships/image" Target="../media/image270.png"/><Relationship Id="rId9" Type="http://schemas.openxmlformats.org/officeDocument/2006/relationships/image" Target="../media/image275.png"/><Relationship Id="rId14" Type="http://schemas.openxmlformats.org/officeDocument/2006/relationships/image" Target="../media/image28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8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289.png"/><Relationship Id="rId13" Type="http://schemas.openxmlformats.org/officeDocument/2006/relationships/image" Target="../media/image294.png"/><Relationship Id="rId18" Type="http://schemas.openxmlformats.org/officeDocument/2006/relationships/image" Target="../media/image299.jpg"/><Relationship Id="rId3" Type="http://schemas.openxmlformats.org/officeDocument/2006/relationships/image" Target="../media/image284.png"/><Relationship Id="rId7" Type="http://schemas.openxmlformats.org/officeDocument/2006/relationships/image" Target="../media/image288.png"/><Relationship Id="rId12" Type="http://schemas.openxmlformats.org/officeDocument/2006/relationships/image" Target="../media/image293.png"/><Relationship Id="rId17" Type="http://schemas.openxmlformats.org/officeDocument/2006/relationships/image" Target="../media/image298.jpg"/><Relationship Id="rId2" Type="http://schemas.openxmlformats.org/officeDocument/2006/relationships/image" Target="../media/image283.png"/><Relationship Id="rId16" Type="http://schemas.openxmlformats.org/officeDocument/2006/relationships/image" Target="../media/image297.png"/><Relationship Id="rId1" Type="http://schemas.openxmlformats.org/officeDocument/2006/relationships/slideLayout" Target="../slideLayouts/slideLayout2.xml"/><Relationship Id="rId6" Type="http://schemas.openxmlformats.org/officeDocument/2006/relationships/image" Target="../media/image287.png"/><Relationship Id="rId11" Type="http://schemas.openxmlformats.org/officeDocument/2006/relationships/image" Target="../media/image292.png"/><Relationship Id="rId5" Type="http://schemas.openxmlformats.org/officeDocument/2006/relationships/image" Target="../media/image286.png"/><Relationship Id="rId15" Type="http://schemas.openxmlformats.org/officeDocument/2006/relationships/image" Target="../media/image296.png"/><Relationship Id="rId10" Type="http://schemas.openxmlformats.org/officeDocument/2006/relationships/image" Target="../media/image291.png"/><Relationship Id="rId4" Type="http://schemas.openxmlformats.org/officeDocument/2006/relationships/image" Target="../media/image285.png"/><Relationship Id="rId9" Type="http://schemas.openxmlformats.org/officeDocument/2006/relationships/image" Target="../media/image290.png"/><Relationship Id="rId14" Type="http://schemas.openxmlformats.org/officeDocument/2006/relationships/image" Target="../media/image295.png"/></Relationships>
</file>

<file path=ppt/slides/_rels/slide88.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46100" y="0"/>
            <a:ext cx="11533505" cy="6858000"/>
            <a:chOff x="546100" y="0"/>
            <a:chExt cx="11533505" cy="6858000"/>
          </a:xfrm>
        </p:grpSpPr>
        <p:sp>
          <p:nvSpPr>
            <p:cNvPr id="3" name="object 3"/>
            <p:cNvSpPr/>
            <p:nvPr/>
          </p:nvSpPr>
          <p:spPr>
            <a:xfrm>
              <a:off x="984250" y="0"/>
              <a:ext cx="1062990" cy="2778125"/>
            </a:xfrm>
            <a:custGeom>
              <a:avLst/>
              <a:gdLst/>
              <a:ahLst/>
              <a:cxnLst/>
              <a:rect l="l" t="t" r="r" b="b"/>
              <a:pathLst>
                <a:path w="1062989" h="2778125">
                  <a:moveTo>
                    <a:pt x="1062416" y="0"/>
                  </a:moveTo>
                  <a:lnTo>
                    <a:pt x="681417" y="0"/>
                  </a:lnTo>
                  <a:lnTo>
                    <a:pt x="0" y="2687637"/>
                  </a:lnTo>
                  <a:lnTo>
                    <a:pt x="357187" y="2778125"/>
                  </a:lnTo>
                  <a:lnTo>
                    <a:pt x="1062416" y="0"/>
                  </a:lnTo>
                  <a:close/>
                </a:path>
              </a:pathLst>
            </a:custGeom>
            <a:solidFill>
              <a:srgbClr val="1CADE4"/>
            </a:solidFill>
          </p:spPr>
          <p:txBody>
            <a:bodyPr wrap="square" lIns="0" tIns="0" rIns="0" bIns="0" rtlCol="0"/>
            <a:lstStyle/>
            <a:p>
              <a:endParaRPr/>
            </a:p>
          </p:txBody>
        </p:sp>
        <p:sp>
          <p:nvSpPr>
            <p:cNvPr id="4" name="object 4"/>
            <p:cNvSpPr/>
            <p:nvPr/>
          </p:nvSpPr>
          <p:spPr>
            <a:xfrm>
              <a:off x="546100" y="0"/>
              <a:ext cx="1034415" cy="2668905"/>
            </a:xfrm>
            <a:custGeom>
              <a:avLst/>
              <a:gdLst/>
              <a:ahLst/>
              <a:cxnLst/>
              <a:rect l="l" t="t" r="r" b="b"/>
              <a:pathLst>
                <a:path w="1034415" h="2668905">
                  <a:moveTo>
                    <a:pt x="1033842" y="0"/>
                  </a:moveTo>
                  <a:lnTo>
                    <a:pt x="651259" y="0"/>
                  </a:lnTo>
                  <a:lnTo>
                    <a:pt x="0" y="2578100"/>
                  </a:lnTo>
                  <a:lnTo>
                    <a:pt x="347662" y="2663825"/>
                  </a:lnTo>
                  <a:lnTo>
                    <a:pt x="357187" y="2668587"/>
                  </a:lnTo>
                  <a:lnTo>
                    <a:pt x="1033842" y="0"/>
                  </a:lnTo>
                  <a:close/>
                </a:path>
              </a:pathLst>
            </a:custGeom>
            <a:solidFill>
              <a:srgbClr val="595959"/>
            </a:solidFill>
          </p:spPr>
          <p:txBody>
            <a:bodyPr wrap="square" lIns="0" tIns="0" rIns="0" bIns="0" rtlCol="0"/>
            <a:lstStyle/>
            <a:p>
              <a:endParaRPr/>
            </a:p>
          </p:txBody>
        </p:sp>
        <p:sp>
          <p:nvSpPr>
            <p:cNvPr id="5" name="object 5"/>
            <p:cNvSpPr/>
            <p:nvPr/>
          </p:nvSpPr>
          <p:spPr>
            <a:xfrm>
              <a:off x="546100" y="2582862"/>
              <a:ext cx="2694305" cy="4275455"/>
            </a:xfrm>
            <a:custGeom>
              <a:avLst/>
              <a:gdLst/>
              <a:ahLst/>
              <a:cxnLst/>
              <a:rect l="l" t="t" r="r" b="b"/>
              <a:pathLst>
                <a:path w="2694305" h="4275455">
                  <a:moveTo>
                    <a:pt x="0" y="0"/>
                  </a:moveTo>
                  <a:lnTo>
                    <a:pt x="2574925" y="4275137"/>
                  </a:lnTo>
                  <a:lnTo>
                    <a:pt x="2693987" y="4275137"/>
                  </a:lnTo>
                  <a:lnTo>
                    <a:pt x="0" y="0"/>
                  </a:lnTo>
                  <a:close/>
                </a:path>
              </a:pathLst>
            </a:custGeom>
            <a:solidFill>
              <a:srgbClr val="262626"/>
            </a:solidFill>
          </p:spPr>
          <p:txBody>
            <a:bodyPr wrap="square" lIns="0" tIns="0" rIns="0" bIns="0" rtlCol="0"/>
            <a:lstStyle/>
            <a:p>
              <a:endParaRPr/>
            </a:p>
          </p:txBody>
        </p:sp>
        <p:sp>
          <p:nvSpPr>
            <p:cNvPr id="6" name="object 6"/>
            <p:cNvSpPr/>
            <p:nvPr/>
          </p:nvSpPr>
          <p:spPr>
            <a:xfrm>
              <a:off x="989012" y="2692400"/>
              <a:ext cx="3332479" cy="4165600"/>
            </a:xfrm>
            <a:custGeom>
              <a:avLst/>
              <a:gdLst/>
              <a:ahLst/>
              <a:cxnLst/>
              <a:rect l="l" t="t" r="r" b="b"/>
              <a:pathLst>
                <a:path w="3332479" h="4165600">
                  <a:moveTo>
                    <a:pt x="0" y="0"/>
                  </a:moveTo>
                  <a:lnTo>
                    <a:pt x="3208336" y="4165599"/>
                  </a:lnTo>
                  <a:lnTo>
                    <a:pt x="3332161" y="4165599"/>
                  </a:lnTo>
                  <a:lnTo>
                    <a:pt x="0" y="0"/>
                  </a:lnTo>
                  <a:close/>
                </a:path>
              </a:pathLst>
            </a:custGeom>
            <a:solidFill>
              <a:srgbClr val="0E5772"/>
            </a:solidFill>
          </p:spPr>
          <p:txBody>
            <a:bodyPr wrap="square" lIns="0" tIns="0" rIns="0" bIns="0" rtlCol="0"/>
            <a:lstStyle/>
            <a:p>
              <a:endParaRPr/>
            </a:p>
          </p:txBody>
        </p:sp>
        <p:sp>
          <p:nvSpPr>
            <p:cNvPr id="7" name="object 7"/>
            <p:cNvSpPr/>
            <p:nvPr/>
          </p:nvSpPr>
          <p:spPr>
            <a:xfrm>
              <a:off x="984250" y="2687637"/>
              <a:ext cx="4577080" cy="4170679"/>
            </a:xfrm>
            <a:custGeom>
              <a:avLst/>
              <a:gdLst/>
              <a:ahLst/>
              <a:cxnLst/>
              <a:rect l="l" t="t" r="r" b="b"/>
              <a:pathLst>
                <a:path w="4577080" h="4170679">
                  <a:moveTo>
                    <a:pt x="0" y="0"/>
                  </a:moveTo>
                  <a:lnTo>
                    <a:pt x="4762" y="4762"/>
                  </a:lnTo>
                  <a:lnTo>
                    <a:pt x="3336925" y="4170362"/>
                  </a:lnTo>
                  <a:lnTo>
                    <a:pt x="4576761" y="4170362"/>
                  </a:lnTo>
                  <a:lnTo>
                    <a:pt x="357187" y="90487"/>
                  </a:lnTo>
                  <a:lnTo>
                    <a:pt x="0" y="0"/>
                  </a:lnTo>
                  <a:close/>
                </a:path>
              </a:pathLst>
            </a:custGeom>
            <a:solidFill>
              <a:srgbClr val="1482AC"/>
            </a:solidFill>
          </p:spPr>
          <p:txBody>
            <a:bodyPr wrap="square" lIns="0" tIns="0" rIns="0" bIns="0" rtlCol="0"/>
            <a:lstStyle/>
            <a:p>
              <a:endParaRPr/>
            </a:p>
          </p:txBody>
        </p:sp>
        <p:sp>
          <p:nvSpPr>
            <p:cNvPr id="8" name="object 8"/>
            <p:cNvSpPr/>
            <p:nvPr/>
          </p:nvSpPr>
          <p:spPr>
            <a:xfrm>
              <a:off x="546100" y="2578100"/>
              <a:ext cx="3584575" cy="4279900"/>
            </a:xfrm>
            <a:custGeom>
              <a:avLst/>
              <a:gdLst/>
              <a:ahLst/>
              <a:cxnLst/>
              <a:rect l="l" t="t" r="r" b="b"/>
              <a:pathLst>
                <a:path w="3584575" h="4279900">
                  <a:moveTo>
                    <a:pt x="0" y="0"/>
                  </a:moveTo>
                  <a:lnTo>
                    <a:pt x="0" y="4762"/>
                  </a:lnTo>
                  <a:lnTo>
                    <a:pt x="2693987" y="4279899"/>
                  </a:lnTo>
                  <a:lnTo>
                    <a:pt x="3584575" y="4279899"/>
                  </a:lnTo>
                  <a:lnTo>
                    <a:pt x="419100" y="176212"/>
                  </a:lnTo>
                  <a:lnTo>
                    <a:pt x="361950" y="95250"/>
                  </a:lnTo>
                  <a:lnTo>
                    <a:pt x="357187" y="90487"/>
                  </a:lnTo>
                  <a:lnTo>
                    <a:pt x="0" y="0"/>
                  </a:lnTo>
                  <a:close/>
                </a:path>
              </a:pathLst>
            </a:custGeom>
            <a:solidFill>
              <a:srgbClr val="404040"/>
            </a:solidFill>
          </p:spPr>
          <p:txBody>
            <a:bodyPr wrap="square" lIns="0" tIns="0" rIns="0" bIns="0" rtlCol="0"/>
            <a:lstStyle/>
            <a:p>
              <a:endParaRPr/>
            </a:p>
          </p:txBody>
        </p:sp>
        <p:pic>
          <p:nvPicPr>
            <p:cNvPr id="9" name="object 9"/>
            <p:cNvPicPr/>
            <p:nvPr/>
          </p:nvPicPr>
          <p:blipFill>
            <a:blip r:embed="rId2" cstate="print"/>
            <a:stretch>
              <a:fillRect/>
            </a:stretch>
          </p:blipFill>
          <p:spPr>
            <a:xfrm>
              <a:off x="3282695" y="1880616"/>
              <a:ext cx="8796528" cy="1670303"/>
            </a:xfrm>
            <a:prstGeom prst="rect">
              <a:avLst/>
            </a:prstGeom>
          </p:spPr>
        </p:pic>
        <p:pic>
          <p:nvPicPr>
            <p:cNvPr id="10" name="object 10"/>
            <p:cNvPicPr/>
            <p:nvPr/>
          </p:nvPicPr>
          <p:blipFill>
            <a:blip r:embed="rId3" cstate="print"/>
            <a:stretch>
              <a:fillRect/>
            </a:stretch>
          </p:blipFill>
          <p:spPr>
            <a:xfrm>
              <a:off x="6053328" y="2795016"/>
              <a:ext cx="5873496" cy="1670304"/>
            </a:xfrm>
            <a:prstGeom prst="rect">
              <a:avLst/>
            </a:prstGeom>
          </p:spPr>
        </p:pic>
      </p:grpSp>
      <p:sp>
        <p:nvSpPr>
          <p:cNvPr id="11" name="object 11"/>
          <p:cNvSpPr txBox="1"/>
          <p:nvPr/>
        </p:nvSpPr>
        <p:spPr>
          <a:xfrm>
            <a:off x="3739105" y="2056891"/>
            <a:ext cx="7685405" cy="1854200"/>
          </a:xfrm>
          <a:prstGeom prst="rect">
            <a:avLst/>
          </a:prstGeom>
        </p:spPr>
        <p:txBody>
          <a:bodyPr vert="horz" wrap="square" lIns="0" tIns="12700" rIns="0" bIns="0" rtlCol="0">
            <a:spAutoFit/>
          </a:bodyPr>
          <a:lstStyle/>
          <a:p>
            <a:pPr marR="5080" algn="r">
              <a:lnSpc>
                <a:spcPct val="100000"/>
              </a:lnSpc>
              <a:spcBef>
                <a:spcPts val="100"/>
              </a:spcBef>
            </a:pPr>
            <a:r>
              <a:rPr sz="6000" dirty="0">
                <a:latin typeface="Corbel"/>
                <a:cs typeface="Corbel"/>
              </a:rPr>
              <a:t>Operation</a:t>
            </a:r>
            <a:r>
              <a:rPr sz="6000" spc="-135" dirty="0">
                <a:latin typeface="Corbel"/>
                <a:cs typeface="Corbel"/>
              </a:rPr>
              <a:t> </a:t>
            </a:r>
            <a:r>
              <a:rPr sz="6000" dirty="0">
                <a:latin typeface="Corbel"/>
                <a:cs typeface="Corbel"/>
              </a:rPr>
              <a:t>of</a:t>
            </a:r>
            <a:r>
              <a:rPr sz="6000" spc="-280" dirty="0">
                <a:latin typeface="Corbel"/>
                <a:cs typeface="Corbel"/>
              </a:rPr>
              <a:t> </a:t>
            </a:r>
            <a:r>
              <a:rPr sz="6000" spc="-10" dirty="0">
                <a:latin typeface="Corbel"/>
                <a:cs typeface="Corbel"/>
              </a:rPr>
              <a:t>Unmanned</a:t>
            </a:r>
            <a:endParaRPr sz="6000">
              <a:latin typeface="Corbel"/>
              <a:cs typeface="Corbel"/>
            </a:endParaRPr>
          </a:p>
          <a:p>
            <a:pPr marR="5080" algn="r">
              <a:lnSpc>
                <a:spcPct val="100000"/>
              </a:lnSpc>
            </a:pPr>
            <a:r>
              <a:rPr sz="6000" dirty="0">
                <a:latin typeface="Corbel"/>
                <a:cs typeface="Corbel"/>
              </a:rPr>
              <a:t>Aircraft</a:t>
            </a:r>
            <a:r>
              <a:rPr sz="6000" spc="-260" dirty="0">
                <a:latin typeface="Corbel"/>
                <a:cs typeface="Corbel"/>
              </a:rPr>
              <a:t> </a:t>
            </a:r>
            <a:r>
              <a:rPr sz="6000" spc="-10" dirty="0">
                <a:latin typeface="Corbel"/>
                <a:cs typeface="Corbel"/>
              </a:rPr>
              <a:t>System</a:t>
            </a:r>
            <a:endParaRPr sz="6000">
              <a:latin typeface="Corbel"/>
              <a:cs typeface="Corbel"/>
            </a:endParaRPr>
          </a:p>
        </p:txBody>
      </p:sp>
      <p:sp>
        <p:nvSpPr>
          <p:cNvPr id="12" name="object 12"/>
          <p:cNvSpPr txBox="1"/>
          <p:nvPr/>
        </p:nvSpPr>
        <p:spPr>
          <a:xfrm>
            <a:off x="8078679" y="4015232"/>
            <a:ext cx="3345179"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Corbel"/>
                <a:cs typeface="Corbel"/>
              </a:rPr>
              <a:t>Module</a:t>
            </a:r>
            <a:r>
              <a:rPr sz="2100" spc="-75" dirty="0">
                <a:latin typeface="Corbel"/>
                <a:cs typeface="Corbel"/>
              </a:rPr>
              <a:t> </a:t>
            </a:r>
            <a:r>
              <a:rPr sz="2100" dirty="0">
                <a:latin typeface="Corbel"/>
                <a:cs typeface="Corbel"/>
              </a:rPr>
              <a:t>1</a:t>
            </a:r>
            <a:r>
              <a:rPr sz="2100" dirty="0">
                <a:latin typeface="Calibri"/>
                <a:cs typeface="Calibri"/>
              </a:rPr>
              <a:t>│</a:t>
            </a:r>
            <a:r>
              <a:rPr sz="2100" dirty="0">
                <a:latin typeface="Corbel"/>
                <a:cs typeface="Corbel"/>
              </a:rPr>
              <a:t>Module</a:t>
            </a:r>
            <a:r>
              <a:rPr sz="2100" spc="-70" dirty="0">
                <a:latin typeface="Corbel"/>
                <a:cs typeface="Corbel"/>
              </a:rPr>
              <a:t> </a:t>
            </a:r>
            <a:r>
              <a:rPr sz="2100" dirty="0">
                <a:latin typeface="Corbel"/>
                <a:cs typeface="Corbel"/>
              </a:rPr>
              <a:t>2</a:t>
            </a:r>
            <a:r>
              <a:rPr sz="2100" dirty="0">
                <a:latin typeface="Calibri"/>
                <a:cs typeface="Calibri"/>
              </a:rPr>
              <a:t>│</a:t>
            </a:r>
            <a:r>
              <a:rPr sz="2100" dirty="0">
                <a:latin typeface="Corbel"/>
                <a:cs typeface="Corbel"/>
              </a:rPr>
              <a:t>Module</a:t>
            </a:r>
            <a:r>
              <a:rPr sz="2100" spc="-70" dirty="0">
                <a:latin typeface="Corbel"/>
                <a:cs typeface="Corbel"/>
              </a:rPr>
              <a:t> </a:t>
            </a:r>
            <a:r>
              <a:rPr sz="2100" spc="-60" dirty="0">
                <a:latin typeface="Corbel"/>
                <a:cs typeface="Corbel"/>
              </a:rPr>
              <a:t>3</a:t>
            </a:r>
            <a:endParaRPr sz="2100">
              <a:latin typeface="Corbel"/>
              <a:cs typeface="Corbel"/>
            </a:endParaRPr>
          </a:p>
        </p:txBody>
      </p:sp>
      <p:grpSp>
        <p:nvGrpSpPr>
          <p:cNvPr id="13" name="object 13"/>
          <p:cNvGrpSpPr/>
          <p:nvPr/>
        </p:nvGrpSpPr>
        <p:grpSpPr>
          <a:xfrm>
            <a:off x="65314" y="6432684"/>
            <a:ext cx="360045" cy="360045"/>
            <a:chOff x="65314" y="6432684"/>
            <a:chExt cx="360045" cy="360045"/>
          </a:xfrm>
        </p:grpSpPr>
        <p:sp>
          <p:nvSpPr>
            <p:cNvPr id="14" name="object 14"/>
            <p:cNvSpPr/>
            <p:nvPr/>
          </p:nvSpPr>
          <p:spPr>
            <a:xfrm>
              <a:off x="65314" y="6432684"/>
              <a:ext cx="360045" cy="360045"/>
            </a:xfrm>
            <a:custGeom>
              <a:avLst/>
              <a:gdLst/>
              <a:ahLst/>
              <a:cxnLst/>
              <a:rect l="l" t="t" r="r" b="b"/>
              <a:pathLst>
                <a:path w="360045" h="360045">
                  <a:moveTo>
                    <a:pt x="360000" y="0"/>
                  </a:moveTo>
                  <a:lnTo>
                    <a:pt x="0" y="0"/>
                  </a:lnTo>
                  <a:lnTo>
                    <a:pt x="0" y="360000"/>
                  </a:lnTo>
                  <a:lnTo>
                    <a:pt x="360000" y="360000"/>
                  </a:lnTo>
                  <a:lnTo>
                    <a:pt x="360000"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60000" y="45000"/>
                  </a:lnTo>
                  <a:lnTo>
                    <a:pt x="360000" y="0"/>
                  </a:lnTo>
                  <a:close/>
                </a:path>
                <a:path w="360045" h="360045">
                  <a:moveTo>
                    <a:pt x="360000"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60000" y="315000"/>
                  </a:lnTo>
                  <a:lnTo>
                    <a:pt x="360000" y="45000"/>
                  </a:lnTo>
                  <a:close/>
                </a:path>
              </a:pathLst>
            </a:custGeom>
            <a:solidFill>
              <a:srgbClr val="1CADE4"/>
            </a:solidFill>
          </p:spPr>
          <p:txBody>
            <a:bodyPr wrap="square" lIns="0" tIns="0" rIns="0" bIns="0" rtlCol="0"/>
            <a:lstStyle/>
            <a:p>
              <a:endParaRPr/>
            </a:p>
          </p:txBody>
        </p:sp>
        <p:sp>
          <p:nvSpPr>
            <p:cNvPr id="15" name="object 15"/>
            <p:cNvSpPr/>
            <p:nvPr/>
          </p:nvSpPr>
          <p:spPr>
            <a:xfrm>
              <a:off x="110314"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6" name="object 16"/>
            <p:cNvPicPr/>
            <p:nvPr/>
          </p:nvPicPr>
          <p:blipFill>
            <a:blip r:embed="rId4" cstate="print"/>
            <a:stretch>
              <a:fillRect/>
            </a:stretch>
          </p:blipFill>
          <p:spPr>
            <a:xfrm>
              <a:off x="194690" y="6486122"/>
              <a:ext cx="101249" cy="227812"/>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33800" y="3959352"/>
            <a:ext cx="8028432" cy="1121664"/>
          </a:xfrm>
          <a:prstGeom prst="rect">
            <a:avLst/>
          </a:prstGeom>
        </p:spPr>
      </p:pic>
      <p:sp>
        <p:nvSpPr>
          <p:cNvPr id="3" name="object 3"/>
          <p:cNvSpPr txBox="1"/>
          <p:nvPr/>
        </p:nvSpPr>
        <p:spPr>
          <a:xfrm>
            <a:off x="4033540" y="3838955"/>
            <a:ext cx="7390765" cy="1290320"/>
          </a:xfrm>
          <a:prstGeom prst="rect">
            <a:avLst/>
          </a:prstGeom>
        </p:spPr>
        <p:txBody>
          <a:bodyPr vert="horz" wrap="square" lIns="0" tIns="246379" rIns="0" bIns="0" rtlCol="0">
            <a:spAutoFit/>
          </a:bodyPr>
          <a:lstStyle/>
          <a:p>
            <a:pPr marL="12700">
              <a:lnSpc>
                <a:spcPct val="100000"/>
              </a:lnSpc>
              <a:spcBef>
                <a:spcPts val="1939"/>
              </a:spcBef>
            </a:pPr>
            <a:r>
              <a:rPr sz="4000" dirty="0">
                <a:latin typeface="Corbel"/>
                <a:cs typeface="Corbel"/>
              </a:rPr>
              <a:t>010</a:t>
            </a:r>
            <a:r>
              <a:rPr sz="4000" spc="-35" dirty="0">
                <a:latin typeface="Corbel"/>
                <a:cs typeface="Corbel"/>
              </a:rPr>
              <a:t> </a:t>
            </a:r>
            <a:r>
              <a:rPr sz="4000" dirty="0">
                <a:latin typeface="Corbel"/>
                <a:cs typeface="Corbel"/>
              </a:rPr>
              <a:t>00</a:t>
            </a:r>
            <a:r>
              <a:rPr sz="4000" spc="-35" dirty="0">
                <a:latin typeface="Corbel"/>
                <a:cs typeface="Corbel"/>
              </a:rPr>
              <a:t> </a:t>
            </a:r>
            <a:r>
              <a:rPr sz="4000" dirty="0">
                <a:latin typeface="Corbel"/>
                <a:cs typeface="Corbel"/>
              </a:rPr>
              <a:t>00:</a:t>
            </a:r>
            <a:r>
              <a:rPr sz="4000" spc="-170" dirty="0">
                <a:latin typeface="Corbel"/>
                <a:cs typeface="Corbel"/>
              </a:rPr>
              <a:t> </a:t>
            </a:r>
            <a:r>
              <a:rPr sz="4000" spc="-10" dirty="0">
                <a:latin typeface="Corbel"/>
                <a:cs typeface="Corbel"/>
              </a:rPr>
              <a:t>General</a:t>
            </a:r>
            <a:r>
              <a:rPr sz="4000" spc="-145" dirty="0">
                <a:latin typeface="Corbel"/>
                <a:cs typeface="Corbel"/>
              </a:rPr>
              <a:t> </a:t>
            </a:r>
            <a:r>
              <a:rPr sz="4000" dirty="0">
                <a:latin typeface="Corbel"/>
                <a:cs typeface="Corbel"/>
              </a:rPr>
              <a:t>UAS</a:t>
            </a:r>
            <a:r>
              <a:rPr sz="4000" spc="-25" dirty="0">
                <a:latin typeface="Corbel"/>
                <a:cs typeface="Corbel"/>
              </a:rPr>
              <a:t> </a:t>
            </a:r>
            <a:r>
              <a:rPr sz="4000" spc="-10" dirty="0">
                <a:latin typeface="Corbel"/>
                <a:cs typeface="Corbel"/>
              </a:rPr>
              <a:t>Knowledge</a:t>
            </a:r>
            <a:endParaRPr sz="4000">
              <a:latin typeface="Corbel"/>
              <a:cs typeface="Corbel"/>
            </a:endParaRPr>
          </a:p>
          <a:p>
            <a:pPr marR="5715" algn="r">
              <a:lnSpc>
                <a:spcPct val="100000"/>
              </a:lnSpc>
              <a:spcBef>
                <a:spcPts val="919"/>
              </a:spcBef>
            </a:pPr>
            <a:r>
              <a:rPr sz="2000" dirty="0">
                <a:latin typeface="Corbel"/>
                <a:cs typeface="Corbel"/>
              </a:rPr>
              <a:t>Module</a:t>
            </a:r>
            <a:r>
              <a:rPr sz="2000" spc="-55" dirty="0">
                <a:latin typeface="Corbel"/>
                <a:cs typeface="Corbel"/>
              </a:rPr>
              <a:t> </a:t>
            </a:r>
            <a:r>
              <a:rPr sz="2000" spc="-50" dirty="0">
                <a:latin typeface="Corbel"/>
                <a:cs typeface="Corbel"/>
              </a:rPr>
              <a:t>1</a:t>
            </a:r>
            <a:endParaRPr sz="2000">
              <a:latin typeface="Corbel"/>
              <a:cs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7736205" cy="878205"/>
            <a:chOff x="1417319" y="414527"/>
            <a:chExt cx="7736205" cy="878205"/>
          </a:xfrm>
        </p:grpSpPr>
        <p:pic>
          <p:nvPicPr>
            <p:cNvPr id="4" name="object 4"/>
            <p:cNvPicPr/>
            <p:nvPr/>
          </p:nvPicPr>
          <p:blipFill>
            <a:blip r:embed="rId3" cstate="print"/>
            <a:stretch>
              <a:fillRect/>
            </a:stretch>
          </p:blipFill>
          <p:spPr>
            <a:xfrm>
              <a:off x="1417319" y="414527"/>
              <a:ext cx="3681983" cy="573024"/>
            </a:xfrm>
            <a:prstGeom prst="rect">
              <a:avLst/>
            </a:prstGeom>
          </p:spPr>
        </p:pic>
        <p:pic>
          <p:nvPicPr>
            <p:cNvPr id="5" name="object 5"/>
            <p:cNvPicPr/>
            <p:nvPr/>
          </p:nvPicPr>
          <p:blipFill>
            <a:blip r:embed="rId4" cstate="print"/>
            <a:stretch>
              <a:fillRect/>
            </a:stretch>
          </p:blipFill>
          <p:spPr>
            <a:xfrm>
              <a:off x="1417319" y="719327"/>
              <a:ext cx="773582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010</a:t>
            </a:r>
            <a:r>
              <a:rPr b="1" spc="-40" dirty="0">
                <a:latin typeface="Corbel"/>
                <a:cs typeface="Corbel"/>
              </a:rPr>
              <a:t> </a:t>
            </a:r>
            <a:r>
              <a:rPr b="1" dirty="0">
                <a:latin typeface="Corbel"/>
                <a:cs typeface="Corbel"/>
              </a:rPr>
              <a:t>00</a:t>
            </a:r>
            <a:r>
              <a:rPr b="1" spc="-35" dirty="0">
                <a:latin typeface="Corbel"/>
                <a:cs typeface="Corbel"/>
              </a:rPr>
              <a:t> </a:t>
            </a:r>
            <a:r>
              <a:rPr b="1" dirty="0">
                <a:latin typeface="Corbel"/>
                <a:cs typeface="Corbel"/>
              </a:rPr>
              <a:t>00:</a:t>
            </a:r>
            <a:r>
              <a:rPr b="1" spc="-30" dirty="0">
                <a:latin typeface="Corbel"/>
                <a:cs typeface="Corbel"/>
              </a:rPr>
              <a:t> </a:t>
            </a:r>
            <a:r>
              <a:rPr b="1" dirty="0">
                <a:latin typeface="Corbel"/>
                <a:cs typeface="Corbel"/>
              </a:rPr>
              <a:t>Introduction</a:t>
            </a:r>
            <a:r>
              <a:rPr b="1" spc="-30" dirty="0">
                <a:latin typeface="Corbel"/>
                <a:cs typeface="Corbel"/>
              </a:rPr>
              <a:t> </a:t>
            </a:r>
            <a:r>
              <a:rPr b="1" dirty="0">
                <a:latin typeface="Corbel"/>
                <a:cs typeface="Corbel"/>
              </a:rPr>
              <a:t>to</a:t>
            </a:r>
            <a:r>
              <a:rPr b="1" spc="-85" dirty="0">
                <a:latin typeface="Corbel"/>
                <a:cs typeface="Corbel"/>
              </a:rPr>
              <a:t> </a:t>
            </a:r>
            <a:r>
              <a:rPr b="1" spc="-25" dirty="0">
                <a:latin typeface="Corbel"/>
                <a:cs typeface="Corbel"/>
              </a:rPr>
              <a:t>UAS</a:t>
            </a:r>
          </a:p>
          <a:p>
            <a:pPr marL="12700">
              <a:lnSpc>
                <a:spcPct val="100000"/>
              </a:lnSpc>
            </a:pPr>
            <a:r>
              <a:rPr dirty="0"/>
              <a:t>010</a:t>
            </a:r>
            <a:r>
              <a:rPr spc="-45" dirty="0"/>
              <a:t> </a:t>
            </a:r>
            <a:r>
              <a:rPr dirty="0"/>
              <a:t>01</a:t>
            </a:r>
            <a:r>
              <a:rPr spc="-15" dirty="0"/>
              <a:t> </a:t>
            </a:r>
            <a:r>
              <a:rPr dirty="0"/>
              <a:t>01:</a:t>
            </a:r>
            <a:r>
              <a:rPr spc="-80" dirty="0"/>
              <a:t> </a:t>
            </a:r>
            <a:r>
              <a:rPr spc="-10" dirty="0"/>
              <a:t>Unmanned</a:t>
            </a:r>
            <a:r>
              <a:rPr spc="-90" dirty="0"/>
              <a:t> </a:t>
            </a:r>
            <a:r>
              <a:rPr dirty="0"/>
              <a:t>Aircraft</a:t>
            </a:r>
            <a:r>
              <a:rPr spc="-15" dirty="0"/>
              <a:t> </a:t>
            </a:r>
            <a:r>
              <a:rPr dirty="0"/>
              <a:t>(UA)</a:t>
            </a:r>
            <a:r>
              <a:rPr spc="-15" dirty="0"/>
              <a:t> </a:t>
            </a:r>
            <a:r>
              <a:rPr dirty="0"/>
              <a:t>&amp;</a:t>
            </a:r>
            <a:r>
              <a:rPr spc="-80" dirty="0"/>
              <a:t> </a:t>
            </a:r>
            <a:r>
              <a:rPr spc="-10" dirty="0"/>
              <a:t>Unmanned</a:t>
            </a:r>
            <a:r>
              <a:rPr spc="-90" dirty="0"/>
              <a:t> </a:t>
            </a:r>
            <a:r>
              <a:rPr dirty="0"/>
              <a:t>Aircraft</a:t>
            </a:r>
            <a:r>
              <a:rPr spc="-60" dirty="0"/>
              <a:t> </a:t>
            </a:r>
            <a:r>
              <a:rPr dirty="0"/>
              <a:t>System</a:t>
            </a:r>
            <a:r>
              <a:rPr spc="-20" dirty="0"/>
              <a:t> </a:t>
            </a:r>
            <a:r>
              <a:rPr spc="-10" dirty="0"/>
              <a:t>(UAS)</a:t>
            </a:r>
          </a:p>
        </p:txBody>
      </p:sp>
      <p:grpSp>
        <p:nvGrpSpPr>
          <p:cNvPr id="7" name="object 7"/>
          <p:cNvGrpSpPr/>
          <p:nvPr/>
        </p:nvGrpSpPr>
        <p:grpSpPr>
          <a:xfrm>
            <a:off x="7339583" y="1444890"/>
            <a:ext cx="4178935" cy="5413375"/>
            <a:chOff x="7339583" y="1444890"/>
            <a:chExt cx="4178935" cy="5413375"/>
          </a:xfrm>
        </p:grpSpPr>
        <p:pic>
          <p:nvPicPr>
            <p:cNvPr id="8" name="object 8"/>
            <p:cNvPicPr/>
            <p:nvPr/>
          </p:nvPicPr>
          <p:blipFill>
            <a:blip r:embed="rId5" cstate="print"/>
            <a:stretch>
              <a:fillRect/>
            </a:stretch>
          </p:blipFill>
          <p:spPr>
            <a:xfrm>
              <a:off x="7339583" y="3834383"/>
              <a:ext cx="4178808" cy="2426208"/>
            </a:xfrm>
            <a:prstGeom prst="rect">
              <a:avLst/>
            </a:prstGeom>
          </p:spPr>
        </p:pic>
        <p:pic>
          <p:nvPicPr>
            <p:cNvPr id="9" name="object 9"/>
            <p:cNvPicPr/>
            <p:nvPr/>
          </p:nvPicPr>
          <p:blipFill>
            <a:blip r:embed="rId6" cstate="print"/>
            <a:stretch>
              <a:fillRect/>
            </a:stretch>
          </p:blipFill>
          <p:spPr>
            <a:xfrm>
              <a:off x="7352768" y="1444890"/>
              <a:ext cx="4150253" cy="2398348"/>
            </a:xfrm>
            <a:prstGeom prst="rect">
              <a:avLst/>
            </a:prstGeom>
          </p:spPr>
        </p:pic>
        <p:pic>
          <p:nvPicPr>
            <p:cNvPr id="10" name="object 10"/>
            <p:cNvPicPr/>
            <p:nvPr/>
          </p:nvPicPr>
          <p:blipFill>
            <a:blip r:embed="rId7" cstate="print"/>
            <a:stretch>
              <a:fillRect/>
            </a:stretch>
          </p:blipFill>
          <p:spPr>
            <a:xfrm>
              <a:off x="7339583" y="6519671"/>
              <a:ext cx="4142231" cy="338328"/>
            </a:xfrm>
            <a:prstGeom prst="rect">
              <a:avLst/>
            </a:prstGeom>
          </p:spPr>
        </p:pic>
        <p:pic>
          <p:nvPicPr>
            <p:cNvPr id="11" name="object 11"/>
            <p:cNvPicPr/>
            <p:nvPr/>
          </p:nvPicPr>
          <p:blipFill>
            <a:blip r:embed="rId8" cstate="print"/>
            <a:stretch>
              <a:fillRect/>
            </a:stretch>
          </p:blipFill>
          <p:spPr>
            <a:xfrm>
              <a:off x="7352768" y="4560850"/>
              <a:ext cx="4116200" cy="1969169"/>
            </a:xfrm>
            <a:prstGeom prst="rect">
              <a:avLst/>
            </a:prstGeom>
          </p:spPr>
        </p:pic>
      </p:grpSp>
      <p:sp>
        <p:nvSpPr>
          <p:cNvPr id="12" name="object 12"/>
          <p:cNvSpPr txBox="1"/>
          <p:nvPr/>
        </p:nvSpPr>
        <p:spPr>
          <a:xfrm>
            <a:off x="8626680" y="5754116"/>
            <a:ext cx="2685415" cy="70231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Corbel"/>
                <a:cs typeface="Corbel"/>
              </a:rPr>
              <a:t>Command</a:t>
            </a:r>
            <a:r>
              <a:rPr sz="1200" spc="-25" dirty="0">
                <a:solidFill>
                  <a:srgbClr val="FFFFFF"/>
                </a:solidFill>
                <a:latin typeface="Corbel"/>
                <a:cs typeface="Corbel"/>
              </a:rPr>
              <a:t> </a:t>
            </a:r>
            <a:r>
              <a:rPr sz="1200" spc="-10" dirty="0">
                <a:solidFill>
                  <a:srgbClr val="FFFFFF"/>
                </a:solidFill>
                <a:latin typeface="Corbel"/>
                <a:cs typeface="Corbel"/>
              </a:rPr>
              <a:t>and</a:t>
            </a:r>
            <a:r>
              <a:rPr sz="1200" spc="-60" dirty="0">
                <a:solidFill>
                  <a:srgbClr val="FFFFFF"/>
                </a:solidFill>
                <a:latin typeface="Corbel"/>
                <a:cs typeface="Corbel"/>
              </a:rPr>
              <a:t> </a:t>
            </a:r>
            <a:r>
              <a:rPr sz="1200" dirty="0">
                <a:solidFill>
                  <a:srgbClr val="FFFFFF"/>
                </a:solidFill>
                <a:latin typeface="Corbel"/>
                <a:cs typeface="Corbel"/>
              </a:rPr>
              <a:t>Control</a:t>
            </a:r>
            <a:r>
              <a:rPr sz="1200" spc="-20" dirty="0">
                <a:solidFill>
                  <a:srgbClr val="FFFFFF"/>
                </a:solidFill>
                <a:latin typeface="Corbel"/>
                <a:cs typeface="Corbel"/>
              </a:rPr>
              <a:t> (C2)</a:t>
            </a:r>
            <a:r>
              <a:rPr sz="1200" spc="-35" dirty="0">
                <a:solidFill>
                  <a:srgbClr val="FFFFFF"/>
                </a:solidFill>
                <a:latin typeface="Corbel"/>
                <a:cs typeface="Corbel"/>
              </a:rPr>
              <a:t> </a:t>
            </a:r>
            <a:r>
              <a:rPr sz="1200" spc="-10" dirty="0">
                <a:solidFill>
                  <a:srgbClr val="FFFFFF"/>
                </a:solidFill>
                <a:latin typeface="Corbel"/>
                <a:cs typeface="Corbel"/>
              </a:rPr>
              <a:t>System</a:t>
            </a:r>
            <a:endParaRPr sz="1200">
              <a:latin typeface="Corbel"/>
              <a:cs typeface="Corbel"/>
            </a:endParaRPr>
          </a:p>
          <a:p>
            <a:pPr>
              <a:lnSpc>
                <a:spcPct val="100000"/>
              </a:lnSpc>
              <a:spcBef>
                <a:spcPts val="980"/>
              </a:spcBef>
            </a:pPr>
            <a:endParaRPr sz="1200">
              <a:latin typeface="Corbel"/>
              <a:cs typeface="Corbel"/>
            </a:endParaRPr>
          </a:p>
          <a:p>
            <a:pPr marL="1113790">
              <a:lnSpc>
                <a:spcPct val="100000"/>
              </a:lnSpc>
            </a:pPr>
            <a:r>
              <a:rPr sz="1200" spc="-10" dirty="0">
                <a:solidFill>
                  <a:srgbClr val="FFFFFF"/>
                </a:solidFill>
                <a:latin typeface="Corbel"/>
                <a:cs typeface="Corbel"/>
              </a:rPr>
              <a:t>Ground-based</a:t>
            </a:r>
            <a:r>
              <a:rPr sz="1200" dirty="0">
                <a:solidFill>
                  <a:srgbClr val="FFFFFF"/>
                </a:solidFill>
                <a:latin typeface="Corbel"/>
                <a:cs typeface="Corbel"/>
              </a:rPr>
              <a:t> </a:t>
            </a:r>
            <a:r>
              <a:rPr sz="1200" spc="-10" dirty="0">
                <a:solidFill>
                  <a:srgbClr val="FFFFFF"/>
                </a:solidFill>
                <a:latin typeface="Corbel"/>
                <a:cs typeface="Corbel"/>
              </a:rPr>
              <a:t>Controller</a:t>
            </a:r>
            <a:endParaRPr sz="1200">
              <a:latin typeface="Corbel"/>
              <a:cs typeface="Corbel"/>
            </a:endParaRPr>
          </a:p>
        </p:txBody>
      </p:sp>
      <p:grpSp>
        <p:nvGrpSpPr>
          <p:cNvPr id="13" name="object 13"/>
          <p:cNvGrpSpPr/>
          <p:nvPr/>
        </p:nvGrpSpPr>
        <p:grpSpPr>
          <a:xfrm>
            <a:off x="65314" y="6432684"/>
            <a:ext cx="360045" cy="360045"/>
            <a:chOff x="65314" y="6432684"/>
            <a:chExt cx="360045" cy="360045"/>
          </a:xfrm>
        </p:grpSpPr>
        <p:sp>
          <p:nvSpPr>
            <p:cNvPr id="14" name="object 14"/>
            <p:cNvSpPr/>
            <p:nvPr/>
          </p:nvSpPr>
          <p:spPr>
            <a:xfrm>
              <a:off x="65314" y="6432684"/>
              <a:ext cx="360045" cy="360045"/>
            </a:xfrm>
            <a:custGeom>
              <a:avLst/>
              <a:gdLst/>
              <a:ahLst/>
              <a:cxnLst/>
              <a:rect l="l" t="t" r="r" b="b"/>
              <a:pathLst>
                <a:path w="360045" h="360045">
                  <a:moveTo>
                    <a:pt x="360000" y="0"/>
                  </a:moveTo>
                  <a:lnTo>
                    <a:pt x="0" y="0"/>
                  </a:lnTo>
                  <a:lnTo>
                    <a:pt x="0" y="360000"/>
                  </a:lnTo>
                  <a:lnTo>
                    <a:pt x="360000" y="360000"/>
                  </a:lnTo>
                  <a:lnTo>
                    <a:pt x="360000"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60000" y="45000"/>
                  </a:lnTo>
                  <a:lnTo>
                    <a:pt x="360000" y="0"/>
                  </a:lnTo>
                  <a:close/>
                </a:path>
                <a:path w="360045" h="360045">
                  <a:moveTo>
                    <a:pt x="360000"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60000" y="315000"/>
                  </a:lnTo>
                  <a:lnTo>
                    <a:pt x="360000" y="45000"/>
                  </a:lnTo>
                  <a:close/>
                </a:path>
              </a:pathLst>
            </a:custGeom>
            <a:solidFill>
              <a:srgbClr val="1CADE4"/>
            </a:solidFill>
          </p:spPr>
          <p:txBody>
            <a:bodyPr wrap="square" lIns="0" tIns="0" rIns="0" bIns="0" rtlCol="0"/>
            <a:lstStyle/>
            <a:p>
              <a:endParaRPr/>
            </a:p>
          </p:txBody>
        </p:sp>
        <p:sp>
          <p:nvSpPr>
            <p:cNvPr id="15" name="object 15"/>
            <p:cNvSpPr/>
            <p:nvPr/>
          </p:nvSpPr>
          <p:spPr>
            <a:xfrm>
              <a:off x="110314"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6" name="object 16"/>
            <p:cNvPicPr/>
            <p:nvPr/>
          </p:nvPicPr>
          <p:blipFill>
            <a:blip r:embed="rId9" cstate="print"/>
            <a:stretch>
              <a:fillRect/>
            </a:stretch>
          </p:blipFill>
          <p:spPr>
            <a:xfrm>
              <a:off x="194690" y="6486122"/>
              <a:ext cx="101249" cy="227812"/>
            </a:xfrm>
            <a:prstGeom prst="rect">
              <a:avLst/>
            </a:prstGeom>
          </p:spPr>
        </p:pic>
      </p:grpSp>
      <p:sp>
        <p:nvSpPr>
          <p:cNvPr id="17" name="object 17"/>
          <p:cNvSpPr txBox="1"/>
          <p:nvPr/>
        </p:nvSpPr>
        <p:spPr>
          <a:xfrm>
            <a:off x="1563049" y="2282444"/>
            <a:ext cx="9446895" cy="2802255"/>
          </a:xfrm>
          <a:prstGeom prst="rect">
            <a:avLst/>
          </a:prstGeom>
        </p:spPr>
        <p:txBody>
          <a:bodyPr vert="horz" wrap="square" lIns="0" tIns="12700" rIns="0" bIns="0" rtlCol="0">
            <a:spAutoFit/>
          </a:bodyPr>
          <a:lstStyle/>
          <a:p>
            <a:pPr marL="12700" marR="6461125">
              <a:lnSpc>
                <a:spcPct val="147800"/>
              </a:lnSpc>
              <a:spcBef>
                <a:spcPts val="100"/>
              </a:spcBef>
            </a:pPr>
            <a:r>
              <a:rPr sz="1800" spc="-10" dirty="0">
                <a:latin typeface="Corbel"/>
                <a:cs typeface="Corbel"/>
              </a:rPr>
              <a:t>Unmanned</a:t>
            </a:r>
            <a:r>
              <a:rPr sz="1800" spc="-85" dirty="0">
                <a:latin typeface="Corbel"/>
                <a:cs typeface="Corbel"/>
              </a:rPr>
              <a:t> </a:t>
            </a:r>
            <a:r>
              <a:rPr sz="1800" dirty="0">
                <a:latin typeface="Corbel"/>
                <a:cs typeface="Corbel"/>
              </a:rPr>
              <a:t>Aircraft</a:t>
            </a:r>
            <a:r>
              <a:rPr sz="1800" spc="-20" dirty="0">
                <a:latin typeface="Corbel"/>
                <a:cs typeface="Corbel"/>
              </a:rPr>
              <a:t> (UA) </a:t>
            </a:r>
            <a:r>
              <a:rPr sz="1800" spc="-10" dirty="0">
                <a:latin typeface="Corbel"/>
                <a:cs typeface="Corbel"/>
              </a:rPr>
              <a:t>Unmanned</a:t>
            </a:r>
            <a:r>
              <a:rPr sz="1800" spc="-75" dirty="0">
                <a:latin typeface="Corbel"/>
                <a:cs typeface="Corbel"/>
              </a:rPr>
              <a:t> </a:t>
            </a:r>
            <a:r>
              <a:rPr sz="1800" spc="-10" dirty="0">
                <a:latin typeface="Corbel"/>
                <a:cs typeface="Corbel"/>
              </a:rPr>
              <a:t>Aerial</a:t>
            </a:r>
            <a:r>
              <a:rPr sz="1800" spc="-125" dirty="0">
                <a:latin typeface="Corbel"/>
                <a:cs typeface="Corbel"/>
              </a:rPr>
              <a:t> </a:t>
            </a:r>
            <a:r>
              <a:rPr sz="1800" spc="-10" dirty="0">
                <a:latin typeface="Corbel"/>
                <a:cs typeface="Corbel"/>
              </a:rPr>
              <a:t>Vehicle</a:t>
            </a:r>
            <a:r>
              <a:rPr sz="1800" spc="10" dirty="0">
                <a:latin typeface="Corbel"/>
                <a:cs typeface="Corbel"/>
              </a:rPr>
              <a:t> </a:t>
            </a:r>
            <a:r>
              <a:rPr sz="1800" spc="-20" dirty="0">
                <a:latin typeface="Corbel"/>
                <a:cs typeface="Corbel"/>
              </a:rPr>
              <a:t>(UAV) </a:t>
            </a:r>
            <a:r>
              <a:rPr sz="1800" spc="-10" dirty="0">
                <a:latin typeface="Corbel"/>
                <a:cs typeface="Corbel"/>
              </a:rPr>
              <a:t>Remotely</a:t>
            </a:r>
            <a:r>
              <a:rPr sz="1800" spc="-30" dirty="0">
                <a:latin typeface="Corbel"/>
                <a:cs typeface="Corbel"/>
              </a:rPr>
              <a:t> </a:t>
            </a:r>
            <a:r>
              <a:rPr sz="1800" spc="-10" dirty="0">
                <a:latin typeface="Corbel"/>
                <a:cs typeface="Corbel"/>
              </a:rPr>
              <a:t>Piloted</a:t>
            </a:r>
            <a:r>
              <a:rPr sz="1800" spc="-80" dirty="0">
                <a:latin typeface="Corbel"/>
                <a:cs typeface="Corbel"/>
              </a:rPr>
              <a:t> </a:t>
            </a:r>
            <a:r>
              <a:rPr sz="1800" dirty="0">
                <a:latin typeface="Corbel"/>
                <a:cs typeface="Corbel"/>
              </a:rPr>
              <a:t>Aircraft</a:t>
            </a:r>
            <a:r>
              <a:rPr sz="1800" spc="-15" dirty="0">
                <a:latin typeface="Corbel"/>
                <a:cs typeface="Corbel"/>
              </a:rPr>
              <a:t> </a:t>
            </a:r>
            <a:r>
              <a:rPr sz="1800" spc="-20" dirty="0">
                <a:latin typeface="Corbel"/>
                <a:cs typeface="Corbel"/>
              </a:rPr>
              <a:t>(RPA)</a:t>
            </a:r>
            <a:endParaRPr sz="1800" dirty="0">
              <a:latin typeface="Corbel"/>
              <a:cs typeface="Corbel"/>
            </a:endParaRPr>
          </a:p>
          <a:p>
            <a:pPr>
              <a:lnSpc>
                <a:spcPct val="100000"/>
              </a:lnSpc>
              <a:spcBef>
                <a:spcPts val="2175"/>
              </a:spcBef>
            </a:pPr>
            <a:endParaRPr sz="1800" dirty="0">
              <a:latin typeface="Corbel"/>
              <a:cs typeface="Corbel"/>
            </a:endParaRPr>
          </a:p>
          <a:p>
            <a:pPr marL="12700" marR="5080">
              <a:lnSpc>
                <a:spcPts val="2090"/>
              </a:lnSpc>
            </a:pPr>
            <a:r>
              <a:rPr sz="1800" dirty="0">
                <a:latin typeface="Corbel"/>
                <a:cs typeface="Corbel"/>
              </a:rPr>
              <a:t>UA</a:t>
            </a:r>
            <a:r>
              <a:rPr sz="1800" spc="-30" dirty="0">
                <a:latin typeface="Corbel"/>
                <a:cs typeface="Corbel"/>
              </a:rPr>
              <a:t> </a:t>
            </a:r>
            <a:r>
              <a:rPr sz="1800" dirty="0">
                <a:latin typeface="Corbel"/>
                <a:cs typeface="Corbel"/>
              </a:rPr>
              <a:t>/</a:t>
            </a:r>
            <a:r>
              <a:rPr sz="1800" spc="-65" dirty="0">
                <a:latin typeface="Corbel"/>
                <a:cs typeface="Corbel"/>
              </a:rPr>
              <a:t> </a:t>
            </a:r>
            <a:r>
              <a:rPr sz="1800" spc="-20" dirty="0">
                <a:latin typeface="Corbel"/>
                <a:cs typeface="Corbel"/>
              </a:rPr>
              <a:t>UAV</a:t>
            </a:r>
            <a:r>
              <a:rPr sz="1800" spc="-30" dirty="0">
                <a:latin typeface="Corbel"/>
                <a:cs typeface="Corbel"/>
              </a:rPr>
              <a:t> </a:t>
            </a:r>
            <a:r>
              <a:rPr sz="1800" dirty="0">
                <a:latin typeface="Corbel"/>
                <a:cs typeface="Corbel"/>
              </a:rPr>
              <a:t>/</a:t>
            </a:r>
            <a:r>
              <a:rPr sz="1800" spc="-15" dirty="0">
                <a:latin typeface="Corbel"/>
                <a:cs typeface="Corbel"/>
              </a:rPr>
              <a:t> </a:t>
            </a:r>
            <a:r>
              <a:rPr sz="1800" spc="-40" dirty="0">
                <a:latin typeface="Corbel"/>
                <a:cs typeface="Corbel"/>
              </a:rPr>
              <a:t>RPA</a:t>
            </a:r>
            <a:r>
              <a:rPr sz="1800" spc="-30" dirty="0">
                <a:latin typeface="Corbel"/>
                <a:cs typeface="Corbel"/>
              </a:rPr>
              <a:t> </a:t>
            </a:r>
            <a:r>
              <a:rPr sz="1800" dirty="0">
                <a:latin typeface="Corbel"/>
                <a:cs typeface="Corbel"/>
              </a:rPr>
              <a:t>is</a:t>
            </a:r>
            <a:r>
              <a:rPr sz="1800" spc="-25" dirty="0">
                <a:latin typeface="Corbel"/>
                <a:cs typeface="Corbel"/>
              </a:rPr>
              <a:t> </a:t>
            </a:r>
            <a:r>
              <a:rPr sz="1800" dirty="0">
                <a:latin typeface="Corbel"/>
                <a:cs typeface="Corbel"/>
              </a:rPr>
              <a:t>an</a:t>
            </a:r>
            <a:r>
              <a:rPr sz="1800" spc="-25" dirty="0">
                <a:latin typeface="Corbel"/>
                <a:cs typeface="Corbel"/>
              </a:rPr>
              <a:t> </a:t>
            </a:r>
            <a:r>
              <a:rPr sz="1800" dirty="0">
                <a:latin typeface="Corbel"/>
                <a:cs typeface="Corbel"/>
              </a:rPr>
              <a:t>aircraft</a:t>
            </a:r>
            <a:r>
              <a:rPr sz="1800" spc="-20" dirty="0">
                <a:latin typeface="Corbel"/>
                <a:cs typeface="Corbel"/>
              </a:rPr>
              <a:t> </a:t>
            </a:r>
            <a:r>
              <a:rPr sz="1800" dirty="0">
                <a:latin typeface="Corbel"/>
                <a:cs typeface="Corbel"/>
              </a:rPr>
              <a:t>that</a:t>
            </a:r>
            <a:r>
              <a:rPr sz="1800" spc="-25" dirty="0">
                <a:latin typeface="Corbel"/>
                <a:cs typeface="Corbel"/>
              </a:rPr>
              <a:t> </a:t>
            </a:r>
            <a:r>
              <a:rPr sz="1800" dirty="0">
                <a:latin typeface="Corbel"/>
                <a:cs typeface="Corbel"/>
              </a:rPr>
              <a:t>can</a:t>
            </a:r>
            <a:r>
              <a:rPr sz="1800" spc="-25" dirty="0">
                <a:latin typeface="Corbel"/>
                <a:cs typeface="Corbel"/>
              </a:rPr>
              <a:t> </a:t>
            </a:r>
            <a:r>
              <a:rPr sz="1800" dirty="0">
                <a:latin typeface="Corbel"/>
                <a:cs typeface="Corbel"/>
              </a:rPr>
              <a:t>be</a:t>
            </a:r>
            <a:r>
              <a:rPr sz="1800" spc="-15" dirty="0">
                <a:latin typeface="Corbel"/>
                <a:cs typeface="Corbel"/>
              </a:rPr>
              <a:t> </a:t>
            </a:r>
            <a:r>
              <a:rPr sz="1800" dirty="0">
                <a:latin typeface="Corbel"/>
                <a:cs typeface="Corbel"/>
              </a:rPr>
              <a:t>flown</a:t>
            </a:r>
            <a:r>
              <a:rPr sz="1800" spc="-25" dirty="0">
                <a:latin typeface="Corbel"/>
                <a:cs typeface="Corbel"/>
              </a:rPr>
              <a:t> </a:t>
            </a:r>
            <a:r>
              <a:rPr sz="1800" dirty="0">
                <a:latin typeface="Corbel"/>
                <a:cs typeface="Corbel"/>
              </a:rPr>
              <a:t>or</a:t>
            </a:r>
            <a:r>
              <a:rPr sz="1800" spc="-20" dirty="0">
                <a:latin typeface="Corbel"/>
                <a:cs typeface="Corbel"/>
              </a:rPr>
              <a:t> </a:t>
            </a:r>
            <a:r>
              <a:rPr sz="1800" dirty="0">
                <a:latin typeface="Corbel"/>
                <a:cs typeface="Corbel"/>
              </a:rPr>
              <a:t>used</a:t>
            </a:r>
            <a:r>
              <a:rPr sz="1800" spc="-25" dirty="0">
                <a:latin typeface="Corbel"/>
                <a:cs typeface="Corbel"/>
              </a:rPr>
              <a:t> </a:t>
            </a:r>
            <a:r>
              <a:rPr sz="1800" dirty="0">
                <a:latin typeface="Corbel"/>
                <a:cs typeface="Corbel"/>
              </a:rPr>
              <a:t>without</a:t>
            </a:r>
            <a:r>
              <a:rPr sz="1800" spc="-25" dirty="0">
                <a:latin typeface="Corbel"/>
                <a:cs typeface="Corbel"/>
              </a:rPr>
              <a:t> </a:t>
            </a:r>
            <a:r>
              <a:rPr sz="1800" dirty="0">
                <a:latin typeface="Corbel"/>
                <a:cs typeface="Corbel"/>
              </a:rPr>
              <a:t>a</a:t>
            </a:r>
            <a:r>
              <a:rPr sz="1800" spc="-15" dirty="0">
                <a:latin typeface="Corbel"/>
                <a:cs typeface="Corbel"/>
              </a:rPr>
              <a:t> </a:t>
            </a:r>
            <a:r>
              <a:rPr sz="1800" dirty="0">
                <a:latin typeface="Corbel"/>
                <a:cs typeface="Corbel"/>
              </a:rPr>
              <a:t>person</a:t>
            </a:r>
            <a:r>
              <a:rPr sz="1800" spc="-25" dirty="0">
                <a:latin typeface="Corbel"/>
                <a:cs typeface="Corbel"/>
              </a:rPr>
              <a:t> </a:t>
            </a:r>
            <a:r>
              <a:rPr sz="1800" dirty="0">
                <a:latin typeface="Corbel"/>
                <a:cs typeface="Corbel"/>
              </a:rPr>
              <a:t>on</a:t>
            </a:r>
            <a:r>
              <a:rPr sz="1800" spc="-20" dirty="0">
                <a:latin typeface="Corbel"/>
                <a:cs typeface="Corbel"/>
              </a:rPr>
              <a:t> </a:t>
            </a:r>
            <a:r>
              <a:rPr sz="1800" dirty="0">
                <a:latin typeface="Corbel"/>
                <a:cs typeface="Corbel"/>
              </a:rPr>
              <a:t>board</a:t>
            </a:r>
            <a:r>
              <a:rPr sz="1800" spc="-25"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operate</a:t>
            </a:r>
            <a:r>
              <a:rPr sz="1800" spc="-15" dirty="0">
                <a:latin typeface="Corbel"/>
                <a:cs typeface="Corbel"/>
              </a:rPr>
              <a:t> </a:t>
            </a:r>
            <a:r>
              <a:rPr sz="1800" dirty="0">
                <a:latin typeface="Corbel"/>
                <a:cs typeface="Corbel"/>
              </a:rPr>
              <a:t>it.</a:t>
            </a:r>
            <a:r>
              <a:rPr sz="1800" spc="-25" dirty="0">
                <a:latin typeface="Corbel"/>
                <a:cs typeface="Corbel"/>
              </a:rPr>
              <a:t> </a:t>
            </a:r>
            <a:r>
              <a:rPr sz="1800" dirty="0">
                <a:latin typeface="Corbel"/>
                <a:cs typeface="Corbel"/>
              </a:rPr>
              <a:t>In</a:t>
            </a:r>
            <a:r>
              <a:rPr sz="1800" spc="-20" dirty="0">
                <a:latin typeface="Corbel"/>
                <a:cs typeface="Corbel"/>
              </a:rPr>
              <a:t> </a:t>
            </a:r>
            <a:r>
              <a:rPr sz="1800" spc="-25" dirty="0">
                <a:latin typeface="Corbel"/>
                <a:cs typeface="Corbel"/>
              </a:rPr>
              <a:t>our </a:t>
            </a:r>
            <a:r>
              <a:rPr sz="1800" dirty="0">
                <a:latin typeface="Corbel"/>
                <a:cs typeface="Corbel"/>
              </a:rPr>
              <a:t>everyday</a:t>
            </a:r>
            <a:r>
              <a:rPr sz="1800" spc="-35" dirty="0">
                <a:latin typeface="Corbel"/>
                <a:cs typeface="Corbel"/>
              </a:rPr>
              <a:t> </a:t>
            </a:r>
            <a:r>
              <a:rPr sz="1800" dirty="0">
                <a:latin typeface="Corbel"/>
                <a:cs typeface="Corbel"/>
              </a:rPr>
              <a:t>life,</a:t>
            </a:r>
            <a:r>
              <a:rPr sz="1800" spc="-35" dirty="0">
                <a:latin typeface="Corbel"/>
                <a:cs typeface="Corbel"/>
              </a:rPr>
              <a:t> </a:t>
            </a:r>
            <a:r>
              <a:rPr sz="1800" dirty="0">
                <a:latin typeface="Corbel"/>
                <a:cs typeface="Corbel"/>
              </a:rPr>
              <a:t>they</a:t>
            </a:r>
            <a:r>
              <a:rPr sz="1800" spc="-35" dirty="0">
                <a:latin typeface="Corbel"/>
                <a:cs typeface="Corbel"/>
              </a:rPr>
              <a:t> </a:t>
            </a:r>
            <a:r>
              <a:rPr sz="1800" dirty="0">
                <a:latin typeface="Corbel"/>
                <a:cs typeface="Corbel"/>
              </a:rPr>
              <a:t>are</a:t>
            </a:r>
            <a:r>
              <a:rPr sz="1800" spc="-30" dirty="0">
                <a:latin typeface="Corbel"/>
                <a:cs typeface="Corbel"/>
              </a:rPr>
              <a:t> </a:t>
            </a:r>
            <a:r>
              <a:rPr sz="1800" dirty="0">
                <a:latin typeface="Corbel"/>
                <a:cs typeface="Corbel"/>
              </a:rPr>
              <a:t>also</a:t>
            </a:r>
            <a:r>
              <a:rPr sz="1800" spc="-35" dirty="0">
                <a:latin typeface="Corbel"/>
                <a:cs typeface="Corbel"/>
              </a:rPr>
              <a:t> </a:t>
            </a:r>
            <a:r>
              <a:rPr sz="1800" dirty="0">
                <a:latin typeface="Corbel"/>
                <a:cs typeface="Corbel"/>
              </a:rPr>
              <a:t>commonly</a:t>
            </a:r>
            <a:r>
              <a:rPr sz="1800" spc="-35" dirty="0">
                <a:latin typeface="Corbel"/>
                <a:cs typeface="Corbel"/>
              </a:rPr>
              <a:t> </a:t>
            </a:r>
            <a:r>
              <a:rPr sz="1800" dirty="0">
                <a:latin typeface="Corbel"/>
                <a:cs typeface="Corbel"/>
              </a:rPr>
              <a:t>known</a:t>
            </a:r>
            <a:r>
              <a:rPr sz="1800" spc="-30" dirty="0">
                <a:latin typeface="Corbel"/>
                <a:cs typeface="Corbel"/>
              </a:rPr>
              <a:t> </a:t>
            </a:r>
            <a:r>
              <a:rPr sz="1800" dirty="0">
                <a:latin typeface="Corbel"/>
                <a:cs typeface="Corbel"/>
              </a:rPr>
              <a:t>as</a:t>
            </a:r>
            <a:r>
              <a:rPr sz="1800" spc="-40" dirty="0">
                <a:latin typeface="Corbel"/>
                <a:cs typeface="Corbel"/>
              </a:rPr>
              <a:t> </a:t>
            </a:r>
            <a:r>
              <a:rPr sz="1800" spc="-10" dirty="0">
                <a:latin typeface="Corbel"/>
                <a:cs typeface="Corbel"/>
              </a:rPr>
              <a:t>‘drones’</a:t>
            </a:r>
            <a:endParaRPr sz="1800" dirty="0">
              <a:latin typeface="Corbel"/>
              <a:cs typeface="Corbel"/>
            </a:endParaRPr>
          </a:p>
          <a:p>
            <a:pPr marL="5954395">
              <a:lnSpc>
                <a:spcPct val="100000"/>
              </a:lnSpc>
              <a:spcBef>
                <a:spcPts val="40"/>
              </a:spcBef>
            </a:pPr>
            <a:r>
              <a:rPr sz="1200" b="1" u="sng" spc="-10" dirty="0">
                <a:solidFill>
                  <a:srgbClr val="FFFFFF"/>
                </a:solidFill>
                <a:uFill>
                  <a:solidFill>
                    <a:srgbClr val="FFFFFF"/>
                  </a:solidFill>
                </a:uFill>
                <a:latin typeface="Corbel"/>
                <a:cs typeface="Corbel"/>
              </a:rPr>
              <a:t>Unmanned</a:t>
            </a:r>
            <a:r>
              <a:rPr sz="1200" b="1" u="sng" spc="-55" dirty="0">
                <a:solidFill>
                  <a:srgbClr val="FFFFFF"/>
                </a:solidFill>
                <a:uFill>
                  <a:solidFill>
                    <a:srgbClr val="FFFFFF"/>
                  </a:solidFill>
                </a:uFill>
                <a:latin typeface="Corbel"/>
                <a:cs typeface="Corbel"/>
              </a:rPr>
              <a:t> </a:t>
            </a:r>
            <a:r>
              <a:rPr sz="1200" b="1" u="sng" dirty="0">
                <a:solidFill>
                  <a:srgbClr val="FFFFFF"/>
                </a:solidFill>
                <a:uFill>
                  <a:solidFill>
                    <a:srgbClr val="FFFFFF"/>
                  </a:solidFill>
                </a:uFill>
                <a:latin typeface="Corbel"/>
                <a:cs typeface="Corbel"/>
              </a:rPr>
              <a:t>Aircraft</a:t>
            </a:r>
            <a:r>
              <a:rPr sz="1200" b="1" u="sng" spc="-55" dirty="0">
                <a:solidFill>
                  <a:srgbClr val="FFFFFF"/>
                </a:solidFill>
                <a:uFill>
                  <a:solidFill>
                    <a:srgbClr val="FFFFFF"/>
                  </a:solidFill>
                </a:uFill>
                <a:latin typeface="Corbel"/>
                <a:cs typeface="Corbel"/>
              </a:rPr>
              <a:t> </a:t>
            </a:r>
            <a:r>
              <a:rPr sz="1200" b="1" u="sng" dirty="0">
                <a:solidFill>
                  <a:srgbClr val="FFFFFF"/>
                </a:solidFill>
                <a:uFill>
                  <a:solidFill>
                    <a:srgbClr val="FFFFFF"/>
                  </a:solidFill>
                </a:uFill>
                <a:latin typeface="Corbel"/>
                <a:cs typeface="Corbel"/>
              </a:rPr>
              <a:t>System</a:t>
            </a:r>
            <a:r>
              <a:rPr sz="1200" b="1" u="sng" spc="-15" dirty="0">
                <a:solidFill>
                  <a:srgbClr val="FFFFFF"/>
                </a:solidFill>
                <a:uFill>
                  <a:solidFill>
                    <a:srgbClr val="FFFFFF"/>
                  </a:solidFill>
                </a:uFill>
                <a:latin typeface="Corbel"/>
                <a:cs typeface="Corbel"/>
              </a:rPr>
              <a:t> </a:t>
            </a:r>
            <a:r>
              <a:rPr sz="1200" b="1" u="sng" dirty="0">
                <a:solidFill>
                  <a:srgbClr val="FFFFFF"/>
                </a:solidFill>
                <a:uFill>
                  <a:solidFill>
                    <a:srgbClr val="FFFFFF"/>
                  </a:solidFill>
                </a:uFill>
                <a:latin typeface="Corbel"/>
                <a:cs typeface="Corbel"/>
              </a:rPr>
              <a:t>consist</a:t>
            </a:r>
            <a:r>
              <a:rPr sz="1200" b="1" u="sng" spc="-20" dirty="0">
                <a:solidFill>
                  <a:srgbClr val="FFFFFF"/>
                </a:solidFill>
                <a:uFill>
                  <a:solidFill>
                    <a:srgbClr val="FFFFFF"/>
                  </a:solidFill>
                </a:uFill>
                <a:latin typeface="Corbel"/>
                <a:cs typeface="Corbel"/>
              </a:rPr>
              <a:t> </a:t>
            </a:r>
            <a:r>
              <a:rPr sz="1200" b="1" u="sng" spc="-25" dirty="0">
                <a:solidFill>
                  <a:srgbClr val="FFFFFF"/>
                </a:solidFill>
                <a:uFill>
                  <a:solidFill>
                    <a:srgbClr val="FFFFFF"/>
                  </a:solidFill>
                </a:uFill>
                <a:latin typeface="Corbel"/>
                <a:cs typeface="Corbel"/>
              </a:rPr>
              <a:t>of:</a:t>
            </a:r>
            <a:endParaRPr sz="1200" dirty="0">
              <a:latin typeface="Corbel"/>
              <a:cs typeface="Corbel"/>
            </a:endParaRPr>
          </a:p>
          <a:p>
            <a:pPr marL="6176010">
              <a:lnSpc>
                <a:spcPct val="100000"/>
              </a:lnSpc>
              <a:spcBef>
                <a:spcPts val="815"/>
              </a:spcBef>
            </a:pPr>
            <a:r>
              <a:rPr sz="1200" spc="-10" dirty="0">
                <a:solidFill>
                  <a:srgbClr val="FFFFFF"/>
                </a:solidFill>
                <a:latin typeface="Corbel"/>
                <a:cs typeface="Corbel"/>
              </a:rPr>
              <a:t>Unmanned</a:t>
            </a:r>
            <a:r>
              <a:rPr sz="1200" spc="-55" dirty="0">
                <a:solidFill>
                  <a:srgbClr val="FFFFFF"/>
                </a:solidFill>
                <a:latin typeface="Corbel"/>
                <a:cs typeface="Corbel"/>
              </a:rPr>
              <a:t> </a:t>
            </a:r>
            <a:r>
              <a:rPr sz="1200" dirty="0">
                <a:solidFill>
                  <a:srgbClr val="FFFFFF"/>
                </a:solidFill>
                <a:latin typeface="Corbel"/>
                <a:cs typeface="Corbel"/>
              </a:rPr>
              <a:t>Aircraft </a:t>
            </a:r>
            <a:r>
              <a:rPr sz="1200" spc="-20" dirty="0">
                <a:solidFill>
                  <a:srgbClr val="FFFFFF"/>
                </a:solidFill>
                <a:latin typeface="Corbel"/>
                <a:cs typeface="Corbel"/>
              </a:rPr>
              <a:t>(UA)</a:t>
            </a:r>
            <a:endParaRPr sz="1200" dirty="0">
              <a:latin typeface="Corbel"/>
              <a:cs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7120128"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010</a:t>
            </a:r>
            <a:r>
              <a:rPr spc="-40" dirty="0"/>
              <a:t> </a:t>
            </a:r>
            <a:r>
              <a:rPr dirty="0"/>
              <a:t>01</a:t>
            </a:r>
            <a:r>
              <a:rPr spc="-35" dirty="0"/>
              <a:t> </a:t>
            </a:r>
            <a:r>
              <a:rPr dirty="0"/>
              <a:t>02:</a:t>
            </a:r>
            <a:r>
              <a:rPr spc="-35" dirty="0"/>
              <a:t> </a:t>
            </a:r>
            <a:r>
              <a:rPr dirty="0"/>
              <a:t>Different</a:t>
            </a:r>
            <a:r>
              <a:rPr spc="-30" dirty="0"/>
              <a:t> </a:t>
            </a:r>
            <a:r>
              <a:rPr dirty="0"/>
              <a:t>categories</a:t>
            </a:r>
            <a:r>
              <a:rPr spc="-30" dirty="0"/>
              <a:t> </a:t>
            </a:r>
            <a:r>
              <a:rPr dirty="0"/>
              <a:t>of</a:t>
            </a:r>
            <a:r>
              <a:rPr spc="-90" dirty="0"/>
              <a:t> </a:t>
            </a:r>
            <a:r>
              <a:rPr dirty="0"/>
              <a:t>UA</a:t>
            </a:r>
            <a:r>
              <a:rPr spc="-30" dirty="0"/>
              <a:t> </a:t>
            </a:r>
            <a:r>
              <a:rPr dirty="0"/>
              <a:t>and</a:t>
            </a:r>
            <a:r>
              <a:rPr spc="-35" dirty="0"/>
              <a:t> </a:t>
            </a:r>
            <a:r>
              <a:rPr dirty="0"/>
              <a:t>its</a:t>
            </a:r>
            <a:r>
              <a:rPr spc="-30" dirty="0"/>
              <a:t> </a:t>
            </a:r>
            <a:r>
              <a:rPr dirty="0"/>
              <a:t>operating</a:t>
            </a:r>
            <a:r>
              <a:rPr spc="-35" dirty="0"/>
              <a:t> </a:t>
            </a:r>
            <a:r>
              <a:rPr spc="-10" dirty="0"/>
              <a:t>principles:</a:t>
            </a:r>
          </a:p>
        </p:txBody>
      </p:sp>
      <p:grpSp>
        <p:nvGrpSpPr>
          <p:cNvPr id="5" name="object 5"/>
          <p:cNvGrpSpPr/>
          <p:nvPr/>
        </p:nvGrpSpPr>
        <p:grpSpPr>
          <a:xfrm>
            <a:off x="1458911" y="2461985"/>
            <a:ext cx="2391410" cy="3872229"/>
            <a:chOff x="1458911" y="2461985"/>
            <a:chExt cx="2391410" cy="3872229"/>
          </a:xfrm>
        </p:grpSpPr>
        <p:pic>
          <p:nvPicPr>
            <p:cNvPr id="6" name="object 6"/>
            <p:cNvPicPr/>
            <p:nvPr/>
          </p:nvPicPr>
          <p:blipFill>
            <a:blip r:embed="rId4" cstate="print"/>
            <a:stretch>
              <a:fillRect/>
            </a:stretch>
          </p:blipFill>
          <p:spPr>
            <a:xfrm>
              <a:off x="1484311" y="3463245"/>
              <a:ext cx="2342464" cy="1696924"/>
            </a:xfrm>
            <a:prstGeom prst="rect">
              <a:avLst/>
            </a:prstGeom>
          </p:spPr>
        </p:pic>
        <p:sp>
          <p:nvSpPr>
            <p:cNvPr id="7" name="object 7"/>
            <p:cNvSpPr/>
            <p:nvPr/>
          </p:nvSpPr>
          <p:spPr>
            <a:xfrm>
              <a:off x="1484311" y="2487385"/>
              <a:ext cx="2340610" cy="3821429"/>
            </a:xfrm>
            <a:custGeom>
              <a:avLst/>
              <a:gdLst/>
              <a:ahLst/>
              <a:cxnLst/>
              <a:rect l="l" t="t" r="r" b="b"/>
              <a:pathLst>
                <a:path w="2340610" h="3821429">
                  <a:moveTo>
                    <a:pt x="0" y="130617"/>
                  </a:moveTo>
                  <a:lnTo>
                    <a:pt x="10264" y="79775"/>
                  </a:lnTo>
                  <a:lnTo>
                    <a:pt x="38257" y="38257"/>
                  </a:lnTo>
                  <a:lnTo>
                    <a:pt x="79775" y="10264"/>
                  </a:lnTo>
                  <a:lnTo>
                    <a:pt x="130618" y="0"/>
                  </a:lnTo>
                  <a:lnTo>
                    <a:pt x="2209382" y="0"/>
                  </a:lnTo>
                  <a:lnTo>
                    <a:pt x="2260224" y="10264"/>
                  </a:lnTo>
                  <a:lnTo>
                    <a:pt x="2301742" y="38257"/>
                  </a:lnTo>
                  <a:lnTo>
                    <a:pt x="2329735" y="79775"/>
                  </a:lnTo>
                  <a:lnTo>
                    <a:pt x="2340000" y="130617"/>
                  </a:lnTo>
                  <a:lnTo>
                    <a:pt x="2340000" y="3690267"/>
                  </a:lnTo>
                  <a:lnTo>
                    <a:pt x="2329735" y="3741109"/>
                  </a:lnTo>
                  <a:lnTo>
                    <a:pt x="2301742" y="3782627"/>
                  </a:lnTo>
                  <a:lnTo>
                    <a:pt x="2260224" y="3810620"/>
                  </a:lnTo>
                  <a:lnTo>
                    <a:pt x="2209382" y="3820885"/>
                  </a:lnTo>
                  <a:lnTo>
                    <a:pt x="130618" y="3820885"/>
                  </a:lnTo>
                  <a:lnTo>
                    <a:pt x="79775" y="3810620"/>
                  </a:lnTo>
                  <a:lnTo>
                    <a:pt x="38257" y="3782627"/>
                  </a:lnTo>
                  <a:lnTo>
                    <a:pt x="10264" y="3741109"/>
                  </a:lnTo>
                  <a:lnTo>
                    <a:pt x="0" y="3690267"/>
                  </a:lnTo>
                  <a:lnTo>
                    <a:pt x="0" y="130617"/>
                  </a:lnTo>
                  <a:close/>
                </a:path>
              </a:pathLst>
            </a:custGeom>
            <a:ln w="50800">
              <a:solidFill>
                <a:srgbClr val="FF0000"/>
              </a:solidFill>
            </a:ln>
          </p:spPr>
          <p:txBody>
            <a:bodyPr wrap="square" lIns="0" tIns="0" rIns="0" bIns="0" rtlCol="0"/>
            <a:lstStyle/>
            <a:p>
              <a:endParaRPr/>
            </a:p>
          </p:txBody>
        </p:sp>
      </p:grpSp>
      <p:grpSp>
        <p:nvGrpSpPr>
          <p:cNvPr id="8" name="object 8"/>
          <p:cNvGrpSpPr/>
          <p:nvPr/>
        </p:nvGrpSpPr>
        <p:grpSpPr>
          <a:xfrm>
            <a:off x="6564590" y="2461982"/>
            <a:ext cx="2391410" cy="3872229"/>
            <a:chOff x="6564590" y="2461982"/>
            <a:chExt cx="2391410" cy="3872229"/>
          </a:xfrm>
        </p:grpSpPr>
        <p:pic>
          <p:nvPicPr>
            <p:cNvPr id="9" name="object 9"/>
            <p:cNvPicPr/>
            <p:nvPr/>
          </p:nvPicPr>
          <p:blipFill>
            <a:blip r:embed="rId5" cstate="print"/>
            <a:stretch>
              <a:fillRect/>
            </a:stretch>
          </p:blipFill>
          <p:spPr>
            <a:xfrm>
              <a:off x="6700412" y="3767041"/>
              <a:ext cx="2138705" cy="1030873"/>
            </a:xfrm>
            <a:prstGeom prst="rect">
              <a:avLst/>
            </a:prstGeom>
          </p:spPr>
        </p:pic>
        <p:sp>
          <p:nvSpPr>
            <p:cNvPr id="10" name="object 10"/>
            <p:cNvSpPr/>
            <p:nvPr/>
          </p:nvSpPr>
          <p:spPr>
            <a:xfrm>
              <a:off x="6589990" y="2487382"/>
              <a:ext cx="2340610" cy="3821429"/>
            </a:xfrm>
            <a:custGeom>
              <a:avLst/>
              <a:gdLst/>
              <a:ahLst/>
              <a:cxnLst/>
              <a:rect l="l" t="t" r="r" b="b"/>
              <a:pathLst>
                <a:path w="2340609" h="3821429">
                  <a:moveTo>
                    <a:pt x="0" y="121304"/>
                  </a:moveTo>
                  <a:lnTo>
                    <a:pt x="9532" y="74087"/>
                  </a:lnTo>
                  <a:lnTo>
                    <a:pt x="35529" y="35529"/>
                  </a:lnTo>
                  <a:lnTo>
                    <a:pt x="74087" y="9532"/>
                  </a:lnTo>
                  <a:lnTo>
                    <a:pt x="121304" y="0"/>
                  </a:lnTo>
                  <a:lnTo>
                    <a:pt x="2218696" y="0"/>
                  </a:lnTo>
                  <a:lnTo>
                    <a:pt x="2265912" y="9532"/>
                  </a:lnTo>
                  <a:lnTo>
                    <a:pt x="2304470" y="35529"/>
                  </a:lnTo>
                  <a:lnTo>
                    <a:pt x="2330467" y="74087"/>
                  </a:lnTo>
                  <a:lnTo>
                    <a:pt x="2340000" y="121304"/>
                  </a:lnTo>
                  <a:lnTo>
                    <a:pt x="2340000" y="3699583"/>
                  </a:lnTo>
                  <a:lnTo>
                    <a:pt x="2330467" y="3746799"/>
                  </a:lnTo>
                  <a:lnTo>
                    <a:pt x="2304470" y="3785357"/>
                  </a:lnTo>
                  <a:lnTo>
                    <a:pt x="2265912" y="3811354"/>
                  </a:lnTo>
                  <a:lnTo>
                    <a:pt x="2218696" y="3820887"/>
                  </a:lnTo>
                  <a:lnTo>
                    <a:pt x="121304" y="3820887"/>
                  </a:lnTo>
                  <a:lnTo>
                    <a:pt x="74087" y="3811354"/>
                  </a:lnTo>
                  <a:lnTo>
                    <a:pt x="35529" y="3785357"/>
                  </a:lnTo>
                  <a:lnTo>
                    <a:pt x="9532" y="3746799"/>
                  </a:lnTo>
                  <a:lnTo>
                    <a:pt x="0" y="3699583"/>
                  </a:lnTo>
                  <a:lnTo>
                    <a:pt x="0" y="121304"/>
                  </a:lnTo>
                  <a:close/>
                </a:path>
              </a:pathLst>
            </a:custGeom>
            <a:ln w="50800">
              <a:solidFill>
                <a:srgbClr val="FF0000"/>
              </a:solidFill>
            </a:ln>
          </p:spPr>
          <p:txBody>
            <a:bodyPr wrap="square" lIns="0" tIns="0" rIns="0" bIns="0" rtlCol="0"/>
            <a:lstStyle/>
            <a:p>
              <a:endParaRPr/>
            </a:p>
          </p:txBody>
        </p:sp>
      </p:grpSp>
      <p:grpSp>
        <p:nvGrpSpPr>
          <p:cNvPr id="11" name="object 11"/>
          <p:cNvGrpSpPr/>
          <p:nvPr/>
        </p:nvGrpSpPr>
        <p:grpSpPr>
          <a:xfrm>
            <a:off x="3997971" y="2461985"/>
            <a:ext cx="2391410" cy="3872229"/>
            <a:chOff x="3997971" y="2461985"/>
            <a:chExt cx="2391410" cy="3872229"/>
          </a:xfrm>
        </p:grpSpPr>
        <p:pic>
          <p:nvPicPr>
            <p:cNvPr id="12" name="object 12"/>
            <p:cNvPicPr/>
            <p:nvPr/>
          </p:nvPicPr>
          <p:blipFill>
            <a:blip r:embed="rId6" cstate="print"/>
            <a:stretch>
              <a:fillRect/>
            </a:stretch>
          </p:blipFill>
          <p:spPr>
            <a:xfrm>
              <a:off x="4023371" y="3040404"/>
              <a:ext cx="2332000" cy="1800000"/>
            </a:xfrm>
            <a:prstGeom prst="rect">
              <a:avLst/>
            </a:prstGeom>
          </p:spPr>
        </p:pic>
        <p:pic>
          <p:nvPicPr>
            <p:cNvPr id="13" name="object 13"/>
            <p:cNvPicPr/>
            <p:nvPr/>
          </p:nvPicPr>
          <p:blipFill>
            <a:blip r:embed="rId7" cstate="print"/>
            <a:stretch>
              <a:fillRect/>
            </a:stretch>
          </p:blipFill>
          <p:spPr>
            <a:xfrm>
              <a:off x="4116979" y="5136262"/>
              <a:ext cx="2136134" cy="839581"/>
            </a:xfrm>
            <a:prstGeom prst="rect">
              <a:avLst/>
            </a:prstGeom>
          </p:spPr>
        </p:pic>
        <p:sp>
          <p:nvSpPr>
            <p:cNvPr id="14" name="object 14"/>
            <p:cNvSpPr/>
            <p:nvPr/>
          </p:nvSpPr>
          <p:spPr>
            <a:xfrm>
              <a:off x="4023371" y="2487385"/>
              <a:ext cx="2340610" cy="3821429"/>
            </a:xfrm>
            <a:custGeom>
              <a:avLst/>
              <a:gdLst/>
              <a:ahLst/>
              <a:cxnLst/>
              <a:rect l="l" t="t" r="r" b="b"/>
              <a:pathLst>
                <a:path w="2340610" h="3821429">
                  <a:moveTo>
                    <a:pt x="0" y="130618"/>
                  </a:moveTo>
                  <a:lnTo>
                    <a:pt x="10264" y="79775"/>
                  </a:lnTo>
                  <a:lnTo>
                    <a:pt x="38257" y="38257"/>
                  </a:lnTo>
                  <a:lnTo>
                    <a:pt x="79775" y="10264"/>
                  </a:lnTo>
                  <a:lnTo>
                    <a:pt x="130618" y="0"/>
                  </a:lnTo>
                  <a:lnTo>
                    <a:pt x="2209382" y="0"/>
                  </a:lnTo>
                  <a:lnTo>
                    <a:pt x="2260224" y="10264"/>
                  </a:lnTo>
                  <a:lnTo>
                    <a:pt x="2301742" y="38257"/>
                  </a:lnTo>
                  <a:lnTo>
                    <a:pt x="2329735" y="79775"/>
                  </a:lnTo>
                  <a:lnTo>
                    <a:pt x="2340000" y="130618"/>
                  </a:lnTo>
                  <a:lnTo>
                    <a:pt x="2340000" y="3690268"/>
                  </a:lnTo>
                  <a:lnTo>
                    <a:pt x="2329735" y="3741110"/>
                  </a:lnTo>
                  <a:lnTo>
                    <a:pt x="2301742" y="3782628"/>
                  </a:lnTo>
                  <a:lnTo>
                    <a:pt x="2260224" y="3810621"/>
                  </a:lnTo>
                  <a:lnTo>
                    <a:pt x="2209382" y="3820886"/>
                  </a:lnTo>
                  <a:lnTo>
                    <a:pt x="130618" y="3820886"/>
                  </a:lnTo>
                  <a:lnTo>
                    <a:pt x="79775" y="3810621"/>
                  </a:lnTo>
                  <a:lnTo>
                    <a:pt x="38257" y="3782628"/>
                  </a:lnTo>
                  <a:lnTo>
                    <a:pt x="10264" y="3741110"/>
                  </a:lnTo>
                  <a:lnTo>
                    <a:pt x="0" y="3690268"/>
                  </a:lnTo>
                  <a:lnTo>
                    <a:pt x="0" y="130618"/>
                  </a:lnTo>
                  <a:close/>
                </a:path>
              </a:pathLst>
            </a:custGeom>
            <a:ln w="50800">
              <a:solidFill>
                <a:srgbClr val="FF0000"/>
              </a:solidFill>
            </a:ln>
          </p:spPr>
          <p:txBody>
            <a:bodyPr wrap="square" lIns="0" tIns="0" rIns="0" bIns="0" rtlCol="0"/>
            <a:lstStyle/>
            <a:p>
              <a:endParaRPr/>
            </a:p>
          </p:txBody>
        </p:sp>
      </p:grpSp>
      <p:sp>
        <p:nvSpPr>
          <p:cNvPr id="15" name="object 15"/>
          <p:cNvSpPr txBox="1"/>
          <p:nvPr/>
        </p:nvSpPr>
        <p:spPr>
          <a:xfrm>
            <a:off x="1601307" y="2544571"/>
            <a:ext cx="120205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1.</a:t>
            </a:r>
            <a:r>
              <a:rPr sz="1800" spc="-90" dirty="0">
                <a:latin typeface="Corbel"/>
                <a:cs typeface="Corbel"/>
              </a:rPr>
              <a:t> </a:t>
            </a:r>
            <a:r>
              <a:rPr sz="1800" spc="-10" dirty="0">
                <a:latin typeface="Corbel"/>
                <a:cs typeface="Corbel"/>
              </a:rPr>
              <a:t>Aeroplane</a:t>
            </a:r>
            <a:endParaRPr sz="1800">
              <a:latin typeface="Corbel"/>
              <a:cs typeface="Corbel"/>
            </a:endParaRPr>
          </a:p>
        </p:txBody>
      </p:sp>
      <p:sp>
        <p:nvSpPr>
          <p:cNvPr id="16" name="object 16"/>
          <p:cNvSpPr/>
          <p:nvPr/>
        </p:nvSpPr>
        <p:spPr>
          <a:xfrm>
            <a:off x="9164609" y="2487381"/>
            <a:ext cx="2340610" cy="3821429"/>
          </a:xfrm>
          <a:custGeom>
            <a:avLst/>
            <a:gdLst/>
            <a:ahLst/>
            <a:cxnLst/>
            <a:rect l="l" t="t" r="r" b="b"/>
            <a:pathLst>
              <a:path w="2340609" h="3821429">
                <a:moveTo>
                  <a:pt x="0" y="121304"/>
                </a:moveTo>
                <a:lnTo>
                  <a:pt x="9532" y="74087"/>
                </a:lnTo>
                <a:lnTo>
                  <a:pt x="35529" y="35529"/>
                </a:lnTo>
                <a:lnTo>
                  <a:pt x="74087" y="9532"/>
                </a:lnTo>
                <a:lnTo>
                  <a:pt x="121304" y="0"/>
                </a:lnTo>
                <a:lnTo>
                  <a:pt x="2218696" y="0"/>
                </a:lnTo>
                <a:lnTo>
                  <a:pt x="2265912" y="9532"/>
                </a:lnTo>
                <a:lnTo>
                  <a:pt x="2304470" y="35529"/>
                </a:lnTo>
                <a:lnTo>
                  <a:pt x="2330467" y="74087"/>
                </a:lnTo>
                <a:lnTo>
                  <a:pt x="2340000" y="121304"/>
                </a:lnTo>
                <a:lnTo>
                  <a:pt x="2340000" y="3699584"/>
                </a:lnTo>
                <a:lnTo>
                  <a:pt x="2330467" y="3746800"/>
                </a:lnTo>
                <a:lnTo>
                  <a:pt x="2304470" y="3785358"/>
                </a:lnTo>
                <a:lnTo>
                  <a:pt x="2265912" y="3811355"/>
                </a:lnTo>
                <a:lnTo>
                  <a:pt x="2218696" y="3820888"/>
                </a:lnTo>
                <a:lnTo>
                  <a:pt x="121304" y="3820888"/>
                </a:lnTo>
                <a:lnTo>
                  <a:pt x="74087" y="3811355"/>
                </a:lnTo>
                <a:lnTo>
                  <a:pt x="35529" y="3785358"/>
                </a:lnTo>
                <a:lnTo>
                  <a:pt x="9532" y="3746800"/>
                </a:lnTo>
                <a:lnTo>
                  <a:pt x="0" y="3699584"/>
                </a:lnTo>
                <a:lnTo>
                  <a:pt x="0" y="121304"/>
                </a:lnTo>
                <a:close/>
              </a:path>
            </a:pathLst>
          </a:custGeom>
          <a:ln w="50800">
            <a:solidFill>
              <a:srgbClr val="FF0000"/>
            </a:solidFill>
          </a:ln>
        </p:spPr>
        <p:txBody>
          <a:bodyPr wrap="square" lIns="0" tIns="0" rIns="0" bIns="0" rtlCol="0"/>
          <a:lstStyle/>
          <a:p>
            <a:endParaRPr/>
          </a:p>
        </p:txBody>
      </p:sp>
      <p:sp>
        <p:nvSpPr>
          <p:cNvPr id="17" name="object 17"/>
          <p:cNvSpPr txBox="1"/>
          <p:nvPr/>
        </p:nvSpPr>
        <p:spPr>
          <a:xfrm>
            <a:off x="9278879" y="2544571"/>
            <a:ext cx="89979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4.</a:t>
            </a:r>
            <a:r>
              <a:rPr sz="1800" spc="-90" dirty="0">
                <a:latin typeface="Corbel"/>
                <a:cs typeface="Corbel"/>
              </a:rPr>
              <a:t> </a:t>
            </a:r>
            <a:r>
              <a:rPr sz="1800" spc="-10" dirty="0">
                <a:latin typeface="Corbel"/>
                <a:cs typeface="Corbel"/>
              </a:rPr>
              <a:t>Airship</a:t>
            </a:r>
            <a:endParaRPr sz="1800">
              <a:latin typeface="Corbel"/>
              <a:cs typeface="Corbel"/>
            </a:endParaRPr>
          </a:p>
        </p:txBody>
      </p:sp>
      <p:sp>
        <p:nvSpPr>
          <p:cNvPr id="18" name="object 18"/>
          <p:cNvSpPr txBox="1"/>
          <p:nvPr/>
        </p:nvSpPr>
        <p:spPr>
          <a:xfrm>
            <a:off x="6704259" y="2544571"/>
            <a:ext cx="140144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3.</a:t>
            </a:r>
            <a:r>
              <a:rPr sz="1800" spc="60" dirty="0">
                <a:latin typeface="Corbel"/>
                <a:cs typeface="Corbel"/>
              </a:rPr>
              <a:t> </a:t>
            </a:r>
            <a:r>
              <a:rPr sz="1800" spc="-25" dirty="0">
                <a:latin typeface="Corbel"/>
                <a:cs typeface="Corbel"/>
              </a:rPr>
              <a:t>Powered-</a:t>
            </a:r>
            <a:r>
              <a:rPr sz="1800" spc="-20" dirty="0">
                <a:latin typeface="Corbel"/>
                <a:cs typeface="Corbel"/>
              </a:rPr>
              <a:t>lift</a:t>
            </a:r>
            <a:endParaRPr sz="1800">
              <a:latin typeface="Corbel"/>
              <a:cs typeface="Corbel"/>
            </a:endParaRPr>
          </a:p>
        </p:txBody>
      </p:sp>
      <p:sp>
        <p:nvSpPr>
          <p:cNvPr id="19" name="object 19"/>
          <p:cNvSpPr/>
          <p:nvPr/>
        </p:nvSpPr>
        <p:spPr>
          <a:xfrm>
            <a:off x="1484309" y="1451161"/>
            <a:ext cx="10019030" cy="768985"/>
          </a:xfrm>
          <a:custGeom>
            <a:avLst/>
            <a:gdLst/>
            <a:ahLst/>
            <a:cxnLst/>
            <a:rect l="l" t="t" r="r" b="b"/>
            <a:pathLst>
              <a:path w="10019030" h="768985">
                <a:moveTo>
                  <a:pt x="0" y="167954"/>
                </a:moveTo>
                <a:lnTo>
                  <a:pt x="5999" y="123305"/>
                </a:lnTo>
                <a:lnTo>
                  <a:pt x="22930" y="83184"/>
                </a:lnTo>
                <a:lnTo>
                  <a:pt x="49192" y="49192"/>
                </a:lnTo>
                <a:lnTo>
                  <a:pt x="83184" y="22930"/>
                </a:lnTo>
                <a:lnTo>
                  <a:pt x="123304" y="5999"/>
                </a:lnTo>
                <a:lnTo>
                  <a:pt x="167953" y="0"/>
                </a:lnTo>
                <a:lnTo>
                  <a:pt x="9850759" y="0"/>
                </a:lnTo>
                <a:lnTo>
                  <a:pt x="9895407" y="5999"/>
                </a:lnTo>
                <a:lnTo>
                  <a:pt x="9935528" y="22930"/>
                </a:lnTo>
                <a:lnTo>
                  <a:pt x="9969520" y="49192"/>
                </a:lnTo>
                <a:lnTo>
                  <a:pt x="9995782" y="83184"/>
                </a:lnTo>
                <a:lnTo>
                  <a:pt x="10012713" y="123305"/>
                </a:lnTo>
                <a:lnTo>
                  <a:pt x="10018713" y="167954"/>
                </a:lnTo>
                <a:lnTo>
                  <a:pt x="10018713" y="601014"/>
                </a:lnTo>
                <a:lnTo>
                  <a:pt x="10012713" y="645663"/>
                </a:lnTo>
                <a:lnTo>
                  <a:pt x="9995782" y="685784"/>
                </a:lnTo>
                <a:lnTo>
                  <a:pt x="9969520" y="719776"/>
                </a:lnTo>
                <a:lnTo>
                  <a:pt x="9935528" y="746038"/>
                </a:lnTo>
                <a:lnTo>
                  <a:pt x="9895407" y="762969"/>
                </a:lnTo>
                <a:lnTo>
                  <a:pt x="9850759" y="768969"/>
                </a:lnTo>
                <a:lnTo>
                  <a:pt x="167953" y="768969"/>
                </a:lnTo>
                <a:lnTo>
                  <a:pt x="123304" y="762969"/>
                </a:lnTo>
                <a:lnTo>
                  <a:pt x="83184" y="746038"/>
                </a:lnTo>
                <a:lnTo>
                  <a:pt x="49192" y="719776"/>
                </a:lnTo>
                <a:lnTo>
                  <a:pt x="22930" y="685784"/>
                </a:lnTo>
                <a:lnTo>
                  <a:pt x="5999" y="645663"/>
                </a:lnTo>
                <a:lnTo>
                  <a:pt x="0" y="601014"/>
                </a:lnTo>
                <a:lnTo>
                  <a:pt x="0" y="167954"/>
                </a:lnTo>
                <a:close/>
              </a:path>
            </a:pathLst>
          </a:custGeom>
          <a:ln w="50800">
            <a:solidFill>
              <a:srgbClr val="FF0000"/>
            </a:solidFill>
          </a:ln>
        </p:spPr>
        <p:txBody>
          <a:bodyPr wrap="square" lIns="0" tIns="0" rIns="0" bIns="0" rtlCol="0"/>
          <a:lstStyle/>
          <a:p>
            <a:endParaRPr/>
          </a:p>
        </p:txBody>
      </p:sp>
      <p:sp>
        <p:nvSpPr>
          <p:cNvPr id="20" name="object 20"/>
          <p:cNvSpPr txBox="1"/>
          <p:nvPr/>
        </p:nvSpPr>
        <p:spPr>
          <a:xfrm>
            <a:off x="5338220" y="1672844"/>
            <a:ext cx="23114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Unmanned</a:t>
            </a:r>
            <a:r>
              <a:rPr sz="1800" spc="-85" dirty="0">
                <a:latin typeface="Corbel"/>
                <a:cs typeface="Corbel"/>
              </a:rPr>
              <a:t> </a:t>
            </a:r>
            <a:r>
              <a:rPr sz="1800" dirty="0">
                <a:latin typeface="Corbel"/>
                <a:cs typeface="Corbel"/>
              </a:rPr>
              <a:t>Aircraft</a:t>
            </a:r>
            <a:r>
              <a:rPr sz="1800" spc="-20" dirty="0">
                <a:latin typeface="Corbel"/>
                <a:cs typeface="Corbel"/>
              </a:rPr>
              <a:t> (UA)</a:t>
            </a:r>
            <a:endParaRPr sz="1800">
              <a:latin typeface="Corbel"/>
              <a:cs typeface="Corbel"/>
            </a:endParaRPr>
          </a:p>
        </p:txBody>
      </p:sp>
      <p:sp>
        <p:nvSpPr>
          <p:cNvPr id="21" name="object 21"/>
          <p:cNvSpPr txBox="1"/>
          <p:nvPr/>
        </p:nvSpPr>
        <p:spPr>
          <a:xfrm>
            <a:off x="4240010" y="4720844"/>
            <a:ext cx="12217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ii.</a:t>
            </a:r>
            <a:r>
              <a:rPr sz="1800" spc="-20" dirty="0">
                <a:latin typeface="Corbel"/>
                <a:cs typeface="Corbel"/>
              </a:rPr>
              <a:t> </a:t>
            </a:r>
            <a:r>
              <a:rPr sz="1800" spc="-10" dirty="0">
                <a:latin typeface="Corbel"/>
                <a:cs typeface="Corbel"/>
              </a:rPr>
              <a:t>Helicopter</a:t>
            </a:r>
            <a:endParaRPr sz="1800">
              <a:latin typeface="Corbel"/>
              <a:cs typeface="Corbel"/>
            </a:endParaRPr>
          </a:p>
        </p:txBody>
      </p:sp>
      <p:sp>
        <p:nvSpPr>
          <p:cNvPr id="22" name="object 22"/>
          <p:cNvSpPr txBox="1"/>
          <p:nvPr/>
        </p:nvSpPr>
        <p:spPr>
          <a:xfrm>
            <a:off x="4140367" y="2511043"/>
            <a:ext cx="1259840" cy="641350"/>
          </a:xfrm>
          <a:prstGeom prst="rect">
            <a:avLst/>
          </a:prstGeom>
        </p:spPr>
        <p:txBody>
          <a:bodyPr vert="horz" wrap="square" lIns="0" tIns="46355" rIns="0" bIns="0" rtlCol="0">
            <a:spAutoFit/>
          </a:bodyPr>
          <a:lstStyle/>
          <a:p>
            <a:pPr marL="12700">
              <a:lnSpc>
                <a:spcPct val="100000"/>
              </a:lnSpc>
              <a:spcBef>
                <a:spcPts val="365"/>
              </a:spcBef>
            </a:pPr>
            <a:r>
              <a:rPr sz="1800" dirty="0">
                <a:latin typeface="Corbel"/>
                <a:cs typeface="Corbel"/>
              </a:rPr>
              <a:t>2.</a:t>
            </a:r>
            <a:r>
              <a:rPr sz="1800" spc="-15" dirty="0">
                <a:latin typeface="Corbel"/>
                <a:cs typeface="Corbel"/>
              </a:rPr>
              <a:t> </a:t>
            </a:r>
            <a:r>
              <a:rPr sz="1800" spc="-10" dirty="0">
                <a:latin typeface="Corbel"/>
                <a:cs typeface="Corbel"/>
              </a:rPr>
              <a:t>Rotorcraft</a:t>
            </a:r>
            <a:endParaRPr sz="1800">
              <a:latin typeface="Corbel"/>
              <a:cs typeface="Corbel"/>
            </a:endParaRPr>
          </a:p>
          <a:p>
            <a:pPr marL="121285">
              <a:lnSpc>
                <a:spcPct val="100000"/>
              </a:lnSpc>
              <a:spcBef>
                <a:spcPts val="260"/>
              </a:spcBef>
            </a:pPr>
            <a:r>
              <a:rPr sz="1800" dirty="0">
                <a:latin typeface="Corbel"/>
                <a:cs typeface="Corbel"/>
              </a:rPr>
              <a:t>i.</a:t>
            </a:r>
            <a:r>
              <a:rPr sz="1800" spc="-5" dirty="0">
                <a:latin typeface="Corbel"/>
                <a:cs typeface="Corbel"/>
              </a:rPr>
              <a:t> </a:t>
            </a:r>
            <a:r>
              <a:rPr sz="1800" spc="-10" dirty="0">
                <a:latin typeface="Corbel"/>
                <a:cs typeface="Corbel"/>
              </a:rPr>
              <a:t>Multirotor</a:t>
            </a:r>
            <a:endParaRPr sz="1800">
              <a:latin typeface="Corbel"/>
              <a:cs typeface="Corbel"/>
            </a:endParaRPr>
          </a:p>
        </p:txBody>
      </p:sp>
      <p:pic>
        <p:nvPicPr>
          <p:cNvPr id="23" name="object 23"/>
          <p:cNvPicPr/>
          <p:nvPr/>
        </p:nvPicPr>
        <p:blipFill>
          <a:blip r:embed="rId8" cstate="print"/>
          <a:stretch>
            <a:fillRect/>
          </a:stretch>
        </p:blipFill>
        <p:spPr>
          <a:xfrm>
            <a:off x="9164609" y="3928498"/>
            <a:ext cx="2338412" cy="11432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0863" y="554227"/>
            <a:ext cx="4175760" cy="1278255"/>
          </a:xfrm>
          <a:prstGeom prst="rect">
            <a:avLst/>
          </a:prstGeom>
        </p:spPr>
        <p:txBody>
          <a:bodyPr vert="horz" wrap="square" lIns="0" tIns="41910" rIns="0" bIns="0" rtlCol="0">
            <a:spAutoFit/>
          </a:bodyPr>
          <a:lstStyle/>
          <a:p>
            <a:pPr marL="12700" marR="5080" algn="just">
              <a:lnSpc>
                <a:spcPct val="89200"/>
              </a:lnSpc>
              <a:spcBef>
                <a:spcPts val="330"/>
              </a:spcBef>
            </a:pPr>
            <a:r>
              <a:rPr sz="1800" dirty="0"/>
              <a:t>1.</a:t>
            </a:r>
            <a:r>
              <a:rPr sz="1800" spc="275" dirty="0"/>
              <a:t> </a:t>
            </a:r>
            <a:r>
              <a:rPr sz="1800" b="1" u="sng" dirty="0">
                <a:uFill>
                  <a:solidFill>
                    <a:srgbClr val="000000"/>
                  </a:solidFill>
                </a:uFill>
                <a:latin typeface="Corbel"/>
                <a:cs typeface="Corbel"/>
              </a:rPr>
              <a:t>Aeroplane</a:t>
            </a:r>
            <a:r>
              <a:rPr sz="1800" b="1" spc="275" dirty="0">
                <a:latin typeface="Corbel"/>
                <a:cs typeface="Corbel"/>
              </a:rPr>
              <a:t> </a:t>
            </a:r>
            <a:r>
              <a:rPr sz="1800" dirty="0"/>
              <a:t>a</a:t>
            </a:r>
            <a:r>
              <a:rPr sz="1800" spc="285" dirty="0"/>
              <a:t> </a:t>
            </a:r>
            <a:r>
              <a:rPr sz="1800" spc="-30" dirty="0"/>
              <a:t>power-</a:t>
            </a:r>
            <a:r>
              <a:rPr sz="1800" dirty="0"/>
              <a:t>driven</a:t>
            </a:r>
            <a:r>
              <a:rPr sz="1800" spc="280" dirty="0"/>
              <a:t> </a:t>
            </a:r>
            <a:r>
              <a:rPr sz="1800" spc="-25" dirty="0"/>
              <a:t>heavier-</a:t>
            </a:r>
            <a:r>
              <a:rPr sz="1800" spc="-10" dirty="0"/>
              <a:t>than- </a:t>
            </a:r>
            <a:r>
              <a:rPr sz="1800" dirty="0"/>
              <a:t>air</a:t>
            </a:r>
            <a:r>
              <a:rPr sz="1800" spc="305" dirty="0"/>
              <a:t> </a:t>
            </a:r>
            <a:r>
              <a:rPr sz="1800" dirty="0"/>
              <a:t>aircraft,</a:t>
            </a:r>
            <a:r>
              <a:rPr sz="1800" spc="315" dirty="0"/>
              <a:t> </a:t>
            </a:r>
            <a:r>
              <a:rPr sz="1800" dirty="0"/>
              <a:t>deriving</a:t>
            </a:r>
            <a:r>
              <a:rPr sz="1800" spc="300" dirty="0"/>
              <a:t> </a:t>
            </a:r>
            <a:r>
              <a:rPr sz="1800" dirty="0"/>
              <a:t>its</a:t>
            </a:r>
            <a:r>
              <a:rPr sz="1800" spc="310" dirty="0"/>
              <a:t> </a:t>
            </a:r>
            <a:r>
              <a:rPr sz="1800" dirty="0"/>
              <a:t>lift</a:t>
            </a:r>
            <a:r>
              <a:rPr sz="1800" spc="305" dirty="0"/>
              <a:t> </a:t>
            </a:r>
            <a:r>
              <a:rPr sz="1800" dirty="0"/>
              <a:t>in</a:t>
            </a:r>
            <a:r>
              <a:rPr sz="1800" spc="315" dirty="0"/>
              <a:t> </a:t>
            </a:r>
            <a:r>
              <a:rPr sz="1800" dirty="0"/>
              <a:t>flight</a:t>
            </a:r>
            <a:r>
              <a:rPr sz="1800" spc="310" dirty="0"/>
              <a:t> </a:t>
            </a:r>
            <a:r>
              <a:rPr sz="1800" spc="-10" dirty="0"/>
              <a:t>chiefly </a:t>
            </a:r>
            <a:r>
              <a:rPr sz="1800" dirty="0"/>
              <a:t>from</a:t>
            </a:r>
            <a:r>
              <a:rPr sz="1800" spc="170" dirty="0"/>
              <a:t>  </a:t>
            </a:r>
            <a:r>
              <a:rPr sz="1800" dirty="0"/>
              <a:t>aerodynamic</a:t>
            </a:r>
            <a:r>
              <a:rPr sz="1800" spc="175" dirty="0"/>
              <a:t>  </a:t>
            </a:r>
            <a:r>
              <a:rPr sz="1800" dirty="0"/>
              <a:t>reactions</a:t>
            </a:r>
            <a:r>
              <a:rPr sz="1800" spc="175" dirty="0"/>
              <a:t>  </a:t>
            </a:r>
            <a:r>
              <a:rPr sz="1800" dirty="0"/>
              <a:t>on</a:t>
            </a:r>
            <a:r>
              <a:rPr sz="1800" spc="175" dirty="0"/>
              <a:t>  </a:t>
            </a:r>
            <a:r>
              <a:rPr sz="1800" spc="-10" dirty="0"/>
              <a:t>surfaces </a:t>
            </a:r>
            <a:r>
              <a:rPr sz="1800" dirty="0"/>
              <a:t>which</a:t>
            </a:r>
            <a:r>
              <a:rPr sz="1800" spc="250" dirty="0"/>
              <a:t> </a:t>
            </a:r>
            <a:r>
              <a:rPr sz="1800" dirty="0"/>
              <a:t>remain</a:t>
            </a:r>
            <a:r>
              <a:rPr sz="1800" spc="245" dirty="0"/>
              <a:t> </a:t>
            </a:r>
            <a:r>
              <a:rPr sz="1800" dirty="0"/>
              <a:t>fixed</a:t>
            </a:r>
            <a:r>
              <a:rPr sz="1800" spc="245" dirty="0"/>
              <a:t> </a:t>
            </a:r>
            <a:r>
              <a:rPr sz="1800" dirty="0"/>
              <a:t>under</a:t>
            </a:r>
            <a:r>
              <a:rPr sz="1800" spc="245" dirty="0"/>
              <a:t> </a:t>
            </a:r>
            <a:r>
              <a:rPr sz="1800" dirty="0"/>
              <a:t>given</a:t>
            </a:r>
            <a:r>
              <a:rPr sz="1800" spc="250" dirty="0"/>
              <a:t> </a:t>
            </a:r>
            <a:r>
              <a:rPr sz="1800" spc="-10" dirty="0"/>
              <a:t>conditions </a:t>
            </a:r>
            <a:r>
              <a:rPr sz="1800" dirty="0"/>
              <a:t>of</a:t>
            </a:r>
            <a:r>
              <a:rPr sz="1800" spc="-20" dirty="0"/>
              <a:t> </a:t>
            </a:r>
            <a:r>
              <a:rPr sz="1800" spc="-10" dirty="0"/>
              <a:t>flight.</a:t>
            </a:r>
            <a:endParaRPr sz="1800" dirty="0">
              <a:latin typeface="Corbel"/>
              <a:cs typeface="Corbel"/>
            </a:endParaRPr>
          </a:p>
        </p:txBody>
      </p:sp>
      <p:sp>
        <p:nvSpPr>
          <p:cNvPr id="3" name="object 3"/>
          <p:cNvSpPr txBox="1"/>
          <p:nvPr/>
        </p:nvSpPr>
        <p:spPr>
          <a:xfrm>
            <a:off x="6931973" y="554227"/>
            <a:ext cx="4098925" cy="796925"/>
          </a:xfrm>
          <a:prstGeom prst="rect">
            <a:avLst/>
          </a:prstGeom>
        </p:spPr>
        <p:txBody>
          <a:bodyPr vert="horz" wrap="square" lIns="0" tIns="38100" rIns="0" bIns="0" rtlCol="0">
            <a:spAutoFit/>
          </a:bodyPr>
          <a:lstStyle/>
          <a:p>
            <a:pPr marL="12700" marR="5080" algn="just">
              <a:lnSpc>
                <a:spcPct val="90600"/>
              </a:lnSpc>
              <a:spcBef>
                <a:spcPts val="300"/>
              </a:spcBef>
            </a:pPr>
            <a:r>
              <a:rPr sz="1800" dirty="0">
                <a:latin typeface="Corbel"/>
                <a:cs typeface="Corbel"/>
              </a:rPr>
              <a:t>2.</a:t>
            </a:r>
            <a:r>
              <a:rPr sz="1800" spc="180" dirty="0">
                <a:latin typeface="Corbel"/>
                <a:cs typeface="Corbel"/>
              </a:rPr>
              <a:t>  </a:t>
            </a:r>
            <a:r>
              <a:rPr sz="1800" b="1" u="sng" spc="-25" dirty="0">
                <a:uFill>
                  <a:solidFill>
                    <a:srgbClr val="000000"/>
                  </a:solidFill>
                </a:uFill>
                <a:latin typeface="Corbel"/>
                <a:cs typeface="Corbel"/>
              </a:rPr>
              <a:t>Powered-</a:t>
            </a:r>
            <a:r>
              <a:rPr sz="1800" b="1" u="sng" dirty="0">
                <a:uFill>
                  <a:solidFill>
                    <a:srgbClr val="000000"/>
                  </a:solidFill>
                </a:uFill>
                <a:latin typeface="Corbel"/>
                <a:cs typeface="Corbel"/>
              </a:rPr>
              <a:t>lift</a:t>
            </a:r>
            <a:r>
              <a:rPr sz="1800" b="1" spc="180" dirty="0">
                <a:latin typeface="Corbel"/>
                <a:cs typeface="Corbel"/>
              </a:rPr>
              <a:t>  </a:t>
            </a:r>
            <a:r>
              <a:rPr sz="1800" dirty="0">
                <a:latin typeface="Corbel"/>
                <a:cs typeface="Corbel"/>
              </a:rPr>
              <a:t>a</a:t>
            </a:r>
            <a:r>
              <a:rPr sz="1800" spc="185" dirty="0">
                <a:latin typeface="Corbel"/>
                <a:cs typeface="Corbel"/>
              </a:rPr>
              <a:t>  </a:t>
            </a:r>
            <a:r>
              <a:rPr sz="1800" spc="-30" dirty="0">
                <a:latin typeface="Corbel"/>
                <a:cs typeface="Corbel"/>
              </a:rPr>
              <a:t>power-</a:t>
            </a:r>
            <a:r>
              <a:rPr sz="1800" dirty="0">
                <a:latin typeface="Corbel"/>
                <a:cs typeface="Corbel"/>
              </a:rPr>
              <a:t>driven</a:t>
            </a:r>
            <a:r>
              <a:rPr sz="1800" spc="185" dirty="0">
                <a:latin typeface="Corbel"/>
                <a:cs typeface="Corbel"/>
              </a:rPr>
              <a:t>  </a:t>
            </a:r>
            <a:r>
              <a:rPr sz="1800" spc="-10" dirty="0">
                <a:latin typeface="Corbel"/>
                <a:cs typeface="Corbel"/>
              </a:rPr>
              <a:t>heavier- than-</a:t>
            </a:r>
            <a:r>
              <a:rPr sz="1800" dirty="0">
                <a:latin typeface="Corbel"/>
                <a:cs typeface="Corbel"/>
              </a:rPr>
              <a:t>air</a:t>
            </a:r>
            <a:r>
              <a:rPr sz="1800" spc="285" dirty="0">
                <a:latin typeface="Corbel"/>
                <a:cs typeface="Corbel"/>
              </a:rPr>
              <a:t> </a:t>
            </a:r>
            <a:r>
              <a:rPr sz="1800" dirty="0">
                <a:latin typeface="Corbel"/>
                <a:cs typeface="Corbel"/>
              </a:rPr>
              <a:t>aircraft</a:t>
            </a:r>
            <a:r>
              <a:rPr sz="1800" spc="290" dirty="0">
                <a:latin typeface="Corbel"/>
                <a:cs typeface="Corbel"/>
              </a:rPr>
              <a:t> </a:t>
            </a:r>
            <a:r>
              <a:rPr sz="1800" dirty="0">
                <a:latin typeface="Corbel"/>
                <a:cs typeface="Corbel"/>
              </a:rPr>
              <a:t>capable</a:t>
            </a:r>
            <a:r>
              <a:rPr sz="1800" spc="295" dirty="0">
                <a:latin typeface="Corbel"/>
                <a:cs typeface="Corbel"/>
              </a:rPr>
              <a:t> </a:t>
            </a:r>
            <a:r>
              <a:rPr sz="1800" dirty="0">
                <a:latin typeface="Corbel"/>
                <a:cs typeface="Corbel"/>
              </a:rPr>
              <a:t>of</a:t>
            </a:r>
            <a:r>
              <a:rPr sz="1800" spc="290" dirty="0">
                <a:latin typeface="Corbel"/>
                <a:cs typeface="Corbel"/>
              </a:rPr>
              <a:t> </a:t>
            </a:r>
            <a:r>
              <a:rPr sz="1800" b="1" u="sng" dirty="0">
                <a:uFill>
                  <a:solidFill>
                    <a:srgbClr val="000000"/>
                  </a:solidFill>
                </a:uFill>
                <a:latin typeface="Corbel"/>
                <a:cs typeface="Corbel"/>
              </a:rPr>
              <a:t>V</a:t>
            </a:r>
            <a:r>
              <a:rPr sz="1800" dirty="0">
                <a:latin typeface="Corbel"/>
                <a:cs typeface="Corbel"/>
              </a:rPr>
              <a:t>ertical</a:t>
            </a:r>
            <a:r>
              <a:rPr sz="1800" spc="285" dirty="0">
                <a:latin typeface="Corbel"/>
                <a:cs typeface="Corbel"/>
              </a:rPr>
              <a:t> </a:t>
            </a:r>
            <a:r>
              <a:rPr sz="1800" b="1" u="sng" spc="-10" dirty="0">
                <a:uFill>
                  <a:solidFill>
                    <a:srgbClr val="000000"/>
                  </a:solidFill>
                </a:uFill>
                <a:latin typeface="Corbel"/>
                <a:cs typeface="Corbel"/>
              </a:rPr>
              <a:t>T</a:t>
            </a:r>
            <a:r>
              <a:rPr sz="1800" spc="-10" dirty="0">
                <a:latin typeface="Corbel"/>
                <a:cs typeface="Corbel"/>
              </a:rPr>
              <a:t>ake- </a:t>
            </a:r>
            <a:r>
              <a:rPr sz="1800" b="1" u="sng" dirty="0">
                <a:uFill>
                  <a:solidFill>
                    <a:srgbClr val="000000"/>
                  </a:solidFill>
                </a:uFill>
                <a:latin typeface="Corbel"/>
                <a:cs typeface="Corbel"/>
              </a:rPr>
              <a:t>O</a:t>
            </a:r>
            <a:r>
              <a:rPr sz="1800" dirty="0">
                <a:latin typeface="Corbel"/>
                <a:cs typeface="Corbel"/>
              </a:rPr>
              <a:t>ff,</a:t>
            </a:r>
            <a:r>
              <a:rPr sz="1800" spc="45" dirty="0">
                <a:latin typeface="Corbel"/>
                <a:cs typeface="Corbel"/>
              </a:rPr>
              <a:t> </a:t>
            </a:r>
            <a:r>
              <a:rPr sz="1800" dirty="0">
                <a:latin typeface="Corbel"/>
                <a:cs typeface="Corbel"/>
              </a:rPr>
              <a:t>vertical</a:t>
            </a:r>
            <a:r>
              <a:rPr sz="1800" spc="40" dirty="0">
                <a:latin typeface="Corbel"/>
                <a:cs typeface="Corbel"/>
              </a:rPr>
              <a:t> </a:t>
            </a:r>
            <a:r>
              <a:rPr sz="1800" b="1" u="sng" dirty="0">
                <a:uFill>
                  <a:solidFill>
                    <a:srgbClr val="000000"/>
                  </a:solidFill>
                </a:uFill>
                <a:latin typeface="Corbel"/>
                <a:cs typeface="Corbel"/>
              </a:rPr>
              <a:t>L</a:t>
            </a:r>
            <a:r>
              <a:rPr sz="1800" dirty="0">
                <a:latin typeface="Corbel"/>
                <a:cs typeface="Corbel"/>
              </a:rPr>
              <a:t>anding,</a:t>
            </a:r>
            <a:r>
              <a:rPr sz="1800" spc="45" dirty="0">
                <a:latin typeface="Corbel"/>
                <a:cs typeface="Corbel"/>
              </a:rPr>
              <a:t> </a:t>
            </a:r>
            <a:r>
              <a:rPr sz="1800" dirty="0">
                <a:latin typeface="Corbel"/>
                <a:cs typeface="Corbel"/>
              </a:rPr>
              <a:t>and</a:t>
            </a:r>
            <a:r>
              <a:rPr sz="1800" spc="45" dirty="0">
                <a:latin typeface="Corbel"/>
                <a:cs typeface="Corbel"/>
              </a:rPr>
              <a:t> </a:t>
            </a:r>
            <a:r>
              <a:rPr sz="1800" spc="-10" dirty="0">
                <a:latin typeface="Corbel"/>
                <a:cs typeface="Corbel"/>
              </a:rPr>
              <a:t>low-</a:t>
            </a:r>
            <a:r>
              <a:rPr sz="1800" dirty="0">
                <a:latin typeface="Corbel"/>
                <a:cs typeface="Corbel"/>
              </a:rPr>
              <a:t>speed</a:t>
            </a:r>
            <a:r>
              <a:rPr sz="1800" spc="45" dirty="0">
                <a:latin typeface="Corbel"/>
                <a:cs typeface="Corbel"/>
              </a:rPr>
              <a:t> </a:t>
            </a:r>
            <a:r>
              <a:rPr sz="1800" spc="-10" dirty="0">
                <a:latin typeface="Corbel"/>
                <a:cs typeface="Corbel"/>
              </a:rPr>
              <a:t>flight,</a:t>
            </a:r>
            <a:endParaRPr sz="1800" dirty="0">
              <a:latin typeface="Corbel"/>
              <a:cs typeface="Corbel"/>
            </a:endParaRPr>
          </a:p>
        </p:txBody>
      </p:sp>
      <p:sp>
        <p:nvSpPr>
          <p:cNvPr id="4" name="object 4"/>
          <p:cNvSpPr txBox="1"/>
          <p:nvPr/>
        </p:nvSpPr>
        <p:spPr>
          <a:xfrm>
            <a:off x="6931973" y="1291844"/>
            <a:ext cx="4098925" cy="299720"/>
          </a:xfrm>
          <a:prstGeom prst="rect">
            <a:avLst/>
          </a:prstGeom>
        </p:spPr>
        <p:txBody>
          <a:bodyPr vert="horz" wrap="square" lIns="0" tIns="12700" rIns="0" bIns="0" rtlCol="0">
            <a:spAutoFit/>
          </a:bodyPr>
          <a:lstStyle/>
          <a:p>
            <a:pPr marL="12700">
              <a:lnSpc>
                <a:spcPct val="100000"/>
              </a:lnSpc>
              <a:spcBef>
                <a:spcPts val="100"/>
              </a:spcBef>
              <a:tabLst>
                <a:tab pos="766445" algn="l"/>
                <a:tab pos="1766570" algn="l"/>
                <a:tab pos="2929890" algn="l"/>
                <a:tab pos="3366770" algn="l"/>
              </a:tabLst>
            </a:pPr>
            <a:r>
              <a:rPr sz="1800" spc="-10" dirty="0">
                <a:latin typeface="Corbel"/>
                <a:cs typeface="Corbel"/>
              </a:rPr>
              <a:t>which</a:t>
            </a:r>
            <a:r>
              <a:rPr sz="1800" dirty="0">
                <a:latin typeface="Corbel"/>
                <a:cs typeface="Corbel"/>
              </a:rPr>
              <a:t>	</a:t>
            </a:r>
            <a:r>
              <a:rPr sz="1800" spc="-10" dirty="0">
                <a:latin typeface="Corbel"/>
                <a:cs typeface="Corbel"/>
              </a:rPr>
              <a:t>depends</a:t>
            </a:r>
            <a:r>
              <a:rPr sz="1800" dirty="0">
                <a:latin typeface="Corbel"/>
                <a:cs typeface="Corbel"/>
              </a:rPr>
              <a:t>	</a:t>
            </a:r>
            <a:r>
              <a:rPr sz="1800" spc="-10" dirty="0">
                <a:latin typeface="Corbel"/>
                <a:cs typeface="Corbel"/>
              </a:rPr>
              <a:t>principally</a:t>
            </a:r>
            <a:r>
              <a:rPr sz="1800" dirty="0">
                <a:latin typeface="Corbel"/>
                <a:cs typeface="Corbel"/>
              </a:rPr>
              <a:t>	</a:t>
            </a:r>
            <a:r>
              <a:rPr sz="1800" spc="-25" dirty="0">
                <a:latin typeface="Corbel"/>
                <a:cs typeface="Corbel"/>
              </a:rPr>
              <a:t>on</a:t>
            </a:r>
            <a:r>
              <a:rPr sz="1800" dirty="0">
                <a:latin typeface="Corbel"/>
                <a:cs typeface="Corbel"/>
              </a:rPr>
              <a:t>	</a:t>
            </a:r>
            <a:r>
              <a:rPr sz="1800" spc="-10" dirty="0">
                <a:latin typeface="Corbel"/>
                <a:cs typeface="Corbel"/>
              </a:rPr>
              <a:t>engine-</a:t>
            </a:r>
            <a:endParaRPr sz="1800" dirty="0">
              <a:latin typeface="Corbel"/>
              <a:cs typeface="Corbel"/>
            </a:endParaRPr>
          </a:p>
        </p:txBody>
      </p:sp>
      <p:sp>
        <p:nvSpPr>
          <p:cNvPr id="5" name="object 5"/>
          <p:cNvSpPr txBox="1"/>
          <p:nvPr/>
        </p:nvSpPr>
        <p:spPr>
          <a:xfrm>
            <a:off x="6931973" y="1532635"/>
            <a:ext cx="409892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driven</a:t>
            </a:r>
            <a:r>
              <a:rPr sz="1800" spc="200" dirty="0">
                <a:latin typeface="Corbel"/>
                <a:cs typeface="Corbel"/>
              </a:rPr>
              <a:t> </a:t>
            </a:r>
            <a:r>
              <a:rPr sz="1800" dirty="0">
                <a:latin typeface="Corbel"/>
                <a:cs typeface="Corbel"/>
              </a:rPr>
              <a:t>lift</a:t>
            </a:r>
            <a:r>
              <a:rPr sz="1800" spc="200" dirty="0">
                <a:latin typeface="Corbel"/>
                <a:cs typeface="Corbel"/>
              </a:rPr>
              <a:t> </a:t>
            </a:r>
            <a:r>
              <a:rPr sz="1800" dirty="0">
                <a:latin typeface="Corbel"/>
                <a:cs typeface="Corbel"/>
              </a:rPr>
              <a:t>devices</a:t>
            </a:r>
            <a:r>
              <a:rPr sz="1800" spc="195" dirty="0">
                <a:latin typeface="Corbel"/>
                <a:cs typeface="Corbel"/>
              </a:rPr>
              <a:t> </a:t>
            </a:r>
            <a:r>
              <a:rPr sz="1800" dirty="0">
                <a:latin typeface="Corbel"/>
                <a:cs typeface="Corbel"/>
              </a:rPr>
              <a:t>or</a:t>
            </a:r>
            <a:r>
              <a:rPr sz="1800" spc="195" dirty="0">
                <a:latin typeface="Corbel"/>
                <a:cs typeface="Corbel"/>
              </a:rPr>
              <a:t> </a:t>
            </a:r>
            <a:r>
              <a:rPr sz="1800" dirty="0">
                <a:latin typeface="Corbel"/>
                <a:cs typeface="Corbel"/>
              </a:rPr>
              <a:t>engine</a:t>
            </a:r>
            <a:r>
              <a:rPr sz="1800" spc="204" dirty="0">
                <a:latin typeface="Corbel"/>
                <a:cs typeface="Corbel"/>
              </a:rPr>
              <a:t> </a:t>
            </a:r>
            <a:r>
              <a:rPr sz="1800" dirty="0">
                <a:latin typeface="Corbel"/>
                <a:cs typeface="Corbel"/>
              </a:rPr>
              <a:t>thrust</a:t>
            </a:r>
            <a:r>
              <a:rPr sz="1800" spc="200" dirty="0">
                <a:latin typeface="Corbel"/>
                <a:cs typeface="Corbel"/>
              </a:rPr>
              <a:t> </a:t>
            </a:r>
            <a:r>
              <a:rPr sz="1800" dirty="0">
                <a:latin typeface="Corbel"/>
                <a:cs typeface="Corbel"/>
              </a:rPr>
              <a:t>for</a:t>
            </a:r>
            <a:r>
              <a:rPr sz="1800" spc="195" dirty="0">
                <a:latin typeface="Corbel"/>
                <a:cs typeface="Corbel"/>
              </a:rPr>
              <a:t> </a:t>
            </a:r>
            <a:r>
              <a:rPr sz="1800" spc="-25" dirty="0">
                <a:latin typeface="Corbel"/>
                <a:cs typeface="Corbel"/>
              </a:rPr>
              <a:t>the</a:t>
            </a:r>
            <a:endParaRPr sz="1800" dirty="0">
              <a:latin typeface="Corbel"/>
              <a:cs typeface="Corbel"/>
            </a:endParaRPr>
          </a:p>
        </p:txBody>
      </p:sp>
      <p:sp>
        <p:nvSpPr>
          <p:cNvPr id="6" name="object 6"/>
          <p:cNvSpPr txBox="1"/>
          <p:nvPr/>
        </p:nvSpPr>
        <p:spPr>
          <a:xfrm>
            <a:off x="6931973" y="1785620"/>
            <a:ext cx="4100195" cy="796925"/>
          </a:xfrm>
          <a:prstGeom prst="rect">
            <a:avLst/>
          </a:prstGeom>
        </p:spPr>
        <p:txBody>
          <a:bodyPr vert="horz" wrap="square" lIns="0" tIns="38100" rIns="0" bIns="0" rtlCol="0">
            <a:spAutoFit/>
          </a:bodyPr>
          <a:lstStyle/>
          <a:p>
            <a:pPr marL="12700" marR="5080" algn="just">
              <a:lnSpc>
                <a:spcPct val="90600"/>
              </a:lnSpc>
              <a:spcBef>
                <a:spcPts val="300"/>
              </a:spcBef>
            </a:pPr>
            <a:r>
              <a:rPr sz="1800" dirty="0">
                <a:latin typeface="Corbel"/>
                <a:cs typeface="Corbel"/>
              </a:rPr>
              <a:t>lift</a:t>
            </a:r>
            <a:r>
              <a:rPr sz="1800" spc="40" dirty="0">
                <a:latin typeface="Corbel"/>
                <a:cs typeface="Corbel"/>
              </a:rPr>
              <a:t> </a:t>
            </a:r>
            <a:r>
              <a:rPr sz="1800" dirty="0">
                <a:latin typeface="Corbel"/>
                <a:cs typeface="Corbel"/>
              </a:rPr>
              <a:t>during</a:t>
            </a:r>
            <a:r>
              <a:rPr sz="1800" spc="35" dirty="0">
                <a:latin typeface="Corbel"/>
                <a:cs typeface="Corbel"/>
              </a:rPr>
              <a:t> </a:t>
            </a:r>
            <a:r>
              <a:rPr sz="1800" dirty="0">
                <a:latin typeface="Corbel"/>
                <a:cs typeface="Corbel"/>
              </a:rPr>
              <a:t>these</a:t>
            </a:r>
            <a:r>
              <a:rPr sz="1800" spc="50" dirty="0">
                <a:latin typeface="Corbel"/>
                <a:cs typeface="Corbel"/>
              </a:rPr>
              <a:t> </a:t>
            </a:r>
            <a:r>
              <a:rPr sz="1800" dirty="0">
                <a:latin typeface="Corbel"/>
                <a:cs typeface="Corbel"/>
              </a:rPr>
              <a:t>flight</a:t>
            </a:r>
            <a:r>
              <a:rPr sz="1800" spc="40" dirty="0">
                <a:latin typeface="Corbel"/>
                <a:cs typeface="Corbel"/>
              </a:rPr>
              <a:t> </a:t>
            </a:r>
            <a:r>
              <a:rPr sz="1800" dirty="0">
                <a:latin typeface="Corbel"/>
                <a:cs typeface="Corbel"/>
              </a:rPr>
              <a:t>regimes</a:t>
            </a:r>
            <a:r>
              <a:rPr sz="1800" spc="35" dirty="0">
                <a:latin typeface="Corbel"/>
                <a:cs typeface="Corbel"/>
              </a:rPr>
              <a:t> </a:t>
            </a:r>
            <a:r>
              <a:rPr sz="1800" dirty="0">
                <a:latin typeface="Corbel"/>
                <a:cs typeface="Corbel"/>
              </a:rPr>
              <a:t>and</a:t>
            </a:r>
            <a:r>
              <a:rPr sz="1800" spc="45" dirty="0">
                <a:latin typeface="Corbel"/>
                <a:cs typeface="Corbel"/>
              </a:rPr>
              <a:t> </a:t>
            </a:r>
            <a:r>
              <a:rPr sz="1800" dirty="0">
                <a:latin typeface="Corbel"/>
                <a:cs typeface="Corbel"/>
              </a:rPr>
              <a:t>on</a:t>
            </a:r>
            <a:r>
              <a:rPr sz="1800" spc="40" dirty="0">
                <a:latin typeface="Corbel"/>
                <a:cs typeface="Corbel"/>
              </a:rPr>
              <a:t> </a:t>
            </a:r>
            <a:r>
              <a:rPr sz="1800" spc="-20" dirty="0">
                <a:latin typeface="Corbel"/>
                <a:cs typeface="Corbel"/>
              </a:rPr>
              <a:t>non- </a:t>
            </a:r>
            <a:r>
              <a:rPr sz="1800" dirty="0">
                <a:latin typeface="Corbel"/>
                <a:cs typeface="Corbel"/>
              </a:rPr>
              <a:t>rotating</a:t>
            </a:r>
            <a:r>
              <a:rPr sz="1800" spc="-5" dirty="0">
                <a:latin typeface="Corbel"/>
                <a:cs typeface="Corbel"/>
              </a:rPr>
              <a:t> </a:t>
            </a:r>
            <a:r>
              <a:rPr sz="1800" dirty="0">
                <a:latin typeface="Corbel"/>
                <a:cs typeface="Corbel"/>
              </a:rPr>
              <a:t>aerofoil(s) for lift during</a:t>
            </a:r>
            <a:r>
              <a:rPr sz="1800" spc="-5" dirty="0">
                <a:latin typeface="Corbel"/>
                <a:cs typeface="Corbel"/>
              </a:rPr>
              <a:t> </a:t>
            </a:r>
            <a:r>
              <a:rPr sz="1800" spc="-10" dirty="0">
                <a:latin typeface="Corbel"/>
                <a:cs typeface="Corbel"/>
              </a:rPr>
              <a:t>horizontal flight.</a:t>
            </a:r>
            <a:endParaRPr sz="1800" dirty="0">
              <a:latin typeface="Corbel"/>
              <a:cs typeface="Corbel"/>
            </a:endParaRPr>
          </a:p>
        </p:txBody>
      </p:sp>
      <p:grpSp>
        <p:nvGrpSpPr>
          <p:cNvPr id="7" name="object 7"/>
          <p:cNvGrpSpPr/>
          <p:nvPr/>
        </p:nvGrpSpPr>
        <p:grpSpPr>
          <a:xfrm>
            <a:off x="2502139" y="2677092"/>
            <a:ext cx="2642870" cy="2164715"/>
            <a:chOff x="2502139" y="2677092"/>
            <a:chExt cx="2642870" cy="2164715"/>
          </a:xfrm>
        </p:grpSpPr>
        <p:pic>
          <p:nvPicPr>
            <p:cNvPr id="8" name="object 8"/>
            <p:cNvPicPr/>
            <p:nvPr/>
          </p:nvPicPr>
          <p:blipFill>
            <a:blip r:embed="rId3" cstate="print"/>
            <a:stretch>
              <a:fillRect/>
            </a:stretch>
          </p:blipFill>
          <p:spPr>
            <a:xfrm>
              <a:off x="2502139" y="3116389"/>
              <a:ext cx="2642487" cy="1725180"/>
            </a:xfrm>
            <a:prstGeom prst="rect">
              <a:avLst/>
            </a:prstGeom>
          </p:spPr>
        </p:pic>
        <p:sp>
          <p:nvSpPr>
            <p:cNvPr id="9" name="object 9"/>
            <p:cNvSpPr/>
            <p:nvPr/>
          </p:nvSpPr>
          <p:spPr>
            <a:xfrm>
              <a:off x="3225712" y="2677092"/>
              <a:ext cx="294640" cy="1085850"/>
            </a:xfrm>
            <a:custGeom>
              <a:avLst/>
              <a:gdLst/>
              <a:ahLst/>
              <a:cxnLst/>
              <a:rect l="l" t="t" r="r" b="b"/>
              <a:pathLst>
                <a:path w="294639" h="1085850">
                  <a:moveTo>
                    <a:pt x="250140" y="1009740"/>
                  </a:moveTo>
                  <a:lnTo>
                    <a:pt x="218464" y="1011886"/>
                  </a:lnTo>
                  <a:lnTo>
                    <a:pt x="261628" y="1085336"/>
                  </a:lnTo>
                  <a:lnTo>
                    <a:pt x="285366" y="1028555"/>
                  </a:lnTo>
                  <a:lnTo>
                    <a:pt x="254265" y="1028555"/>
                  </a:lnTo>
                  <a:lnTo>
                    <a:pt x="251236" y="1025911"/>
                  </a:lnTo>
                  <a:lnTo>
                    <a:pt x="250140" y="1009740"/>
                  </a:lnTo>
                  <a:close/>
                </a:path>
                <a:path w="294639" h="1085850">
                  <a:moveTo>
                    <a:pt x="262811" y="1008881"/>
                  </a:moveTo>
                  <a:lnTo>
                    <a:pt x="250140" y="1009740"/>
                  </a:lnTo>
                  <a:lnTo>
                    <a:pt x="251178" y="1025052"/>
                  </a:lnTo>
                  <a:lnTo>
                    <a:pt x="251236" y="1025911"/>
                  </a:lnTo>
                  <a:lnTo>
                    <a:pt x="254265" y="1028555"/>
                  </a:lnTo>
                  <a:lnTo>
                    <a:pt x="261263" y="1028081"/>
                  </a:lnTo>
                  <a:lnTo>
                    <a:pt x="263907" y="1025052"/>
                  </a:lnTo>
                  <a:lnTo>
                    <a:pt x="262869" y="1009740"/>
                  </a:lnTo>
                  <a:lnTo>
                    <a:pt x="262811" y="1008881"/>
                  </a:lnTo>
                  <a:close/>
                </a:path>
                <a:path w="294639" h="1085850">
                  <a:moveTo>
                    <a:pt x="294488" y="1006735"/>
                  </a:moveTo>
                  <a:lnTo>
                    <a:pt x="262811" y="1008881"/>
                  </a:lnTo>
                  <a:lnTo>
                    <a:pt x="263907" y="1025052"/>
                  </a:lnTo>
                  <a:lnTo>
                    <a:pt x="261263" y="1028081"/>
                  </a:lnTo>
                  <a:lnTo>
                    <a:pt x="254265" y="1028555"/>
                  </a:lnTo>
                  <a:lnTo>
                    <a:pt x="285366" y="1028555"/>
                  </a:lnTo>
                  <a:lnTo>
                    <a:pt x="294488" y="1006735"/>
                  </a:lnTo>
                  <a:close/>
                </a:path>
                <a:path w="294639" h="1085850">
                  <a:moveTo>
                    <a:pt x="184346" y="38903"/>
                  </a:moveTo>
                  <a:lnTo>
                    <a:pt x="250082" y="1008881"/>
                  </a:lnTo>
                  <a:lnTo>
                    <a:pt x="250140" y="1009740"/>
                  </a:lnTo>
                  <a:lnTo>
                    <a:pt x="262811" y="1008881"/>
                  </a:lnTo>
                  <a:lnTo>
                    <a:pt x="197476" y="44824"/>
                  </a:lnTo>
                  <a:lnTo>
                    <a:pt x="190666" y="44824"/>
                  </a:lnTo>
                  <a:lnTo>
                    <a:pt x="184346" y="38903"/>
                  </a:lnTo>
                  <a:close/>
                </a:path>
                <a:path w="294639" h="1085850">
                  <a:moveTo>
                    <a:pt x="38192" y="0"/>
                  </a:moveTo>
                  <a:lnTo>
                    <a:pt x="22991" y="3030"/>
                  </a:lnTo>
                  <a:lnTo>
                    <a:pt x="23247" y="3030"/>
                  </a:lnTo>
                  <a:lnTo>
                    <a:pt x="11225" y="11093"/>
                  </a:lnTo>
                  <a:lnTo>
                    <a:pt x="3030" y="23184"/>
                  </a:lnTo>
                  <a:lnTo>
                    <a:pt x="0" y="38007"/>
                  </a:lnTo>
                  <a:lnTo>
                    <a:pt x="2957" y="52844"/>
                  </a:lnTo>
                  <a:lnTo>
                    <a:pt x="11092" y="64975"/>
                  </a:lnTo>
                  <a:lnTo>
                    <a:pt x="23290" y="73242"/>
                  </a:lnTo>
                  <a:lnTo>
                    <a:pt x="23538" y="73242"/>
                  </a:lnTo>
                  <a:lnTo>
                    <a:pt x="38006" y="76200"/>
                  </a:lnTo>
                  <a:lnTo>
                    <a:pt x="52843" y="73242"/>
                  </a:lnTo>
                  <a:lnTo>
                    <a:pt x="64974" y="65107"/>
                  </a:lnTo>
                  <a:lnTo>
                    <a:pt x="73169" y="53016"/>
                  </a:lnTo>
                  <a:lnTo>
                    <a:pt x="74844" y="44824"/>
                  </a:lnTo>
                  <a:lnTo>
                    <a:pt x="74902" y="44540"/>
                  </a:lnTo>
                  <a:lnTo>
                    <a:pt x="34674" y="44540"/>
                  </a:lnTo>
                  <a:lnTo>
                    <a:pt x="31741" y="41592"/>
                  </a:lnTo>
                  <a:lnTo>
                    <a:pt x="31758" y="34578"/>
                  </a:lnTo>
                  <a:lnTo>
                    <a:pt x="34510" y="31840"/>
                  </a:lnTo>
                  <a:lnTo>
                    <a:pt x="74933" y="31840"/>
                  </a:lnTo>
                  <a:lnTo>
                    <a:pt x="73241" y="23356"/>
                  </a:lnTo>
                  <a:lnTo>
                    <a:pt x="65106" y="11225"/>
                  </a:lnTo>
                  <a:lnTo>
                    <a:pt x="53015" y="3030"/>
                  </a:lnTo>
                  <a:lnTo>
                    <a:pt x="38192" y="0"/>
                  </a:lnTo>
                  <a:close/>
                </a:path>
                <a:path w="294639" h="1085850">
                  <a:moveTo>
                    <a:pt x="74933" y="31840"/>
                  </a:moveTo>
                  <a:lnTo>
                    <a:pt x="76162" y="38007"/>
                  </a:lnTo>
                  <a:lnTo>
                    <a:pt x="76200" y="38193"/>
                  </a:lnTo>
                  <a:lnTo>
                    <a:pt x="74902" y="44540"/>
                  </a:lnTo>
                  <a:lnTo>
                    <a:pt x="190666" y="44824"/>
                  </a:lnTo>
                  <a:lnTo>
                    <a:pt x="184748" y="44824"/>
                  </a:lnTo>
                  <a:lnTo>
                    <a:pt x="184346" y="38903"/>
                  </a:lnTo>
                  <a:lnTo>
                    <a:pt x="197075" y="38903"/>
                  </a:lnTo>
                  <a:lnTo>
                    <a:pt x="196791" y="34717"/>
                  </a:lnTo>
                  <a:lnTo>
                    <a:pt x="194031" y="32132"/>
                  </a:lnTo>
                  <a:lnTo>
                    <a:pt x="74933" y="31840"/>
                  </a:lnTo>
                  <a:close/>
                </a:path>
                <a:path w="294639" h="1085850">
                  <a:moveTo>
                    <a:pt x="197075" y="38903"/>
                  </a:moveTo>
                  <a:lnTo>
                    <a:pt x="184346" y="38903"/>
                  </a:lnTo>
                  <a:lnTo>
                    <a:pt x="190666" y="44824"/>
                  </a:lnTo>
                  <a:lnTo>
                    <a:pt x="197476" y="44824"/>
                  </a:lnTo>
                  <a:lnTo>
                    <a:pt x="197075" y="38903"/>
                  </a:lnTo>
                  <a:close/>
                </a:path>
                <a:path w="294639" h="1085850">
                  <a:moveTo>
                    <a:pt x="74933" y="31840"/>
                  </a:moveTo>
                  <a:lnTo>
                    <a:pt x="34510" y="31840"/>
                  </a:lnTo>
                  <a:lnTo>
                    <a:pt x="31758" y="34578"/>
                  </a:lnTo>
                  <a:lnTo>
                    <a:pt x="31741" y="41592"/>
                  </a:lnTo>
                  <a:lnTo>
                    <a:pt x="34674" y="44540"/>
                  </a:lnTo>
                  <a:lnTo>
                    <a:pt x="74902" y="44540"/>
                  </a:lnTo>
                  <a:lnTo>
                    <a:pt x="76200" y="38193"/>
                  </a:lnTo>
                  <a:lnTo>
                    <a:pt x="74991" y="32132"/>
                  </a:lnTo>
                  <a:lnTo>
                    <a:pt x="74933" y="31840"/>
                  </a:lnTo>
                  <a:close/>
                </a:path>
              </a:pathLst>
            </a:custGeom>
            <a:solidFill>
              <a:srgbClr val="7F7F7F"/>
            </a:solidFill>
          </p:spPr>
          <p:txBody>
            <a:bodyPr wrap="square" lIns="0" tIns="0" rIns="0" bIns="0" rtlCol="0"/>
            <a:lstStyle/>
            <a:p>
              <a:endParaRPr/>
            </a:p>
          </p:txBody>
        </p:sp>
      </p:grpSp>
      <p:sp>
        <p:nvSpPr>
          <p:cNvPr id="10" name="object 10"/>
          <p:cNvSpPr txBox="1"/>
          <p:nvPr/>
        </p:nvSpPr>
        <p:spPr>
          <a:xfrm>
            <a:off x="2288870" y="2623310"/>
            <a:ext cx="966469" cy="492125"/>
          </a:xfrm>
          <a:prstGeom prst="rect">
            <a:avLst/>
          </a:prstGeom>
          <a:ln w="12700">
            <a:solidFill>
              <a:srgbClr val="7F7F7F"/>
            </a:solidFill>
          </a:ln>
        </p:spPr>
        <p:txBody>
          <a:bodyPr vert="horz" wrap="square" lIns="0" tIns="81280" rIns="0" bIns="0" rtlCol="0">
            <a:spAutoFit/>
          </a:bodyPr>
          <a:lstStyle/>
          <a:p>
            <a:pPr marL="90805" marR="99060">
              <a:lnSpc>
                <a:spcPct val="100000"/>
              </a:lnSpc>
              <a:spcBef>
                <a:spcPts val="640"/>
              </a:spcBef>
            </a:pPr>
            <a:r>
              <a:rPr sz="1000" spc="-10" dirty="0">
                <a:solidFill>
                  <a:srgbClr val="595959"/>
                </a:solidFill>
                <a:latin typeface="Corbel"/>
                <a:cs typeface="Corbel"/>
              </a:rPr>
              <a:t>Fixed-</a:t>
            </a:r>
            <a:r>
              <a:rPr sz="1000" dirty="0">
                <a:solidFill>
                  <a:srgbClr val="595959"/>
                </a:solidFill>
                <a:latin typeface="Corbel"/>
                <a:cs typeface="Corbel"/>
              </a:rPr>
              <a:t>wings</a:t>
            </a:r>
            <a:r>
              <a:rPr sz="1000" spc="15" dirty="0">
                <a:solidFill>
                  <a:srgbClr val="595959"/>
                </a:solidFill>
                <a:latin typeface="Corbel"/>
                <a:cs typeface="Corbel"/>
              </a:rPr>
              <a:t> </a:t>
            </a:r>
            <a:r>
              <a:rPr sz="1000" spc="-25" dirty="0">
                <a:solidFill>
                  <a:srgbClr val="595959"/>
                </a:solidFill>
                <a:latin typeface="Corbel"/>
                <a:cs typeface="Corbel"/>
              </a:rPr>
              <a:t>to</a:t>
            </a:r>
            <a:r>
              <a:rPr sz="1000" spc="500" dirty="0">
                <a:solidFill>
                  <a:srgbClr val="595959"/>
                </a:solidFill>
                <a:latin typeface="Corbel"/>
                <a:cs typeface="Corbel"/>
              </a:rPr>
              <a:t> </a:t>
            </a:r>
            <a:r>
              <a:rPr sz="1000" dirty="0">
                <a:solidFill>
                  <a:srgbClr val="595959"/>
                </a:solidFill>
                <a:latin typeface="Corbel"/>
                <a:cs typeface="Corbel"/>
              </a:rPr>
              <a:t>generate</a:t>
            </a:r>
            <a:r>
              <a:rPr sz="1000" spc="-40" dirty="0">
                <a:solidFill>
                  <a:srgbClr val="595959"/>
                </a:solidFill>
                <a:latin typeface="Corbel"/>
                <a:cs typeface="Corbel"/>
              </a:rPr>
              <a:t> </a:t>
            </a:r>
            <a:r>
              <a:rPr sz="1000" spc="-20" dirty="0">
                <a:solidFill>
                  <a:srgbClr val="595959"/>
                </a:solidFill>
                <a:latin typeface="Corbel"/>
                <a:cs typeface="Corbel"/>
              </a:rPr>
              <a:t>LIFT</a:t>
            </a:r>
            <a:endParaRPr sz="1000">
              <a:latin typeface="Corbel"/>
              <a:cs typeface="Corbel"/>
            </a:endParaRPr>
          </a:p>
        </p:txBody>
      </p:sp>
      <p:grpSp>
        <p:nvGrpSpPr>
          <p:cNvPr id="11" name="object 11"/>
          <p:cNvGrpSpPr/>
          <p:nvPr/>
        </p:nvGrpSpPr>
        <p:grpSpPr>
          <a:xfrm>
            <a:off x="7318453" y="2739831"/>
            <a:ext cx="3349625" cy="2003425"/>
            <a:chOff x="7318453" y="2739831"/>
            <a:chExt cx="3349625" cy="2003425"/>
          </a:xfrm>
        </p:grpSpPr>
        <p:pic>
          <p:nvPicPr>
            <p:cNvPr id="12" name="object 12"/>
            <p:cNvPicPr/>
            <p:nvPr/>
          </p:nvPicPr>
          <p:blipFill>
            <a:blip r:embed="rId4" cstate="print"/>
            <a:stretch>
              <a:fillRect/>
            </a:stretch>
          </p:blipFill>
          <p:spPr>
            <a:xfrm>
              <a:off x="7318453" y="3128741"/>
              <a:ext cx="3349389" cy="1614433"/>
            </a:xfrm>
            <a:prstGeom prst="rect">
              <a:avLst/>
            </a:prstGeom>
          </p:spPr>
        </p:pic>
        <p:sp>
          <p:nvSpPr>
            <p:cNvPr id="13" name="object 13"/>
            <p:cNvSpPr/>
            <p:nvPr/>
          </p:nvSpPr>
          <p:spPr>
            <a:xfrm>
              <a:off x="7858729" y="2739831"/>
              <a:ext cx="275590" cy="781050"/>
            </a:xfrm>
            <a:custGeom>
              <a:avLst/>
              <a:gdLst/>
              <a:ahLst/>
              <a:cxnLst/>
              <a:rect l="l" t="t" r="r" b="b"/>
              <a:pathLst>
                <a:path w="275590" h="781050">
                  <a:moveTo>
                    <a:pt x="230928" y="704965"/>
                  </a:moveTo>
                  <a:lnTo>
                    <a:pt x="199256" y="707180"/>
                  </a:lnTo>
                  <a:lnTo>
                    <a:pt x="242580" y="780536"/>
                  </a:lnTo>
                  <a:lnTo>
                    <a:pt x="266168" y="723770"/>
                  </a:lnTo>
                  <a:lnTo>
                    <a:pt x="235094" y="723770"/>
                  </a:lnTo>
                  <a:lnTo>
                    <a:pt x="232059" y="721132"/>
                  </a:lnTo>
                  <a:lnTo>
                    <a:pt x="230928" y="704965"/>
                  </a:lnTo>
                  <a:close/>
                </a:path>
                <a:path w="275590" h="781050">
                  <a:moveTo>
                    <a:pt x="243598" y="704079"/>
                  </a:moveTo>
                  <a:lnTo>
                    <a:pt x="230928" y="704965"/>
                  </a:lnTo>
                  <a:lnTo>
                    <a:pt x="231997" y="720247"/>
                  </a:lnTo>
                  <a:lnTo>
                    <a:pt x="232059" y="721132"/>
                  </a:lnTo>
                  <a:lnTo>
                    <a:pt x="235094" y="723770"/>
                  </a:lnTo>
                  <a:lnTo>
                    <a:pt x="242091" y="723281"/>
                  </a:lnTo>
                  <a:lnTo>
                    <a:pt x="244728" y="720247"/>
                  </a:lnTo>
                  <a:lnTo>
                    <a:pt x="243660" y="704965"/>
                  </a:lnTo>
                  <a:lnTo>
                    <a:pt x="243598" y="704079"/>
                  </a:lnTo>
                  <a:close/>
                </a:path>
                <a:path w="275590" h="781050">
                  <a:moveTo>
                    <a:pt x="275271" y="701864"/>
                  </a:moveTo>
                  <a:lnTo>
                    <a:pt x="243598" y="704079"/>
                  </a:lnTo>
                  <a:lnTo>
                    <a:pt x="244728" y="720247"/>
                  </a:lnTo>
                  <a:lnTo>
                    <a:pt x="242091" y="723281"/>
                  </a:lnTo>
                  <a:lnTo>
                    <a:pt x="235094" y="723770"/>
                  </a:lnTo>
                  <a:lnTo>
                    <a:pt x="266168" y="723770"/>
                  </a:lnTo>
                  <a:lnTo>
                    <a:pt x="275271" y="701864"/>
                  </a:lnTo>
                  <a:close/>
                </a:path>
                <a:path w="275590" h="781050">
                  <a:moveTo>
                    <a:pt x="184348" y="38917"/>
                  </a:moveTo>
                  <a:lnTo>
                    <a:pt x="230866" y="704079"/>
                  </a:lnTo>
                  <a:lnTo>
                    <a:pt x="230928" y="704965"/>
                  </a:lnTo>
                  <a:lnTo>
                    <a:pt x="243598" y="704079"/>
                  </a:lnTo>
                  <a:lnTo>
                    <a:pt x="197491" y="44824"/>
                  </a:lnTo>
                  <a:lnTo>
                    <a:pt x="190666" y="44824"/>
                  </a:lnTo>
                  <a:lnTo>
                    <a:pt x="184348" y="38917"/>
                  </a:lnTo>
                  <a:close/>
                </a:path>
                <a:path w="275590" h="781050">
                  <a:moveTo>
                    <a:pt x="38193" y="0"/>
                  </a:moveTo>
                  <a:lnTo>
                    <a:pt x="22992" y="3030"/>
                  </a:lnTo>
                  <a:lnTo>
                    <a:pt x="23247" y="3030"/>
                  </a:lnTo>
                  <a:lnTo>
                    <a:pt x="11225" y="11093"/>
                  </a:lnTo>
                  <a:lnTo>
                    <a:pt x="3030" y="23184"/>
                  </a:lnTo>
                  <a:lnTo>
                    <a:pt x="0" y="38007"/>
                  </a:lnTo>
                  <a:lnTo>
                    <a:pt x="2957" y="52844"/>
                  </a:lnTo>
                  <a:lnTo>
                    <a:pt x="11092" y="64974"/>
                  </a:lnTo>
                  <a:lnTo>
                    <a:pt x="23291" y="73242"/>
                  </a:lnTo>
                  <a:lnTo>
                    <a:pt x="23540" y="73242"/>
                  </a:lnTo>
                  <a:lnTo>
                    <a:pt x="38006" y="76200"/>
                  </a:lnTo>
                  <a:lnTo>
                    <a:pt x="52843" y="73242"/>
                  </a:lnTo>
                  <a:lnTo>
                    <a:pt x="64974" y="65107"/>
                  </a:lnTo>
                  <a:lnTo>
                    <a:pt x="73169" y="53016"/>
                  </a:lnTo>
                  <a:lnTo>
                    <a:pt x="74844" y="44824"/>
                  </a:lnTo>
                  <a:lnTo>
                    <a:pt x="74902" y="44540"/>
                  </a:lnTo>
                  <a:lnTo>
                    <a:pt x="34675" y="44540"/>
                  </a:lnTo>
                  <a:lnTo>
                    <a:pt x="31741" y="41591"/>
                  </a:lnTo>
                  <a:lnTo>
                    <a:pt x="31758" y="34578"/>
                  </a:lnTo>
                  <a:lnTo>
                    <a:pt x="34509" y="31840"/>
                  </a:lnTo>
                  <a:lnTo>
                    <a:pt x="74933" y="31840"/>
                  </a:lnTo>
                  <a:lnTo>
                    <a:pt x="73242" y="23356"/>
                  </a:lnTo>
                  <a:lnTo>
                    <a:pt x="65107" y="11225"/>
                  </a:lnTo>
                  <a:lnTo>
                    <a:pt x="53016" y="3030"/>
                  </a:lnTo>
                  <a:lnTo>
                    <a:pt x="38193" y="0"/>
                  </a:lnTo>
                  <a:close/>
                </a:path>
                <a:path w="275590" h="781050">
                  <a:moveTo>
                    <a:pt x="74933" y="31840"/>
                  </a:moveTo>
                  <a:lnTo>
                    <a:pt x="76162" y="38007"/>
                  </a:lnTo>
                  <a:lnTo>
                    <a:pt x="76200" y="38193"/>
                  </a:lnTo>
                  <a:lnTo>
                    <a:pt x="74902" y="44540"/>
                  </a:lnTo>
                  <a:lnTo>
                    <a:pt x="190666" y="44824"/>
                  </a:lnTo>
                  <a:lnTo>
                    <a:pt x="184761" y="44824"/>
                  </a:lnTo>
                  <a:lnTo>
                    <a:pt x="184348" y="38917"/>
                  </a:lnTo>
                  <a:lnTo>
                    <a:pt x="197078" y="38917"/>
                  </a:lnTo>
                  <a:lnTo>
                    <a:pt x="196783" y="34710"/>
                  </a:lnTo>
                  <a:lnTo>
                    <a:pt x="194026" y="32132"/>
                  </a:lnTo>
                  <a:lnTo>
                    <a:pt x="74933" y="31840"/>
                  </a:lnTo>
                  <a:close/>
                </a:path>
                <a:path w="275590" h="781050">
                  <a:moveTo>
                    <a:pt x="197078" y="38917"/>
                  </a:moveTo>
                  <a:lnTo>
                    <a:pt x="184348" y="38917"/>
                  </a:lnTo>
                  <a:lnTo>
                    <a:pt x="190666" y="44824"/>
                  </a:lnTo>
                  <a:lnTo>
                    <a:pt x="197491" y="44824"/>
                  </a:lnTo>
                  <a:lnTo>
                    <a:pt x="197078" y="38917"/>
                  </a:lnTo>
                  <a:close/>
                </a:path>
                <a:path w="275590" h="781050">
                  <a:moveTo>
                    <a:pt x="74933" y="31840"/>
                  </a:moveTo>
                  <a:lnTo>
                    <a:pt x="34509" y="31840"/>
                  </a:lnTo>
                  <a:lnTo>
                    <a:pt x="31758" y="34578"/>
                  </a:lnTo>
                  <a:lnTo>
                    <a:pt x="31741" y="41591"/>
                  </a:lnTo>
                  <a:lnTo>
                    <a:pt x="34675" y="44540"/>
                  </a:lnTo>
                  <a:lnTo>
                    <a:pt x="74902" y="44540"/>
                  </a:lnTo>
                  <a:lnTo>
                    <a:pt x="76200" y="38193"/>
                  </a:lnTo>
                  <a:lnTo>
                    <a:pt x="74991" y="32132"/>
                  </a:lnTo>
                  <a:lnTo>
                    <a:pt x="74933" y="31840"/>
                  </a:lnTo>
                  <a:close/>
                </a:path>
              </a:pathLst>
            </a:custGeom>
            <a:solidFill>
              <a:srgbClr val="7F7F7F"/>
            </a:solidFill>
          </p:spPr>
          <p:txBody>
            <a:bodyPr wrap="square" lIns="0" tIns="0" rIns="0" bIns="0" rtlCol="0"/>
            <a:lstStyle/>
            <a:p>
              <a:endParaRPr/>
            </a:p>
          </p:txBody>
        </p:sp>
      </p:grpSp>
      <p:sp>
        <p:nvSpPr>
          <p:cNvPr id="14" name="object 14"/>
          <p:cNvSpPr txBox="1"/>
          <p:nvPr/>
        </p:nvSpPr>
        <p:spPr>
          <a:xfrm>
            <a:off x="6921887" y="2686050"/>
            <a:ext cx="966469" cy="492125"/>
          </a:xfrm>
          <a:prstGeom prst="rect">
            <a:avLst/>
          </a:prstGeom>
          <a:ln w="12700">
            <a:solidFill>
              <a:srgbClr val="7F7F7F"/>
            </a:solidFill>
          </a:ln>
        </p:spPr>
        <p:txBody>
          <a:bodyPr vert="horz" wrap="square" lIns="0" tIns="3175" rIns="0" bIns="0" rtlCol="0">
            <a:spAutoFit/>
          </a:bodyPr>
          <a:lstStyle/>
          <a:p>
            <a:pPr marL="90805" marR="137795">
              <a:lnSpc>
                <a:spcPct val="100000"/>
              </a:lnSpc>
              <a:spcBef>
                <a:spcPts val="25"/>
              </a:spcBef>
            </a:pPr>
            <a:r>
              <a:rPr sz="1000" spc="-10" dirty="0">
                <a:solidFill>
                  <a:srgbClr val="595959"/>
                </a:solidFill>
                <a:latin typeface="Corbel"/>
                <a:cs typeface="Corbel"/>
              </a:rPr>
              <a:t>Fixed-wings</a:t>
            </a:r>
            <a:r>
              <a:rPr sz="1000" spc="500" dirty="0">
                <a:solidFill>
                  <a:srgbClr val="595959"/>
                </a:solidFill>
                <a:latin typeface="Corbel"/>
                <a:cs typeface="Corbel"/>
              </a:rPr>
              <a:t> </a:t>
            </a:r>
            <a:r>
              <a:rPr sz="1000" dirty="0">
                <a:solidFill>
                  <a:srgbClr val="595959"/>
                </a:solidFill>
                <a:latin typeface="Corbel"/>
                <a:cs typeface="Corbel"/>
              </a:rPr>
              <a:t>for</a:t>
            </a:r>
            <a:r>
              <a:rPr sz="1000" spc="-20" dirty="0">
                <a:solidFill>
                  <a:srgbClr val="595959"/>
                </a:solidFill>
                <a:latin typeface="Corbel"/>
                <a:cs typeface="Corbel"/>
              </a:rPr>
              <a:t> </a:t>
            </a:r>
            <a:r>
              <a:rPr sz="1000" spc="-10" dirty="0">
                <a:solidFill>
                  <a:srgbClr val="595959"/>
                </a:solidFill>
                <a:latin typeface="Corbel"/>
                <a:cs typeface="Corbel"/>
              </a:rPr>
              <a:t>Horizontal</a:t>
            </a:r>
            <a:r>
              <a:rPr sz="1000" spc="50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sp>
        <p:nvSpPr>
          <p:cNvPr id="15" name="object 15"/>
          <p:cNvSpPr/>
          <p:nvPr/>
        </p:nvSpPr>
        <p:spPr>
          <a:xfrm>
            <a:off x="9520942" y="2744313"/>
            <a:ext cx="584835" cy="1047750"/>
          </a:xfrm>
          <a:custGeom>
            <a:avLst/>
            <a:gdLst/>
            <a:ahLst/>
            <a:cxnLst/>
            <a:rect l="l" t="t" r="r" b="b"/>
            <a:pathLst>
              <a:path w="584834" h="1047750">
                <a:moveTo>
                  <a:pt x="0" y="962458"/>
                </a:moveTo>
                <a:lnTo>
                  <a:pt x="8406" y="1047236"/>
                </a:lnTo>
                <a:lnTo>
                  <a:pt x="65240" y="995099"/>
                </a:lnTo>
                <a:lnTo>
                  <a:pt x="32072" y="995099"/>
                </a:lnTo>
                <a:lnTo>
                  <a:pt x="25519" y="992596"/>
                </a:lnTo>
                <a:lnTo>
                  <a:pt x="23878" y="988927"/>
                </a:lnTo>
                <a:lnTo>
                  <a:pt x="29661" y="973786"/>
                </a:lnTo>
                <a:lnTo>
                  <a:pt x="0" y="962458"/>
                </a:lnTo>
                <a:close/>
              </a:path>
              <a:path w="584834" h="1047750">
                <a:moveTo>
                  <a:pt x="29661" y="973786"/>
                </a:moveTo>
                <a:lnTo>
                  <a:pt x="23878" y="988927"/>
                </a:lnTo>
                <a:lnTo>
                  <a:pt x="25519" y="992596"/>
                </a:lnTo>
                <a:lnTo>
                  <a:pt x="32072" y="995099"/>
                </a:lnTo>
                <a:lnTo>
                  <a:pt x="35742" y="993457"/>
                </a:lnTo>
                <a:lnTo>
                  <a:pt x="41525" y="978317"/>
                </a:lnTo>
                <a:lnTo>
                  <a:pt x="29661" y="973786"/>
                </a:lnTo>
                <a:close/>
              </a:path>
              <a:path w="584834" h="1047750">
                <a:moveTo>
                  <a:pt x="41525" y="978317"/>
                </a:moveTo>
                <a:lnTo>
                  <a:pt x="35742" y="993457"/>
                </a:lnTo>
                <a:lnTo>
                  <a:pt x="32072" y="995099"/>
                </a:lnTo>
                <a:lnTo>
                  <a:pt x="65240" y="995099"/>
                </a:lnTo>
                <a:lnTo>
                  <a:pt x="71186" y="989644"/>
                </a:lnTo>
                <a:lnTo>
                  <a:pt x="41525" y="978317"/>
                </a:lnTo>
                <a:close/>
              </a:path>
              <a:path w="584834" h="1047750">
                <a:moveTo>
                  <a:pt x="509427" y="31840"/>
                </a:moveTo>
                <a:lnTo>
                  <a:pt x="391036" y="32129"/>
                </a:lnTo>
                <a:lnTo>
                  <a:pt x="388684" y="33754"/>
                </a:lnTo>
                <a:lnTo>
                  <a:pt x="29661" y="973786"/>
                </a:lnTo>
                <a:lnTo>
                  <a:pt x="41525" y="978317"/>
                </a:lnTo>
                <a:lnTo>
                  <a:pt x="398051" y="44823"/>
                </a:lnTo>
                <a:lnTo>
                  <a:pt x="393694" y="44823"/>
                </a:lnTo>
                <a:lnTo>
                  <a:pt x="399611" y="40739"/>
                </a:lnTo>
                <a:lnTo>
                  <a:pt x="508681" y="40739"/>
                </a:lnTo>
                <a:lnTo>
                  <a:pt x="508161" y="38192"/>
                </a:lnTo>
                <a:lnTo>
                  <a:pt x="509370" y="32129"/>
                </a:lnTo>
                <a:lnTo>
                  <a:pt x="509427" y="31840"/>
                </a:lnTo>
                <a:close/>
              </a:path>
              <a:path w="584834" h="1047750">
                <a:moveTo>
                  <a:pt x="546168" y="0"/>
                </a:moveTo>
                <a:lnTo>
                  <a:pt x="531345" y="3030"/>
                </a:lnTo>
                <a:lnTo>
                  <a:pt x="519254" y="11224"/>
                </a:lnTo>
                <a:lnTo>
                  <a:pt x="511235" y="23182"/>
                </a:lnTo>
                <a:lnTo>
                  <a:pt x="511119" y="23355"/>
                </a:lnTo>
                <a:lnTo>
                  <a:pt x="508198" y="38006"/>
                </a:lnTo>
                <a:lnTo>
                  <a:pt x="508161" y="38192"/>
                </a:lnTo>
                <a:lnTo>
                  <a:pt x="511156" y="52843"/>
                </a:lnTo>
                <a:lnTo>
                  <a:pt x="511191" y="53015"/>
                </a:lnTo>
                <a:lnTo>
                  <a:pt x="519297" y="64973"/>
                </a:lnTo>
                <a:lnTo>
                  <a:pt x="519386" y="65106"/>
                </a:lnTo>
                <a:lnTo>
                  <a:pt x="531517" y="73241"/>
                </a:lnTo>
                <a:lnTo>
                  <a:pt x="546355" y="76198"/>
                </a:lnTo>
                <a:lnTo>
                  <a:pt x="560821" y="73241"/>
                </a:lnTo>
                <a:lnTo>
                  <a:pt x="561070" y="73241"/>
                </a:lnTo>
                <a:lnTo>
                  <a:pt x="573268" y="64973"/>
                </a:lnTo>
                <a:lnTo>
                  <a:pt x="581288" y="53015"/>
                </a:lnTo>
                <a:lnTo>
                  <a:pt x="581403" y="52843"/>
                </a:lnTo>
                <a:lnTo>
                  <a:pt x="583002" y="44823"/>
                </a:lnTo>
                <a:lnTo>
                  <a:pt x="583058" y="44540"/>
                </a:lnTo>
                <a:lnTo>
                  <a:pt x="549685" y="44540"/>
                </a:lnTo>
                <a:lnTo>
                  <a:pt x="552620" y="41591"/>
                </a:lnTo>
                <a:lnTo>
                  <a:pt x="552603" y="34577"/>
                </a:lnTo>
                <a:lnTo>
                  <a:pt x="549852" y="31840"/>
                </a:lnTo>
                <a:lnTo>
                  <a:pt x="583100" y="31840"/>
                </a:lnTo>
                <a:lnTo>
                  <a:pt x="581366" y="23355"/>
                </a:lnTo>
                <a:lnTo>
                  <a:pt x="581331" y="23182"/>
                </a:lnTo>
                <a:lnTo>
                  <a:pt x="573226" y="11224"/>
                </a:lnTo>
                <a:lnTo>
                  <a:pt x="573136" y="11092"/>
                </a:lnTo>
                <a:lnTo>
                  <a:pt x="561114" y="3030"/>
                </a:lnTo>
                <a:lnTo>
                  <a:pt x="561370" y="3030"/>
                </a:lnTo>
                <a:lnTo>
                  <a:pt x="546168" y="0"/>
                </a:lnTo>
                <a:close/>
              </a:path>
              <a:path w="584834" h="1047750">
                <a:moveTo>
                  <a:pt x="399611" y="40739"/>
                </a:moveTo>
                <a:lnTo>
                  <a:pt x="393694" y="44823"/>
                </a:lnTo>
                <a:lnTo>
                  <a:pt x="398051" y="44823"/>
                </a:lnTo>
                <a:lnTo>
                  <a:pt x="399611" y="40739"/>
                </a:lnTo>
                <a:close/>
              </a:path>
              <a:path w="584834" h="1047750">
                <a:moveTo>
                  <a:pt x="508681" y="40739"/>
                </a:moveTo>
                <a:lnTo>
                  <a:pt x="399611" y="40739"/>
                </a:lnTo>
                <a:lnTo>
                  <a:pt x="398160" y="44540"/>
                </a:lnTo>
                <a:lnTo>
                  <a:pt x="398051" y="44823"/>
                </a:lnTo>
                <a:lnTo>
                  <a:pt x="393694" y="44823"/>
                </a:lnTo>
                <a:lnTo>
                  <a:pt x="509459" y="44540"/>
                </a:lnTo>
                <a:lnTo>
                  <a:pt x="508681" y="40739"/>
                </a:lnTo>
                <a:close/>
              </a:path>
              <a:path w="584834" h="1047750">
                <a:moveTo>
                  <a:pt x="583100" y="31840"/>
                </a:moveTo>
                <a:lnTo>
                  <a:pt x="549852" y="31840"/>
                </a:lnTo>
                <a:lnTo>
                  <a:pt x="552603" y="34577"/>
                </a:lnTo>
                <a:lnTo>
                  <a:pt x="552620" y="41591"/>
                </a:lnTo>
                <a:lnTo>
                  <a:pt x="549685" y="44540"/>
                </a:lnTo>
                <a:lnTo>
                  <a:pt x="583058" y="44540"/>
                </a:lnTo>
                <a:lnTo>
                  <a:pt x="584324" y="38192"/>
                </a:lnTo>
                <a:lnTo>
                  <a:pt x="584361" y="38006"/>
                </a:lnTo>
                <a:lnTo>
                  <a:pt x="583160" y="32129"/>
                </a:lnTo>
                <a:lnTo>
                  <a:pt x="583100" y="31840"/>
                </a:lnTo>
                <a:close/>
              </a:path>
            </a:pathLst>
          </a:custGeom>
          <a:solidFill>
            <a:srgbClr val="7F7F7F"/>
          </a:solidFill>
        </p:spPr>
        <p:txBody>
          <a:bodyPr wrap="square" lIns="0" tIns="0" rIns="0" bIns="0" rtlCol="0"/>
          <a:lstStyle/>
          <a:p>
            <a:endParaRPr/>
          </a:p>
        </p:txBody>
      </p:sp>
      <p:sp>
        <p:nvSpPr>
          <p:cNvPr id="16" name="object 16"/>
          <p:cNvSpPr txBox="1"/>
          <p:nvPr/>
        </p:nvSpPr>
        <p:spPr>
          <a:xfrm>
            <a:off x="10075699" y="2690530"/>
            <a:ext cx="966469" cy="492125"/>
          </a:xfrm>
          <a:prstGeom prst="rect">
            <a:avLst/>
          </a:prstGeom>
          <a:ln w="12700">
            <a:solidFill>
              <a:srgbClr val="7F7F7F"/>
            </a:solidFill>
          </a:ln>
        </p:spPr>
        <p:txBody>
          <a:bodyPr vert="horz" wrap="square" lIns="0" tIns="80645" rIns="0" bIns="0" rtlCol="0">
            <a:spAutoFit/>
          </a:bodyPr>
          <a:lstStyle/>
          <a:p>
            <a:pPr marL="90805" marR="132715">
              <a:lnSpc>
                <a:spcPct val="100000"/>
              </a:lnSpc>
              <a:spcBef>
                <a:spcPts val="635"/>
              </a:spcBef>
            </a:pPr>
            <a:r>
              <a:rPr sz="1000" dirty="0">
                <a:solidFill>
                  <a:srgbClr val="595959"/>
                </a:solidFill>
                <a:latin typeface="Corbel"/>
                <a:cs typeface="Corbel"/>
              </a:rPr>
              <a:t>Rotors</a:t>
            </a:r>
            <a:r>
              <a:rPr sz="1000" spc="-25" dirty="0">
                <a:solidFill>
                  <a:srgbClr val="595959"/>
                </a:solidFill>
                <a:latin typeface="Corbel"/>
                <a:cs typeface="Corbel"/>
              </a:rPr>
              <a:t> for</a:t>
            </a:r>
            <a:r>
              <a:rPr sz="1000" spc="500" dirty="0">
                <a:solidFill>
                  <a:srgbClr val="595959"/>
                </a:solidFill>
                <a:latin typeface="Corbel"/>
                <a:cs typeface="Corbel"/>
              </a:rPr>
              <a:t> </a:t>
            </a:r>
            <a:r>
              <a:rPr sz="1000" dirty="0">
                <a:solidFill>
                  <a:srgbClr val="595959"/>
                </a:solidFill>
                <a:latin typeface="Corbel"/>
                <a:cs typeface="Corbel"/>
              </a:rPr>
              <a:t>Vertical</a:t>
            </a:r>
            <a:r>
              <a:rPr sz="1000" spc="-3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pic>
        <p:nvPicPr>
          <p:cNvPr id="17" name="object 17"/>
          <p:cNvPicPr/>
          <p:nvPr/>
        </p:nvPicPr>
        <p:blipFill>
          <a:blip r:embed="rId5" cstate="print"/>
          <a:stretch>
            <a:fillRect/>
          </a:stretch>
        </p:blipFill>
        <p:spPr>
          <a:xfrm>
            <a:off x="7405110" y="4915986"/>
            <a:ext cx="3296888" cy="1688509"/>
          </a:xfrm>
          <a:prstGeom prst="rect">
            <a:avLst/>
          </a:prstGeom>
        </p:spPr>
      </p:pic>
      <p:pic>
        <p:nvPicPr>
          <p:cNvPr id="18" name="object 18"/>
          <p:cNvPicPr/>
          <p:nvPr/>
        </p:nvPicPr>
        <p:blipFill>
          <a:blip r:embed="rId6" cstate="print"/>
          <a:stretch>
            <a:fillRect/>
          </a:stretch>
        </p:blipFill>
        <p:spPr>
          <a:xfrm>
            <a:off x="0" y="6497999"/>
            <a:ext cx="360000" cy="36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670" rIns="0" bIns="0" rtlCol="0">
            <a:spAutoFit/>
          </a:bodyPr>
          <a:lstStyle/>
          <a:p>
            <a:pPr marL="12700" marR="5080">
              <a:lnSpc>
                <a:spcPts val="2110"/>
              </a:lnSpc>
              <a:spcBef>
                <a:spcPts val="210"/>
              </a:spcBef>
            </a:pPr>
            <a:r>
              <a:rPr sz="1800" dirty="0"/>
              <a:t>3.</a:t>
            </a:r>
            <a:r>
              <a:rPr sz="1800" spc="-20" dirty="0"/>
              <a:t> </a:t>
            </a:r>
            <a:r>
              <a:rPr sz="1800" b="1" u="sng" spc="-10" dirty="0">
                <a:uFill>
                  <a:solidFill>
                    <a:srgbClr val="000000"/>
                  </a:solidFill>
                </a:uFill>
                <a:latin typeface="Corbel"/>
                <a:cs typeface="Corbel"/>
              </a:rPr>
              <a:t>Rotorcraft</a:t>
            </a:r>
            <a:r>
              <a:rPr sz="1800" b="1" spc="-30" dirty="0">
                <a:latin typeface="Corbel"/>
                <a:cs typeface="Corbel"/>
              </a:rPr>
              <a:t> </a:t>
            </a:r>
            <a:r>
              <a:rPr sz="1800" dirty="0"/>
              <a:t>a</a:t>
            </a:r>
            <a:r>
              <a:rPr sz="1800" spc="-15" dirty="0"/>
              <a:t> </a:t>
            </a:r>
            <a:r>
              <a:rPr sz="1800" spc="-30" dirty="0"/>
              <a:t>power-</a:t>
            </a:r>
            <a:r>
              <a:rPr sz="1800" dirty="0"/>
              <a:t>driven</a:t>
            </a:r>
            <a:r>
              <a:rPr sz="1800" spc="-15" dirty="0"/>
              <a:t> </a:t>
            </a:r>
            <a:r>
              <a:rPr sz="1800" spc="-25" dirty="0"/>
              <a:t>heavier-</a:t>
            </a:r>
            <a:r>
              <a:rPr sz="1800" spc="-10" dirty="0"/>
              <a:t>than-</a:t>
            </a:r>
            <a:r>
              <a:rPr sz="1800" dirty="0"/>
              <a:t>air</a:t>
            </a:r>
            <a:r>
              <a:rPr sz="1800" spc="-25" dirty="0"/>
              <a:t> </a:t>
            </a:r>
            <a:r>
              <a:rPr sz="1800" dirty="0"/>
              <a:t>aircraft</a:t>
            </a:r>
            <a:r>
              <a:rPr sz="1800" spc="-20" dirty="0"/>
              <a:t> </a:t>
            </a:r>
            <a:r>
              <a:rPr sz="1800" dirty="0"/>
              <a:t>supported</a:t>
            </a:r>
            <a:r>
              <a:rPr sz="1800" spc="-15" dirty="0"/>
              <a:t> </a:t>
            </a:r>
            <a:r>
              <a:rPr sz="1800" dirty="0"/>
              <a:t>in</a:t>
            </a:r>
            <a:r>
              <a:rPr sz="1800" spc="-20" dirty="0"/>
              <a:t> </a:t>
            </a:r>
            <a:r>
              <a:rPr sz="1800" dirty="0"/>
              <a:t>flight</a:t>
            </a:r>
            <a:r>
              <a:rPr sz="1800" spc="-20" dirty="0"/>
              <a:t> </a:t>
            </a:r>
            <a:r>
              <a:rPr sz="1800" dirty="0"/>
              <a:t>by</a:t>
            </a:r>
            <a:r>
              <a:rPr sz="1800" spc="-20" dirty="0"/>
              <a:t> </a:t>
            </a:r>
            <a:r>
              <a:rPr sz="1800" dirty="0"/>
              <a:t>the</a:t>
            </a:r>
            <a:r>
              <a:rPr sz="1800" spc="-10" dirty="0"/>
              <a:t> </a:t>
            </a:r>
            <a:r>
              <a:rPr sz="1800" dirty="0"/>
              <a:t>reactions</a:t>
            </a:r>
            <a:r>
              <a:rPr sz="1800" spc="-25" dirty="0"/>
              <a:t> </a:t>
            </a:r>
            <a:r>
              <a:rPr sz="1800" dirty="0"/>
              <a:t>of</a:t>
            </a:r>
            <a:r>
              <a:rPr sz="1800" spc="-20" dirty="0"/>
              <a:t> </a:t>
            </a:r>
            <a:r>
              <a:rPr sz="1800" dirty="0"/>
              <a:t>the</a:t>
            </a:r>
            <a:r>
              <a:rPr sz="1800" spc="-15" dirty="0"/>
              <a:t> </a:t>
            </a:r>
            <a:r>
              <a:rPr sz="1800" dirty="0"/>
              <a:t>air</a:t>
            </a:r>
            <a:r>
              <a:rPr sz="1800" spc="-20" dirty="0"/>
              <a:t> </a:t>
            </a:r>
            <a:r>
              <a:rPr sz="1800" spc="-25" dirty="0"/>
              <a:t>on </a:t>
            </a:r>
            <a:r>
              <a:rPr sz="1800" dirty="0"/>
              <a:t>one</a:t>
            </a:r>
            <a:r>
              <a:rPr sz="1800" spc="-20" dirty="0"/>
              <a:t> </a:t>
            </a:r>
            <a:r>
              <a:rPr sz="1800" dirty="0"/>
              <a:t>or</a:t>
            </a:r>
            <a:r>
              <a:rPr sz="1800" spc="-20" dirty="0"/>
              <a:t> </a:t>
            </a:r>
            <a:r>
              <a:rPr sz="1800" dirty="0"/>
              <a:t>more</a:t>
            </a:r>
            <a:r>
              <a:rPr sz="1800" spc="-20" dirty="0"/>
              <a:t> </a:t>
            </a:r>
            <a:r>
              <a:rPr sz="1800" dirty="0"/>
              <a:t>rotors.</a:t>
            </a:r>
            <a:r>
              <a:rPr sz="1800" spc="-20" dirty="0"/>
              <a:t> </a:t>
            </a:r>
            <a:r>
              <a:rPr sz="1800" spc="-10" dirty="0"/>
              <a:t>Rotorcrafts</a:t>
            </a:r>
            <a:r>
              <a:rPr sz="1800" spc="-25" dirty="0"/>
              <a:t> </a:t>
            </a:r>
            <a:r>
              <a:rPr sz="1800" dirty="0"/>
              <a:t>includes</a:t>
            </a:r>
            <a:r>
              <a:rPr sz="1800" spc="-30" dirty="0"/>
              <a:t> </a:t>
            </a:r>
            <a:r>
              <a:rPr sz="1800" b="1" dirty="0">
                <a:latin typeface="Corbel"/>
                <a:cs typeface="Corbel"/>
              </a:rPr>
              <a:t>helicopter</a:t>
            </a:r>
            <a:r>
              <a:rPr sz="1800" dirty="0"/>
              <a:t>s</a:t>
            </a:r>
            <a:r>
              <a:rPr sz="1800" spc="-20" dirty="0"/>
              <a:t> </a:t>
            </a:r>
            <a:r>
              <a:rPr sz="1800" dirty="0"/>
              <a:t>and</a:t>
            </a:r>
            <a:r>
              <a:rPr sz="1800" spc="-20" dirty="0"/>
              <a:t> </a:t>
            </a:r>
            <a:r>
              <a:rPr sz="1800" b="1" spc="-10" dirty="0">
                <a:latin typeface="Corbel"/>
                <a:cs typeface="Corbel"/>
              </a:rPr>
              <a:t>multi-</a:t>
            </a:r>
            <a:r>
              <a:rPr sz="1800" b="1" dirty="0">
                <a:latin typeface="Corbel"/>
                <a:cs typeface="Corbel"/>
              </a:rPr>
              <a:t>copters</a:t>
            </a:r>
            <a:r>
              <a:rPr sz="1800" b="1" spc="-25" dirty="0">
                <a:latin typeface="Corbel"/>
                <a:cs typeface="Corbel"/>
              </a:rPr>
              <a:t> </a:t>
            </a:r>
            <a:r>
              <a:rPr sz="1800" b="1" dirty="0">
                <a:latin typeface="Corbel"/>
                <a:cs typeface="Corbel"/>
              </a:rPr>
              <a:t>or</a:t>
            </a:r>
            <a:r>
              <a:rPr sz="1800" b="1" spc="-20" dirty="0">
                <a:latin typeface="Corbel"/>
                <a:cs typeface="Corbel"/>
              </a:rPr>
              <a:t> </a:t>
            </a:r>
            <a:r>
              <a:rPr sz="1800" b="1" spc="-10" dirty="0">
                <a:latin typeface="Corbel"/>
                <a:cs typeface="Corbel"/>
              </a:rPr>
              <a:t>multirotor</a:t>
            </a:r>
            <a:r>
              <a:rPr sz="1800" spc="-10" dirty="0"/>
              <a:t>.</a:t>
            </a:r>
            <a:endParaRPr sz="1800" dirty="0">
              <a:latin typeface="Corbel"/>
              <a:cs typeface="Corbel"/>
            </a:endParaRPr>
          </a:p>
        </p:txBody>
      </p:sp>
      <p:sp>
        <p:nvSpPr>
          <p:cNvPr id="3" name="object 3"/>
          <p:cNvSpPr txBox="1"/>
          <p:nvPr/>
        </p:nvSpPr>
        <p:spPr>
          <a:xfrm>
            <a:off x="6912923" y="1553971"/>
            <a:ext cx="4157979" cy="565150"/>
          </a:xfrm>
          <a:prstGeom prst="rect">
            <a:avLst/>
          </a:prstGeom>
        </p:spPr>
        <p:txBody>
          <a:bodyPr vert="horz" wrap="square" lIns="0" tIns="28575" rIns="0" bIns="0" rtlCol="0">
            <a:spAutoFit/>
          </a:bodyPr>
          <a:lstStyle/>
          <a:p>
            <a:pPr marL="12700" marR="5080">
              <a:lnSpc>
                <a:spcPts val="2090"/>
              </a:lnSpc>
              <a:spcBef>
                <a:spcPts val="225"/>
              </a:spcBef>
            </a:pPr>
            <a:r>
              <a:rPr sz="1800" dirty="0">
                <a:latin typeface="Corbel"/>
                <a:cs typeface="Corbel"/>
              </a:rPr>
              <a:t>ii.</a:t>
            </a:r>
            <a:r>
              <a:rPr sz="1800" spc="85" dirty="0">
                <a:latin typeface="Corbel"/>
                <a:cs typeface="Corbel"/>
              </a:rPr>
              <a:t> </a:t>
            </a:r>
            <a:r>
              <a:rPr sz="1800" b="1" u="sng" dirty="0">
                <a:uFill>
                  <a:solidFill>
                    <a:srgbClr val="000000"/>
                  </a:solidFill>
                </a:uFill>
                <a:latin typeface="Corbel"/>
                <a:cs typeface="Corbel"/>
              </a:rPr>
              <a:t>Multirotor</a:t>
            </a:r>
            <a:r>
              <a:rPr sz="1800" b="1" spc="70" dirty="0">
                <a:latin typeface="Corbel"/>
                <a:cs typeface="Corbel"/>
              </a:rPr>
              <a:t> </a:t>
            </a:r>
            <a:r>
              <a:rPr sz="1800" dirty="0">
                <a:latin typeface="Corbel"/>
                <a:cs typeface="Corbel"/>
              </a:rPr>
              <a:t>is</a:t>
            </a:r>
            <a:r>
              <a:rPr sz="1800" spc="85" dirty="0">
                <a:latin typeface="Corbel"/>
                <a:cs typeface="Corbel"/>
              </a:rPr>
              <a:t> </a:t>
            </a:r>
            <a:r>
              <a:rPr sz="1800" dirty="0">
                <a:latin typeface="Corbel"/>
                <a:cs typeface="Corbel"/>
              </a:rPr>
              <a:t>a</a:t>
            </a:r>
            <a:r>
              <a:rPr sz="1800" spc="95" dirty="0">
                <a:latin typeface="Corbel"/>
                <a:cs typeface="Corbel"/>
              </a:rPr>
              <a:t> </a:t>
            </a:r>
            <a:r>
              <a:rPr sz="1800" dirty="0">
                <a:latin typeface="Corbel"/>
                <a:cs typeface="Corbel"/>
              </a:rPr>
              <a:t>rotorcraft</a:t>
            </a:r>
            <a:r>
              <a:rPr sz="1800" spc="90" dirty="0">
                <a:latin typeface="Corbel"/>
                <a:cs typeface="Corbel"/>
              </a:rPr>
              <a:t> </a:t>
            </a:r>
            <a:r>
              <a:rPr sz="1800" dirty="0">
                <a:latin typeface="Corbel"/>
                <a:cs typeface="Corbel"/>
              </a:rPr>
              <a:t>with</a:t>
            </a:r>
            <a:r>
              <a:rPr sz="1800" spc="95" dirty="0">
                <a:latin typeface="Corbel"/>
                <a:cs typeface="Corbel"/>
              </a:rPr>
              <a:t> </a:t>
            </a:r>
            <a:r>
              <a:rPr sz="1800" u="sng" dirty="0">
                <a:uFill>
                  <a:solidFill>
                    <a:srgbClr val="000000"/>
                  </a:solidFill>
                </a:uFill>
                <a:latin typeface="Corbel"/>
                <a:cs typeface="Corbel"/>
              </a:rPr>
              <a:t>more</a:t>
            </a:r>
            <a:r>
              <a:rPr sz="1800" u="sng" spc="95" dirty="0">
                <a:uFill>
                  <a:solidFill>
                    <a:srgbClr val="000000"/>
                  </a:solidFill>
                </a:uFill>
                <a:latin typeface="Corbel"/>
                <a:cs typeface="Corbel"/>
              </a:rPr>
              <a:t> </a:t>
            </a:r>
            <a:r>
              <a:rPr sz="1800" u="sng" spc="-20" dirty="0">
                <a:uFill>
                  <a:solidFill>
                    <a:srgbClr val="000000"/>
                  </a:solidFill>
                </a:uFill>
                <a:latin typeface="Corbel"/>
                <a:cs typeface="Corbel"/>
              </a:rPr>
              <a:t>than</a:t>
            </a:r>
            <a:r>
              <a:rPr sz="1800" spc="-20" dirty="0">
                <a:latin typeface="Corbel"/>
                <a:cs typeface="Corbel"/>
              </a:rPr>
              <a:t> </a:t>
            </a:r>
            <a:r>
              <a:rPr sz="1800" u="sng" dirty="0">
                <a:uFill>
                  <a:solidFill>
                    <a:srgbClr val="000000"/>
                  </a:solidFill>
                </a:uFill>
                <a:latin typeface="Corbel"/>
                <a:cs typeface="Corbel"/>
              </a:rPr>
              <a:t>two</a:t>
            </a:r>
            <a:r>
              <a:rPr sz="1800" u="sng" spc="-20" dirty="0">
                <a:uFill>
                  <a:solidFill>
                    <a:srgbClr val="000000"/>
                  </a:solidFill>
                </a:uFill>
                <a:latin typeface="Corbel"/>
                <a:cs typeface="Corbel"/>
              </a:rPr>
              <a:t> lift-</a:t>
            </a:r>
            <a:r>
              <a:rPr sz="1800" u="sng" dirty="0">
                <a:uFill>
                  <a:solidFill>
                    <a:srgbClr val="000000"/>
                  </a:solidFill>
                </a:uFill>
                <a:latin typeface="Corbel"/>
                <a:cs typeface="Corbel"/>
              </a:rPr>
              <a:t>generating</a:t>
            </a:r>
            <a:r>
              <a:rPr sz="1800" u="sng" spc="-20" dirty="0">
                <a:uFill>
                  <a:solidFill>
                    <a:srgbClr val="000000"/>
                  </a:solidFill>
                </a:uFill>
                <a:latin typeface="Corbel"/>
                <a:cs typeface="Corbel"/>
              </a:rPr>
              <a:t> </a:t>
            </a:r>
            <a:r>
              <a:rPr sz="1800" u="sng" spc="-10" dirty="0">
                <a:uFill>
                  <a:solidFill>
                    <a:srgbClr val="000000"/>
                  </a:solidFill>
                </a:uFill>
                <a:latin typeface="Corbel"/>
                <a:cs typeface="Corbel"/>
              </a:rPr>
              <a:t>rotors</a:t>
            </a:r>
            <a:r>
              <a:rPr sz="1800" spc="-10" dirty="0">
                <a:latin typeface="Corbel"/>
                <a:cs typeface="Corbel"/>
              </a:rPr>
              <a:t>.</a:t>
            </a:r>
            <a:endParaRPr sz="1800">
              <a:latin typeface="Corbel"/>
              <a:cs typeface="Corbel"/>
            </a:endParaRPr>
          </a:p>
        </p:txBody>
      </p:sp>
      <p:grpSp>
        <p:nvGrpSpPr>
          <p:cNvPr id="4" name="object 4"/>
          <p:cNvGrpSpPr/>
          <p:nvPr/>
        </p:nvGrpSpPr>
        <p:grpSpPr>
          <a:xfrm>
            <a:off x="5867400" y="2545079"/>
            <a:ext cx="6136005" cy="3977640"/>
            <a:chOff x="5867400" y="2545079"/>
            <a:chExt cx="6136005" cy="3977640"/>
          </a:xfrm>
        </p:grpSpPr>
        <p:pic>
          <p:nvPicPr>
            <p:cNvPr id="5" name="object 5"/>
            <p:cNvPicPr/>
            <p:nvPr/>
          </p:nvPicPr>
          <p:blipFill>
            <a:blip r:embed="rId3" cstate="print"/>
            <a:stretch>
              <a:fillRect/>
            </a:stretch>
          </p:blipFill>
          <p:spPr>
            <a:xfrm>
              <a:off x="5867400" y="4264811"/>
              <a:ext cx="2491206" cy="1922885"/>
            </a:xfrm>
            <a:prstGeom prst="rect">
              <a:avLst/>
            </a:prstGeom>
          </p:spPr>
        </p:pic>
        <p:pic>
          <p:nvPicPr>
            <p:cNvPr id="6" name="object 6"/>
            <p:cNvPicPr/>
            <p:nvPr/>
          </p:nvPicPr>
          <p:blipFill>
            <a:blip r:embed="rId4" cstate="print"/>
            <a:stretch>
              <a:fillRect/>
            </a:stretch>
          </p:blipFill>
          <p:spPr>
            <a:xfrm>
              <a:off x="8186927" y="2545079"/>
              <a:ext cx="3816096" cy="3977640"/>
            </a:xfrm>
            <a:prstGeom prst="rect">
              <a:avLst/>
            </a:prstGeom>
          </p:spPr>
        </p:pic>
        <p:pic>
          <p:nvPicPr>
            <p:cNvPr id="7" name="object 7"/>
            <p:cNvPicPr/>
            <p:nvPr/>
          </p:nvPicPr>
          <p:blipFill>
            <a:blip r:embed="rId5" cstate="print"/>
            <a:stretch>
              <a:fillRect/>
            </a:stretch>
          </p:blipFill>
          <p:spPr>
            <a:xfrm>
              <a:off x="8381787" y="2739951"/>
              <a:ext cx="3230090" cy="3391558"/>
            </a:xfrm>
            <a:prstGeom prst="rect">
              <a:avLst/>
            </a:prstGeom>
          </p:spPr>
        </p:pic>
        <p:pic>
          <p:nvPicPr>
            <p:cNvPr id="8" name="object 8"/>
            <p:cNvPicPr/>
            <p:nvPr/>
          </p:nvPicPr>
          <p:blipFill>
            <a:blip r:embed="rId6" cstate="print"/>
            <a:stretch>
              <a:fillRect/>
            </a:stretch>
          </p:blipFill>
          <p:spPr>
            <a:xfrm>
              <a:off x="7235952" y="2785872"/>
              <a:ext cx="1514855" cy="1466088"/>
            </a:xfrm>
            <a:prstGeom prst="rect">
              <a:avLst/>
            </a:prstGeom>
          </p:spPr>
        </p:pic>
        <p:pic>
          <p:nvPicPr>
            <p:cNvPr id="9" name="object 9"/>
            <p:cNvPicPr/>
            <p:nvPr/>
          </p:nvPicPr>
          <p:blipFill>
            <a:blip r:embed="rId7" cstate="print"/>
            <a:stretch>
              <a:fillRect/>
            </a:stretch>
          </p:blipFill>
          <p:spPr>
            <a:xfrm>
              <a:off x="7430952" y="2979615"/>
              <a:ext cx="927653" cy="878420"/>
            </a:xfrm>
            <a:prstGeom prst="rect">
              <a:avLst/>
            </a:prstGeom>
          </p:spPr>
        </p:pic>
      </p:grpSp>
      <p:sp>
        <p:nvSpPr>
          <p:cNvPr id="10" name="object 10"/>
          <p:cNvSpPr txBox="1"/>
          <p:nvPr/>
        </p:nvSpPr>
        <p:spPr>
          <a:xfrm>
            <a:off x="1858777" y="1553971"/>
            <a:ext cx="4158615" cy="112268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Corbel"/>
                <a:cs typeface="Corbel"/>
              </a:rPr>
              <a:t>i.</a:t>
            </a:r>
            <a:r>
              <a:rPr sz="1800" spc="355" dirty="0">
                <a:latin typeface="Corbel"/>
                <a:cs typeface="Corbel"/>
              </a:rPr>
              <a:t>  </a:t>
            </a:r>
            <a:r>
              <a:rPr sz="1800" b="1" u="sng" dirty="0">
                <a:uFill>
                  <a:solidFill>
                    <a:srgbClr val="000000"/>
                  </a:solidFill>
                </a:uFill>
                <a:latin typeface="Corbel"/>
                <a:cs typeface="Corbel"/>
              </a:rPr>
              <a:t>Helicopter</a:t>
            </a:r>
            <a:r>
              <a:rPr sz="1800" b="1" spc="345" dirty="0">
                <a:latin typeface="Corbel"/>
                <a:cs typeface="Corbel"/>
              </a:rPr>
              <a:t>  </a:t>
            </a:r>
            <a:r>
              <a:rPr sz="1800" dirty="0">
                <a:latin typeface="Corbel"/>
                <a:cs typeface="Corbel"/>
              </a:rPr>
              <a:t>means</a:t>
            </a:r>
            <a:r>
              <a:rPr sz="1800" spc="360" dirty="0">
                <a:latin typeface="Corbel"/>
                <a:cs typeface="Corbel"/>
              </a:rPr>
              <a:t>  </a:t>
            </a:r>
            <a:r>
              <a:rPr sz="1800" dirty="0">
                <a:latin typeface="Corbel"/>
                <a:cs typeface="Corbel"/>
              </a:rPr>
              <a:t>a</a:t>
            </a:r>
            <a:r>
              <a:rPr sz="1800" spc="360" dirty="0">
                <a:latin typeface="Corbel"/>
                <a:cs typeface="Corbel"/>
              </a:rPr>
              <a:t>  </a:t>
            </a:r>
            <a:r>
              <a:rPr sz="1800" spc="-25" dirty="0">
                <a:latin typeface="Corbel"/>
                <a:cs typeface="Corbel"/>
              </a:rPr>
              <a:t>heavier-</a:t>
            </a:r>
            <a:r>
              <a:rPr sz="1800" spc="-10" dirty="0">
                <a:latin typeface="Corbel"/>
                <a:cs typeface="Corbel"/>
              </a:rPr>
              <a:t>than-</a:t>
            </a:r>
            <a:r>
              <a:rPr sz="1800" spc="-25" dirty="0">
                <a:latin typeface="Corbel"/>
                <a:cs typeface="Corbel"/>
              </a:rPr>
              <a:t>air </a:t>
            </a:r>
            <a:r>
              <a:rPr sz="1800" dirty="0">
                <a:latin typeface="Corbel"/>
                <a:cs typeface="Corbel"/>
              </a:rPr>
              <a:t>aircraft</a:t>
            </a:r>
            <a:r>
              <a:rPr sz="1800" spc="440" dirty="0">
                <a:latin typeface="Corbel"/>
                <a:cs typeface="Corbel"/>
              </a:rPr>
              <a:t> </a:t>
            </a:r>
            <a:r>
              <a:rPr sz="1800" dirty="0">
                <a:latin typeface="Corbel"/>
                <a:cs typeface="Corbel"/>
              </a:rPr>
              <a:t>supported</a:t>
            </a:r>
            <a:r>
              <a:rPr sz="1800" spc="440" dirty="0">
                <a:latin typeface="Corbel"/>
                <a:cs typeface="Corbel"/>
              </a:rPr>
              <a:t> </a:t>
            </a:r>
            <a:r>
              <a:rPr sz="1800" dirty="0">
                <a:latin typeface="Corbel"/>
                <a:cs typeface="Corbel"/>
              </a:rPr>
              <a:t>in</a:t>
            </a:r>
            <a:r>
              <a:rPr sz="1800" spc="440" dirty="0">
                <a:latin typeface="Corbel"/>
                <a:cs typeface="Corbel"/>
              </a:rPr>
              <a:t> </a:t>
            </a:r>
            <a:r>
              <a:rPr sz="1800" dirty="0">
                <a:latin typeface="Corbel"/>
                <a:cs typeface="Corbel"/>
              </a:rPr>
              <a:t>flight</a:t>
            </a:r>
            <a:r>
              <a:rPr sz="1800" spc="445" dirty="0">
                <a:latin typeface="Corbel"/>
                <a:cs typeface="Corbel"/>
              </a:rPr>
              <a:t> </a:t>
            </a:r>
            <a:r>
              <a:rPr sz="1800" dirty="0">
                <a:latin typeface="Corbel"/>
                <a:cs typeface="Corbel"/>
              </a:rPr>
              <a:t>chiefly</a:t>
            </a:r>
            <a:r>
              <a:rPr sz="1800" spc="434" dirty="0">
                <a:latin typeface="Corbel"/>
                <a:cs typeface="Corbel"/>
              </a:rPr>
              <a:t> </a:t>
            </a:r>
            <a:r>
              <a:rPr sz="1800" dirty="0">
                <a:latin typeface="Corbel"/>
                <a:cs typeface="Corbel"/>
              </a:rPr>
              <a:t>by</a:t>
            </a:r>
            <a:r>
              <a:rPr sz="1800" spc="440" dirty="0">
                <a:latin typeface="Corbel"/>
                <a:cs typeface="Corbel"/>
              </a:rPr>
              <a:t> </a:t>
            </a:r>
            <a:r>
              <a:rPr sz="1800" spc="-25" dirty="0">
                <a:latin typeface="Corbel"/>
                <a:cs typeface="Corbel"/>
              </a:rPr>
              <a:t>the </a:t>
            </a:r>
            <a:r>
              <a:rPr sz="1800" dirty="0">
                <a:latin typeface="Corbel"/>
                <a:cs typeface="Corbel"/>
              </a:rPr>
              <a:t>reactions</a:t>
            </a:r>
            <a:r>
              <a:rPr sz="1800" spc="210" dirty="0">
                <a:latin typeface="Corbel"/>
                <a:cs typeface="Corbel"/>
              </a:rPr>
              <a:t> </a:t>
            </a:r>
            <a:r>
              <a:rPr sz="1800" dirty="0">
                <a:latin typeface="Corbel"/>
                <a:cs typeface="Corbel"/>
              </a:rPr>
              <a:t>of</a:t>
            </a:r>
            <a:r>
              <a:rPr sz="1800" spc="220" dirty="0">
                <a:latin typeface="Corbel"/>
                <a:cs typeface="Corbel"/>
              </a:rPr>
              <a:t> </a:t>
            </a:r>
            <a:r>
              <a:rPr sz="1800" dirty="0">
                <a:latin typeface="Corbel"/>
                <a:cs typeface="Corbel"/>
              </a:rPr>
              <a:t>the</a:t>
            </a:r>
            <a:r>
              <a:rPr sz="1800" spc="220" dirty="0">
                <a:latin typeface="Corbel"/>
                <a:cs typeface="Corbel"/>
              </a:rPr>
              <a:t> </a:t>
            </a:r>
            <a:r>
              <a:rPr sz="1800" dirty="0">
                <a:latin typeface="Corbel"/>
                <a:cs typeface="Corbel"/>
              </a:rPr>
              <a:t>air</a:t>
            </a:r>
            <a:r>
              <a:rPr sz="1800" spc="215" dirty="0">
                <a:latin typeface="Corbel"/>
                <a:cs typeface="Corbel"/>
              </a:rPr>
              <a:t> </a:t>
            </a:r>
            <a:r>
              <a:rPr sz="1800" dirty="0">
                <a:latin typeface="Corbel"/>
                <a:cs typeface="Corbel"/>
              </a:rPr>
              <a:t>on</a:t>
            </a:r>
            <a:r>
              <a:rPr sz="1800" spc="220" dirty="0">
                <a:latin typeface="Corbel"/>
                <a:cs typeface="Corbel"/>
              </a:rPr>
              <a:t> </a:t>
            </a:r>
            <a:r>
              <a:rPr sz="1800" dirty="0">
                <a:latin typeface="Corbel"/>
                <a:cs typeface="Corbel"/>
              </a:rPr>
              <a:t>one</a:t>
            </a:r>
            <a:r>
              <a:rPr sz="1800" spc="220" dirty="0">
                <a:latin typeface="Corbel"/>
                <a:cs typeface="Corbel"/>
              </a:rPr>
              <a:t> </a:t>
            </a:r>
            <a:r>
              <a:rPr sz="1800" dirty="0">
                <a:latin typeface="Corbel"/>
                <a:cs typeface="Corbel"/>
              </a:rPr>
              <a:t>or</a:t>
            </a:r>
            <a:r>
              <a:rPr sz="1800" spc="215" dirty="0">
                <a:latin typeface="Corbel"/>
                <a:cs typeface="Corbel"/>
              </a:rPr>
              <a:t> </a:t>
            </a:r>
            <a:r>
              <a:rPr sz="1800" dirty="0">
                <a:latin typeface="Corbel"/>
                <a:cs typeface="Corbel"/>
              </a:rPr>
              <a:t>more</a:t>
            </a:r>
            <a:r>
              <a:rPr sz="1800" spc="225" dirty="0">
                <a:latin typeface="Corbel"/>
                <a:cs typeface="Corbel"/>
              </a:rPr>
              <a:t> </a:t>
            </a:r>
            <a:r>
              <a:rPr sz="1800" spc="-10" dirty="0">
                <a:latin typeface="Corbel"/>
                <a:cs typeface="Corbel"/>
              </a:rPr>
              <a:t>power </a:t>
            </a:r>
            <a:r>
              <a:rPr sz="1800" dirty="0">
                <a:latin typeface="Corbel"/>
                <a:cs typeface="Corbel"/>
              </a:rPr>
              <a:t>driven</a:t>
            </a:r>
            <a:r>
              <a:rPr sz="1800" spc="-40" dirty="0">
                <a:latin typeface="Corbel"/>
                <a:cs typeface="Corbel"/>
              </a:rPr>
              <a:t> </a:t>
            </a:r>
            <a:r>
              <a:rPr sz="1800" dirty="0">
                <a:latin typeface="Corbel"/>
                <a:cs typeface="Corbel"/>
              </a:rPr>
              <a:t>rotors</a:t>
            </a:r>
            <a:r>
              <a:rPr sz="1800" spc="-40" dirty="0">
                <a:latin typeface="Corbel"/>
                <a:cs typeface="Corbel"/>
              </a:rPr>
              <a:t> </a:t>
            </a:r>
            <a:r>
              <a:rPr sz="1800" dirty="0">
                <a:latin typeface="Corbel"/>
                <a:cs typeface="Corbel"/>
              </a:rPr>
              <a:t>on</a:t>
            </a:r>
            <a:r>
              <a:rPr sz="1800" spc="-35" dirty="0">
                <a:latin typeface="Corbel"/>
                <a:cs typeface="Corbel"/>
              </a:rPr>
              <a:t> </a:t>
            </a:r>
            <a:r>
              <a:rPr sz="1800" u="sng" dirty="0">
                <a:uFill>
                  <a:solidFill>
                    <a:srgbClr val="000000"/>
                  </a:solidFill>
                </a:uFill>
                <a:latin typeface="Corbel"/>
                <a:cs typeface="Corbel"/>
              </a:rPr>
              <a:t>substantially</a:t>
            </a:r>
            <a:r>
              <a:rPr sz="1800" u="sng" spc="-35" dirty="0">
                <a:uFill>
                  <a:solidFill>
                    <a:srgbClr val="000000"/>
                  </a:solidFill>
                </a:uFill>
                <a:latin typeface="Corbel"/>
                <a:cs typeface="Corbel"/>
              </a:rPr>
              <a:t> </a:t>
            </a:r>
            <a:r>
              <a:rPr sz="1800" u="sng" dirty="0">
                <a:uFill>
                  <a:solidFill>
                    <a:srgbClr val="000000"/>
                  </a:solidFill>
                </a:uFill>
                <a:latin typeface="Corbel"/>
                <a:cs typeface="Corbel"/>
              </a:rPr>
              <a:t>vertical</a:t>
            </a:r>
            <a:r>
              <a:rPr sz="1800" u="sng" spc="-40" dirty="0">
                <a:uFill>
                  <a:solidFill>
                    <a:srgbClr val="000000"/>
                  </a:solidFill>
                </a:uFill>
                <a:latin typeface="Corbel"/>
                <a:cs typeface="Corbel"/>
              </a:rPr>
              <a:t> </a:t>
            </a:r>
            <a:r>
              <a:rPr sz="1800" u="sng" spc="-10" dirty="0">
                <a:uFill>
                  <a:solidFill>
                    <a:srgbClr val="000000"/>
                  </a:solidFill>
                </a:uFill>
                <a:latin typeface="Corbel"/>
                <a:cs typeface="Corbel"/>
              </a:rPr>
              <a:t>axes</a:t>
            </a:r>
            <a:r>
              <a:rPr sz="1800" spc="-10" dirty="0">
                <a:latin typeface="Corbel"/>
                <a:cs typeface="Corbel"/>
              </a:rPr>
              <a:t>.</a:t>
            </a:r>
            <a:endParaRPr sz="1800">
              <a:latin typeface="Corbel"/>
              <a:cs typeface="Corbel"/>
            </a:endParaRPr>
          </a:p>
        </p:txBody>
      </p:sp>
      <p:pic>
        <p:nvPicPr>
          <p:cNvPr id="11" name="object 11"/>
          <p:cNvPicPr/>
          <p:nvPr/>
        </p:nvPicPr>
        <p:blipFill>
          <a:blip r:embed="rId8" cstate="print"/>
          <a:stretch>
            <a:fillRect/>
          </a:stretch>
        </p:blipFill>
        <p:spPr>
          <a:xfrm>
            <a:off x="2184095" y="3715251"/>
            <a:ext cx="2996599" cy="1171427"/>
          </a:xfrm>
          <a:prstGeom prst="rect">
            <a:avLst/>
          </a:prstGeom>
        </p:spPr>
      </p:pic>
      <p:sp>
        <p:nvSpPr>
          <p:cNvPr id="12" name="object 12"/>
          <p:cNvSpPr txBox="1"/>
          <p:nvPr/>
        </p:nvSpPr>
        <p:spPr>
          <a:xfrm>
            <a:off x="6103302" y="6430771"/>
            <a:ext cx="5429885" cy="400685"/>
          </a:xfrm>
          <a:prstGeom prst="rect">
            <a:avLst/>
          </a:prstGeom>
        </p:spPr>
        <p:txBody>
          <a:bodyPr vert="horz" wrap="square" lIns="0" tIns="3175" rIns="0" bIns="0" rtlCol="0">
            <a:spAutoFit/>
          </a:bodyPr>
          <a:lstStyle/>
          <a:p>
            <a:pPr marL="12700" marR="5080">
              <a:lnSpc>
                <a:spcPct val="105000"/>
              </a:lnSpc>
              <a:spcBef>
                <a:spcPts val="25"/>
              </a:spcBef>
            </a:pPr>
            <a:r>
              <a:rPr sz="1200" b="1" i="1" u="sng" dirty="0">
                <a:solidFill>
                  <a:srgbClr val="335B74"/>
                </a:solidFill>
                <a:uFill>
                  <a:solidFill>
                    <a:srgbClr val="335B74"/>
                  </a:solidFill>
                </a:uFill>
                <a:latin typeface="Corbel"/>
                <a:cs typeface="Corbel"/>
              </a:rPr>
              <a:t>FPV</a:t>
            </a:r>
            <a:r>
              <a:rPr sz="1200" b="1" i="1" spc="85" dirty="0">
                <a:solidFill>
                  <a:srgbClr val="335B74"/>
                </a:solidFill>
                <a:latin typeface="Corbel"/>
                <a:cs typeface="Corbel"/>
              </a:rPr>
              <a:t> </a:t>
            </a:r>
            <a:r>
              <a:rPr sz="1200" i="1" dirty="0">
                <a:solidFill>
                  <a:srgbClr val="335B74"/>
                </a:solidFill>
                <a:latin typeface="Corbel"/>
                <a:cs typeface="Corbel"/>
              </a:rPr>
              <a:t>stands</a:t>
            </a:r>
            <a:r>
              <a:rPr sz="1200" i="1" spc="90" dirty="0">
                <a:solidFill>
                  <a:srgbClr val="335B74"/>
                </a:solidFill>
                <a:latin typeface="Corbel"/>
                <a:cs typeface="Corbel"/>
              </a:rPr>
              <a:t> </a:t>
            </a:r>
            <a:r>
              <a:rPr sz="1200" i="1" dirty="0">
                <a:solidFill>
                  <a:srgbClr val="335B74"/>
                </a:solidFill>
                <a:latin typeface="Corbel"/>
                <a:cs typeface="Corbel"/>
              </a:rPr>
              <a:t>for</a:t>
            </a:r>
            <a:r>
              <a:rPr sz="1200" i="1" spc="95" dirty="0">
                <a:solidFill>
                  <a:srgbClr val="335B74"/>
                </a:solidFill>
                <a:latin typeface="Corbel"/>
                <a:cs typeface="Corbel"/>
              </a:rPr>
              <a:t> </a:t>
            </a:r>
            <a:r>
              <a:rPr sz="1200" i="1" spc="-10" dirty="0">
                <a:solidFill>
                  <a:srgbClr val="335B74"/>
                </a:solidFill>
                <a:latin typeface="Corbel"/>
                <a:cs typeface="Corbel"/>
              </a:rPr>
              <a:t>first-</a:t>
            </a:r>
            <a:r>
              <a:rPr sz="1200" i="1" dirty="0">
                <a:solidFill>
                  <a:srgbClr val="335B74"/>
                </a:solidFill>
                <a:latin typeface="Corbel"/>
                <a:cs typeface="Corbel"/>
              </a:rPr>
              <a:t>person</a:t>
            </a:r>
            <a:r>
              <a:rPr sz="1200" i="1" spc="95" dirty="0">
                <a:solidFill>
                  <a:srgbClr val="335B74"/>
                </a:solidFill>
                <a:latin typeface="Corbel"/>
                <a:cs typeface="Corbel"/>
              </a:rPr>
              <a:t> </a:t>
            </a:r>
            <a:r>
              <a:rPr sz="1200" i="1" dirty="0">
                <a:solidFill>
                  <a:srgbClr val="335B74"/>
                </a:solidFill>
                <a:latin typeface="Corbel"/>
                <a:cs typeface="Corbel"/>
              </a:rPr>
              <a:t>view.</a:t>
            </a:r>
            <a:r>
              <a:rPr sz="1200" i="1" spc="90" dirty="0">
                <a:solidFill>
                  <a:srgbClr val="335B74"/>
                </a:solidFill>
                <a:latin typeface="Corbel"/>
                <a:cs typeface="Corbel"/>
              </a:rPr>
              <a:t> </a:t>
            </a:r>
            <a:r>
              <a:rPr sz="1200" i="1" dirty="0">
                <a:solidFill>
                  <a:srgbClr val="335B74"/>
                </a:solidFill>
                <a:latin typeface="Corbel"/>
                <a:cs typeface="Corbel"/>
              </a:rPr>
              <a:t>So,</a:t>
            </a:r>
            <a:r>
              <a:rPr sz="1200" i="1" spc="90" dirty="0">
                <a:solidFill>
                  <a:srgbClr val="335B74"/>
                </a:solidFill>
                <a:latin typeface="Corbel"/>
                <a:cs typeface="Corbel"/>
              </a:rPr>
              <a:t> </a:t>
            </a:r>
            <a:r>
              <a:rPr sz="1200" i="1" dirty="0">
                <a:solidFill>
                  <a:srgbClr val="335B74"/>
                </a:solidFill>
                <a:latin typeface="Corbel"/>
                <a:cs typeface="Corbel"/>
              </a:rPr>
              <a:t>when</a:t>
            </a:r>
            <a:r>
              <a:rPr sz="1200" i="1" spc="90" dirty="0">
                <a:solidFill>
                  <a:srgbClr val="335B74"/>
                </a:solidFill>
                <a:latin typeface="Corbel"/>
                <a:cs typeface="Corbel"/>
              </a:rPr>
              <a:t> </a:t>
            </a:r>
            <a:r>
              <a:rPr sz="1200" i="1" dirty="0">
                <a:solidFill>
                  <a:srgbClr val="335B74"/>
                </a:solidFill>
                <a:latin typeface="Corbel"/>
                <a:cs typeface="Corbel"/>
              </a:rPr>
              <a:t>it</a:t>
            </a:r>
            <a:r>
              <a:rPr sz="1200" i="1" spc="95" dirty="0">
                <a:solidFill>
                  <a:srgbClr val="335B74"/>
                </a:solidFill>
                <a:latin typeface="Corbel"/>
                <a:cs typeface="Corbel"/>
              </a:rPr>
              <a:t> </a:t>
            </a:r>
            <a:r>
              <a:rPr sz="1200" i="1" dirty="0">
                <a:solidFill>
                  <a:srgbClr val="335B74"/>
                </a:solidFill>
                <a:latin typeface="Corbel"/>
                <a:cs typeface="Corbel"/>
              </a:rPr>
              <a:t>comes</a:t>
            </a:r>
            <a:r>
              <a:rPr sz="1200" i="1" spc="90" dirty="0">
                <a:solidFill>
                  <a:srgbClr val="335B74"/>
                </a:solidFill>
                <a:latin typeface="Corbel"/>
                <a:cs typeface="Corbel"/>
              </a:rPr>
              <a:t> </a:t>
            </a:r>
            <a:r>
              <a:rPr sz="1200" i="1" dirty="0">
                <a:solidFill>
                  <a:srgbClr val="335B74"/>
                </a:solidFill>
                <a:latin typeface="Corbel"/>
                <a:cs typeface="Corbel"/>
              </a:rPr>
              <a:t>to</a:t>
            </a:r>
            <a:r>
              <a:rPr sz="1200" i="1" spc="90" dirty="0">
                <a:solidFill>
                  <a:srgbClr val="335B74"/>
                </a:solidFill>
                <a:latin typeface="Corbel"/>
                <a:cs typeface="Corbel"/>
              </a:rPr>
              <a:t> </a:t>
            </a:r>
            <a:r>
              <a:rPr sz="1200" i="1" dirty="0">
                <a:solidFill>
                  <a:srgbClr val="335B74"/>
                </a:solidFill>
                <a:latin typeface="Corbel"/>
                <a:cs typeface="Corbel"/>
              </a:rPr>
              <a:t>flying</a:t>
            </a:r>
            <a:r>
              <a:rPr sz="1200" i="1" spc="95" dirty="0">
                <a:solidFill>
                  <a:srgbClr val="335B74"/>
                </a:solidFill>
                <a:latin typeface="Corbel"/>
                <a:cs typeface="Corbel"/>
              </a:rPr>
              <a:t> </a:t>
            </a:r>
            <a:r>
              <a:rPr sz="1200" i="1" dirty="0">
                <a:solidFill>
                  <a:srgbClr val="335B74"/>
                </a:solidFill>
                <a:latin typeface="Corbel"/>
                <a:cs typeface="Corbel"/>
              </a:rPr>
              <a:t>an</a:t>
            </a:r>
            <a:r>
              <a:rPr sz="1200" i="1" spc="95" dirty="0">
                <a:solidFill>
                  <a:srgbClr val="335B74"/>
                </a:solidFill>
                <a:latin typeface="Corbel"/>
                <a:cs typeface="Corbel"/>
              </a:rPr>
              <a:t> </a:t>
            </a:r>
            <a:r>
              <a:rPr sz="1200" i="1" dirty="0">
                <a:solidFill>
                  <a:srgbClr val="335B74"/>
                </a:solidFill>
                <a:latin typeface="Corbel"/>
                <a:cs typeface="Corbel"/>
              </a:rPr>
              <a:t>FPV</a:t>
            </a:r>
            <a:r>
              <a:rPr sz="1200" i="1" spc="95" dirty="0">
                <a:solidFill>
                  <a:srgbClr val="335B74"/>
                </a:solidFill>
                <a:latin typeface="Corbel"/>
                <a:cs typeface="Corbel"/>
              </a:rPr>
              <a:t> </a:t>
            </a:r>
            <a:r>
              <a:rPr sz="1200" i="1" dirty="0">
                <a:solidFill>
                  <a:srgbClr val="335B74"/>
                </a:solidFill>
                <a:latin typeface="Corbel"/>
                <a:cs typeface="Corbel"/>
              </a:rPr>
              <a:t>drone,</a:t>
            </a:r>
            <a:r>
              <a:rPr sz="1200" i="1" spc="85" dirty="0">
                <a:solidFill>
                  <a:srgbClr val="335B74"/>
                </a:solidFill>
                <a:latin typeface="Corbel"/>
                <a:cs typeface="Corbel"/>
              </a:rPr>
              <a:t> </a:t>
            </a:r>
            <a:r>
              <a:rPr sz="1200" i="1" spc="-10" dirty="0">
                <a:solidFill>
                  <a:srgbClr val="335B74"/>
                </a:solidFill>
                <a:latin typeface="Corbel"/>
                <a:cs typeface="Corbel"/>
              </a:rPr>
              <a:t>essentially </a:t>
            </a:r>
            <a:r>
              <a:rPr sz="1200" i="1" dirty="0">
                <a:solidFill>
                  <a:srgbClr val="335B74"/>
                </a:solidFill>
                <a:latin typeface="Corbel"/>
                <a:cs typeface="Corbel"/>
              </a:rPr>
              <a:t>this</a:t>
            </a:r>
            <a:r>
              <a:rPr sz="1200" i="1" spc="-35" dirty="0">
                <a:solidFill>
                  <a:srgbClr val="335B74"/>
                </a:solidFill>
                <a:latin typeface="Corbel"/>
                <a:cs typeface="Corbel"/>
              </a:rPr>
              <a:t> </a:t>
            </a:r>
            <a:r>
              <a:rPr sz="1200" i="1" dirty="0">
                <a:solidFill>
                  <a:srgbClr val="335B74"/>
                </a:solidFill>
                <a:latin typeface="Corbel"/>
                <a:cs typeface="Corbel"/>
              </a:rPr>
              <a:t>means</a:t>
            </a:r>
            <a:r>
              <a:rPr sz="1200" i="1" spc="-30" dirty="0">
                <a:solidFill>
                  <a:srgbClr val="335B74"/>
                </a:solidFill>
                <a:latin typeface="Corbel"/>
                <a:cs typeface="Corbel"/>
              </a:rPr>
              <a:t> </a:t>
            </a:r>
            <a:r>
              <a:rPr sz="1200" i="1" dirty="0">
                <a:solidFill>
                  <a:srgbClr val="335B74"/>
                </a:solidFill>
                <a:latin typeface="Corbel"/>
                <a:cs typeface="Corbel"/>
              </a:rPr>
              <a:t>that</a:t>
            </a:r>
            <a:r>
              <a:rPr sz="1200" i="1" spc="-25" dirty="0">
                <a:solidFill>
                  <a:srgbClr val="335B74"/>
                </a:solidFill>
                <a:latin typeface="Corbel"/>
                <a:cs typeface="Corbel"/>
              </a:rPr>
              <a:t> </a:t>
            </a:r>
            <a:r>
              <a:rPr sz="1200" i="1" dirty="0">
                <a:solidFill>
                  <a:srgbClr val="335B74"/>
                </a:solidFill>
                <a:latin typeface="Corbel"/>
                <a:cs typeface="Corbel"/>
              </a:rPr>
              <a:t>pilots</a:t>
            </a:r>
            <a:r>
              <a:rPr sz="1200" i="1" spc="-25" dirty="0">
                <a:solidFill>
                  <a:srgbClr val="335B74"/>
                </a:solidFill>
                <a:latin typeface="Corbel"/>
                <a:cs typeface="Corbel"/>
              </a:rPr>
              <a:t> </a:t>
            </a:r>
            <a:r>
              <a:rPr sz="1200" i="1" dirty="0">
                <a:solidFill>
                  <a:srgbClr val="335B74"/>
                </a:solidFill>
                <a:latin typeface="Corbel"/>
                <a:cs typeface="Corbel"/>
              </a:rPr>
              <a:t>of</a:t>
            </a:r>
            <a:r>
              <a:rPr sz="1200" i="1" spc="-25" dirty="0">
                <a:solidFill>
                  <a:srgbClr val="335B74"/>
                </a:solidFill>
                <a:latin typeface="Corbel"/>
                <a:cs typeface="Corbel"/>
              </a:rPr>
              <a:t> </a:t>
            </a:r>
            <a:r>
              <a:rPr sz="1200" i="1" dirty="0">
                <a:solidFill>
                  <a:srgbClr val="335B74"/>
                </a:solidFill>
                <a:latin typeface="Corbel"/>
                <a:cs typeface="Corbel"/>
              </a:rPr>
              <a:t>FPV</a:t>
            </a:r>
            <a:r>
              <a:rPr sz="1200" i="1" spc="-30" dirty="0">
                <a:solidFill>
                  <a:srgbClr val="335B74"/>
                </a:solidFill>
                <a:latin typeface="Corbel"/>
                <a:cs typeface="Corbel"/>
              </a:rPr>
              <a:t> </a:t>
            </a:r>
            <a:r>
              <a:rPr sz="1200" i="1" dirty="0">
                <a:solidFill>
                  <a:srgbClr val="335B74"/>
                </a:solidFill>
                <a:latin typeface="Corbel"/>
                <a:cs typeface="Corbel"/>
              </a:rPr>
              <a:t>drones</a:t>
            </a:r>
            <a:r>
              <a:rPr sz="1200" i="1" spc="-30" dirty="0">
                <a:solidFill>
                  <a:srgbClr val="335B74"/>
                </a:solidFill>
                <a:latin typeface="Corbel"/>
                <a:cs typeface="Corbel"/>
              </a:rPr>
              <a:t> </a:t>
            </a:r>
            <a:r>
              <a:rPr sz="1200" i="1" dirty="0">
                <a:solidFill>
                  <a:srgbClr val="335B74"/>
                </a:solidFill>
                <a:latin typeface="Corbel"/>
                <a:cs typeface="Corbel"/>
              </a:rPr>
              <a:t>see</a:t>
            </a:r>
            <a:r>
              <a:rPr sz="1200" i="1" spc="-25" dirty="0">
                <a:solidFill>
                  <a:srgbClr val="335B74"/>
                </a:solidFill>
                <a:latin typeface="Corbel"/>
                <a:cs typeface="Corbel"/>
              </a:rPr>
              <a:t> </a:t>
            </a:r>
            <a:r>
              <a:rPr sz="1200" i="1" dirty="0">
                <a:solidFill>
                  <a:srgbClr val="335B74"/>
                </a:solidFill>
                <a:latin typeface="Corbel"/>
                <a:cs typeface="Corbel"/>
              </a:rPr>
              <a:t>what</a:t>
            </a:r>
            <a:r>
              <a:rPr sz="1200" i="1" spc="-25" dirty="0">
                <a:solidFill>
                  <a:srgbClr val="335B74"/>
                </a:solidFill>
                <a:latin typeface="Corbel"/>
                <a:cs typeface="Corbel"/>
              </a:rPr>
              <a:t> </a:t>
            </a:r>
            <a:r>
              <a:rPr sz="1200" i="1" dirty="0">
                <a:solidFill>
                  <a:srgbClr val="335B74"/>
                </a:solidFill>
                <a:latin typeface="Corbel"/>
                <a:cs typeface="Corbel"/>
              </a:rPr>
              <a:t>the</a:t>
            </a:r>
            <a:r>
              <a:rPr sz="1200" i="1" spc="-25" dirty="0">
                <a:solidFill>
                  <a:srgbClr val="335B74"/>
                </a:solidFill>
                <a:latin typeface="Corbel"/>
                <a:cs typeface="Corbel"/>
              </a:rPr>
              <a:t> </a:t>
            </a:r>
            <a:r>
              <a:rPr sz="1200" i="1" dirty="0">
                <a:solidFill>
                  <a:srgbClr val="335B74"/>
                </a:solidFill>
                <a:latin typeface="Corbel"/>
                <a:cs typeface="Corbel"/>
              </a:rPr>
              <a:t>drone</a:t>
            </a:r>
            <a:r>
              <a:rPr sz="1200" i="1" spc="-20" dirty="0">
                <a:solidFill>
                  <a:srgbClr val="335B74"/>
                </a:solidFill>
                <a:latin typeface="Corbel"/>
                <a:cs typeface="Corbel"/>
              </a:rPr>
              <a:t> </a:t>
            </a:r>
            <a:r>
              <a:rPr sz="1200" i="1" spc="-10" dirty="0">
                <a:solidFill>
                  <a:srgbClr val="335B74"/>
                </a:solidFill>
                <a:latin typeface="Corbel"/>
                <a:cs typeface="Corbel"/>
              </a:rPr>
              <a:t>sees.</a:t>
            </a:r>
            <a:endParaRPr sz="1200">
              <a:latin typeface="Corbel"/>
              <a:cs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670" rIns="0" bIns="0" rtlCol="0">
            <a:spAutoFit/>
          </a:bodyPr>
          <a:lstStyle/>
          <a:p>
            <a:pPr marL="12700" marR="5080">
              <a:lnSpc>
                <a:spcPts val="2110"/>
              </a:lnSpc>
              <a:spcBef>
                <a:spcPts val="210"/>
              </a:spcBef>
            </a:pPr>
            <a:r>
              <a:rPr sz="1800" dirty="0"/>
              <a:t>4.</a:t>
            </a:r>
            <a:r>
              <a:rPr sz="1800" spc="-30" dirty="0"/>
              <a:t> </a:t>
            </a:r>
            <a:r>
              <a:rPr sz="1800" b="1" u="sng" dirty="0">
                <a:uFill>
                  <a:solidFill>
                    <a:srgbClr val="000000"/>
                  </a:solidFill>
                </a:uFill>
                <a:latin typeface="Corbel"/>
                <a:cs typeface="Corbel"/>
              </a:rPr>
              <a:t>Airship</a:t>
            </a:r>
            <a:r>
              <a:rPr sz="1800" b="1" spc="-40" dirty="0">
                <a:latin typeface="Corbel"/>
                <a:cs typeface="Corbel"/>
              </a:rPr>
              <a:t> </a:t>
            </a:r>
            <a:r>
              <a:rPr sz="1800" dirty="0"/>
              <a:t>or</a:t>
            </a:r>
            <a:r>
              <a:rPr sz="1800" spc="-25" dirty="0"/>
              <a:t> </a:t>
            </a:r>
            <a:r>
              <a:rPr sz="1800" dirty="0"/>
              <a:t>what</a:t>
            </a:r>
            <a:r>
              <a:rPr sz="1800" spc="-25" dirty="0"/>
              <a:t> </a:t>
            </a:r>
            <a:r>
              <a:rPr sz="1800" dirty="0"/>
              <a:t>they</a:t>
            </a:r>
            <a:r>
              <a:rPr sz="1800" spc="-25" dirty="0"/>
              <a:t> </a:t>
            </a:r>
            <a:r>
              <a:rPr sz="1800" dirty="0"/>
              <a:t>called</a:t>
            </a:r>
            <a:r>
              <a:rPr sz="1800" spc="-25" dirty="0"/>
              <a:t> </a:t>
            </a:r>
            <a:r>
              <a:rPr sz="1800" b="1" dirty="0">
                <a:latin typeface="Corbel"/>
                <a:cs typeface="Corbel"/>
              </a:rPr>
              <a:t>dirigible</a:t>
            </a:r>
            <a:r>
              <a:rPr sz="1800" b="1" spc="-20" dirty="0">
                <a:latin typeface="Corbel"/>
                <a:cs typeface="Corbel"/>
              </a:rPr>
              <a:t> </a:t>
            </a:r>
            <a:r>
              <a:rPr sz="1800" b="1" dirty="0">
                <a:latin typeface="Corbel"/>
                <a:cs typeface="Corbel"/>
              </a:rPr>
              <a:t>balloon</a:t>
            </a:r>
            <a:r>
              <a:rPr sz="1800" dirty="0"/>
              <a:t>;</a:t>
            </a:r>
            <a:r>
              <a:rPr sz="1800" spc="-30" dirty="0"/>
              <a:t> </a:t>
            </a:r>
            <a:r>
              <a:rPr sz="1800" dirty="0"/>
              <a:t>this</a:t>
            </a:r>
            <a:r>
              <a:rPr sz="1800" spc="-25" dirty="0"/>
              <a:t> </a:t>
            </a:r>
            <a:r>
              <a:rPr sz="1800" dirty="0"/>
              <a:t>type</a:t>
            </a:r>
            <a:r>
              <a:rPr sz="1800" spc="-20" dirty="0"/>
              <a:t> </a:t>
            </a:r>
            <a:r>
              <a:rPr sz="1800" dirty="0"/>
              <a:t>of</a:t>
            </a:r>
            <a:r>
              <a:rPr sz="1800" spc="-20" dirty="0"/>
              <a:t> </a:t>
            </a:r>
            <a:r>
              <a:rPr sz="1800" dirty="0"/>
              <a:t>aircraft</a:t>
            </a:r>
            <a:r>
              <a:rPr sz="1800" spc="-25" dirty="0"/>
              <a:t> </a:t>
            </a:r>
            <a:r>
              <a:rPr sz="1800" dirty="0"/>
              <a:t>is</a:t>
            </a:r>
            <a:r>
              <a:rPr sz="1800" spc="-25" dirty="0"/>
              <a:t> </a:t>
            </a:r>
            <a:r>
              <a:rPr sz="1800" dirty="0"/>
              <a:t>“lighter</a:t>
            </a:r>
            <a:r>
              <a:rPr sz="1800" spc="-30" dirty="0"/>
              <a:t> </a:t>
            </a:r>
            <a:r>
              <a:rPr sz="1800" dirty="0"/>
              <a:t>than</a:t>
            </a:r>
            <a:r>
              <a:rPr sz="1800" spc="-25" dirty="0"/>
              <a:t> </a:t>
            </a:r>
            <a:r>
              <a:rPr sz="1800" dirty="0"/>
              <a:t>air”</a:t>
            </a:r>
            <a:r>
              <a:rPr sz="1800" spc="-25" dirty="0"/>
              <a:t> </a:t>
            </a:r>
            <a:r>
              <a:rPr sz="1800" dirty="0"/>
              <a:t>it</a:t>
            </a:r>
            <a:r>
              <a:rPr sz="1800" spc="-30" dirty="0"/>
              <a:t> </a:t>
            </a:r>
            <a:r>
              <a:rPr sz="1800" dirty="0"/>
              <a:t>means</a:t>
            </a:r>
            <a:r>
              <a:rPr sz="1800" spc="-25" dirty="0"/>
              <a:t> </a:t>
            </a:r>
            <a:r>
              <a:rPr sz="1800" dirty="0"/>
              <a:t>that</a:t>
            </a:r>
            <a:r>
              <a:rPr sz="1800" spc="-25" dirty="0"/>
              <a:t> it </a:t>
            </a:r>
            <a:r>
              <a:rPr sz="1800" dirty="0"/>
              <a:t>uses</a:t>
            </a:r>
            <a:r>
              <a:rPr sz="1800" spc="-35" dirty="0"/>
              <a:t> </a:t>
            </a:r>
            <a:r>
              <a:rPr sz="1800" dirty="0"/>
              <a:t>buoyant</a:t>
            </a:r>
            <a:r>
              <a:rPr sz="1800" spc="-35" dirty="0"/>
              <a:t> </a:t>
            </a:r>
            <a:r>
              <a:rPr sz="1800" dirty="0"/>
              <a:t>gas</a:t>
            </a:r>
            <a:r>
              <a:rPr sz="1800" spc="-30" dirty="0"/>
              <a:t> </a:t>
            </a:r>
            <a:r>
              <a:rPr sz="1800" dirty="0"/>
              <a:t>to</a:t>
            </a:r>
            <a:r>
              <a:rPr sz="1800" spc="-30" dirty="0"/>
              <a:t> </a:t>
            </a:r>
            <a:r>
              <a:rPr sz="1800" spc="-10" dirty="0"/>
              <a:t>hover.</a:t>
            </a:r>
            <a:endParaRPr sz="1800" dirty="0">
              <a:latin typeface="Corbel"/>
              <a:cs typeface="Corbel"/>
            </a:endParaRPr>
          </a:p>
        </p:txBody>
      </p:sp>
      <p:grpSp>
        <p:nvGrpSpPr>
          <p:cNvPr id="3" name="object 3"/>
          <p:cNvGrpSpPr/>
          <p:nvPr/>
        </p:nvGrpSpPr>
        <p:grpSpPr>
          <a:xfrm>
            <a:off x="6654346" y="1981803"/>
            <a:ext cx="4848860" cy="2632710"/>
            <a:chOff x="6654346" y="1981803"/>
            <a:chExt cx="4848860" cy="2632710"/>
          </a:xfrm>
        </p:grpSpPr>
        <p:pic>
          <p:nvPicPr>
            <p:cNvPr id="4" name="object 4"/>
            <p:cNvPicPr/>
            <p:nvPr/>
          </p:nvPicPr>
          <p:blipFill>
            <a:blip r:embed="rId3" cstate="print"/>
            <a:stretch>
              <a:fillRect/>
            </a:stretch>
          </p:blipFill>
          <p:spPr>
            <a:xfrm>
              <a:off x="6654346" y="2243767"/>
              <a:ext cx="4848675" cy="2370465"/>
            </a:xfrm>
            <a:prstGeom prst="rect">
              <a:avLst/>
            </a:prstGeom>
          </p:spPr>
        </p:pic>
        <p:sp>
          <p:nvSpPr>
            <p:cNvPr id="5" name="object 5"/>
            <p:cNvSpPr/>
            <p:nvPr/>
          </p:nvSpPr>
          <p:spPr>
            <a:xfrm>
              <a:off x="7591209" y="1981803"/>
              <a:ext cx="347345" cy="700405"/>
            </a:xfrm>
            <a:custGeom>
              <a:avLst/>
              <a:gdLst/>
              <a:ahLst/>
              <a:cxnLst/>
              <a:rect l="l" t="t" r="r" b="b"/>
              <a:pathLst>
                <a:path w="347345" h="700405">
                  <a:moveTo>
                    <a:pt x="303720" y="626766"/>
                  </a:moveTo>
                  <a:lnTo>
                    <a:pt x="272606" y="633087"/>
                  </a:lnTo>
                  <a:lnTo>
                    <a:pt x="325113" y="700177"/>
                  </a:lnTo>
                  <a:lnTo>
                    <a:pt x="340017" y="644869"/>
                  </a:lnTo>
                  <a:lnTo>
                    <a:pt x="310298" y="644869"/>
                  </a:lnTo>
                  <a:lnTo>
                    <a:pt x="306947" y="642649"/>
                  </a:lnTo>
                  <a:lnTo>
                    <a:pt x="303720" y="626766"/>
                  </a:lnTo>
                  <a:close/>
                </a:path>
                <a:path w="347345" h="700405">
                  <a:moveTo>
                    <a:pt x="316166" y="624238"/>
                  </a:moveTo>
                  <a:lnTo>
                    <a:pt x="303720" y="626766"/>
                  </a:lnTo>
                  <a:lnTo>
                    <a:pt x="306947" y="642649"/>
                  </a:lnTo>
                  <a:lnTo>
                    <a:pt x="310298" y="644869"/>
                  </a:lnTo>
                  <a:lnTo>
                    <a:pt x="317173" y="643473"/>
                  </a:lnTo>
                  <a:lnTo>
                    <a:pt x="319393" y="640120"/>
                  </a:lnTo>
                  <a:lnTo>
                    <a:pt x="316166" y="624238"/>
                  </a:lnTo>
                  <a:close/>
                </a:path>
                <a:path w="347345" h="700405">
                  <a:moveTo>
                    <a:pt x="347280" y="617917"/>
                  </a:moveTo>
                  <a:lnTo>
                    <a:pt x="316166" y="624238"/>
                  </a:lnTo>
                  <a:lnTo>
                    <a:pt x="319393" y="640120"/>
                  </a:lnTo>
                  <a:lnTo>
                    <a:pt x="317173" y="643473"/>
                  </a:lnTo>
                  <a:lnTo>
                    <a:pt x="310298" y="644869"/>
                  </a:lnTo>
                  <a:lnTo>
                    <a:pt x="340017" y="644869"/>
                  </a:lnTo>
                  <a:lnTo>
                    <a:pt x="347280" y="617917"/>
                  </a:lnTo>
                  <a:close/>
                </a:path>
                <a:path w="347345" h="700405">
                  <a:moveTo>
                    <a:pt x="184437" y="39573"/>
                  </a:moveTo>
                  <a:lnTo>
                    <a:pt x="303720" y="626766"/>
                  </a:lnTo>
                  <a:lnTo>
                    <a:pt x="316166" y="624238"/>
                  </a:lnTo>
                  <a:lnTo>
                    <a:pt x="198430" y="44659"/>
                  </a:lnTo>
                  <a:lnTo>
                    <a:pt x="190651" y="44659"/>
                  </a:lnTo>
                  <a:lnTo>
                    <a:pt x="184437" y="39573"/>
                  </a:lnTo>
                  <a:close/>
                </a:path>
                <a:path w="347345" h="700405">
                  <a:moveTo>
                    <a:pt x="38131" y="0"/>
                  </a:moveTo>
                  <a:lnTo>
                    <a:pt x="23091" y="3014"/>
                  </a:lnTo>
                  <a:lnTo>
                    <a:pt x="23235" y="3014"/>
                  </a:lnTo>
                  <a:lnTo>
                    <a:pt x="11124" y="11196"/>
                  </a:lnTo>
                  <a:lnTo>
                    <a:pt x="2973" y="23318"/>
                  </a:lnTo>
                  <a:lnTo>
                    <a:pt x="783" y="34089"/>
                  </a:lnTo>
                  <a:lnTo>
                    <a:pt x="0" y="38152"/>
                  </a:lnTo>
                  <a:lnTo>
                    <a:pt x="1272" y="44500"/>
                  </a:lnTo>
                  <a:lnTo>
                    <a:pt x="3017" y="52978"/>
                  </a:lnTo>
                  <a:lnTo>
                    <a:pt x="11211" y="65077"/>
                  </a:lnTo>
                  <a:lnTo>
                    <a:pt x="23261" y="73226"/>
                  </a:lnTo>
                  <a:lnTo>
                    <a:pt x="23402" y="73226"/>
                  </a:lnTo>
                  <a:lnTo>
                    <a:pt x="38027" y="76200"/>
                  </a:lnTo>
                  <a:lnTo>
                    <a:pt x="52861" y="73226"/>
                  </a:lnTo>
                  <a:lnTo>
                    <a:pt x="64982" y="65077"/>
                  </a:lnTo>
                  <a:lnTo>
                    <a:pt x="73164" y="52978"/>
                  </a:lnTo>
                  <a:lnTo>
                    <a:pt x="74855" y="44659"/>
                  </a:lnTo>
                  <a:lnTo>
                    <a:pt x="74888" y="44500"/>
                  </a:lnTo>
                  <a:lnTo>
                    <a:pt x="34619" y="44500"/>
                  </a:lnTo>
                  <a:lnTo>
                    <a:pt x="31724" y="41598"/>
                  </a:lnTo>
                  <a:lnTo>
                    <a:pt x="31734" y="34584"/>
                  </a:lnTo>
                  <a:lnTo>
                    <a:pt x="34524" y="31800"/>
                  </a:lnTo>
                  <a:lnTo>
                    <a:pt x="74905" y="31800"/>
                  </a:lnTo>
                  <a:lnTo>
                    <a:pt x="73205" y="23318"/>
                  </a:lnTo>
                  <a:lnTo>
                    <a:pt x="65057" y="11196"/>
                  </a:lnTo>
                  <a:lnTo>
                    <a:pt x="52957" y="3014"/>
                  </a:lnTo>
                  <a:lnTo>
                    <a:pt x="38131" y="0"/>
                  </a:lnTo>
                  <a:close/>
                </a:path>
                <a:path w="347345" h="700405">
                  <a:moveTo>
                    <a:pt x="74905" y="31800"/>
                  </a:moveTo>
                  <a:lnTo>
                    <a:pt x="76179" y="38152"/>
                  </a:lnTo>
                  <a:lnTo>
                    <a:pt x="74888" y="44500"/>
                  </a:lnTo>
                  <a:lnTo>
                    <a:pt x="190651" y="44659"/>
                  </a:lnTo>
                  <a:lnTo>
                    <a:pt x="185470" y="44659"/>
                  </a:lnTo>
                  <a:lnTo>
                    <a:pt x="184437" y="39573"/>
                  </a:lnTo>
                  <a:lnTo>
                    <a:pt x="197397" y="39573"/>
                  </a:lnTo>
                  <a:lnTo>
                    <a:pt x="196383" y="34584"/>
                  </a:lnTo>
                  <a:lnTo>
                    <a:pt x="196283" y="34089"/>
                  </a:lnTo>
                  <a:lnTo>
                    <a:pt x="193685" y="31963"/>
                  </a:lnTo>
                  <a:lnTo>
                    <a:pt x="74905" y="31800"/>
                  </a:lnTo>
                  <a:close/>
                </a:path>
                <a:path w="347345" h="700405">
                  <a:moveTo>
                    <a:pt x="197397" y="39573"/>
                  </a:moveTo>
                  <a:lnTo>
                    <a:pt x="184437" y="39573"/>
                  </a:lnTo>
                  <a:lnTo>
                    <a:pt x="190651" y="44659"/>
                  </a:lnTo>
                  <a:lnTo>
                    <a:pt x="198430" y="44659"/>
                  </a:lnTo>
                  <a:lnTo>
                    <a:pt x="197397" y="39573"/>
                  </a:lnTo>
                  <a:close/>
                </a:path>
                <a:path w="347345" h="700405">
                  <a:moveTo>
                    <a:pt x="74905" y="31800"/>
                  </a:moveTo>
                  <a:lnTo>
                    <a:pt x="34524" y="31800"/>
                  </a:lnTo>
                  <a:lnTo>
                    <a:pt x="31734" y="34584"/>
                  </a:lnTo>
                  <a:lnTo>
                    <a:pt x="31724" y="41598"/>
                  </a:lnTo>
                  <a:lnTo>
                    <a:pt x="34619" y="44500"/>
                  </a:lnTo>
                  <a:lnTo>
                    <a:pt x="74888" y="44500"/>
                  </a:lnTo>
                  <a:lnTo>
                    <a:pt x="76179" y="38152"/>
                  </a:lnTo>
                  <a:lnTo>
                    <a:pt x="74938" y="31963"/>
                  </a:lnTo>
                  <a:lnTo>
                    <a:pt x="74905" y="31800"/>
                  </a:lnTo>
                  <a:close/>
                </a:path>
              </a:pathLst>
            </a:custGeom>
            <a:solidFill>
              <a:srgbClr val="7F7F7F"/>
            </a:solidFill>
          </p:spPr>
          <p:txBody>
            <a:bodyPr wrap="square" lIns="0" tIns="0" rIns="0" bIns="0" rtlCol="0"/>
            <a:lstStyle/>
            <a:p>
              <a:endParaRPr/>
            </a:p>
          </p:txBody>
        </p:sp>
      </p:grpSp>
      <p:pic>
        <p:nvPicPr>
          <p:cNvPr id="6" name="object 6"/>
          <p:cNvPicPr/>
          <p:nvPr/>
        </p:nvPicPr>
        <p:blipFill>
          <a:blip r:embed="rId4" cstate="print"/>
          <a:stretch>
            <a:fillRect/>
          </a:stretch>
        </p:blipFill>
        <p:spPr>
          <a:xfrm>
            <a:off x="1486259" y="2207256"/>
            <a:ext cx="4628432" cy="2370463"/>
          </a:xfrm>
          <a:prstGeom prst="rect">
            <a:avLst/>
          </a:prstGeom>
        </p:spPr>
      </p:pic>
      <p:sp>
        <p:nvSpPr>
          <p:cNvPr id="7" name="object 7"/>
          <p:cNvSpPr txBox="1"/>
          <p:nvPr/>
        </p:nvSpPr>
        <p:spPr>
          <a:xfrm>
            <a:off x="6654345" y="1968500"/>
            <a:ext cx="966469" cy="275590"/>
          </a:xfrm>
          <a:prstGeom prst="rect">
            <a:avLst/>
          </a:prstGeom>
          <a:ln w="12700">
            <a:solidFill>
              <a:srgbClr val="7F7F7F"/>
            </a:solidFill>
          </a:ln>
        </p:spPr>
        <p:txBody>
          <a:bodyPr vert="horz" wrap="square" lIns="0" tIns="46990" rIns="0" bIns="0" rtlCol="0">
            <a:spAutoFit/>
          </a:bodyPr>
          <a:lstStyle/>
          <a:p>
            <a:pPr marL="90805">
              <a:lnSpc>
                <a:spcPct val="100000"/>
              </a:lnSpc>
              <a:spcBef>
                <a:spcPts val="370"/>
              </a:spcBef>
            </a:pPr>
            <a:r>
              <a:rPr sz="1000" spc="-10" dirty="0">
                <a:solidFill>
                  <a:srgbClr val="595959"/>
                </a:solidFill>
                <a:latin typeface="Corbel"/>
                <a:cs typeface="Corbel"/>
              </a:rPr>
              <a:t>Envelope</a:t>
            </a:r>
            <a:endParaRPr sz="1000">
              <a:latin typeface="Corbel"/>
              <a:cs typeface="Corbel"/>
            </a:endParaRPr>
          </a:p>
        </p:txBody>
      </p:sp>
      <p:grpSp>
        <p:nvGrpSpPr>
          <p:cNvPr id="8" name="object 8"/>
          <p:cNvGrpSpPr/>
          <p:nvPr/>
        </p:nvGrpSpPr>
        <p:grpSpPr>
          <a:xfrm>
            <a:off x="6647995" y="4033901"/>
            <a:ext cx="1471930" cy="571500"/>
            <a:chOff x="6647995" y="4033901"/>
            <a:chExt cx="1471930" cy="571500"/>
          </a:xfrm>
        </p:grpSpPr>
        <p:sp>
          <p:nvSpPr>
            <p:cNvPr id="9" name="object 9"/>
            <p:cNvSpPr/>
            <p:nvPr/>
          </p:nvSpPr>
          <p:spPr>
            <a:xfrm>
              <a:off x="6654345" y="4323720"/>
              <a:ext cx="966469" cy="275590"/>
            </a:xfrm>
            <a:custGeom>
              <a:avLst/>
              <a:gdLst/>
              <a:ahLst/>
              <a:cxnLst/>
              <a:rect l="l" t="t" r="r" b="b"/>
              <a:pathLst>
                <a:path w="966470" h="275589">
                  <a:moveTo>
                    <a:pt x="966447" y="0"/>
                  </a:moveTo>
                  <a:lnTo>
                    <a:pt x="0" y="0"/>
                  </a:lnTo>
                  <a:lnTo>
                    <a:pt x="0" y="275268"/>
                  </a:lnTo>
                  <a:lnTo>
                    <a:pt x="966447" y="275268"/>
                  </a:lnTo>
                  <a:lnTo>
                    <a:pt x="966447" y="0"/>
                  </a:lnTo>
                  <a:close/>
                </a:path>
              </a:pathLst>
            </a:custGeom>
            <a:ln w="12700">
              <a:solidFill>
                <a:srgbClr val="7F7F7F"/>
              </a:solidFill>
            </a:ln>
          </p:spPr>
          <p:txBody>
            <a:bodyPr wrap="square" lIns="0" tIns="0" rIns="0" bIns="0" rtlCol="0"/>
            <a:lstStyle/>
            <a:p>
              <a:endParaRPr/>
            </a:p>
          </p:txBody>
        </p:sp>
        <p:sp>
          <p:nvSpPr>
            <p:cNvPr id="10" name="object 10"/>
            <p:cNvSpPr/>
            <p:nvPr/>
          </p:nvSpPr>
          <p:spPr>
            <a:xfrm>
              <a:off x="7591209" y="4033901"/>
              <a:ext cx="528320" cy="379730"/>
            </a:xfrm>
            <a:custGeom>
              <a:avLst/>
              <a:gdLst/>
              <a:ahLst/>
              <a:cxnLst/>
              <a:rect l="l" t="t" r="r" b="b"/>
              <a:pathLst>
                <a:path w="528320" h="379729">
                  <a:moveTo>
                    <a:pt x="38131" y="303122"/>
                  </a:moveTo>
                  <a:lnTo>
                    <a:pt x="23091" y="306136"/>
                  </a:lnTo>
                  <a:lnTo>
                    <a:pt x="23235" y="306136"/>
                  </a:lnTo>
                  <a:lnTo>
                    <a:pt x="11124" y="314318"/>
                  </a:lnTo>
                  <a:lnTo>
                    <a:pt x="2973" y="326440"/>
                  </a:lnTo>
                  <a:lnTo>
                    <a:pt x="683" y="337706"/>
                  </a:lnTo>
                  <a:lnTo>
                    <a:pt x="0" y="341274"/>
                  </a:lnTo>
                  <a:lnTo>
                    <a:pt x="1168" y="347104"/>
                  </a:lnTo>
                  <a:lnTo>
                    <a:pt x="3017" y="356100"/>
                  </a:lnTo>
                  <a:lnTo>
                    <a:pt x="11211" y="368200"/>
                  </a:lnTo>
                  <a:lnTo>
                    <a:pt x="23261" y="376348"/>
                  </a:lnTo>
                  <a:lnTo>
                    <a:pt x="23402" y="376348"/>
                  </a:lnTo>
                  <a:lnTo>
                    <a:pt x="38027" y="379322"/>
                  </a:lnTo>
                  <a:lnTo>
                    <a:pt x="73164" y="356100"/>
                  </a:lnTo>
                  <a:lnTo>
                    <a:pt x="74888" y="347622"/>
                  </a:lnTo>
                  <a:lnTo>
                    <a:pt x="34619" y="347622"/>
                  </a:lnTo>
                  <a:lnTo>
                    <a:pt x="31724" y="344721"/>
                  </a:lnTo>
                  <a:lnTo>
                    <a:pt x="31734" y="337706"/>
                  </a:lnTo>
                  <a:lnTo>
                    <a:pt x="34524" y="334922"/>
                  </a:lnTo>
                  <a:lnTo>
                    <a:pt x="74905" y="334922"/>
                  </a:lnTo>
                  <a:lnTo>
                    <a:pt x="73205" y="326440"/>
                  </a:lnTo>
                  <a:lnTo>
                    <a:pt x="65057" y="314318"/>
                  </a:lnTo>
                  <a:lnTo>
                    <a:pt x="52957" y="306136"/>
                  </a:lnTo>
                  <a:lnTo>
                    <a:pt x="38131" y="303122"/>
                  </a:lnTo>
                  <a:close/>
                </a:path>
                <a:path w="528320" h="379729">
                  <a:moveTo>
                    <a:pt x="74905" y="334922"/>
                  </a:moveTo>
                  <a:lnTo>
                    <a:pt x="76179" y="341274"/>
                  </a:lnTo>
                  <a:lnTo>
                    <a:pt x="74993" y="347104"/>
                  </a:lnTo>
                  <a:lnTo>
                    <a:pt x="74888" y="347622"/>
                  </a:lnTo>
                  <a:lnTo>
                    <a:pt x="192501" y="347784"/>
                  </a:lnTo>
                  <a:lnTo>
                    <a:pt x="192352" y="347784"/>
                  </a:lnTo>
                  <a:lnTo>
                    <a:pt x="193981" y="347104"/>
                  </a:lnTo>
                  <a:lnTo>
                    <a:pt x="204007" y="336966"/>
                  </a:lnTo>
                  <a:lnTo>
                    <a:pt x="186145" y="336966"/>
                  </a:lnTo>
                  <a:lnTo>
                    <a:pt x="188009" y="335081"/>
                  </a:lnTo>
                  <a:lnTo>
                    <a:pt x="190669" y="335081"/>
                  </a:lnTo>
                  <a:lnTo>
                    <a:pt x="74905" y="334922"/>
                  </a:lnTo>
                  <a:close/>
                </a:path>
                <a:path w="528320" h="379729">
                  <a:moveTo>
                    <a:pt x="74905" y="334922"/>
                  </a:moveTo>
                  <a:lnTo>
                    <a:pt x="34524" y="334922"/>
                  </a:lnTo>
                  <a:lnTo>
                    <a:pt x="31734" y="337706"/>
                  </a:lnTo>
                  <a:lnTo>
                    <a:pt x="31724" y="344721"/>
                  </a:lnTo>
                  <a:lnTo>
                    <a:pt x="34619" y="347622"/>
                  </a:lnTo>
                  <a:lnTo>
                    <a:pt x="74888" y="347622"/>
                  </a:lnTo>
                  <a:lnTo>
                    <a:pt x="76179" y="341274"/>
                  </a:lnTo>
                  <a:lnTo>
                    <a:pt x="74937" y="335081"/>
                  </a:lnTo>
                  <a:lnTo>
                    <a:pt x="74905" y="334922"/>
                  </a:lnTo>
                  <a:close/>
                </a:path>
                <a:path w="528320" h="379729">
                  <a:moveTo>
                    <a:pt x="470212" y="49716"/>
                  </a:moveTo>
                  <a:lnTo>
                    <a:pt x="186145" y="336966"/>
                  </a:lnTo>
                  <a:lnTo>
                    <a:pt x="190669" y="335081"/>
                  </a:lnTo>
                  <a:lnTo>
                    <a:pt x="205871" y="335081"/>
                  </a:lnTo>
                  <a:lnTo>
                    <a:pt x="479243" y="58646"/>
                  </a:lnTo>
                  <a:lnTo>
                    <a:pt x="470212" y="49716"/>
                  </a:lnTo>
                  <a:close/>
                </a:path>
                <a:path w="528320" h="379729">
                  <a:moveTo>
                    <a:pt x="205871" y="335081"/>
                  </a:moveTo>
                  <a:lnTo>
                    <a:pt x="190669" y="335081"/>
                  </a:lnTo>
                  <a:lnTo>
                    <a:pt x="186145" y="336966"/>
                  </a:lnTo>
                  <a:lnTo>
                    <a:pt x="204007" y="336966"/>
                  </a:lnTo>
                  <a:lnTo>
                    <a:pt x="205871" y="335081"/>
                  </a:lnTo>
                  <a:close/>
                </a:path>
                <a:path w="528320" h="379729">
                  <a:moveTo>
                    <a:pt x="515814" y="38192"/>
                  </a:moveTo>
                  <a:lnTo>
                    <a:pt x="485652" y="38192"/>
                  </a:lnTo>
                  <a:lnTo>
                    <a:pt x="490616" y="43102"/>
                  </a:lnTo>
                  <a:lnTo>
                    <a:pt x="490639" y="47122"/>
                  </a:lnTo>
                  <a:lnTo>
                    <a:pt x="479243" y="58646"/>
                  </a:lnTo>
                  <a:lnTo>
                    <a:pt x="501818" y="80971"/>
                  </a:lnTo>
                  <a:lnTo>
                    <a:pt x="515814" y="38192"/>
                  </a:lnTo>
                  <a:close/>
                </a:path>
                <a:path w="528320" h="379729">
                  <a:moveTo>
                    <a:pt x="485652" y="38192"/>
                  </a:moveTo>
                  <a:lnTo>
                    <a:pt x="481608" y="38192"/>
                  </a:lnTo>
                  <a:lnTo>
                    <a:pt x="470212" y="49716"/>
                  </a:lnTo>
                  <a:lnTo>
                    <a:pt x="479243" y="58646"/>
                  </a:lnTo>
                  <a:lnTo>
                    <a:pt x="490639" y="47122"/>
                  </a:lnTo>
                  <a:lnTo>
                    <a:pt x="490616" y="43102"/>
                  </a:lnTo>
                  <a:lnTo>
                    <a:pt x="485652" y="38192"/>
                  </a:lnTo>
                  <a:close/>
                </a:path>
                <a:path w="528320" h="379729">
                  <a:moveTo>
                    <a:pt x="528309" y="0"/>
                  </a:moveTo>
                  <a:lnTo>
                    <a:pt x="447637" y="27391"/>
                  </a:lnTo>
                  <a:lnTo>
                    <a:pt x="470212" y="49716"/>
                  </a:lnTo>
                  <a:lnTo>
                    <a:pt x="481608" y="38192"/>
                  </a:lnTo>
                  <a:lnTo>
                    <a:pt x="515814" y="38192"/>
                  </a:lnTo>
                  <a:lnTo>
                    <a:pt x="528309" y="0"/>
                  </a:lnTo>
                  <a:close/>
                </a:path>
              </a:pathLst>
            </a:custGeom>
            <a:solidFill>
              <a:srgbClr val="7F7F7F"/>
            </a:solidFill>
          </p:spPr>
          <p:txBody>
            <a:bodyPr wrap="square" lIns="0" tIns="0" rIns="0" bIns="0" rtlCol="0"/>
            <a:lstStyle/>
            <a:p>
              <a:endParaRPr/>
            </a:p>
          </p:txBody>
        </p:sp>
      </p:grpSp>
      <p:sp>
        <p:nvSpPr>
          <p:cNvPr id="11" name="object 11"/>
          <p:cNvSpPr txBox="1"/>
          <p:nvPr/>
        </p:nvSpPr>
        <p:spPr>
          <a:xfrm>
            <a:off x="6660695" y="4359148"/>
            <a:ext cx="960119" cy="177800"/>
          </a:xfrm>
          <a:prstGeom prst="rect">
            <a:avLst/>
          </a:prstGeom>
        </p:spPr>
        <p:txBody>
          <a:bodyPr vert="horz" wrap="square" lIns="0" tIns="12700" rIns="0" bIns="0" rtlCol="0">
            <a:spAutoFit/>
          </a:bodyPr>
          <a:lstStyle/>
          <a:p>
            <a:pPr marL="84455">
              <a:lnSpc>
                <a:spcPct val="100000"/>
              </a:lnSpc>
              <a:spcBef>
                <a:spcPts val="100"/>
              </a:spcBef>
            </a:pPr>
            <a:r>
              <a:rPr sz="1000" spc="-10" dirty="0">
                <a:solidFill>
                  <a:srgbClr val="595959"/>
                </a:solidFill>
                <a:latin typeface="Corbel"/>
                <a:cs typeface="Corbel"/>
              </a:rPr>
              <a:t>Gondola</a:t>
            </a:r>
            <a:endParaRPr sz="1000">
              <a:latin typeface="Corbel"/>
              <a:cs typeface="Corbel"/>
            </a:endParaRPr>
          </a:p>
        </p:txBody>
      </p:sp>
      <p:sp>
        <p:nvSpPr>
          <p:cNvPr id="12" name="object 12"/>
          <p:cNvSpPr/>
          <p:nvPr/>
        </p:nvSpPr>
        <p:spPr>
          <a:xfrm>
            <a:off x="7591209" y="4335045"/>
            <a:ext cx="528320" cy="506730"/>
          </a:xfrm>
          <a:custGeom>
            <a:avLst/>
            <a:gdLst/>
            <a:ahLst/>
            <a:cxnLst/>
            <a:rect l="l" t="t" r="r" b="b"/>
            <a:pathLst>
              <a:path w="528320" h="506729">
                <a:moveTo>
                  <a:pt x="38131" y="430123"/>
                </a:moveTo>
                <a:lnTo>
                  <a:pt x="23095" y="433137"/>
                </a:lnTo>
                <a:lnTo>
                  <a:pt x="23236" y="433137"/>
                </a:lnTo>
                <a:lnTo>
                  <a:pt x="11125" y="441319"/>
                </a:lnTo>
                <a:lnTo>
                  <a:pt x="2974" y="453440"/>
                </a:lnTo>
                <a:lnTo>
                  <a:pt x="680" y="464719"/>
                </a:lnTo>
                <a:lnTo>
                  <a:pt x="0" y="468275"/>
                </a:lnTo>
                <a:lnTo>
                  <a:pt x="1272" y="474623"/>
                </a:lnTo>
                <a:lnTo>
                  <a:pt x="3017" y="483101"/>
                </a:lnTo>
                <a:lnTo>
                  <a:pt x="11209" y="495200"/>
                </a:lnTo>
                <a:lnTo>
                  <a:pt x="23260" y="503349"/>
                </a:lnTo>
                <a:lnTo>
                  <a:pt x="23399" y="503349"/>
                </a:lnTo>
                <a:lnTo>
                  <a:pt x="38027" y="506323"/>
                </a:lnTo>
                <a:lnTo>
                  <a:pt x="52861" y="503349"/>
                </a:lnTo>
                <a:lnTo>
                  <a:pt x="64982" y="495200"/>
                </a:lnTo>
                <a:lnTo>
                  <a:pt x="73164" y="483101"/>
                </a:lnTo>
                <a:lnTo>
                  <a:pt x="74855" y="474785"/>
                </a:lnTo>
                <a:lnTo>
                  <a:pt x="74888" y="474623"/>
                </a:lnTo>
                <a:lnTo>
                  <a:pt x="34618" y="474623"/>
                </a:lnTo>
                <a:lnTo>
                  <a:pt x="31724" y="471721"/>
                </a:lnTo>
                <a:lnTo>
                  <a:pt x="31734" y="464719"/>
                </a:lnTo>
                <a:lnTo>
                  <a:pt x="34524" y="461923"/>
                </a:lnTo>
                <a:lnTo>
                  <a:pt x="74905" y="461923"/>
                </a:lnTo>
                <a:lnTo>
                  <a:pt x="73205" y="453440"/>
                </a:lnTo>
                <a:lnTo>
                  <a:pt x="65057" y="441319"/>
                </a:lnTo>
                <a:lnTo>
                  <a:pt x="52957" y="433137"/>
                </a:lnTo>
                <a:lnTo>
                  <a:pt x="38131" y="430123"/>
                </a:lnTo>
                <a:close/>
              </a:path>
              <a:path w="528320" h="506729">
                <a:moveTo>
                  <a:pt x="74905" y="461923"/>
                </a:moveTo>
                <a:lnTo>
                  <a:pt x="76179" y="468275"/>
                </a:lnTo>
                <a:lnTo>
                  <a:pt x="74888" y="474623"/>
                </a:lnTo>
                <a:lnTo>
                  <a:pt x="193442" y="474785"/>
                </a:lnTo>
                <a:lnTo>
                  <a:pt x="192696" y="474785"/>
                </a:lnTo>
                <a:lnTo>
                  <a:pt x="194616" y="473803"/>
                </a:lnTo>
                <a:lnTo>
                  <a:pt x="201164" y="464719"/>
                </a:lnTo>
                <a:lnTo>
                  <a:pt x="185509" y="464719"/>
                </a:lnTo>
                <a:lnTo>
                  <a:pt x="187410" y="462081"/>
                </a:lnTo>
                <a:lnTo>
                  <a:pt x="190669" y="462081"/>
                </a:lnTo>
                <a:lnTo>
                  <a:pt x="74905" y="461923"/>
                </a:lnTo>
                <a:close/>
              </a:path>
              <a:path w="528320" h="506729">
                <a:moveTo>
                  <a:pt x="74905" y="461923"/>
                </a:moveTo>
                <a:lnTo>
                  <a:pt x="34524" y="461923"/>
                </a:lnTo>
                <a:lnTo>
                  <a:pt x="31734" y="464719"/>
                </a:lnTo>
                <a:lnTo>
                  <a:pt x="31724" y="471721"/>
                </a:lnTo>
                <a:lnTo>
                  <a:pt x="34618" y="474623"/>
                </a:lnTo>
                <a:lnTo>
                  <a:pt x="74888" y="474623"/>
                </a:lnTo>
                <a:lnTo>
                  <a:pt x="76179" y="468275"/>
                </a:lnTo>
                <a:lnTo>
                  <a:pt x="74937" y="462081"/>
                </a:lnTo>
                <a:lnTo>
                  <a:pt x="74905" y="461923"/>
                </a:lnTo>
                <a:close/>
              </a:path>
              <a:path w="528320" h="506729">
                <a:moveTo>
                  <a:pt x="478601" y="58103"/>
                </a:moveTo>
                <a:lnTo>
                  <a:pt x="185509" y="464719"/>
                </a:lnTo>
                <a:lnTo>
                  <a:pt x="190669" y="462081"/>
                </a:lnTo>
                <a:lnTo>
                  <a:pt x="203066" y="462081"/>
                </a:lnTo>
                <a:lnTo>
                  <a:pt x="488903" y="65529"/>
                </a:lnTo>
                <a:lnTo>
                  <a:pt x="478601" y="58103"/>
                </a:lnTo>
                <a:close/>
              </a:path>
              <a:path w="528320" h="506729">
                <a:moveTo>
                  <a:pt x="203066" y="462081"/>
                </a:moveTo>
                <a:lnTo>
                  <a:pt x="190669" y="462081"/>
                </a:lnTo>
                <a:lnTo>
                  <a:pt x="185509" y="464719"/>
                </a:lnTo>
                <a:lnTo>
                  <a:pt x="201164" y="464719"/>
                </a:lnTo>
                <a:lnTo>
                  <a:pt x="203066" y="462081"/>
                </a:lnTo>
                <a:close/>
              </a:path>
              <a:path w="528320" h="506729">
                <a:moveTo>
                  <a:pt x="521116" y="44311"/>
                </a:moveTo>
                <a:lnTo>
                  <a:pt x="492045" y="44311"/>
                </a:lnTo>
                <a:lnTo>
                  <a:pt x="497736" y="48412"/>
                </a:lnTo>
                <a:lnTo>
                  <a:pt x="498380" y="52381"/>
                </a:lnTo>
                <a:lnTo>
                  <a:pt x="488903" y="65529"/>
                </a:lnTo>
                <a:lnTo>
                  <a:pt x="514659" y="84094"/>
                </a:lnTo>
                <a:lnTo>
                  <a:pt x="521012" y="44955"/>
                </a:lnTo>
                <a:lnTo>
                  <a:pt x="521116" y="44311"/>
                </a:lnTo>
                <a:close/>
              </a:path>
              <a:path w="528320" h="506729">
                <a:moveTo>
                  <a:pt x="492045" y="44311"/>
                </a:moveTo>
                <a:lnTo>
                  <a:pt x="488078" y="44955"/>
                </a:lnTo>
                <a:lnTo>
                  <a:pt x="478601" y="58103"/>
                </a:lnTo>
                <a:lnTo>
                  <a:pt x="488903" y="65529"/>
                </a:lnTo>
                <a:lnTo>
                  <a:pt x="498380" y="52381"/>
                </a:lnTo>
                <a:lnTo>
                  <a:pt x="497736" y="48412"/>
                </a:lnTo>
                <a:lnTo>
                  <a:pt x="492045" y="44311"/>
                </a:lnTo>
                <a:close/>
              </a:path>
              <a:path w="528320" h="506729">
                <a:moveTo>
                  <a:pt x="528309" y="0"/>
                </a:moveTo>
                <a:lnTo>
                  <a:pt x="452844" y="39537"/>
                </a:lnTo>
                <a:lnTo>
                  <a:pt x="478601" y="58103"/>
                </a:lnTo>
                <a:lnTo>
                  <a:pt x="488078" y="44955"/>
                </a:lnTo>
                <a:lnTo>
                  <a:pt x="492045" y="44311"/>
                </a:lnTo>
                <a:lnTo>
                  <a:pt x="521116" y="44311"/>
                </a:lnTo>
                <a:lnTo>
                  <a:pt x="528309" y="0"/>
                </a:lnTo>
                <a:close/>
              </a:path>
            </a:pathLst>
          </a:custGeom>
          <a:solidFill>
            <a:srgbClr val="7F7F7F"/>
          </a:solidFill>
        </p:spPr>
        <p:txBody>
          <a:bodyPr wrap="square" lIns="0" tIns="0" rIns="0" bIns="0" rtlCol="0"/>
          <a:lstStyle/>
          <a:p>
            <a:endParaRPr/>
          </a:p>
        </p:txBody>
      </p:sp>
      <p:sp>
        <p:nvSpPr>
          <p:cNvPr id="13" name="object 13"/>
          <p:cNvSpPr txBox="1"/>
          <p:nvPr/>
        </p:nvSpPr>
        <p:spPr>
          <a:xfrm>
            <a:off x="6654345" y="4751866"/>
            <a:ext cx="966469" cy="275590"/>
          </a:xfrm>
          <a:prstGeom prst="rect">
            <a:avLst/>
          </a:prstGeom>
          <a:ln w="12700">
            <a:solidFill>
              <a:srgbClr val="7F7F7F"/>
            </a:solidFill>
          </a:ln>
        </p:spPr>
        <p:txBody>
          <a:bodyPr vert="horz" wrap="square" lIns="0" tIns="49530" rIns="0" bIns="0" rtlCol="0">
            <a:spAutoFit/>
          </a:bodyPr>
          <a:lstStyle/>
          <a:p>
            <a:pPr marL="90805">
              <a:lnSpc>
                <a:spcPct val="100000"/>
              </a:lnSpc>
              <a:spcBef>
                <a:spcPts val="390"/>
              </a:spcBef>
            </a:pPr>
            <a:r>
              <a:rPr sz="1000" dirty="0">
                <a:solidFill>
                  <a:srgbClr val="595959"/>
                </a:solidFill>
                <a:latin typeface="Corbel"/>
                <a:cs typeface="Corbel"/>
              </a:rPr>
              <a:t>Main</a:t>
            </a:r>
            <a:r>
              <a:rPr sz="1000" spc="-25" dirty="0">
                <a:solidFill>
                  <a:srgbClr val="595959"/>
                </a:solidFill>
                <a:latin typeface="Corbel"/>
                <a:cs typeface="Corbel"/>
              </a:rPr>
              <a:t> </a:t>
            </a:r>
            <a:r>
              <a:rPr sz="1000" spc="-10" dirty="0">
                <a:solidFill>
                  <a:srgbClr val="595959"/>
                </a:solidFill>
                <a:latin typeface="Corbel"/>
                <a:cs typeface="Corbel"/>
              </a:rPr>
              <a:t>Rotors</a:t>
            </a:r>
            <a:endParaRPr sz="1000">
              <a:latin typeface="Corbel"/>
              <a:cs typeface="Corbel"/>
            </a:endParaRPr>
          </a:p>
        </p:txBody>
      </p:sp>
      <p:sp>
        <p:nvSpPr>
          <p:cNvPr id="14" name="object 14"/>
          <p:cNvSpPr/>
          <p:nvPr/>
        </p:nvSpPr>
        <p:spPr>
          <a:xfrm>
            <a:off x="10535063" y="4150850"/>
            <a:ext cx="271145" cy="554355"/>
          </a:xfrm>
          <a:custGeom>
            <a:avLst/>
            <a:gdLst/>
            <a:ahLst/>
            <a:cxnLst/>
            <a:rect l="l" t="t" r="r" b="b"/>
            <a:pathLst>
              <a:path w="271145" h="554354">
                <a:moveTo>
                  <a:pt x="233014" y="478130"/>
                </a:moveTo>
                <a:lnTo>
                  <a:pt x="197940" y="501448"/>
                </a:lnTo>
                <a:lnTo>
                  <a:pt x="194966" y="516282"/>
                </a:lnTo>
                <a:lnTo>
                  <a:pt x="197981" y="531109"/>
                </a:lnTo>
                <a:lnTo>
                  <a:pt x="206163" y="543208"/>
                </a:lnTo>
                <a:lnTo>
                  <a:pt x="218284" y="551357"/>
                </a:lnTo>
                <a:lnTo>
                  <a:pt x="233118" y="554330"/>
                </a:lnTo>
                <a:lnTo>
                  <a:pt x="247743" y="551357"/>
                </a:lnTo>
                <a:lnTo>
                  <a:pt x="247884" y="551357"/>
                </a:lnTo>
                <a:lnTo>
                  <a:pt x="259935" y="543208"/>
                </a:lnTo>
                <a:lnTo>
                  <a:pt x="268128" y="531109"/>
                </a:lnTo>
                <a:lnTo>
                  <a:pt x="269840" y="522795"/>
                </a:lnTo>
                <a:lnTo>
                  <a:pt x="269873" y="522631"/>
                </a:lnTo>
                <a:lnTo>
                  <a:pt x="236527" y="522631"/>
                </a:lnTo>
                <a:lnTo>
                  <a:pt x="239421" y="519729"/>
                </a:lnTo>
                <a:lnTo>
                  <a:pt x="239411" y="512715"/>
                </a:lnTo>
                <a:lnTo>
                  <a:pt x="236621" y="509931"/>
                </a:lnTo>
                <a:lnTo>
                  <a:pt x="269896" y="509931"/>
                </a:lnTo>
                <a:lnTo>
                  <a:pt x="268171" y="501448"/>
                </a:lnTo>
                <a:lnTo>
                  <a:pt x="260020" y="489327"/>
                </a:lnTo>
                <a:lnTo>
                  <a:pt x="247909" y="481145"/>
                </a:lnTo>
                <a:lnTo>
                  <a:pt x="248050" y="481145"/>
                </a:lnTo>
                <a:lnTo>
                  <a:pt x="233014" y="478130"/>
                </a:lnTo>
                <a:close/>
              </a:path>
              <a:path w="271145" h="554354">
                <a:moveTo>
                  <a:pt x="44244" y="75235"/>
                </a:moveTo>
                <a:lnTo>
                  <a:pt x="31602" y="76456"/>
                </a:lnTo>
                <a:lnTo>
                  <a:pt x="74423" y="519729"/>
                </a:lnTo>
                <a:lnTo>
                  <a:pt x="74479" y="520310"/>
                </a:lnTo>
                <a:lnTo>
                  <a:pt x="77219" y="522795"/>
                </a:lnTo>
                <a:lnTo>
                  <a:pt x="76794" y="522795"/>
                </a:lnTo>
                <a:lnTo>
                  <a:pt x="196257" y="522631"/>
                </a:lnTo>
                <a:lnTo>
                  <a:pt x="194966" y="516282"/>
                </a:lnTo>
                <a:lnTo>
                  <a:pt x="195057" y="515829"/>
                </a:lnTo>
                <a:lnTo>
                  <a:pt x="86805" y="515829"/>
                </a:lnTo>
                <a:lnTo>
                  <a:pt x="80476" y="510090"/>
                </a:lnTo>
                <a:lnTo>
                  <a:pt x="86251" y="510090"/>
                </a:lnTo>
                <a:lnTo>
                  <a:pt x="44362" y="76456"/>
                </a:lnTo>
                <a:lnTo>
                  <a:pt x="44244" y="75235"/>
                </a:lnTo>
                <a:close/>
              </a:path>
              <a:path w="271145" h="554354">
                <a:moveTo>
                  <a:pt x="269896" y="509931"/>
                </a:moveTo>
                <a:lnTo>
                  <a:pt x="236621" y="509931"/>
                </a:lnTo>
                <a:lnTo>
                  <a:pt x="239411" y="512715"/>
                </a:lnTo>
                <a:lnTo>
                  <a:pt x="239421" y="519729"/>
                </a:lnTo>
                <a:lnTo>
                  <a:pt x="236527" y="522631"/>
                </a:lnTo>
                <a:lnTo>
                  <a:pt x="269873" y="522631"/>
                </a:lnTo>
                <a:lnTo>
                  <a:pt x="271145" y="516282"/>
                </a:lnTo>
                <a:lnTo>
                  <a:pt x="271095" y="515829"/>
                </a:lnTo>
                <a:lnTo>
                  <a:pt x="269928" y="510090"/>
                </a:lnTo>
                <a:lnTo>
                  <a:pt x="269896" y="509931"/>
                </a:lnTo>
                <a:close/>
              </a:path>
              <a:path w="271145" h="554354">
                <a:moveTo>
                  <a:pt x="196240" y="509931"/>
                </a:moveTo>
                <a:lnTo>
                  <a:pt x="80476" y="510090"/>
                </a:lnTo>
                <a:lnTo>
                  <a:pt x="86805" y="515829"/>
                </a:lnTo>
                <a:lnTo>
                  <a:pt x="86251" y="510090"/>
                </a:lnTo>
                <a:lnTo>
                  <a:pt x="196208" y="510090"/>
                </a:lnTo>
                <a:lnTo>
                  <a:pt x="196240" y="509931"/>
                </a:lnTo>
                <a:close/>
              </a:path>
              <a:path w="271145" h="554354">
                <a:moveTo>
                  <a:pt x="196208" y="510090"/>
                </a:moveTo>
                <a:lnTo>
                  <a:pt x="86251" y="510090"/>
                </a:lnTo>
                <a:lnTo>
                  <a:pt x="86805" y="515829"/>
                </a:lnTo>
                <a:lnTo>
                  <a:pt x="195057" y="515829"/>
                </a:lnTo>
                <a:lnTo>
                  <a:pt x="196208" y="510090"/>
                </a:lnTo>
                <a:close/>
              </a:path>
              <a:path w="271145" h="554354">
                <a:moveTo>
                  <a:pt x="30596" y="0"/>
                </a:moveTo>
                <a:lnTo>
                  <a:pt x="0" y="79509"/>
                </a:lnTo>
                <a:lnTo>
                  <a:pt x="31602" y="76456"/>
                </a:lnTo>
                <a:lnTo>
                  <a:pt x="30044" y="60324"/>
                </a:lnTo>
                <a:lnTo>
                  <a:pt x="32600" y="57222"/>
                </a:lnTo>
                <a:lnTo>
                  <a:pt x="39582" y="56548"/>
                </a:lnTo>
                <a:lnTo>
                  <a:pt x="66045" y="56548"/>
                </a:lnTo>
                <a:lnTo>
                  <a:pt x="30596" y="0"/>
                </a:lnTo>
                <a:close/>
              </a:path>
              <a:path w="271145" h="554354">
                <a:moveTo>
                  <a:pt x="39582" y="56548"/>
                </a:moveTo>
                <a:lnTo>
                  <a:pt x="32600" y="57222"/>
                </a:lnTo>
                <a:lnTo>
                  <a:pt x="30044" y="60324"/>
                </a:lnTo>
                <a:lnTo>
                  <a:pt x="31484" y="75235"/>
                </a:lnTo>
                <a:lnTo>
                  <a:pt x="31602" y="76456"/>
                </a:lnTo>
                <a:lnTo>
                  <a:pt x="44244" y="75235"/>
                </a:lnTo>
                <a:lnTo>
                  <a:pt x="42803" y="60324"/>
                </a:lnTo>
                <a:lnTo>
                  <a:pt x="42685" y="59104"/>
                </a:lnTo>
                <a:lnTo>
                  <a:pt x="39582" y="56548"/>
                </a:lnTo>
                <a:close/>
              </a:path>
              <a:path w="271145" h="554354">
                <a:moveTo>
                  <a:pt x="66045" y="56548"/>
                </a:moveTo>
                <a:lnTo>
                  <a:pt x="39582" y="56548"/>
                </a:lnTo>
                <a:lnTo>
                  <a:pt x="42685" y="59104"/>
                </a:lnTo>
                <a:lnTo>
                  <a:pt x="44244" y="75235"/>
                </a:lnTo>
                <a:lnTo>
                  <a:pt x="75846" y="72182"/>
                </a:lnTo>
                <a:lnTo>
                  <a:pt x="66045" y="56548"/>
                </a:lnTo>
                <a:close/>
              </a:path>
            </a:pathLst>
          </a:custGeom>
          <a:solidFill>
            <a:srgbClr val="7F7F7F"/>
          </a:solidFill>
        </p:spPr>
        <p:txBody>
          <a:bodyPr wrap="square" lIns="0" tIns="0" rIns="0" bIns="0" rtlCol="0"/>
          <a:lstStyle/>
          <a:p>
            <a:endParaRPr/>
          </a:p>
        </p:txBody>
      </p:sp>
      <p:sp>
        <p:nvSpPr>
          <p:cNvPr id="15" name="object 15"/>
          <p:cNvSpPr txBox="1"/>
          <p:nvPr/>
        </p:nvSpPr>
        <p:spPr>
          <a:xfrm>
            <a:off x="10776626" y="4615677"/>
            <a:ext cx="966469" cy="275590"/>
          </a:xfrm>
          <a:prstGeom prst="rect">
            <a:avLst/>
          </a:prstGeom>
          <a:ln w="12700">
            <a:solidFill>
              <a:srgbClr val="7F7F7F"/>
            </a:solidFill>
          </a:ln>
        </p:spPr>
        <p:txBody>
          <a:bodyPr vert="horz" wrap="square" lIns="0" tIns="48894" rIns="0" bIns="0" rtlCol="0">
            <a:spAutoFit/>
          </a:bodyPr>
          <a:lstStyle/>
          <a:p>
            <a:pPr marL="90805">
              <a:lnSpc>
                <a:spcPct val="100000"/>
              </a:lnSpc>
              <a:spcBef>
                <a:spcPts val="384"/>
              </a:spcBef>
            </a:pPr>
            <a:r>
              <a:rPr sz="1000" dirty="0">
                <a:solidFill>
                  <a:srgbClr val="595959"/>
                </a:solidFill>
                <a:latin typeface="Corbel"/>
                <a:cs typeface="Corbel"/>
              </a:rPr>
              <a:t>Tail</a:t>
            </a:r>
            <a:r>
              <a:rPr sz="1000" spc="-20"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pic>
        <p:nvPicPr>
          <p:cNvPr id="16" name="object 16"/>
          <p:cNvPicPr/>
          <p:nvPr/>
        </p:nvPicPr>
        <p:blipFill>
          <a:blip r:embed="rId5" cstate="print"/>
          <a:stretch>
            <a:fillRect/>
          </a:stretch>
        </p:blipFill>
        <p:spPr>
          <a:xfrm>
            <a:off x="0" y="6497999"/>
            <a:ext cx="360000" cy="36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3496055"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010</a:t>
            </a:r>
            <a:r>
              <a:rPr spc="-50" dirty="0"/>
              <a:t> </a:t>
            </a:r>
            <a:r>
              <a:rPr dirty="0"/>
              <a:t>01</a:t>
            </a:r>
            <a:r>
              <a:rPr spc="-20" dirty="0"/>
              <a:t> 03:</a:t>
            </a:r>
            <a:r>
              <a:rPr spc="-95" dirty="0"/>
              <a:t> </a:t>
            </a:r>
            <a:r>
              <a:rPr dirty="0"/>
              <a:t>Applications</a:t>
            </a:r>
            <a:r>
              <a:rPr spc="-25" dirty="0"/>
              <a:t> </a:t>
            </a:r>
            <a:r>
              <a:rPr dirty="0"/>
              <a:t>of</a:t>
            </a:r>
            <a:r>
              <a:rPr spc="-80" dirty="0"/>
              <a:t> </a:t>
            </a:r>
            <a:r>
              <a:rPr spc="-25" dirty="0"/>
              <a:t>UAS</a:t>
            </a:r>
          </a:p>
        </p:txBody>
      </p:sp>
      <p:sp>
        <p:nvSpPr>
          <p:cNvPr id="5" name="object 5"/>
          <p:cNvSpPr txBox="1"/>
          <p:nvPr/>
        </p:nvSpPr>
        <p:spPr>
          <a:xfrm>
            <a:off x="1563049" y="1274571"/>
            <a:ext cx="9685655" cy="1120140"/>
          </a:xfrm>
          <a:prstGeom prst="rect">
            <a:avLst/>
          </a:prstGeom>
        </p:spPr>
        <p:txBody>
          <a:bodyPr vert="horz" wrap="square" lIns="0" tIns="22860" rIns="0" bIns="0" rtlCol="0">
            <a:spAutoFit/>
          </a:bodyPr>
          <a:lstStyle/>
          <a:p>
            <a:pPr marL="12700" marR="378460">
              <a:lnSpc>
                <a:spcPts val="1900"/>
              </a:lnSpc>
              <a:spcBef>
                <a:spcPts val="180"/>
              </a:spcBef>
            </a:pPr>
            <a:r>
              <a:rPr sz="1600" dirty="0">
                <a:latin typeface="Corbel"/>
                <a:cs typeface="Corbel"/>
              </a:rPr>
              <a:t>UA</a:t>
            </a:r>
            <a:r>
              <a:rPr sz="1600" spc="-25" dirty="0">
                <a:latin typeface="Corbel"/>
                <a:cs typeface="Corbel"/>
              </a:rPr>
              <a:t> </a:t>
            </a:r>
            <a:r>
              <a:rPr sz="1600" dirty="0">
                <a:latin typeface="Corbel"/>
                <a:cs typeface="Corbel"/>
              </a:rPr>
              <a:t>used</a:t>
            </a:r>
            <a:r>
              <a:rPr sz="1600" spc="-15" dirty="0">
                <a:latin typeface="Corbel"/>
                <a:cs typeface="Corbel"/>
              </a:rPr>
              <a:t> </a:t>
            </a:r>
            <a:r>
              <a:rPr sz="1600" dirty="0">
                <a:latin typeface="Corbel"/>
                <a:cs typeface="Corbel"/>
              </a:rPr>
              <a:t>in</a:t>
            </a:r>
            <a:r>
              <a:rPr sz="1600" spc="-10" dirty="0">
                <a:latin typeface="Corbel"/>
                <a:cs typeface="Corbel"/>
              </a:rPr>
              <a:t> </a:t>
            </a:r>
            <a:r>
              <a:rPr sz="1600" dirty="0">
                <a:latin typeface="Corbel"/>
                <a:cs typeface="Corbel"/>
              </a:rPr>
              <a:t>a</a:t>
            </a:r>
            <a:r>
              <a:rPr sz="1600" spc="-10" dirty="0">
                <a:latin typeface="Corbel"/>
                <a:cs typeface="Corbel"/>
              </a:rPr>
              <a:t> </a:t>
            </a:r>
            <a:r>
              <a:rPr sz="1600" dirty="0">
                <a:latin typeface="Corbel"/>
                <a:cs typeface="Corbel"/>
              </a:rPr>
              <a:t>wide</a:t>
            </a:r>
            <a:r>
              <a:rPr sz="1600" spc="-15" dirty="0">
                <a:latin typeface="Corbel"/>
                <a:cs typeface="Corbel"/>
              </a:rPr>
              <a:t> </a:t>
            </a:r>
            <a:r>
              <a:rPr sz="1600" spc="-10" dirty="0">
                <a:latin typeface="Corbel"/>
                <a:cs typeface="Corbel"/>
              </a:rPr>
              <a:t>range;</a:t>
            </a:r>
            <a:r>
              <a:rPr sz="1600" spc="-70" dirty="0">
                <a:latin typeface="Corbel"/>
                <a:cs typeface="Corbel"/>
              </a:rPr>
              <a:t> </a:t>
            </a:r>
            <a:r>
              <a:rPr sz="1600" dirty="0">
                <a:latin typeface="Corbel"/>
                <a:cs typeface="Corbel"/>
              </a:rPr>
              <a:t>Government</a:t>
            </a:r>
            <a:r>
              <a:rPr sz="1600" spc="-25" dirty="0">
                <a:latin typeface="Corbel"/>
                <a:cs typeface="Corbel"/>
              </a:rPr>
              <a:t> </a:t>
            </a:r>
            <a:r>
              <a:rPr sz="1600" dirty="0">
                <a:latin typeface="Corbel"/>
                <a:cs typeface="Corbel"/>
              </a:rPr>
              <a:t>(public)</a:t>
            </a:r>
            <a:r>
              <a:rPr sz="1600" spc="-20" dirty="0">
                <a:latin typeface="Corbel"/>
                <a:cs typeface="Corbel"/>
              </a:rPr>
              <a:t> </a:t>
            </a:r>
            <a:r>
              <a:rPr sz="1600" dirty="0">
                <a:latin typeface="Corbel"/>
                <a:cs typeface="Corbel"/>
              </a:rPr>
              <a:t>/</a:t>
            </a:r>
            <a:r>
              <a:rPr sz="1600" spc="-20" dirty="0">
                <a:latin typeface="Corbel"/>
                <a:cs typeface="Corbel"/>
              </a:rPr>
              <a:t> </a:t>
            </a:r>
            <a:r>
              <a:rPr sz="1600" spc="-10" dirty="0">
                <a:latin typeface="Corbel"/>
                <a:cs typeface="Corbel"/>
              </a:rPr>
              <a:t>military;</a:t>
            </a:r>
            <a:r>
              <a:rPr sz="1600" spc="-70" dirty="0">
                <a:latin typeface="Corbel"/>
                <a:cs typeface="Corbel"/>
              </a:rPr>
              <a:t> </a:t>
            </a:r>
            <a:r>
              <a:rPr sz="1600" dirty="0">
                <a:latin typeface="Corbel"/>
                <a:cs typeface="Corbel"/>
              </a:rPr>
              <a:t>Commercial</a:t>
            </a:r>
            <a:r>
              <a:rPr sz="1600" spc="-15" dirty="0">
                <a:latin typeface="Corbel"/>
                <a:cs typeface="Corbel"/>
              </a:rPr>
              <a:t> </a:t>
            </a:r>
            <a:r>
              <a:rPr sz="1600" dirty="0">
                <a:latin typeface="Corbel"/>
                <a:cs typeface="Corbel"/>
              </a:rPr>
              <a:t>and;</a:t>
            </a:r>
            <a:r>
              <a:rPr sz="1600" spc="-75" dirty="0">
                <a:latin typeface="Corbel"/>
                <a:cs typeface="Corbel"/>
              </a:rPr>
              <a:t> </a:t>
            </a:r>
            <a:r>
              <a:rPr sz="1600" dirty="0">
                <a:latin typeface="Corbel"/>
                <a:cs typeface="Corbel"/>
              </a:rPr>
              <a:t>Consumer</a:t>
            </a:r>
            <a:r>
              <a:rPr sz="1600" spc="-10" dirty="0">
                <a:latin typeface="Corbel"/>
                <a:cs typeface="Corbel"/>
              </a:rPr>
              <a:t> (private).</a:t>
            </a:r>
            <a:r>
              <a:rPr sz="1600" spc="-55" dirty="0">
                <a:latin typeface="Corbel"/>
                <a:cs typeface="Corbel"/>
              </a:rPr>
              <a:t> </a:t>
            </a:r>
            <a:r>
              <a:rPr sz="1600" dirty="0">
                <a:latin typeface="Corbel"/>
                <a:cs typeface="Corbel"/>
              </a:rPr>
              <a:t>UA</a:t>
            </a:r>
            <a:r>
              <a:rPr sz="1600" spc="-20" dirty="0">
                <a:latin typeface="Corbel"/>
                <a:cs typeface="Corbel"/>
              </a:rPr>
              <a:t> </a:t>
            </a:r>
            <a:r>
              <a:rPr sz="1600" dirty="0">
                <a:latin typeface="Corbel"/>
                <a:cs typeface="Corbel"/>
              </a:rPr>
              <a:t>technology</a:t>
            </a:r>
            <a:r>
              <a:rPr sz="1600" spc="-20" dirty="0">
                <a:latin typeface="Corbel"/>
                <a:cs typeface="Corbel"/>
              </a:rPr>
              <a:t> </a:t>
            </a:r>
            <a:r>
              <a:rPr sz="1600" spc="-25" dirty="0">
                <a:latin typeface="Corbel"/>
                <a:cs typeface="Corbel"/>
              </a:rPr>
              <a:t>is </a:t>
            </a:r>
            <a:r>
              <a:rPr sz="1600" dirty="0">
                <a:latin typeface="Corbel"/>
                <a:cs typeface="Corbel"/>
              </a:rPr>
              <a:t>continuously</a:t>
            </a:r>
            <a:r>
              <a:rPr sz="1600" spc="-40" dirty="0">
                <a:latin typeface="Corbel"/>
                <a:cs typeface="Corbel"/>
              </a:rPr>
              <a:t> </a:t>
            </a:r>
            <a:r>
              <a:rPr sz="1600" dirty="0">
                <a:latin typeface="Corbel"/>
                <a:cs typeface="Corbel"/>
              </a:rPr>
              <a:t>evolving</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being</a:t>
            </a:r>
            <a:r>
              <a:rPr sz="1600" spc="-35" dirty="0">
                <a:latin typeface="Corbel"/>
                <a:cs typeface="Corbel"/>
              </a:rPr>
              <a:t> </a:t>
            </a:r>
            <a:r>
              <a:rPr sz="1600" dirty="0">
                <a:latin typeface="Corbel"/>
                <a:cs typeface="Corbel"/>
              </a:rPr>
              <a:t>put</a:t>
            </a:r>
            <a:r>
              <a:rPr sz="1600" spc="-4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several</a:t>
            </a:r>
            <a:r>
              <a:rPr sz="1600" spc="-30" dirty="0">
                <a:latin typeface="Corbel"/>
                <a:cs typeface="Corbel"/>
              </a:rPr>
              <a:t> </a:t>
            </a:r>
            <a:r>
              <a:rPr sz="1600" dirty="0">
                <a:latin typeface="Corbel"/>
                <a:cs typeface="Corbel"/>
              </a:rPr>
              <a:t>innovative</a:t>
            </a:r>
            <a:r>
              <a:rPr sz="1600" spc="-30" dirty="0">
                <a:latin typeface="Corbel"/>
                <a:cs typeface="Corbel"/>
              </a:rPr>
              <a:t> </a:t>
            </a:r>
            <a:r>
              <a:rPr sz="1600" dirty="0">
                <a:latin typeface="Corbel"/>
                <a:cs typeface="Corbel"/>
              </a:rPr>
              <a:t>uses</a:t>
            </a:r>
            <a:r>
              <a:rPr sz="1600" spc="-30" dirty="0">
                <a:latin typeface="Corbel"/>
                <a:cs typeface="Corbel"/>
              </a:rPr>
              <a:t> </a:t>
            </a:r>
            <a:r>
              <a:rPr sz="1600" dirty="0">
                <a:latin typeface="Corbel"/>
                <a:cs typeface="Corbel"/>
              </a:rPr>
              <a:t>around</a:t>
            </a:r>
            <a:r>
              <a:rPr sz="1600" spc="-25" dirty="0">
                <a:latin typeface="Corbel"/>
                <a:cs typeface="Corbel"/>
              </a:rPr>
              <a:t> </a:t>
            </a:r>
            <a:r>
              <a:rPr sz="1600" dirty="0">
                <a:latin typeface="Corbel"/>
                <a:cs typeface="Corbel"/>
              </a:rPr>
              <a:t>the</a:t>
            </a:r>
            <a:r>
              <a:rPr sz="1600" spc="-30" dirty="0">
                <a:latin typeface="Corbel"/>
                <a:cs typeface="Corbel"/>
              </a:rPr>
              <a:t> </a:t>
            </a:r>
            <a:r>
              <a:rPr sz="1600" spc="-10" dirty="0">
                <a:latin typeface="Corbel"/>
                <a:cs typeface="Corbel"/>
              </a:rPr>
              <a:t>world.</a:t>
            </a:r>
            <a:endParaRPr sz="1600" dirty="0">
              <a:latin typeface="Corbel"/>
              <a:cs typeface="Corbel"/>
            </a:endParaRPr>
          </a:p>
          <a:p>
            <a:pPr marL="12700" marR="5080">
              <a:lnSpc>
                <a:spcPts val="1900"/>
              </a:lnSpc>
              <a:spcBef>
                <a:spcPts val="1000"/>
              </a:spcBef>
            </a:pPr>
            <a:r>
              <a:rPr sz="1600" dirty="0">
                <a:latin typeface="Corbel"/>
                <a:cs typeface="Corbel"/>
              </a:rPr>
              <a:t>As</a:t>
            </a:r>
            <a:r>
              <a:rPr sz="1600" spc="-20" dirty="0">
                <a:latin typeface="Corbel"/>
                <a:cs typeface="Corbel"/>
              </a:rPr>
              <a:t> </a:t>
            </a:r>
            <a:r>
              <a:rPr sz="1600" dirty="0">
                <a:latin typeface="Corbel"/>
                <a:cs typeface="Corbel"/>
              </a:rPr>
              <a:t>every</a:t>
            </a:r>
            <a:r>
              <a:rPr sz="1600" spc="-25" dirty="0">
                <a:latin typeface="Corbel"/>
                <a:cs typeface="Corbel"/>
              </a:rPr>
              <a:t> </a:t>
            </a:r>
            <a:r>
              <a:rPr sz="1600" dirty="0">
                <a:latin typeface="Corbel"/>
                <a:cs typeface="Corbel"/>
              </a:rPr>
              <a:t>category</a:t>
            </a:r>
            <a:r>
              <a:rPr sz="1600" spc="-25" dirty="0">
                <a:latin typeface="Corbel"/>
                <a:cs typeface="Corbel"/>
              </a:rPr>
              <a:t> </a:t>
            </a:r>
            <a:r>
              <a:rPr sz="1600" dirty="0">
                <a:latin typeface="Corbel"/>
                <a:cs typeface="Corbel"/>
              </a:rPr>
              <a:t>of</a:t>
            </a:r>
            <a:r>
              <a:rPr sz="1600" spc="-60" dirty="0">
                <a:latin typeface="Corbel"/>
                <a:cs typeface="Corbel"/>
              </a:rPr>
              <a:t> </a:t>
            </a:r>
            <a:r>
              <a:rPr sz="1600" dirty="0">
                <a:latin typeface="Corbel"/>
                <a:cs typeface="Corbel"/>
              </a:rPr>
              <a:t>UA</a:t>
            </a:r>
            <a:r>
              <a:rPr sz="1600" spc="-20" dirty="0">
                <a:latin typeface="Corbel"/>
                <a:cs typeface="Corbel"/>
              </a:rPr>
              <a:t> </a:t>
            </a:r>
            <a:r>
              <a:rPr sz="1600" dirty="0">
                <a:latin typeface="Corbel"/>
                <a:cs typeface="Corbel"/>
              </a:rPr>
              <a:t>have</a:t>
            </a:r>
            <a:r>
              <a:rPr sz="1600" spc="-20" dirty="0">
                <a:latin typeface="Corbel"/>
                <a:cs typeface="Corbel"/>
              </a:rPr>
              <a:t> </a:t>
            </a:r>
            <a:r>
              <a:rPr sz="1600" dirty="0">
                <a:latin typeface="Corbel"/>
                <a:cs typeface="Corbel"/>
              </a:rPr>
              <a:t>different</a:t>
            </a:r>
            <a:r>
              <a:rPr sz="1600" spc="-25" dirty="0">
                <a:latin typeface="Corbel"/>
                <a:cs typeface="Corbel"/>
              </a:rPr>
              <a:t> </a:t>
            </a:r>
            <a:r>
              <a:rPr sz="1600" dirty="0">
                <a:latin typeface="Corbel"/>
                <a:cs typeface="Corbel"/>
              </a:rPr>
              <a:t>advantages</a:t>
            </a:r>
            <a:r>
              <a:rPr sz="1600" spc="-15" dirty="0">
                <a:latin typeface="Corbel"/>
                <a:cs typeface="Corbel"/>
              </a:rPr>
              <a:t> </a:t>
            </a:r>
            <a:r>
              <a:rPr sz="1600" dirty="0">
                <a:latin typeface="Corbel"/>
                <a:cs typeface="Corbel"/>
              </a:rPr>
              <a:t>and</a:t>
            </a:r>
            <a:r>
              <a:rPr sz="1600" spc="-20" dirty="0">
                <a:latin typeface="Corbel"/>
                <a:cs typeface="Corbel"/>
              </a:rPr>
              <a:t> </a:t>
            </a:r>
            <a:r>
              <a:rPr sz="1600" spc="-10" dirty="0">
                <a:latin typeface="Corbel"/>
                <a:cs typeface="Corbel"/>
              </a:rPr>
              <a:t>disadvantages.</a:t>
            </a:r>
            <a:r>
              <a:rPr sz="1600" spc="-15" dirty="0">
                <a:latin typeface="Corbel"/>
                <a:cs typeface="Corbel"/>
              </a:rPr>
              <a:t> </a:t>
            </a:r>
            <a:r>
              <a:rPr sz="1600" dirty="0">
                <a:latin typeface="Corbel"/>
                <a:cs typeface="Corbel"/>
              </a:rPr>
              <a:t>It</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Important</a:t>
            </a:r>
            <a:r>
              <a:rPr sz="1600" spc="-25"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choose</a:t>
            </a:r>
            <a:r>
              <a:rPr sz="1600" spc="-20"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right</a:t>
            </a:r>
            <a:r>
              <a:rPr sz="1600" spc="-70" dirty="0">
                <a:latin typeface="Corbel"/>
                <a:cs typeface="Corbel"/>
              </a:rPr>
              <a:t> </a:t>
            </a:r>
            <a:r>
              <a:rPr sz="1600" dirty="0">
                <a:latin typeface="Corbel"/>
                <a:cs typeface="Corbel"/>
              </a:rPr>
              <a:t>UA</a:t>
            </a:r>
            <a:r>
              <a:rPr sz="1600" spc="-20" dirty="0">
                <a:latin typeface="Corbel"/>
                <a:cs typeface="Corbel"/>
              </a:rPr>
              <a:t> </a:t>
            </a:r>
            <a:r>
              <a:rPr sz="1600" dirty="0">
                <a:latin typeface="Corbel"/>
                <a:cs typeface="Corbel"/>
              </a:rPr>
              <a:t>for</a:t>
            </a:r>
            <a:r>
              <a:rPr sz="1600" spc="-15" dirty="0">
                <a:latin typeface="Corbel"/>
                <a:cs typeface="Corbel"/>
              </a:rPr>
              <a:t> </a:t>
            </a:r>
            <a:r>
              <a:rPr sz="1600" spc="-25" dirty="0">
                <a:latin typeface="Corbel"/>
                <a:cs typeface="Corbel"/>
              </a:rPr>
              <a:t>the </a:t>
            </a:r>
            <a:r>
              <a:rPr sz="1600" dirty="0">
                <a:latin typeface="Corbel"/>
                <a:cs typeface="Corbel"/>
              </a:rPr>
              <a:t>flight</a:t>
            </a:r>
            <a:r>
              <a:rPr sz="1600" spc="-35" dirty="0">
                <a:latin typeface="Corbel"/>
                <a:cs typeface="Corbel"/>
              </a:rPr>
              <a:t> </a:t>
            </a:r>
            <a:r>
              <a:rPr sz="1600" spc="-10" dirty="0">
                <a:latin typeface="Corbel"/>
                <a:cs typeface="Corbel"/>
              </a:rPr>
              <a:t>operation.</a:t>
            </a:r>
            <a:endParaRPr sz="1600" dirty="0">
              <a:latin typeface="Corbel"/>
              <a:cs typeface="Corbel"/>
            </a:endParaRPr>
          </a:p>
        </p:txBody>
      </p:sp>
      <p:pic>
        <p:nvPicPr>
          <p:cNvPr id="6" name="object 6"/>
          <p:cNvPicPr/>
          <p:nvPr/>
        </p:nvPicPr>
        <p:blipFill>
          <a:blip r:embed="rId4" cstate="print"/>
          <a:stretch>
            <a:fillRect/>
          </a:stretch>
        </p:blipFill>
        <p:spPr>
          <a:xfrm>
            <a:off x="7965668" y="3429000"/>
            <a:ext cx="3437053" cy="1941935"/>
          </a:xfrm>
          <a:prstGeom prst="rect">
            <a:avLst/>
          </a:prstGeom>
        </p:spPr>
      </p:pic>
      <p:pic>
        <p:nvPicPr>
          <p:cNvPr id="7" name="object 7"/>
          <p:cNvPicPr/>
          <p:nvPr/>
        </p:nvPicPr>
        <p:blipFill>
          <a:blip r:embed="rId5" cstate="print"/>
          <a:stretch>
            <a:fillRect/>
          </a:stretch>
        </p:blipFill>
        <p:spPr>
          <a:xfrm>
            <a:off x="4388644" y="4563638"/>
            <a:ext cx="3437053" cy="1941935"/>
          </a:xfrm>
          <a:prstGeom prst="rect">
            <a:avLst/>
          </a:prstGeom>
        </p:spPr>
      </p:pic>
      <p:pic>
        <p:nvPicPr>
          <p:cNvPr id="8" name="object 8"/>
          <p:cNvPicPr/>
          <p:nvPr/>
        </p:nvPicPr>
        <p:blipFill>
          <a:blip r:embed="rId6" cstate="print"/>
          <a:stretch>
            <a:fillRect/>
          </a:stretch>
        </p:blipFill>
        <p:spPr>
          <a:xfrm>
            <a:off x="811620" y="3429000"/>
            <a:ext cx="3437054" cy="1941935"/>
          </a:xfrm>
          <a:prstGeom prst="rect">
            <a:avLst/>
          </a:prstGeom>
        </p:spPr>
      </p:pic>
      <p:pic>
        <p:nvPicPr>
          <p:cNvPr id="9" name="object 9"/>
          <p:cNvPicPr/>
          <p:nvPr/>
        </p:nvPicPr>
        <p:blipFill>
          <a:blip r:embed="rId7" cstate="print"/>
          <a:stretch>
            <a:fillRect/>
          </a:stretch>
        </p:blipFill>
        <p:spPr>
          <a:xfrm>
            <a:off x="4388644" y="2363578"/>
            <a:ext cx="3414709" cy="1929311"/>
          </a:xfrm>
          <a:prstGeom prst="rect">
            <a:avLst/>
          </a:prstGeom>
        </p:spPr>
      </p:pic>
      <p:pic>
        <p:nvPicPr>
          <p:cNvPr id="10" name="object 10"/>
          <p:cNvPicPr/>
          <p:nvPr/>
        </p:nvPicPr>
        <p:blipFill>
          <a:blip r:embed="rId8" cstate="print"/>
          <a:stretch>
            <a:fillRect/>
          </a:stretch>
        </p:blipFill>
        <p:spPr>
          <a:xfrm>
            <a:off x="0" y="6497999"/>
            <a:ext cx="1084400" cy="36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849495" cy="878205"/>
            <a:chOff x="1417319" y="414527"/>
            <a:chExt cx="4849495" cy="878205"/>
          </a:xfrm>
        </p:grpSpPr>
        <p:pic>
          <p:nvPicPr>
            <p:cNvPr id="4" name="object 4"/>
            <p:cNvPicPr/>
            <p:nvPr/>
          </p:nvPicPr>
          <p:blipFill>
            <a:blip r:embed="rId3" cstate="print"/>
            <a:stretch>
              <a:fillRect/>
            </a:stretch>
          </p:blipFill>
          <p:spPr>
            <a:xfrm>
              <a:off x="1417319" y="414527"/>
              <a:ext cx="4849367" cy="573024"/>
            </a:xfrm>
            <a:prstGeom prst="rect">
              <a:avLst/>
            </a:prstGeom>
          </p:spPr>
        </p:pic>
        <p:pic>
          <p:nvPicPr>
            <p:cNvPr id="5" name="object 5"/>
            <p:cNvPicPr/>
            <p:nvPr/>
          </p:nvPicPr>
          <p:blipFill>
            <a:blip r:embed="rId4" cstate="print"/>
            <a:stretch>
              <a:fillRect/>
            </a:stretch>
          </p:blipFill>
          <p:spPr>
            <a:xfrm>
              <a:off x="1417319" y="719327"/>
              <a:ext cx="37429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010</a:t>
            </a:r>
            <a:r>
              <a:rPr b="1" spc="-55" dirty="0">
                <a:latin typeface="Corbel"/>
                <a:cs typeface="Corbel"/>
              </a:rPr>
              <a:t> </a:t>
            </a:r>
            <a:r>
              <a:rPr b="1" dirty="0">
                <a:latin typeface="Corbel"/>
                <a:cs typeface="Corbel"/>
              </a:rPr>
              <a:t>02</a:t>
            </a:r>
            <a:r>
              <a:rPr b="1" spc="-35" dirty="0">
                <a:latin typeface="Corbel"/>
                <a:cs typeface="Corbel"/>
              </a:rPr>
              <a:t> </a:t>
            </a:r>
            <a:r>
              <a:rPr b="1" dirty="0">
                <a:latin typeface="Corbel"/>
                <a:cs typeface="Corbel"/>
              </a:rPr>
              <a:t>00:</a:t>
            </a:r>
            <a:r>
              <a:rPr b="1" spc="-90" dirty="0">
                <a:latin typeface="Corbel"/>
                <a:cs typeface="Corbel"/>
              </a:rPr>
              <a:t> </a:t>
            </a:r>
            <a:r>
              <a:rPr b="1" dirty="0">
                <a:latin typeface="Corbel"/>
                <a:cs typeface="Corbel"/>
              </a:rPr>
              <a:t>UAS</a:t>
            </a:r>
            <a:r>
              <a:rPr b="1" spc="-105" dirty="0">
                <a:latin typeface="Corbel"/>
                <a:cs typeface="Corbel"/>
              </a:rPr>
              <a:t> </a:t>
            </a:r>
            <a:r>
              <a:rPr b="1" dirty="0">
                <a:latin typeface="Corbel"/>
                <a:cs typeface="Corbel"/>
              </a:rPr>
              <a:t>Components</a:t>
            </a:r>
            <a:r>
              <a:rPr b="1" spc="-35" dirty="0">
                <a:latin typeface="Corbel"/>
                <a:cs typeface="Corbel"/>
              </a:rPr>
              <a:t> </a:t>
            </a:r>
            <a:r>
              <a:rPr b="1" dirty="0">
                <a:latin typeface="Corbel"/>
                <a:cs typeface="Corbel"/>
              </a:rPr>
              <a:t>and</a:t>
            </a:r>
            <a:r>
              <a:rPr b="1" spc="-90" dirty="0">
                <a:latin typeface="Corbel"/>
                <a:cs typeface="Corbel"/>
              </a:rPr>
              <a:t> </a:t>
            </a:r>
            <a:r>
              <a:rPr b="1" spc="-10" dirty="0">
                <a:latin typeface="Corbel"/>
                <a:cs typeface="Corbel"/>
              </a:rPr>
              <a:t>Systems</a:t>
            </a:r>
          </a:p>
          <a:p>
            <a:pPr marL="12700">
              <a:lnSpc>
                <a:spcPct val="100000"/>
              </a:lnSpc>
            </a:pPr>
            <a:r>
              <a:rPr dirty="0"/>
              <a:t>010</a:t>
            </a:r>
            <a:r>
              <a:rPr spc="-40" dirty="0"/>
              <a:t> </a:t>
            </a:r>
            <a:r>
              <a:rPr dirty="0"/>
              <a:t>02</a:t>
            </a:r>
            <a:r>
              <a:rPr spc="-30" dirty="0"/>
              <a:t> </a:t>
            </a:r>
            <a:r>
              <a:rPr dirty="0"/>
              <a:t>01:</a:t>
            </a:r>
            <a:r>
              <a:rPr spc="-35" dirty="0"/>
              <a:t> </a:t>
            </a:r>
            <a:r>
              <a:rPr dirty="0"/>
              <a:t>Major</a:t>
            </a:r>
            <a:r>
              <a:rPr spc="-35" dirty="0"/>
              <a:t> </a:t>
            </a:r>
            <a:r>
              <a:rPr dirty="0"/>
              <a:t>systems</a:t>
            </a:r>
            <a:r>
              <a:rPr spc="-30" dirty="0"/>
              <a:t> </a:t>
            </a:r>
            <a:r>
              <a:rPr dirty="0"/>
              <a:t>of</a:t>
            </a:r>
            <a:r>
              <a:rPr spc="-85" dirty="0"/>
              <a:t> </a:t>
            </a:r>
            <a:r>
              <a:rPr spc="-25" dirty="0"/>
              <a:t>UAS</a:t>
            </a:r>
          </a:p>
        </p:txBody>
      </p:sp>
      <p:grpSp>
        <p:nvGrpSpPr>
          <p:cNvPr id="7" name="object 7"/>
          <p:cNvGrpSpPr/>
          <p:nvPr/>
        </p:nvGrpSpPr>
        <p:grpSpPr>
          <a:xfrm>
            <a:off x="2338024" y="1959145"/>
            <a:ext cx="8311515" cy="1741170"/>
            <a:chOff x="2338024" y="1959145"/>
            <a:chExt cx="8311515" cy="1741170"/>
          </a:xfrm>
        </p:grpSpPr>
        <p:sp>
          <p:nvSpPr>
            <p:cNvPr id="8" name="object 8"/>
            <p:cNvSpPr/>
            <p:nvPr/>
          </p:nvSpPr>
          <p:spPr>
            <a:xfrm>
              <a:off x="6493667" y="2816764"/>
              <a:ext cx="4150995" cy="636905"/>
            </a:xfrm>
            <a:custGeom>
              <a:avLst/>
              <a:gdLst/>
              <a:ahLst/>
              <a:cxnLst/>
              <a:rect l="l" t="t" r="r" b="b"/>
              <a:pathLst>
                <a:path w="4150995" h="636904">
                  <a:moveTo>
                    <a:pt x="0" y="0"/>
                  </a:moveTo>
                  <a:lnTo>
                    <a:pt x="0" y="456330"/>
                  </a:lnTo>
                  <a:lnTo>
                    <a:pt x="4150880" y="456330"/>
                  </a:lnTo>
                  <a:lnTo>
                    <a:pt x="4150880" y="636431"/>
                  </a:lnTo>
                </a:path>
                <a:path w="4150995" h="636904">
                  <a:moveTo>
                    <a:pt x="0" y="0"/>
                  </a:moveTo>
                  <a:lnTo>
                    <a:pt x="0" y="456330"/>
                  </a:lnTo>
                  <a:lnTo>
                    <a:pt x="2075440" y="456330"/>
                  </a:lnTo>
                  <a:lnTo>
                    <a:pt x="2075440" y="636431"/>
                  </a:lnTo>
                </a:path>
              </a:pathLst>
            </a:custGeom>
            <a:ln w="9525">
              <a:solidFill>
                <a:srgbClr val="1489B6"/>
              </a:solidFill>
            </a:ln>
          </p:spPr>
          <p:txBody>
            <a:bodyPr wrap="square" lIns="0" tIns="0" rIns="0" bIns="0" rtlCol="0"/>
            <a:lstStyle/>
            <a:p>
              <a:endParaRPr/>
            </a:p>
          </p:txBody>
        </p:sp>
        <p:sp>
          <p:nvSpPr>
            <p:cNvPr id="9" name="object 9"/>
            <p:cNvSpPr/>
            <p:nvPr/>
          </p:nvSpPr>
          <p:spPr>
            <a:xfrm>
              <a:off x="6493667" y="2816764"/>
              <a:ext cx="0" cy="636905"/>
            </a:xfrm>
            <a:custGeom>
              <a:avLst/>
              <a:gdLst/>
              <a:ahLst/>
              <a:cxnLst/>
              <a:rect l="l" t="t" r="r" b="b"/>
              <a:pathLst>
                <a:path h="636904">
                  <a:moveTo>
                    <a:pt x="0" y="0"/>
                  </a:moveTo>
                  <a:lnTo>
                    <a:pt x="0" y="636431"/>
                  </a:lnTo>
                </a:path>
              </a:pathLst>
            </a:custGeom>
            <a:ln w="9525">
              <a:solidFill>
                <a:srgbClr val="1489B6"/>
              </a:solidFill>
            </a:ln>
          </p:spPr>
          <p:txBody>
            <a:bodyPr wrap="square" lIns="0" tIns="0" rIns="0" bIns="0" rtlCol="0"/>
            <a:lstStyle/>
            <a:p>
              <a:endParaRPr/>
            </a:p>
          </p:txBody>
        </p:sp>
        <p:sp>
          <p:nvSpPr>
            <p:cNvPr id="10" name="object 10"/>
            <p:cNvSpPr/>
            <p:nvPr/>
          </p:nvSpPr>
          <p:spPr>
            <a:xfrm>
              <a:off x="4418227" y="2816764"/>
              <a:ext cx="2075814" cy="636905"/>
            </a:xfrm>
            <a:custGeom>
              <a:avLst/>
              <a:gdLst/>
              <a:ahLst/>
              <a:cxnLst/>
              <a:rect l="l" t="t" r="r" b="b"/>
              <a:pathLst>
                <a:path w="2075814" h="636904">
                  <a:moveTo>
                    <a:pt x="2075440" y="0"/>
                  </a:moveTo>
                  <a:lnTo>
                    <a:pt x="2075440" y="456330"/>
                  </a:lnTo>
                  <a:lnTo>
                    <a:pt x="0" y="456330"/>
                  </a:lnTo>
                  <a:lnTo>
                    <a:pt x="0" y="636431"/>
                  </a:lnTo>
                </a:path>
              </a:pathLst>
            </a:custGeom>
            <a:ln w="9525">
              <a:solidFill>
                <a:srgbClr val="1489B6"/>
              </a:solidFill>
            </a:ln>
          </p:spPr>
          <p:txBody>
            <a:bodyPr wrap="square" lIns="0" tIns="0" rIns="0" bIns="0" rtlCol="0"/>
            <a:lstStyle/>
            <a:p>
              <a:endParaRPr/>
            </a:p>
          </p:txBody>
        </p:sp>
        <p:sp>
          <p:nvSpPr>
            <p:cNvPr id="11" name="object 11"/>
            <p:cNvSpPr/>
            <p:nvPr/>
          </p:nvSpPr>
          <p:spPr>
            <a:xfrm>
              <a:off x="2342786" y="2816764"/>
              <a:ext cx="4150995" cy="636905"/>
            </a:xfrm>
            <a:custGeom>
              <a:avLst/>
              <a:gdLst/>
              <a:ahLst/>
              <a:cxnLst/>
              <a:rect l="l" t="t" r="r" b="b"/>
              <a:pathLst>
                <a:path w="4150995" h="636904">
                  <a:moveTo>
                    <a:pt x="4150880" y="0"/>
                  </a:moveTo>
                  <a:lnTo>
                    <a:pt x="4150880" y="456330"/>
                  </a:lnTo>
                  <a:lnTo>
                    <a:pt x="0" y="456330"/>
                  </a:lnTo>
                  <a:lnTo>
                    <a:pt x="0" y="636431"/>
                  </a:lnTo>
                </a:path>
              </a:pathLst>
            </a:custGeom>
            <a:ln w="9525">
              <a:solidFill>
                <a:srgbClr val="1489B6"/>
              </a:solidFill>
            </a:ln>
          </p:spPr>
          <p:txBody>
            <a:bodyPr wrap="square" lIns="0" tIns="0" rIns="0" bIns="0" rtlCol="0"/>
            <a:lstStyle/>
            <a:p>
              <a:endParaRPr/>
            </a:p>
          </p:txBody>
        </p:sp>
        <p:pic>
          <p:nvPicPr>
            <p:cNvPr id="12" name="object 12"/>
            <p:cNvPicPr/>
            <p:nvPr/>
          </p:nvPicPr>
          <p:blipFill>
            <a:blip r:embed="rId5" cstate="print"/>
            <a:stretch>
              <a:fillRect/>
            </a:stretch>
          </p:blipFill>
          <p:spPr>
            <a:xfrm>
              <a:off x="5620511" y="2816352"/>
              <a:ext cx="1746504" cy="883920"/>
            </a:xfrm>
            <a:prstGeom prst="rect">
              <a:avLst/>
            </a:prstGeom>
          </p:spPr>
        </p:pic>
        <p:pic>
          <p:nvPicPr>
            <p:cNvPr id="13" name="object 13"/>
            <p:cNvPicPr/>
            <p:nvPr/>
          </p:nvPicPr>
          <p:blipFill>
            <a:blip r:embed="rId6" cstate="print"/>
            <a:stretch>
              <a:fillRect/>
            </a:stretch>
          </p:blipFill>
          <p:spPr>
            <a:xfrm>
              <a:off x="5636047" y="1959145"/>
              <a:ext cx="1715239" cy="857618"/>
            </a:xfrm>
            <a:prstGeom prst="rect">
              <a:avLst/>
            </a:prstGeom>
          </p:spPr>
        </p:pic>
      </p:grpSp>
      <p:sp>
        <p:nvSpPr>
          <p:cNvPr id="14" name="object 14"/>
          <p:cNvSpPr txBox="1"/>
          <p:nvPr/>
        </p:nvSpPr>
        <p:spPr>
          <a:xfrm>
            <a:off x="5969029" y="2087371"/>
            <a:ext cx="1049655" cy="553085"/>
          </a:xfrm>
          <a:prstGeom prst="rect">
            <a:avLst/>
          </a:prstGeom>
        </p:spPr>
        <p:txBody>
          <a:bodyPr vert="horz" wrap="square" lIns="0" tIns="38735" rIns="0" bIns="0" rtlCol="0">
            <a:spAutoFit/>
          </a:bodyPr>
          <a:lstStyle/>
          <a:p>
            <a:pPr marL="168910" marR="5080" indent="-156845">
              <a:lnSpc>
                <a:spcPts val="1989"/>
              </a:lnSpc>
              <a:spcBef>
                <a:spcPts val="305"/>
              </a:spcBef>
            </a:pPr>
            <a:r>
              <a:rPr sz="1800" dirty="0">
                <a:solidFill>
                  <a:srgbClr val="FFFFFF"/>
                </a:solidFill>
                <a:latin typeface="Corbel"/>
                <a:cs typeface="Corbel"/>
              </a:rPr>
              <a:t>UAS</a:t>
            </a:r>
            <a:r>
              <a:rPr sz="1800" spc="-20" dirty="0">
                <a:solidFill>
                  <a:srgbClr val="FFFFFF"/>
                </a:solidFill>
                <a:latin typeface="Corbel"/>
                <a:cs typeface="Corbel"/>
              </a:rPr>
              <a:t> </a:t>
            </a:r>
            <a:r>
              <a:rPr sz="1800" spc="-10" dirty="0">
                <a:solidFill>
                  <a:srgbClr val="FFFFFF"/>
                </a:solidFill>
                <a:latin typeface="Corbel"/>
                <a:cs typeface="Corbel"/>
              </a:rPr>
              <a:t>Major System</a:t>
            </a:r>
            <a:endParaRPr sz="1800" dirty="0">
              <a:latin typeface="Corbel"/>
              <a:cs typeface="Corbel"/>
            </a:endParaRPr>
          </a:p>
        </p:txBody>
      </p:sp>
      <p:grpSp>
        <p:nvGrpSpPr>
          <p:cNvPr id="15" name="object 15"/>
          <p:cNvGrpSpPr/>
          <p:nvPr/>
        </p:nvGrpSpPr>
        <p:grpSpPr>
          <a:xfrm>
            <a:off x="1380744" y="3453195"/>
            <a:ext cx="1926589" cy="1743710"/>
            <a:chOff x="1380744" y="3453195"/>
            <a:chExt cx="1926589" cy="1743710"/>
          </a:xfrm>
        </p:grpSpPr>
        <p:pic>
          <p:nvPicPr>
            <p:cNvPr id="16" name="object 16"/>
            <p:cNvPicPr/>
            <p:nvPr/>
          </p:nvPicPr>
          <p:blipFill>
            <a:blip r:embed="rId7" cstate="print"/>
            <a:stretch>
              <a:fillRect/>
            </a:stretch>
          </p:blipFill>
          <p:spPr>
            <a:xfrm>
              <a:off x="1380744" y="4309871"/>
              <a:ext cx="1926335" cy="886968"/>
            </a:xfrm>
            <a:prstGeom prst="rect">
              <a:avLst/>
            </a:prstGeom>
          </p:spPr>
        </p:pic>
        <p:pic>
          <p:nvPicPr>
            <p:cNvPr id="17" name="object 17"/>
            <p:cNvPicPr/>
            <p:nvPr/>
          </p:nvPicPr>
          <p:blipFill>
            <a:blip r:embed="rId8" cstate="print"/>
            <a:stretch>
              <a:fillRect/>
            </a:stretch>
          </p:blipFill>
          <p:spPr>
            <a:xfrm>
              <a:off x="1485167" y="3453195"/>
              <a:ext cx="1715239" cy="857619"/>
            </a:xfrm>
            <a:prstGeom prst="rect">
              <a:avLst/>
            </a:prstGeom>
          </p:spPr>
        </p:pic>
      </p:grpSp>
      <p:sp>
        <p:nvSpPr>
          <p:cNvPr id="18" name="object 18"/>
          <p:cNvSpPr txBox="1"/>
          <p:nvPr/>
        </p:nvSpPr>
        <p:spPr>
          <a:xfrm>
            <a:off x="1521031" y="3580892"/>
            <a:ext cx="1644014" cy="553085"/>
          </a:xfrm>
          <a:prstGeom prst="rect">
            <a:avLst/>
          </a:prstGeom>
        </p:spPr>
        <p:txBody>
          <a:bodyPr vert="horz" wrap="square" lIns="0" tIns="38735" rIns="0" bIns="0" rtlCol="0">
            <a:spAutoFit/>
          </a:bodyPr>
          <a:lstStyle/>
          <a:p>
            <a:pPr marL="12700" marR="5080" indent="310515">
              <a:lnSpc>
                <a:spcPts val="1989"/>
              </a:lnSpc>
              <a:spcBef>
                <a:spcPts val="305"/>
              </a:spcBef>
            </a:pPr>
            <a:r>
              <a:rPr sz="1800" spc="-10" dirty="0">
                <a:solidFill>
                  <a:srgbClr val="FFFFFF"/>
                </a:solidFill>
                <a:latin typeface="Corbel"/>
                <a:cs typeface="Corbel"/>
              </a:rPr>
              <a:t>Power</a:t>
            </a:r>
            <a:r>
              <a:rPr sz="1800" spc="-70" dirty="0">
                <a:solidFill>
                  <a:srgbClr val="FFFFFF"/>
                </a:solidFill>
                <a:latin typeface="Corbel"/>
                <a:cs typeface="Corbel"/>
              </a:rPr>
              <a:t> </a:t>
            </a:r>
            <a:r>
              <a:rPr sz="1800" spc="-25" dirty="0">
                <a:solidFill>
                  <a:srgbClr val="FFFFFF"/>
                </a:solidFill>
                <a:latin typeface="Corbel"/>
                <a:cs typeface="Corbel"/>
              </a:rPr>
              <a:t>and </a:t>
            </a:r>
            <a:r>
              <a:rPr sz="1800" dirty="0">
                <a:solidFill>
                  <a:srgbClr val="FFFFFF"/>
                </a:solidFill>
                <a:latin typeface="Corbel"/>
                <a:cs typeface="Corbel"/>
              </a:rPr>
              <a:t>Electrical</a:t>
            </a:r>
            <a:r>
              <a:rPr sz="1800" spc="-85" dirty="0">
                <a:solidFill>
                  <a:srgbClr val="FFFFFF"/>
                </a:solidFill>
                <a:latin typeface="Corbel"/>
                <a:cs typeface="Corbel"/>
              </a:rPr>
              <a:t> </a:t>
            </a:r>
            <a:r>
              <a:rPr sz="1800" spc="-10" dirty="0">
                <a:solidFill>
                  <a:srgbClr val="FFFFFF"/>
                </a:solidFill>
                <a:latin typeface="Corbel"/>
                <a:cs typeface="Corbel"/>
              </a:rPr>
              <a:t>System</a:t>
            </a:r>
            <a:endParaRPr sz="1800" dirty="0">
              <a:latin typeface="Corbel"/>
              <a:cs typeface="Corbel"/>
            </a:endParaRPr>
          </a:p>
        </p:txBody>
      </p:sp>
      <p:grpSp>
        <p:nvGrpSpPr>
          <p:cNvPr id="19" name="object 19"/>
          <p:cNvGrpSpPr/>
          <p:nvPr/>
        </p:nvGrpSpPr>
        <p:grpSpPr>
          <a:xfrm>
            <a:off x="3547871" y="3453195"/>
            <a:ext cx="1743710" cy="1743710"/>
            <a:chOff x="3547871" y="3453195"/>
            <a:chExt cx="1743710" cy="1743710"/>
          </a:xfrm>
        </p:grpSpPr>
        <p:pic>
          <p:nvPicPr>
            <p:cNvPr id="20" name="object 20"/>
            <p:cNvPicPr/>
            <p:nvPr/>
          </p:nvPicPr>
          <p:blipFill>
            <a:blip r:embed="rId9" cstate="print"/>
            <a:stretch>
              <a:fillRect/>
            </a:stretch>
          </p:blipFill>
          <p:spPr>
            <a:xfrm>
              <a:off x="3547871" y="4309871"/>
              <a:ext cx="1743455" cy="886968"/>
            </a:xfrm>
            <a:prstGeom prst="rect">
              <a:avLst/>
            </a:prstGeom>
          </p:spPr>
        </p:pic>
        <p:pic>
          <p:nvPicPr>
            <p:cNvPr id="21" name="object 21"/>
            <p:cNvPicPr/>
            <p:nvPr/>
          </p:nvPicPr>
          <p:blipFill>
            <a:blip r:embed="rId10" cstate="print"/>
            <a:stretch>
              <a:fillRect/>
            </a:stretch>
          </p:blipFill>
          <p:spPr>
            <a:xfrm>
              <a:off x="3560606" y="3453195"/>
              <a:ext cx="1715239" cy="857619"/>
            </a:xfrm>
            <a:prstGeom prst="rect">
              <a:avLst/>
            </a:prstGeom>
          </p:spPr>
        </p:pic>
      </p:grpSp>
      <p:sp>
        <p:nvSpPr>
          <p:cNvPr id="22" name="object 22"/>
          <p:cNvSpPr txBox="1"/>
          <p:nvPr/>
        </p:nvSpPr>
        <p:spPr>
          <a:xfrm>
            <a:off x="3900827" y="3580892"/>
            <a:ext cx="1035050" cy="553085"/>
          </a:xfrm>
          <a:prstGeom prst="rect">
            <a:avLst/>
          </a:prstGeom>
        </p:spPr>
        <p:txBody>
          <a:bodyPr vert="horz" wrap="square" lIns="0" tIns="38735" rIns="0" bIns="0" rtlCol="0">
            <a:spAutoFit/>
          </a:bodyPr>
          <a:lstStyle/>
          <a:p>
            <a:pPr marL="161925" marR="5080" indent="-149860">
              <a:lnSpc>
                <a:spcPts val="1989"/>
              </a:lnSpc>
              <a:spcBef>
                <a:spcPts val="305"/>
              </a:spcBef>
            </a:pPr>
            <a:r>
              <a:rPr sz="1800" spc="-10" dirty="0">
                <a:solidFill>
                  <a:srgbClr val="FFFFFF"/>
                </a:solidFill>
                <a:latin typeface="Corbel"/>
                <a:cs typeface="Corbel"/>
              </a:rPr>
              <a:t>Propulsion System</a:t>
            </a:r>
            <a:endParaRPr sz="1800" dirty="0">
              <a:latin typeface="Corbel"/>
              <a:cs typeface="Corbel"/>
            </a:endParaRPr>
          </a:p>
        </p:txBody>
      </p:sp>
      <p:grpSp>
        <p:nvGrpSpPr>
          <p:cNvPr id="23" name="object 23"/>
          <p:cNvGrpSpPr/>
          <p:nvPr/>
        </p:nvGrpSpPr>
        <p:grpSpPr>
          <a:xfrm>
            <a:off x="5556503" y="3453195"/>
            <a:ext cx="1874520" cy="1743710"/>
            <a:chOff x="5556503" y="3453195"/>
            <a:chExt cx="1874520" cy="1743710"/>
          </a:xfrm>
        </p:grpSpPr>
        <p:pic>
          <p:nvPicPr>
            <p:cNvPr id="24" name="object 24"/>
            <p:cNvPicPr/>
            <p:nvPr/>
          </p:nvPicPr>
          <p:blipFill>
            <a:blip r:embed="rId11" cstate="print"/>
            <a:stretch>
              <a:fillRect/>
            </a:stretch>
          </p:blipFill>
          <p:spPr>
            <a:xfrm>
              <a:off x="5556503" y="4309871"/>
              <a:ext cx="1874520" cy="886968"/>
            </a:xfrm>
            <a:prstGeom prst="rect">
              <a:avLst/>
            </a:prstGeom>
          </p:spPr>
        </p:pic>
        <p:pic>
          <p:nvPicPr>
            <p:cNvPr id="25" name="object 25"/>
            <p:cNvPicPr/>
            <p:nvPr/>
          </p:nvPicPr>
          <p:blipFill>
            <a:blip r:embed="rId12" cstate="print"/>
            <a:stretch>
              <a:fillRect/>
            </a:stretch>
          </p:blipFill>
          <p:spPr>
            <a:xfrm>
              <a:off x="5636046" y="3453195"/>
              <a:ext cx="1715239" cy="857619"/>
            </a:xfrm>
            <a:prstGeom prst="rect">
              <a:avLst/>
            </a:prstGeom>
          </p:spPr>
        </p:pic>
      </p:grpSp>
      <p:sp>
        <p:nvSpPr>
          <p:cNvPr id="26" name="object 26"/>
          <p:cNvSpPr txBox="1"/>
          <p:nvPr/>
        </p:nvSpPr>
        <p:spPr>
          <a:xfrm>
            <a:off x="5685978" y="3609340"/>
            <a:ext cx="1616075" cy="497840"/>
          </a:xfrm>
          <a:prstGeom prst="rect">
            <a:avLst/>
          </a:prstGeom>
        </p:spPr>
        <p:txBody>
          <a:bodyPr vert="horz" wrap="square" lIns="0" tIns="33019" rIns="0" bIns="0" rtlCol="0">
            <a:spAutoFit/>
          </a:bodyPr>
          <a:lstStyle/>
          <a:p>
            <a:pPr marL="12700" marR="5080" indent="43815">
              <a:lnSpc>
                <a:spcPts val="1800"/>
              </a:lnSpc>
              <a:spcBef>
                <a:spcPts val="259"/>
              </a:spcBef>
            </a:pPr>
            <a:r>
              <a:rPr sz="1600" spc="-10" dirty="0">
                <a:solidFill>
                  <a:srgbClr val="FFFFFF"/>
                </a:solidFill>
                <a:latin typeface="Corbel"/>
                <a:cs typeface="Corbel"/>
              </a:rPr>
              <a:t>Flight</a:t>
            </a:r>
            <a:r>
              <a:rPr sz="1600" spc="-75" dirty="0">
                <a:solidFill>
                  <a:srgbClr val="FFFFFF"/>
                </a:solidFill>
                <a:latin typeface="Corbel"/>
                <a:cs typeface="Corbel"/>
              </a:rPr>
              <a:t> </a:t>
            </a:r>
            <a:r>
              <a:rPr sz="1600" dirty="0">
                <a:solidFill>
                  <a:srgbClr val="FFFFFF"/>
                </a:solidFill>
                <a:latin typeface="Corbel"/>
                <a:cs typeface="Corbel"/>
              </a:rPr>
              <a:t>Control</a:t>
            </a:r>
            <a:r>
              <a:rPr sz="1600" spc="-10" dirty="0">
                <a:solidFill>
                  <a:srgbClr val="FFFFFF"/>
                </a:solidFill>
                <a:latin typeface="Corbel"/>
                <a:cs typeface="Corbel"/>
              </a:rPr>
              <a:t> </a:t>
            </a:r>
            <a:r>
              <a:rPr sz="1600" spc="-25" dirty="0">
                <a:solidFill>
                  <a:srgbClr val="FFFFFF"/>
                </a:solidFill>
                <a:latin typeface="Corbel"/>
                <a:cs typeface="Corbel"/>
              </a:rPr>
              <a:t>and </a:t>
            </a:r>
            <a:r>
              <a:rPr sz="1600" spc="-10" dirty="0">
                <a:solidFill>
                  <a:srgbClr val="FFFFFF"/>
                </a:solidFill>
                <a:latin typeface="Corbel"/>
                <a:cs typeface="Corbel"/>
              </a:rPr>
              <a:t>Navigation</a:t>
            </a:r>
            <a:r>
              <a:rPr sz="1600" spc="-45" dirty="0">
                <a:solidFill>
                  <a:srgbClr val="FFFFFF"/>
                </a:solidFill>
                <a:latin typeface="Corbel"/>
                <a:cs typeface="Corbel"/>
              </a:rPr>
              <a:t> </a:t>
            </a:r>
            <a:r>
              <a:rPr sz="1600" spc="-10" dirty="0">
                <a:solidFill>
                  <a:srgbClr val="FFFFFF"/>
                </a:solidFill>
                <a:latin typeface="Corbel"/>
                <a:cs typeface="Corbel"/>
              </a:rPr>
              <a:t>System</a:t>
            </a:r>
            <a:endParaRPr sz="1600" dirty="0">
              <a:latin typeface="Corbel"/>
              <a:cs typeface="Corbel"/>
            </a:endParaRPr>
          </a:p>
        </p:txBody>
      </p:sp>
      <p:grpSp>
        <p:nvGrpSpPr>
          <p:cNvPr id="27" name="object 27"/>
          <p:cNvGrpSpPr/>
          <p:nvPr/>
        </p:nvGrpSpPr>
        <p:grpSpPr>
          <a:xfrm>
            <a:off x="7589519" y="3453195"/>
            <a:ext cx="1957070" cy="1743710"/>
            <a:chOff x="7589519" y="3453195"/>
            <a:chExt cx="1957070" cy="1743710"/>
          </a:xfrm>
        </p:grpSpPr>
        <p:pic>
          <p:nvPicPr>
            <p:cNvPr id="28" name="object 28"/>
            <p:cNvPicPr/>
            <p:nvPr/>
          </p:nvPicPr>
          <p:blipFill>
            <a:blip r:embed="rId13" cstate="print"/>
            <a:stretch>
              <a:fillRect/>
            </a:stretch>
          </p:blipFill>
          <p:spPr>
            <a:xfrm>
              <a:off x="7589519" y="4309871"/>
              <a:ext cx="1956816" cy="886968"/>
            </a:xfrm>
            <a:prstGeom prst="rect">
              <a:avLst/>
            </a:prstGeom>
          </p:spPr>
        </p:pic>
        <p:pic>
          <p:nvPicPr>
            <p:cNvPr id="29" name="object 29"/>
            <p:cNvPicPr/>
            <p:nvPr/>
          </p:nvPicPr>
          <p:blipFill>
            <a:blip r:embed="rId14" cstate="print"/>
            <a:stretch>
              <a:fillRect/>
            </a:stretch>
          </p:blipFill>
          <p:spPr>
            <a:xfrm>
              <a:off x="7711486" y="3453195"/>
              <a:ext cx="1715239" cy="857619"/>
            </a:xfrm>
            <a:prstGeom prst="rect">
              <a:avLst/>
            </a:prstGeom>
          </p:spPr>
        </p:pic>
      </p:grpSp>
      <p:sp>
        <p:nvSpPr>
          <p:cNvPr id="30" name="object 30"/>
          <p:cNvSpPr txBox="1"/>
          <p:nvPr/>
        </p:nvSpPr>
        <p:spPr>
          <a:xfrm>
            <a:off x="7718936" y="3609340"/>
            <a:ext cx="1700530" cy="497840"/>
          </a:xfrm>
          <a:prstGeom prst="rect">
            <a:avLst/>
          </a:prstGeom>
        </p:spPr>
        <p:txBody>
          <a:bodyPr vert="horz" wrap="square" lIns="0" tIns="33019" rIns="0" bIns="0" rtlCol="0">
            <a:spAutoFit/>
          </a:bodyPr>
          <a:lstStyle/>
          <a:p>
            <a:pPr marL="12700" marR="5080" indent="219075">
              <a:lnSpc>
                <a:spcPts val="1800"/>
              </a:lnSpc>
              <a:spcBef>
                <a:spcPts val="259"/>
              </a:spcBef>
            </a:pPr>
            <a:r>
              <a:rPr sz="1600" dirty="0">
                <a:solidFill>
                  <a:srgbClr val="FFFFFF"/>
                </a:solidFill>
                <a:latin typeface="Corbel"/>
                <a:cs typeface="Corbel"/>
              </a:rPr>
              <a:t>Command</a:t>
            </a:r>
            <a:r>
              <a:rPr sz="1600" spc="-45" dirty="0">
                <a:solidFill>
                  <a:srgbClr val="FFFFFF"/>
                </a:solidFill>
                <a:latin typeface="Corbel"/>
                <a:cs typeface="Corbel"/>
              </a:rPr>
              <a:t> </a:t>
            </a:r>
            <a:r>
              <a:rPr sz="1600" spc="-25" dirty="0">
                <a:solidFill>
                  <a:srgbClr val="FFFFFF"/>
                </a:solidFill>
                <a:latin typeface="Corbel"/>
                <a:cs typeface="Corbel"/>
              </a:rPr>
              <a:t>and </a:t>
            </a:r>
            <a:r>
              <a:rPr sz="1600" dirty="0">
                <a:solidFill>
                  <a:srgbClr val="FFFFFF"/>
                </a:solidFill>
                <a:latin typeface="Corbel"/>
                <a:cs typeface="Corbel"/>
              </a:rPr>
              <a:t>Control</a:t>
            </a:r>
            <a:r>
              <a:rPr sz="1600" spc="-35" dirty="0">
                <a:solidFill>
                  <a:srgbClr val="FFFFFF"/>
                </a:solidFill>
                <a:latin typeface="Corbel"/>
                <a:cs typeface="Corbel"/>
              </a:rPr>
              <a:t> </a:t>
            </a:r>
            <a:r>
              <a:rPr sz="1600" spc="-10" dirty="0">
                <a:solidFill>
                  <a:srgbClr val="FFFFFF"/>
                </a:solidFill>
                <a:latin typeface="Corbel"/>
                <a:cs typeface="Corbel"/>
              </a:rPr>
              <a:t>(C2)</a:t>
            </a:r>
            <a:r>
              <a:rPr sz="1600" spc="-70" dirty="0">
                <a:solidFill>
                  <a:srgbClr val="FFFFFF"/>
                </a:solidFill>
                <a:latin typeface="Corbel"/>
                <a:cs typeface="Corbel"/>
              </a:rPr>
              <a:t> </a:t>
            </a:r>
            <a:r>
              <a:rPr sz="1600" spc="-10" dirty="0">
                <a:solidFill>
                  <a:srgbClr val="FFFFFF"/>
                </a:solidFill>
                <a:latin typeface="Corbel"/>
                <a:cs typeface="Corbel"/>
              </a:rPr>
              <a:t>System</a:t>
            </a:r>
            <a:endParaRPr sz="1600" dirty="0">
              <a:latin typeface="Corbel"/>
              <a:cs typeface="Corbel"/>
            </a:endParaRPr>
          </a:p>
        </p:txBody>
      </p:sp>
      <p:grpSp>
        <p:nvGrpSpPr>
          <p:cNvPr id="31" name="object 31"/>
          <p:cNvGrpSpPr/>
          <p:nvPr/>
        </p:nvGrpSpPr>
        <p:grpSpPr>
          <a:xfrm>
            <a:off x="9771888" y="3453195"/>
            <a:ext cx="1743710" cy="1743710"/>
            <a:chOff x="9771888" y="3453195"/>
            <a:chExt cx="1743710" cy="1743710"/>
          </a:xfrm>
        </p:grpSpPr>
        <p:pic>
          <p:nvPicPr>
            <p:cNvPr id="32" name="object 32"/>
            <p:cNvPicPr/>
            <p:nvPr/>
          </p:nvPicPr>
          <p:blipFill>
            <a:blip r:embed="rId15" cstate="print"/>
            <a:stretch>
              <a:fillRect/>
            </a:stretch>
          </p:blipFill>
          <p:spPr>
            <a:xfrm>
              <a:off x="9771888" y="4309871"/>
              <a:ext cx="1743455" cy="886968"/>
            </a:xfrm>
            <a:prstGeom prst="rect">
              <a:avLst/>
            </a:prstGeom>
          </p:spPr>
        </p:pic>
        <p:pic>
          <p:nvPicPr>
            <p:cNvPr id="33" name="object 33"/>
            <p:cNvPicPr/>
            <p:nvPr/>
          </p:nvPicPr>
          <p:blipFill>
            <a:blip r:embed="rId16" cstate="print"/>
            <a:stretch>
              <a:fillRect/>
            </a:stretch>
          </p:blipFill>
          <p:spPr>
            <a:xfrm>
              <a:off x="9786927" y="3453195"/>
              <a:ext cx="1715239" cy="857619"/>
            </a:xfrm>
            <a:prstGeom prst="rect">
              <a:avLst/>
            </a:prstGeom>
          </p:spPr>
        </p:pic>
      </p:grpSp>
      <p:sp>
        <p:nvSpPr>
          <p:cNvPr id="34" name="object 34"/>
          <p:cNvSpPr txBox="1"/>
          <p:nvPr/>
        </p:nvSpPr>
        <p:spPr>
          <a:xfrm>
            <a:off x="9984115" y="3609340"/>
            <a:ext cx="1320800" cy="497840"/>
          </a:xfrm>
          <a:prstGeom prst="rect">
            <a:avLst/>
          </a:prstGeom>
        </p:spPr>
        <p:txBody>
          <a:bodyPr vert="horz" wrap="square" lIns="0" tIns="33019" rIns="0" bIns="0" rtlCol="0">
            <a:spAutoFit/>
          </a:bodyPr>
          <a:lstStyle/>
          <a:p>
            <a:pPr marL="344170" marR="5080" indent="-332105">
              <a:lnSpc>
                <a:spcPts val="1800"/>
              </a:lnSpc>
              <a:spcBef>
                <a:spcPts val="259"/>
              </a:spcBef>
            </a:pPr>
            <a:r>
              <a:rPr sz="1600" spc="-10" dirty="0">
                <a:solidFill>
                  <a:srgbClr val="FFFFFF"/>
                </a:solidFill>
                <a:latin typeface="Corbel"/>
                <a:cs typeface="Corbel"/>
              </a:rPr>
              <a:t>Ground</a:t>
            </a:r>
            <a:r>
              <a:rPr sz="1600" spc="-50" dirty="0">
                <a:solidFill>
                  <a:srgbClr val="FFFFFF"/>
                </a:solidFill>
                <a:latin typeface="Corbel"/>
                <a:cs typeface="Corbel"/>
              </a:rPr>
              <a:t> </a:t>
            </a:r>
            <a:r>
              <a:rPr sz="1600" spc="-10" dirty="0">
                <a:solidFill>
                  <a:srgbClr val="FFFFFF"/>
                </a:solidFill>
                <a:latin typeface="Corbel"/>
                <a:cs typeface="Corbel"/>
              </a:rPr>
              <a:t>Control System</a:t>
            </a:r>
            <a:endParaRPr sz="1600" dirty="0">
              <a:latin typeface="Corbel"/>
              <a:cs typeface="Corbel"/>
            </a:endParaRPr>
          </a:p>
        </p:txBody>
      </p:sp>
      <p:sp>
        <p:nvSpPr>
          <p:cNvPr id="35" name="object 35"/>
          <p:cNvSpPr txBox="1"/>
          <p:nvPr/>
        </p:nvSpPr>
        <p:spPr>
          <a:xfrm>
            <a:off x="1563049" y="4400804"/>
            <a:ext cx="667385" cy="397510"/>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a:t>
            </a:r>
            <a:r>
              <a:rPr sz="1200" spc="225" dirty="0">
                <a:latin typeface="Corbel"/>
                <a:cs typeface="Corbel"/>
              </a:rPr>
              <a:t>  </a:t>
            </a:r>
            <a:r>
              <a:rPr sz="1200" spc="-10" dirty="0">
                <a:latin typeface="Corbel"/>
                <a:cs typeface="Corbel"/>
              </a:rPr>
              <a:t>Battery</a:t>
            </a:r>
            <a:endParaRPr sz="1200">
              <a:latin typeface="Corbel"/>
              <a:cs typeface="Corbel"/>
            </a:endParaRPr>
          </a:p>
          <a:p>
            <a:pPr marL="12700">
              <a:lnSpc>
                <a:spcPct val="100000"/>
              </a:lnSpc>
              <a:spcBef>
                <a:spcPts val="45"/>
              </a:spcBef>
            </a:pPr>
            <a:r>
              <a:rPr sz="1200" dirty="0">
                <a:latin typeface="Corbel"/>
                <a:cs typeface="Corbel"/>
              </a:rPr>
              <a:t>-</a:t>
            </a:r>
            <a:r>
              <a:rPr sz="1200" spc="225" dirty="0">
                <a:latin typeface="Corbel"/>
                <a:cs typeface="Corbel"/>
              </a:rPr>
              <a:t>  </a:t>
            </a:r>
            <a:r>
              <a:rPr sz="1200" spc="-25" dirty="0">
                <a:latin typeface="Corbel"/>
                <a:cs typeface="Corbel"/>
              </a:rPr>
              <a:t>BEC</a:t>
            </a:r>
            <a:endParaRPr sz="1200">
              <a:latin typeface="Corbel"/>
              <a:cs typeface="Corbel"/>
            </a:endParaRPr>
          </a:p>
        </p:txBody>
      </p:sp>
      <p:sp>
        <p:nvSpPr>
          <p:cNvPr id="36" name="object 36"/>
          <p:cNvSpPr txBox="1"/>
          <p:nvPr/>
        </p:nvSpPr>
        <p:spPr>
          <a:xfrm>
            <a:off x="3649024" y="4400804"/>
            <a:ext cx="1290955" cy="577215"/>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a:t>
            </a:r>
            <a:r>
              <a:rPr sz="1200" spc="225" dirty="0">
                <a:latin typeface="Corbel"/>
                <a:cs typeface="Corbel"/>
              </a:rPr>
              <a:t>  </a:t>
            </a:r>
            <a:r>
              <a:rPr sz="1200" spc="-10" dirty="0">
                <a:latin typeface="Corbel"/>
                <a:cs typeface="Corbel"/>
              </a:rPr>
              <a:t>Motor</a:t>
            </a:r>
            <a:endParaRPr sz="1200">
              <a:latin typeface="Corbel"/>
              <a:cs typeface="Corbel"/>
            </a:endParaRPr>
          </a:p>
          <a:p>
            <a:pPr marL="12700">
              <a:lnSpc>
                <a:spcPts val="1430"/>
              </a:lnSpc>
              <a:spcBef>
                <a:spcPts val="45"/>
              </a:spcBef>
            </a:pPr>
            <a:r>
              <a:rPr sz="1200" dirty="0">
                <a:latin typeface="Corbel"/>
                <a:cs typeface="Corbel"/>
              </a:rPr>
              <a:t>-</a:t>
            </a:r>
            <a:r>
              <a:rPr sz="1200" spc="225" dirty="0">
                <a:latin typeface="Corbel"/>
                <a:cs typeface="Corbel"/>
              </a:rPr>
              <a:t>  </a:t>
            </a:r>
            <a:r>
              <a:rPr sz="1200" spc="-25" dirty="0">
                <a:latin typeface="Corbel"/>
                <a:cs typeface="Corbel"/>
              </a:rPr>
              <a:t>ESC</a:t>
            </a:r>
            <a:endParaRPr sz="1200">
              <a:latin typeface="Corbel"/>
              <a:cs typeface="Corbel"/>
            </a:endParaRPr>
          </a:p>
          <a:p>
            <a:pPr marL="12700">
              <a:lnSpc>
                <a:spcPts val="1430"/>
              </a:lnSpc>
            </a:pPr>
            <a:r>
              <a:rPr sz="1200" dirty="0">
                <a:latin typeface="Corbel"/>
                <a:cs typeface="Corbel"/>
              </a:rPr>
              <a:t>-</a:t>
            </a:r>
            <a:r>
              <a:rPr sz="1200" spc="220" dirty="0">
                <a:latin typeface="Corbel"/>
                <a:cs typeface="Corbel"/>
              </a:rPr>
              <a:t>  </a:t>
            </a:r>
            <a:r>
              <a:rPr sz="1200" dirty="0">
                <a:latin typeface="Corbel"/>
                <a:cs typeface="Corbel"/>
              </a:rPr>
              <a:t>Blades</a:t>
            </a:r>
            <a:r>
              <a:rPr sz="1200" spc="-10" dirty="0">
                <a:latin typeface="Corbel"/>
                <a:cs typeface="Corbel"/>
              </a:rPr>
              <a:t> </a:t>
            </a:r>
            <a:r>
              <a:rPr sz="1200" dirty="0">
                <a:latin typeface="Corbel"/>
                <a:cs typeface="Corbel"/>
              </a:rPr>
              <a:t>/</a:t>
            </a:r>
            <a:r>
              <a:rPr sz="1200" spc="-15" dirty="0">
                <a:latin typeface="Corbel"/>
                <a:cs typeface="Corbel"/>
              </a:rPr>
              <a:t> </a:t>
            </a:r>
            <a:r>
              <a:rPr sz="1200" spc="-10" dirty="0">
                <a:latin typeface="Corbel"/>
                <a:cs typeface="Corbel"/>
              </a:rPr>
              <a:t>Propeller</a:t>
            </a:r>
            <a:endParaRPr sz="1200">
              <a:latin typeface="Corbel"/>
              <a:cs typeface="Corbel"/>
            </a:endParaRPr>
          </a:p>
        </p:txBody>
      </p:sp>
      <p:sp>
        <p:nvSpPr>
          <p:cNvPr id="37" name="object 37"/>
          <p:cNvSpPr txBox="1"/>
          <p:nvPr/>
        </p:nvSpPr>
        <p:spPr>
          <a:xfrm>
            <a:off x="5734998" y="4400804"/>
            <a:ext cx="1215390" cy="754380"/>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a:t>
            </a:r>
            <a:r>
              <a:rPr sz="1200" spc="240" dirty="0">
                <a:latin typeface="Corbel"/>
                <a:cs typeface="Corbel"/>
              </a:rPr>
              <a:t>  </a:t>
            </a:r>
            <a:r>
              <a:rPr sz="1200" spc="-10" dirty="0">
                <a:latin typeface="Corbel"/>
                <a:cs typeface="Corbel"/>
              </a:rPr>
              <a:t>Flight</a:t>
            </a:r>
            <a:r>
              <a:rPr sz="1200" spc="-45" dirty="0">
                <a:latin typeface="Corbel"/>
                <a:cs typeface="Corbel"/>
              </a:rPr>
              <a:t> </a:t>
            </a:r>
            <a:r>
              <a:rPr sz="1200" spc="-10" dirty="0">
                <a:latin typeface="Corbel"/>
                <a:cs typeface="Corbel"/>
              </a:rPr>
              <a:t>Controller</a:t>
            </a:r>
            <a:endParaRPr sz="1200">
              <a:latin typeface="Corbel"/>
              <a:cs typeface="Corbel"/>
            </a:endParaRPr>
          </a:p>
          <a:p>
            <a:pPr marL="12700">
              <a:lnSpc>
                <a:spcPts val="1430"/>
              </a:lnSpc>
              <a:spcBef>
                <a:spcPts val="45"/>
              </a:spcBef>
            </a:pPr>
            <a:r>
              <a:rPr sz="1200" dirty="0">
                <a:latin typeface="Corbel"/>
                <a:cs typeface="Corbel"/>
              </a:rPr>
              <a:t>-</a:t>
            </a:r>
            <a:r>
              <a:rPr sz="1200" spc="225" dirty="0">
                <a:latin typeface="Corbel"/>
                <a:cs typeface="Corbel"/>
              </a:rPr>
              <a:t>  </a:t>
            </a:r>
            <a:r>
              <a:rPr sz="1200" spc="-10" dirty="0">
                <a:latin typeface="Corbel"/>
                <a:cs typeface="Corbel"/>
              </a:rPr>
              <a:t>Sensors</a:t>
            </a:r>
            <a:endParaRPr sz="1200">
              <a:latin typeface="Corbel"/>
              <a:cs typeface="Corbel"/>
            </a:endParaRPr>
          </a:p>
          <a:p>
            <a:pPr marL="182245" indent="-169545">
              <a:lnSpc>
                <a:spcPts val="1405"/>
              </a:lnSpc>
              <a:buChar char="-"/>
              <a:tabLst>
                <a:tab pos="182245" algn="l"/>
              </a:tabLst>
            </a:pPr>
            <a:r>
              <a:rPr sz="1200" spc="-20" dirty="0">
                <a:latin typeface="Corbel"/>
                <a:cs typeface="Corbel"/>
              </a:rPr>
              <a:t>GNSS</a:t>
            </a:r>
            <a:endParaRPr sz="1200">
              <a:latin typeface="Corbel"/>
              <a:cs typeface="Corbel"/>
            </a:endParaRPr>
          </a:p>
          <a:p>
            <a:pPr marL="182245" indent="-169545">
              <a:lnSpc>
                <a:spcPts val="1415"/>
              </a:lnSpc>
              <a:buChar char="-"/>
              <a:tabLst>
                <a:tab pos="182245" algn="l"/>
              </a:tabLst>
            </a:pPr>
            <a:r>
              <a:rPr sz="1200" spc="-10" dirty="0">
                <a:latin typeface="Corbel"/>
                <a:cs typeface="Corbel"/>
              </a:rPr>
              <a:t>Servo</a:t>
            </a:r>
            <a:endParaRPr sz="1200">
              <a:latin typeface="Corbel"/>
              <a:cs typeface="Corbel"/>
            </a:endParaRPr>
          </a:p>
        </p:txBody>
      </p:sp>
      <p:sp>
        <p:nvSpPr>
          <p:cNvPr id="38" name="object 38"/>
          <p:cNvSpPr txBox="1"/>
          <p:nvPr/>
        </p:nvSpPr>
        <p:spPr>
          <a:xfrm>
            <a:off x="9906946" y="4400804"/>
            <a:ext cx="1005840" cy="577215"/>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a:t>
            </a:r>
            <a:r>
              <a:rPr sz="1200" spc="225" dirty="0">
                <a:latin typeface="Corbel"/>
                <a:cs typeface="Corbel"/>
              </a:rPr>
              <a:t>  </a:t>
            </a:r>
            <a:r>
              <a:rPr sz="1200" spc="-10" dirty="0">
                <a:latin typeface="Corbel"/>
                <a:cs typeface="Corbel"/>
              </a:rPr>
              <a:t>Pilot</a:t>
            </a:r>
            <a:endParaRPr sz="1200">
              <a:latin typeface="Corbel"/>
              <a:cs typeface="Corbel"/>
            </a:endParaRPr>
          </a:p>
          <a:p>
            <a:pPr marL="184150" marR="5080" indent="-171450">
              <a:lnSpc>
                <a:spcPts val="1420"/>
              </a:lnSpc>
              <a:spcBef>
                <a:spcPts val="110"/>
              </a:spcBef>
            </a:pPr>
            <a:r>
              <a:rPr sz="1200" dirty="0">
                <a:latin typeface="Corbel"/>
                <a:cs typeface="Corbel"/>
              </a:rPr>
              <a:t>-</a:t>
            </a:r>
            <a:r>
              <a:rPr sz="1200" spc="225" dirty="0">
                <a:latin typeface="Corbel"/>
                <a:cs typeface="Corbel"/>
              </a:rPr>
              <a:t>  </a:t>
            </a:r>
            <a:r>
              <a:rPr sz="1200" spc="-10" dirty="0">
                <a:latin typeface="Corbel"/>
                <a:cs typeface="Corbel"/>
              </a:rPr>
              <a:t>Transmitter </a:t>
            </a:r>
            <a:r>
              <a:rPr sz="1200" spc="-50" dirty="0">
                <a:latin typeface="Corbel"/>
                <a:cs typeface="Corbel"/>
              </a:rPr>
              <a:t>/</a:t>
            </a:r>
            <a:r>
              <a:rPr sz="1200" spc="-10" dirty="0">
                <a:latin typeface="Corbel"/>
                <a:cs typeface="Corbel"/>
              </a:rPr>
              <a:t> Controller</a:t>
            </a:r>
            <a:endParaRPr sz="1200">
              <a:latin typeface="Corbel"/>
              <a:cs typeface="Corbel"/>
            </a:endParaRPr>
          </a:p>
        </p:txBody>
      </p:sp>
      <p:sp>
        <p:nvSpPr>
          <p:cNvPr id="39" name="object 39"/>
          <p:cNvSpPr txBox="1"/>
          <p:nvPr/>
        </p:nvSpPr>
        <p:spPr>
          <a:xfrm>
            <a:off x="7820971" y="4437379"/>
            <a:ext cx="1504315" cy="763270"/>
          </a:xfrm>
          <a:prstGeom prst="rect">
            <a:avLst/>
          </a:prstGeom>
        </p:spPr>
        <p:txBody>
          <a:bodyPr vert="horz" wrap="square" lIns="0" tIns="20320" rIns="0" bIns="0" rtlCol="0">
            <a:spAutoFit/>
          </a:bodyPr>
          <a:lstStyle/>
          <a:p>
            <a:pPr marL="184150" marR="5080" indent="-171450">
              <a:lnSpc>
                <a:spcPct val="100800"/>
              </a:lnSpc>
              <a:spcBef>
                <a:spcPts val="160"/>
              </a:spcBef>
            </a:pPr>
            <a:r>
              <a:rPr sz="1200" dirty="0">
                <a:latin typeface="Corbel"/>
                <a:cs typeface="Corbel"/>
              </a:rPr>
              <a:t>-</a:t>
            </a:r>
            <a:r>
              <a:rPr sz="1200" spc="225" dirty="0">
                <a:latin typeface="Corbel"/>
                <a:cs typeface="Corbel"/>
              </a:rPr>
              <a:t>  </a:t>
            </a:r>
            <a:r>
              <a:rPr sz="1200" spc="-10" dirty="0">
                <a:latin typeface="Corbel"/>
                <a:cs typeface="Corbel"/>
              </a:rPr>
              <a:t>Communication between</a:t>
            </a:r>
            <a:r>
              <a:rPr sz="1200" spc="-55" dirty="0">
                <a:latin typeface="Corbel"/>
                <a:cs typeface="Corbel"/>
              </a:rPr>
              <a:t> </a:t>
            </a:r>
            <a:r>
              <a:rPr sz="1200" spc="-10" dirty="0">
                <a:latin typeface="Corbel"/>
                <a:cs typeface="Corbel"/>
              </a:rPr>
              <a:t>Transmitter </a:t>
            </a:r>
            <a:r>
              <a:rPr sz="1200" dirty="0">
                <a:latin typeface="Corbel"/>
                <a:cs typeface="Corbel"/>
              </a:rPr>
              <a:t>&amp;</a:t>
            </a:r>
            <a:r>
              <a:rPr sz="1200" spc="-10" dirty="0">
                <a:latin typeface="Corbel"/>
                <a:cs typeface="Corbel"/>
              </a:rPr>
              <a:t> Receiver</a:t>
            </a:r>
            <a:endParaRPr sz="1200">
              <a:latin typeface="Corbel"/>
              <a:cs typeface="Corbel"/>
            </a:endParaRPr>
          </a:p>
          <a:p>
            <a:pPr marL="12700">
              <a:lnSpc>
                <a:spcPts val="1390"/>
              </a:lnSpc>
            </a:pPr>
            <a:r>
              <a:rPr sz="1200" dirty="0">
                <a:latin typeface="Corbel"/>
                <a:cs typeface="Corbel"/>
              </a:rPr>
              <a:t>-</a:t>
            </a:r>
            <a:r>
              <a:rPr sz="1200" spc="215" dirty="0">
                <a:latin typeface="Corbel"/>
                <a:cs typeface="Corbel"/>
              </a:rPr>
              <a:t>  </a:t>
            </a:r>
            <a:r>
              <a:rPr sz="1200" dirty="0">
                <a:latin typeface="Corbel"/>
                <a:cs typeface="Corbel"/>
              </a:rPr>
              <a:t>Radio</a:t>
            </a:r>
            <a:r>
              <a:rPr sz="1200" spc="-15" dirty="0">
                <a:latin typeface="Corbel"/>
                <a:cs typeface="Corbel"/>
              </a:rPr>
              <a:t> </a:t>
            </a:r>
            <a:r>
              <a:rPr sz="1200" spc="-10" dirty="0">
                <a:latin typeface="Corbel"/>
                <a:cs typeface="Corbel"/>
              </a:rPr>
              <a:t>frequencies</a:t>
            </a:r>
            <a:endParaRPr sz="1200">
              <a:latin typeface="Corbel"/>
              <a:cs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10149840" cy="878205"/>
            <a:chOff x="1417319" y="414527"/>
            <a:chExt cx="10149840" cy="878205"/>
          </a:xfrm>
        </p:grpSpPr>
        <p:pic>
          <p:nvPicPr>
            <p:cNvPr id="4" name="object 4"/>
            <p:cNvPicPr/>
            <p:nvPr/>
          </p:nvPicPr>
          <p:blipFill>
            <a:blip r:embed="rId3" cstate="print"/>
            <a:stretch>
              <a:fillRect/>
            </a:stretch>
          </p:blipFill>
          <p:spPr>
            <a:xfrm>
              <a:off x="1417319" y="414527"/>
              <a:ext cx="10149840" cy="573024"/>
            </a:xfrm>
            <a:prstGeom prst="rect">
              <a:avLst/>
            </a:prstGeom>
          </p:spPr>
        </p:pic>
        <p:pic>
          <p:nvPicPr>
            <p:cNvPr id="5" name="object 5"/>
            <p:cNvPicPr/>
            <p:nvPr/>
          </p:nvPicPr>
          <p:blipFill>
            <a:blip r:embed="rId4" cstate="print"/>
            <a:stretch>
              <a:fillRect/>
            </a:stretch>
          </p:blipFill>
          <p:spPr>
            <a:xfrm>
              <a:off x="1417319" y="719327"/>
              <a:ext cx="5788152" cy="573024"/>
            </a:xfrm>
            <a:prstGeom prst="rect">
              <a:avLst/>
            </a:prstGeom>
          </p:spPr>
        </p:pic>
      </p:grpSp>
      <p:sp>
        <p:nvSpPr>
          <p:cNvPr id="6" name="object 6"/>
          <p:cNvSpPr txBox="1">
            <a:spLocks noGrp="1"/>
          </p:cNvSpPr>
          <p:nvPr>
            <p:ph type="title"/>
          </p:nvPr>
        </p:nvSpPr>
        <p:spPr>
          <a:xfrm>
            <a:off x="1563049" y="473963"/>
            <a:ext cx="9782175" cy="635000"/>
          </a:xfrm>
          <a:prstGeom prst="rect">
            <a:avLst/>
          </a:prstGeom>
        </p:spPr>
        <p:txBody>
          <a:bodyPr vert="horz" wrap="square" lIns="0" tIns="12700" rIns="0" bIns="0" rtlCol="0">
            <a:spAutoFit/>
          </a:bodyPr>
          <a:lstStyle/>
          <a:p>
            <a:pPr marL="12700" marR="5080">
              <a:lnSpc>
                <a:spcPct val="100000"/>
              </a:lnSpc>
              <a:spcBef>
                <a:spcPts val="100"/>
              </a:spcBef>
            </a:pPr>
            <a:r>
              <a:rPr dirty="0"/>
              <a:t>010</a:t>
            </a:r>
            <a:r>
              <a:rPr spc="-40" dirty="0"/>
              <a:t> </a:t>
            </a:r>
            <a:r>
              <a:rPr dirty="0"/>
              <a:t>02</a:t>
            </a:r>
            <a:r>
              <a:rPr spc="-30" dirty="0"/>
              <a:t> </a:t>
            </a:r>
            <a:r>
              <a:rPr dirty="0"/>
              <a:t>02:</a:t>
            </a:r>
            <a:r>
              <a:rPr spc="-35" dirty="0"/>
              <a:t> </a:t>
            </a:r>
            <a:r>
              <a:rPr dirty="0"/>
              <a:t>Functions</a:t>
            </a:r>
            <a:r>
              <a:rPr spc="-35" dirty="0"/>
              <a:t> </a:t>
            </a:r>
            <a:r>
              <a:rPr dirty="0"/>
              <a:t>of</a:t>
            </a:r>
            <a:r>
              <a:rPr spc="-30" dirty="0"/>
              <a:t> </a:t>
            </a:r>
            <a:r>
              <a:rPr dirty="0"/>
              <a:t>the</a:t>
            </a:r>
            <a:r>
              <a:rPr spc="-30" dirty="0"/>
              <a:t> </a:t>
            </a:r>
            <a:r>
              <a:rPr spc="-10" dirty="0"/>
              <a:t>different</a:t>
            </a:r>
            <a:r>
              <a:rPr spc="-85" dirty="0"/>
              <a:t> </a:t>
            </a:r>
            <a:r>
              <a:rPr dirty="0"/>
              <a:t>UAS</a:t>
            </a:r>
            <a:r>
              <a:rPr spc="-35" dirty="0"/>
              <a:t> </a:t>
            </a:r>
            <a:r>
              <a:rPr dirty="0"/>
              <a:t>components</a:t>
            </a:r>
            <a:r>
              <a:rPr spc="-30" dirty="0"/>
              <a:t> </a:t>
            </a:r>
            <a:r>
              <a:rPr dirty="0"/>
              <a:t>under</a:t>
            </a:r>
            <a:r>
              <a:rPr spc="-35" dirty="0"/>
              <a:t> </a:t>
            </a:r>
            <a:r>
              <a:rPr dirty="0"/>
              <a:t>each</a:t>
            </a:r>
            <a:r>
              <a:rPr spc="-35" dirty="0"/>
              <a:t> </a:t>
            </a:r>
            <a:r>
              <a:rPr dirty="0"/>
              <a:t>major</a:t>
            </a:r>
            <a:r>
              <a:rPr spc="-30" dirty="0"/>
              <a:t> </a:t>
            </a:r>
            <a:r>
              <a:rPr dirty="0"/>
              <a:t>system</a:t>
            </a:r>
            <a:r>
              <a:rPr spc="-35" dirty="0"/>
              <a:t> </a:t>
            </a:r>
            <a:r>
              <a:rPr dirty="0"/>
              <a:t>and</a:t>
            </a:r>
            <a:r>
              <a:rPr spc="-30" dirty="0"/>
              <a:t> </a:t>
            </a:r>
            <a:r>
              <a:rPr spc="-10" dirty="0"/>
              <a:t>compare </a:t>
            </a:r>
            <a:r>
              <a:rPr dirty="0"/>
              <a:t>the</a:t>
            </a:r>
            <a:r>
              <a:rPr spc="-45" dirty="0"/>
              <a:t> </a:t>
            </a:r>
            <a:r>
              <a:rPr dirty="0"/>
              <a:t>differences</a:t>
            </a:r>
            <a:r>
              <a:rPr spc="-40" dirty="0"/>
              <a:t> </a:t>
            </a:r>
            <a:r>
              <a:rPr dirty="0"/>
              <a:t>across</a:t>
            </a:r>
            <a:r>
              <a:rPr spc="-40" dirty="0"/>
              <a:t> </a:t>
            </a:r>
            <a:r>
              <a:rPr dirty="0"/>
              <a:t>the</a:t>
            </a:r>
            <a:r>
              <a:rPr spc="-40" dirty="0"/>
              <a:t> </a:t>
            </a:r>
            <a:r>
              <a:rPr dirty="0"/>
              <a:t>different</a:t>
            </a:r>
            <a:r>
              <a:rPr spc="-40" dirty="0"/>
              <a:t> </a:t>
            </a:r>
            <a:r>
              <a:rPr dirty="0"/>
              <a:t>categories</a:t>
            </a:r>
            <a:r>
              <a:rPr spc="-40" dirty="0"/>
              <a:t> </a:t>
            </a:r>
            <a:r>
              <a:rPr dirty="0"/>
              <a:t>of</a:t>
            </a:r>
            <a:r>
              <a:rPr spc="-95" dirty="0"/>
              <a:t> </a:t>
            </a:r>
            <a:r>
              <a:rPr spc="-25" dirty="0"/>
              <a:t>UA</a:t>
            </a:r>
          </a:p>
        </p:txBody>
      </p:sp>
      <p:sp>
        <p:nvSpPr>
          <p:cNvPr id="7" name="object 7"/>
          <p:cNvSpPr txBox="1"/>
          <p:nvPr/>
        </p:nvSpPr>
        <p:spPr>
          <a:xfrm>
            <a:off x="1840864" y="1273555"/>
            <a:ext cx="9582150" cy="568325"/>
          </a:xfrm>
          <a:prstGeom prst="rect">
            <a:avLst/>
          </a:prstGeom>
        </p:spPr>
        <p:txBody>
          <a:bodyPr vert="horz" wrap="square" lIns="0" tIns="26670" rIns="0" bIns="0" rtlCol="0">
            <a:spAutoFit/>
          </a:bodyPr>
          <a:lstStyle/>
          <a:p>
            <a:pPr marL="12700" marR="5080">
              <a:lnSpc>
                <a:spcPts val="2110"/>
              </a:lnSpc>
              <a:spcBef>
                <a:spcPts val="210"/>
              </a:spcBef>
            </a:pPr>
            <a:r>
              <a:rPr sz="1800" dirty="0">
                <a:latin typeface="Corbel"/>
                <a:cs typeface="Corbel"/>
              </a:rPr>
              <a:t>1.</a:t>
            </a:r>
            <a:r>
              <a:rPr sz="1800" spc="340" dirty="0">
                <a:latin typeface="Corbel"/>
                <a:cs typeface="Corbel"/>
              </a:rPr>
              <a:t> </a:t>
            </a:r>
            <a:r>
              <a:rPr sz="1800" b="1" u="sng" dirty="0">
                <a:uFill>
                  <a:solidFill>
                    <a:srgbClr val="000000"/>
                  </a:solidFill>
                </a:uFill>
                <a:latin typeface="Corbel"/>
                <a:cs typeface="Corbel"/>
              </a:rPr>
              <a:t>Power</a:t>
            </a:r>
            <a:r>
              <a:rPr sz="1800" b="1" u="sng" spc="330" dirty="0">
                <a:uFill>
                  <a:solidFill>
                    <a:srgbClr val="000000"/>
                  </a:solidFill>
                </a:uFill>
                <a:latin typeface="Corbel"/>
                <a:cs typeface="Corbel"/>
              </a:rPr>
              <a:t> </a:t>
            </a:r>
            <a:r>
              <a:rPr sz="1800" b="1" u="sng" dirty="0">
                <a:uFill>
                  <a:solidFill>
                    <a:srgbClr val="000000"/>
                  </a:solidFill>
                </a:uFill>
                <a:latin typeface="Corbel"/>
                <a:cs typeface="Corbel"/>
              </a:rPr>
              <a:t>and</a:t>
            </a:r>
            <a:r>
              <a:rPr sz="1800" b="1" u="sng" spc="330" dirty="0">
                <a:uFill>
                  <a:solidFill>
                    <a:srgbClr val="000000"/>
                  </a:solidFill>
                </a:uFill>
                <a:latin typeface="Corbel"/>
                <a:cs typeface="Corbel"/>
              </a:rPr>
              <a:t> </a:t>
            </a:r>
            <a:r>
              <a:rPr sz="1800" b="1" u="sng" dirty="0">
                <a:uFill>
                  <a:solidFill>
                    <a:srgbClr val="000000"/>
                  </a:solidFill>
                </a:uFill>
                <a:latin typeface="Corbel"/>
                <a:cs typeface="Corbel"/>
              </a:rPr>
              <a:t>Electrical</a:t>
            </a:r>
            <a:r>
              <a:rPr sz="1800" b="1" u="sng" spc="330" dirty="0">
                <a:uFill>
                  <a:solidFill>
                    <a:srgbClr val="000000"/>
                  </a:solidFill>
                </a:uFill>
                <a:latin typeface="Corbel"/>
                <a:cs typeface="Corbel"/>
              </a:rPr>
              <a:t> </a:t>
            </a:r>
            <a:r>
              <a:rPr sz="1800" b="1" u="sng" dirty="0">
                <a:uFill>
                  <a:solidFill>
                    <a:srgbClr val="000000"/>
                  </a:solidFill>
                </a:uFill>
                <a:latin typeface="Corbel"/>
                <a:cs typeface="Corbel"/>
              </a:rPr>
              <a:t>System</a:t>
            </a:r>
            <a:r>
              <a:rPr sz="1800" b="1" u="sng" spc="340" dirty="0">
                <a:uFill>
                  <a:solidFill>
                    <a:srgbClr val="000000"/>
                  </a:solidFill>
                </a:uFill>
                <a:latin typeface="Corbel"/>
                <a:cs typeface="Corbel"/>
              </a:rPr>
              <a:t> </a:t>
            </a:r>
            <a:r>
              <a:rPr sz="1800" dirty="0">
                <a:latin typeface="Corbel"/>
                <a:cs typeface="Corbel"/>
              </a:rPr>
              <a:t>consists</a:t>
            </a:r>
            <a:r>
              <a:rPr sz="1800" spc="340" dirty="0">
                <a:latin typeface="Corbel"/>
                <a:cs typeface="Corbel"/>
              </a:rPr>
              <a:t> </a:t>
            </a:r>
            <a:r>
              <a:rPr sz="1800" dirty="0">
                <a:latin typeface="Corbel"/>
                <a:cs typeface="Corbel"/>
              </a:rPr>
              <a:t>of</a:t>
            </a:r>
            <a:r>
              <a:rPr sz="1800" spc="345" dirty="0">
                <a:latin typeface="Corbel"/>
                <a:cs typeface="Corbel"/>
              </a:rPr>
              <a:t> </a:t>
            </a:r>
            <a:r>
              <a:rPr sz="1800" dirty="0">
                <a:latin typeface="Corbel"/>
                <a:cs typeface="Corbel"/>
              </a:rPr>
              <a:t>supply</a:t>
            </a:r>
            <a:r>
              <a:rPr sz="1800" spc="340" dirty="0">
                <a:latin typeface="Corbel"/>
                <a:cs typeface="Corbel"/>
              </a:rPr>
              <a:t> </a:t>
            </a:r>
            <a:r>
              <a:rPr sz="1800" dirty="0">
                <a:latin typeface="Corbel"/>
                <a:cs typeface="Corbel"/>
              </a:rPr>
              <a:t>and</a:t>
            </a:r>
            <a:r>
              <a:rPr sz="1800" spc="345" dirty="0">
                <a:latin typeface="Corbel"/>
                <a:cs typeface="Corbel"/>
              </a:rPr>
              <a:t> </a:t>
            </a:r>
            <a:r>
              <a:rPr sz="1800" dirty="0">
                <a:latin typeface="Corbel"/>
                <a:cs typeface="Corbel"/>
              </a:rPr>
              <a:t>all</a:t>
            </a:r>
            <a:r>
              <a:rPr sz="1800" spc="340" dirty="0">
                <a:latin typeface="Corbel"/>
                <a:cs typeface="Corbel"/>
              </a:rPr>
              <a:t> </a:t>
            </a:r>
            <a:r>
              <a:rPr sz="1800" dirty="0">
                <a:latin typeface="Corbel"/>
                <a:cs typeface="Corbel"/>
              </a:rPr>
              <a:t>of</a:t>
            </a:r>
            <a:r>
              <a:rPr sz="1800" spc="345" dirty="0">
                <a:latin typeface="Corbel"/>
                <a:cs typeface="Corbel"/>
              </a:rPr>
              <a:t> </a:t>
            </a:r>
            <a:r>
              <a:rPr sz="1800" dirty="0">
                <a:latin typeface="Corbel"/>
                <a:cs typeface="Corbel"/>
              </a:rPr>
              <a:t>the</a:t>
            </a:r>
            <a:r>
              <a:rPr sz="1800" spc="345" dirty="0">
                <a:latin typeface="Corbel"/>
                <a:cs typeface="Corbel"/>
              </a:rPr>
              <a:t> </a:t>
            </a:r>
            <a:r>
              <a:rPr sz="1800" dirty="0">
                <a:latin typeface="Corbel"/>
                <a:cs typeface="Corbel"/>
              </a:rPr>
              <a:t>elements</a:t>
            </a:r>
            <a:r>
              <a:rPr sz="1800" spc="345" dirty="0">
                <a:latin typeface="Corbel"/>
                <a:cs typeface="Corbel"/>
              </a:rPr>
              <a:t> </a:t>
            </a:r>
            <a:r>
              <a:rPr sz="1800" dirty="0">
                <a:latin typeface="Corbel"/>
                <a:cs typeface="Corbel"/>
              </a:rPr>
              <a:t>needed</a:t>
            </a:r>
            <a:r>
              <a:rPr sz="1800" spc="340" dirty="0">
                <a:latin typeface="Corbel"/>
                <a:cs typeface="Corbel"/>
              </a:rPr>
              <a:t> </a:t>
            </a:r>
            <a:r>
              <a:rPr sz="1800" dirty="0">
                <a:latin typeface="Corbel"/>
                <a:cs typeface="Corbel"/>
              </a:rPr>
              <a:t>to</a:t>
            </a:r>
            <a:r>
              <a:rPr sz="1800" spc="345" dirty="0">
                <a:latin typeface="Corbel"/>
                <a:cs typeface="Corbel"/>
              </a:rPr>
              <a:t> </a:t>
            </a:r>
            <a:r>
              <a:rPr sz="1800" spc="-10" dirty="0">
                <a:latin typeface="Corbel"/>
                <a:cs typeface="Corbel"/>
              </a:rPr>
              <a:t>distribute </a:t>
            </a:r>
            <a:r>
              <a:rPr sz="1800" dirty="0">
                <a:latin typeface="Corbel"/>
                <a:cs typeface="Corbel"/>
              </a:rPr>
              <a:t>electrical</a:t>
            </a:r>
            <a:r>
              <a:rPr sz="1800" spc="-50" dirty="0">
                <a:latin typeface="Corbel"/>
                <a:cs typeface="Corbel"/>
              </a:rPr>
              <a:t> </a:t>
            </a:r>
            <a:r>
              <a:rPr sz="1800" spc="-10" dirty="0">
                <a:latin typeface="Corbel"/>
                <a:cs typeface="Corbel"/>
              </a:rPr>
              <a:t>power,</a:t>
            </a:r>
            <a:r>
              <a:rPr sz="1800" spc="-50" dirty="0">
                <a:latin typeface="Corbel"/>
                <a:cs typeface="Corbel"/>
              </a:rPr>
              <a:t> </a:t>
            </a:r>
            <a:r>
              <a:rPr sz="1800" dirty="0">
                <a:latin typeface="Corbel"/>
                <a:cs typeface="Corbel"/>
              </a:rPr>
              <a:t>including</a:t>
            </a:r>
            <a:r>
              <a:rPr sz="1800" spc="-55" dirty="0">
                <a:latin typeface="Corbel"/>
                <a:cs typeface="Corbel"/>
              </a:rPr>
              <a:t> </a:t>
            </a:r>
            <a:r>
              <a:rPr sz="1800" dirty="0">
                <a:latin typeface="Corbel"/>
                <a:cs typeface="Corbel"/>
              </a:rPr>
              <a:t>lines,</a:t>
            </a:r>
            <a:r>
              <a:rPr sz="1800" spc="-45" dirty="0">
                <a:latin typeface="Corbel"/>
                <a:cs typeface="Corbel"/>
              </a:rPr>
              <a:t> </a:t>
            </a:r>
            <a:r>
              <a:rPr sz="1800" dirty="0">
                <a:latin typeface="Corbel"/>
                <a:cs typeface="Corbel"/>
              </a:rPr>
              <a:t>transformers,</a:t>
            </a:r>
            <a:r>
              <a:rPr sz="1800" spc="-55" dirty="0">
                <a:latin typeface="Corbel"/>
                <a:cs typeface="Corbel"/>
              </a:rPr>
              <a:t> </a:t>
            </a:r>
            <a:r>
              <a:rPr sz="1800" dirty="0">
                <a:latin typeface="Corbel"/>
                <a:cs typeface="Corbel"/>
              </a:rPr>
              <a:t>and</a:t>
            </a:r>
            <a:r>
              <a:rPr sz="1800" spc="-50" dirty="0">
                <a:latin typeface="Corbel"/>
                <a:cs typeface="Corbel"/>
              </a:rPr>
              <a:t> </a:t>
            </a:r>
            <a:r>
              <a:rPr sz="1800" dirty="0">
                <a:latin typeface="Corbel"/>
                <a:cs typeface="Corbel"/>
              </a:rPr>
              <a:t>other</a:t>
            </a:r>
            <a:r>
              <a:rPr sz="1800" spc="-45" dirty="0">
                <a:latin typeface="Corbel"/>
                <a:cs typeface="Corbel"/>
              </a:rPr>
              <a:t> </a:t>
            </a:r>
            <a:r>
              <a:rPr sz="1800" spc="-10" dirty="0">
                <a:latin typeface="Corbel"/>
                <a:cs typeface="Corbel"/>
              </a:rPr>
              <a:t>equipment.</a:t>
            </a:r>
            <a:endParaRPr sz="1800" dirty="0">
              <a:latin typeface="Corbel"/>
              <a:cs typeface="Corbel"/>
            </a:endParaRPr>
          </a:p>
        </p:txBody>
      </p:sp>
      <p:grpSp>
        <p:nvGrpSpPr>
          <p:cNvPr id="8" name="object 8"/>
          <p:cNvGrpSpPr/>
          <p:nvPr/>
        </p:nvGrpSpPr>
        <p:grpSpPr>
          <a:xfrm>
            <a:off x="2396491" y="2180010"/>
            <a:ext cx="3905885" cy="2275840"/>
            <a:chOff x="2396491" y="2180010"/>
            <a:chExt cx="3905885" cy="2275840"/>
          </a:xfrm>
        </p:grpSpPr>
        <p:pic>
          <p:nvPicPr>
            <p:cNvPr id="9" name="object 9"/>
            <p:cNvPicPr/>
            <p:nvPr/>
          </p:nvPicPr>
          <p:blipFill>
            <a:blip r:embed="rId5" cstate="print"/>
            <a:stretch>
              <a:fillRect/>
            </a:stretch>
          </p:blipFill>
          <p:spPr>
            <a:xfrm>
              <a:off x="2396491" y="2180010"/>
              <a:ext cx="2642081" cy="1777931"/>
            </a:xfrm>
            <a:prstGeom prst="rect">
              <a:avLst/>
            </a:prstGeom>
          </p:spPr>
        </p:pic>
        <p:sp>
          <p:nvSpPr>
            <p:cNvPr id="10" name="object 10"/>
            <p:cNvSpPr/>
            <p:nvPr/>
          </p:nvSpPr>
          <p:spPr>
            <a:xfrm>
              <a:off x="4741545" y="4030966"/>
              <a:ext cx="1554480" cy="418465"/>
            </a:xfrm>
            <a:custGeom>
              <a:avLst/>
              <a:gdLst/>
              <a:ahLst/>
              <a:cxnLst/>
              <a:rect l="l" t="t" r="r" b="b"/>
              <a:pathLst>
                <a:path w="1554479" h="418464">
                  <a:moveTo>
                    <a:pt x="0" y="0"/>
                  </a:moveTo>
                  <a:lnTo>
                    <a:pt x="1554480" y="0"/>
                  </a:lnTo>
                  <a:lnTo>
                    <a:pt x="1554480" y="418161"/>
                  </a:lnTo>
                  <a:lnTo>
                    <a:pt x="0" y="418161"/>
                  </a:lnTo>
                  <a:lnTo>
                    <a:pt x="0" y="0"/>
                  </a:lnTo>
                  <a:close/>
                </a:path>
              </a:pathLst>
            </a:custGeom>
            <a:ln w="12700">
              <a:solidFill>
                <a:srgbClr val="404040"/>
              </a:solidFill>
            </a:ln>
          </p:spPr>
          <p:txBody>
            <a:bodyPr wrap="square" lIns="0" tIns="0" rIns="0" bIns="0" rtlCol="0"/>
            <a:lstStyle/>
            <a:p>
              <a:endParaRPr/>
            </a:p>
          </p:txBody>
        </p:sp>
        <p:sp>
          <p:nvSpPr>
            <p:cNvPr id="11" name="object 11"/>
            <p:cNvSpPr/>
            <p:nvPr/>
          </p:nvSpPr>
          <p:spPr>
            <a:xfrm>
              <a:off x="3334398" y="3601869"/>
              <a:ext cx="1456690" cy="676275"/>
            </a:xfrm>
            <a:custGeom>
              <a:avLst/>
              <a:gdLst/>
              <a:ahLst/>
              <a:cxnLst/>
              <a:rect l="l" t="t" r="r" b="b"/>
              <a:pathLst>
                <a:path w="1456689" h="676275">
                  <a:moveTo>
                    <a:pt x="1418079" y="599859"/>
                  </a:moveTo>
                  <a:lnTo>
                    <a:pt x="1403250" y="602863"/>
                  </a:lnTo>
                  <a:lnTo>
                    <a:pt x="1391146" y="611037"/>
                  </a:lnTo>
                  <a:lnTo>
                    <a:pt x="1382989" y="623153"/>
                  </a:lnTo>
                  <a:lnTo>
                    <a:pt x="1380006" y="637985"/>
                  </a:lnTo>
                  <a:lnTo>
                    <a:pt x="1383010" y="652814"/>
                  </a:lnTo>
                  <a:lnTo>
                    <a:pt x="1391183" y="664919"/>
                  </a:lnTo>
                  <a:lnTo>
                    <a:pt x="1403300" y="673075"/>
                  </a:lnTo>
                  <a:lnTo>
                    <a:pt x="1418132" y="676059"/>
                  </a:lnTo>
                  <a:lnTo>
                    <a:pt x="1432858" y="673075"/>
                  </a:lnTo>
                  <a:lnTo>
                    <a:pt x="1445009" y="664919"/>
                  </a:lnTo>
                  <a:lnTo>
                    <a:pt x="1453189" y="652814"/>
                  </a:lnTo>
                  <a:lnTo>
                    <a:pt x="1454918" y="644334"/>
                  </a:lnTo>
                  <a:lnTo>
                    <a:pt x="1421590" y="644334"/>
                  </a:lnTo>
                  <a:lnTo>
                    <a:pt x="1424458" y="641461"/>
                  </a:lnTo>
                  <a:lnTo>
                    <a:pt x="1424453" y="634448"/>
                  </a:lnTo>
                  <a:lnTo>
                    <a:pt x="1421635" y="631634"/>
                  </a:lnTo>
                  <a:lnTo>
                    <a:pt x="1454929" y="631634"/>
                  </a:lnTo>
                  <a:lnTo>
                    <a:pt x="1453211" y="623153"/>
                  </a:lnTo>
                  <a:lnTo>
                    <a:pt x="1445052" y="611037"/>
                  </a:lnTo>
                  <a:lnTo>
                    <a:pt x="1432942" y="602863"/>
                  </a:lnTo>
                  <a:lnTo>
                    <a:pt x="1418079" y="599859"/>
                  </a:lnTo>
                  <a:close/>
                </a:path>
                <a:path w="1456689" h="676275">
                  <a:moveTo>
                    <a:pt x="43152" y="63125"/>
                  </a:moveTo>
                  <a:lnTo>
                    <a:pt x="32108" y="69396"/>
                  </a:lnTo>
                  <a:lnTo>
                    <a:pt x="358329" y="643820"/>
                  </a:lnTo>
                  <a:lnTo>
                    <a:pt x="360439" y="645046"/>
                  </a:lnTo>
                  <a:lnTo>
                    <a:pt x="1381292" y="644334"/>
                  </a:lnTo>
                  <a:lnTo>
                    <a:pt x="1380006" y="637985"/>
                  </a:lnTo>
                  <a:lnTo>
                    <a:pt x="1380494" y="635560"/>
                  </a:lnTo>
                  <a:lnTo>
                    <a:pt x="368244" y="635560"/>
                  </a:lnTo>
                  <a:lnTo>
                    <a:pt x="362717" y="632345"/>
                  </a:lnTo>
                  <a:lnTo>
                    <a:pt x="366418" y="632345"/>
                  </a:lnTo>
                  <a:lnTo>
                    <a:pt x="43152" y="63125"/>
                  </a:lnTo>
                  <a:close/>
                </a:path>
                <a:path w="1456689" h="676275">
                  <a:moveTo>
                    <a:pt x="1454929" y="631634"/>
                  </a:moveTo>
                  <a:lnTo>
                    <a:pt x="1421635" y="631634"/>
                  </a:lnTo>
                  <a:lnTo>
                    <a:pt x="1424453" y="634448"/>
                  </a:lnTo>
                  <a:lnTo>
                    <a:pt x="1424458" y="641461"/>
                  </a:lnTo>
                  <a:lnTo>
                    <a:pt x="1421590" y="644334"/>
                  </a:lnTo>
                  <a:lnTo>
                    <a:pt x="1454918" y="644334"/>
                  </a:lnTo>
                  <a:lnTo>
                    <a:pt x="1456195" y="637985"/>
                  </a:lnTo>
                  <a:lnTo>
                    <a:pt x="1455725" y="635560"/>
                  </a:lnTo>
                  <a:lnTo>
                    <a:pt x="1454929" y="631634"/>
                  </a:lnTo>
                  <a:close/>
                </a:path>
                <a:path w="1456689" h="676275">
                  <a:moveTo>
                    <a:pt x="1381283" y="631634"/>
                  </a:moveTo>
                  <a:lnTo>
                    <a:pt x="362717" y="632345"/>
                  </a:lnTo>
                  <a:lnTo>
                    <a:pt x="368244" y="635560"/>
                  </a:lnTo>
                  <a:lnTo>
                    <a:pt x="366418" y="632345"/>
                  </a:lnTo>
                  <a:lnTo>
                    <a:pt x="1381140" y="632345"/>
                  </a:lnTo>
                  <a:lnTo>
                    <a:pt x="1381283" y="631634"/>
                  </a:lnTo>
                  <a:close/>
                </a:path>
                <a:path w="1456689" h="676275">
                  <a:moveTo>
                    <a:pt x="1381140" y="632345"/>
                  </a:moveTo>
                  <a:lnTo>
                    <a:pt x="366418" y="632345"/>
                  </a:lnTo>
                  <a:lnTo>
                    <a:pt x="368244" y="635560"/>
                  </a:lnTo>
                  <a:lnTo>
                    <a:pt x="1380494" y="635560"/>
                  </a:lnTo>
                  <a:lnTo>
                    <a:pt x="1381140" y="632345"/>
                  </a:lnTo>
                  <a:close/>
                </a:path>
                <a:path w="1456689" h="676275">
                  <a:moveTo>
                    <a:pt x="0" y="0"/>
                  </a:moveTo>
                  <a:lnTo>
                    <a:pt x="4499" y="85076"/>
                  </a:lnTo>
                  <a:lnTo>
                    <a:pt x="32108" y="69396"/>
                  </a:lnTo>
                  <a:lnTo>
                    <a:pt x="24104" y="55303"/>
                  </a:lnTo>
                  <a:lnTo>
                    <a:pt x="25172" y="51427"/>
                  </a:lnTo>
                  <a:lnTo>
                    <a:pt x="31272" y="47964"/>
                  </a:lnTo>
                  <a:lnTo>
                    <a:pt x="69848" y="47964"/>
                  </a:lnTo>
                  <a:lnTo>
                    <a:pt x="70760" y="47445"/>
                  </a:lnTo>
                  <a:lnTo>
                    <a:pt x="0" y="0"/>
                  </a:lnTo>
                  <a:close/>
                </a:path>
                <a:path w="1456689" h="676275">
                  <a:moveTo>
                    <a:pt x="31272" y="47964"/>
                  </a:moveTo>
                  <a:lnTo>
                    <a:pt x="25172" y="51427"/>
                  </a:lnTo>
                  <a:lnTo>
                    <a:pt x="24104" y="55303"/>
                  </a:lnTo>
                  <a:lnTo>
                    <a:pt x="32108" y="69396"/>
                  </a:lnTo>
                  <a:lnTo>
                    <a:pt x="43152" y="63125"/>
                  </a:lnTo>
                  <a:lnTo>
                    <a:pt x="35148" y="49032"/>
                  </a:lnTo>
                  <a:lnTo>
                    <a:pt x="31272" y="47964"/>
                  </a:lnTo>
                  <a:close/>
                </a:path>
                <a:path w="1456689" h="676275">
                  <a:moveTo>
                    <a:pt x="69848" y="47964"/>
                  </a:moveTo>
                  <a:lnTo>
                    <a:pt x="31272" y="47964"/>
                  </a:lnTo>
                  <a:lnTo>
                    <a:pt x="35148" y="49032"/>
                  </a:lnTo>
                  <a:lnTo>
                    <a:pt x="43152" y="63125"/>
                  </a:lnTo>
                  <a:lnTo>
                    <a:pt x="69848" y="47964"/>
                  </a:lnTo>
                  <a:close/>
                </a:path>
              </a:pathLst>
            </a:custGeom>
            <a:solidFill>
              <a:srgbClr val="404040"/>
            </a:solidFill>
          </p:spPr>
          <p:txBody>
            <a:bodyPr wrap="square" lIns="0" tIns="0" rIns="0" bIns="0" rtlCol="0"/>
            <a:lstStyle/>
            <a:p>
              <a:endParaRPr/>
            </a:p>
          </p:txBody>
        </p:sp>
      </p:grpSp>
      <p:sp>
        <p:nvSpPr>
          <p:cNvPr id="12" name="object 12"/>
          <p:cNvSpPr txBox="1"/>
          <p:nvPr/>
        </p:nvSpPr>
        <p:spPr>
          <a:xfrm>
            <a:off x="4820284" y="4123435"/>
            <a:ext cx="114808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orbel"/>
                <a:cs typeface="Corbel"/>
              </a:rPr>
              <a:t>Discharge</a:t>
            </a:r>
            <a:r>
              <a:rPr sz="1200" b="1" spc="-40" dirty="0">
                <a:latin typeface="Corbel"/>
                <a:cs typeface="Corbel"/>
              </a:rPr>
              <a:t> </a:t>
            </a:r>
            <a:r>
              <a:rPr sz="1200" b="1" spc="-10" dirty="0">
                <a:latin typeface="Corbel"/>
                <a:cs typeface="Corbel"/>
              </a:rPr>
              <a:t>Rating</a:t>
            </a:r>
            <a:endParaRPr sz="1200">
              <a:latin typeface="Corbel"/>
              <a:cs typeface="Corbel"/>
            </a:endParaRPr>
          </a:p>
        </p:txBody>
      </p:sp>
      <p:sp>
        <p:nvSpPr>
          <p:cNvPr id="13" name="object 13"/>
          <p:cNvSpPr txBox="1"/>
          <p:nvPr/>
        </p:nvSpPr>
        <p:spPr>
          <a:xfrm>
            <a:off x="4820284" y="4468367"/>
            <a:ext cx="1310005" cy="830580"/>
          </a:xfrm>
          <a:prstGeom prst="rect">
            <a:avLst/>
          </a:prstGeom>
        </p:spPr>
        <p:txBody>
          <a:bodyPr vert="horz" wrap="square" lIns="0" tIns="20955" rIns="0" bIns="0" rtlCol="0">
            <a:spAutoFit/>
          </a:bodyPr>
          <a:lstStyle/>
          <a:p>
            <a:pPr marL="12700" marR="5080">
              <a:lnSpc>
                <a:spcPct val="95000"/>
              </a:lnSpc>
              <a:spcBef>
                <a:spcPts val="165"/>
              </a:spcBef>
            </a:pPr>
            <a:r>
              <a:rPr sz="1100" i="1" spc="-25" dirty="0">
                <a:latin typeface="Corbel"/>
                <a:cs typeface="Corbel"/>
              </a:rPr>
              <a:t>Discharge</a:t>
            </a:r>
            <a:r>
              <a:rPr sz="1100" i="1" spc="-30" dirty="0">
                <a:latin typeface="Corbel"/>
                <a:cs typeface="Corbel"/>
              </a:rPr>
              <a:t> </a:t>
            </a:r>
            <a:r>
              <a:rPr sz="1100" i="1" spc="-20" dirty="0">
                <a:latin typeface="Corbel"/>
                <a:cs typeface="Corbel"/>
              </a:rPr>
              <a:t>rate, </a:t>
            </a:r>
            <a:r>
              <a:rPr sz="1100" i="1" dirty="0">
                <a:latin typeface="Corbel"/>
                <a:cs typeface="Corbel"/>
              </a:rPr>
              <a:t>or</a:t>
            </a:r>
            <a:r>
              <a:rPr sz="1100" i="1" spc="-15" dirty="0">
                <a:latin typeface="Corbel"/>
                <a:cs typeface="Corbel"/>
              </a:rPr>
              <a:t> </a:t>
            </a:r>
            <a:r>
              <a:rPr sz="1100" i="1" spc="-25" dirty="0">
                <a:latin typeface="Corbel"/>
                <a:cs typeface="Corbel"/>
              </a:rPr>
              <a:t>“C”</a:t>
            </a:r>
            <a:r>
              <a:rPr sz="1100" i="1" spc="500" dirty="0">
                <a:latin typeface="Corbel"/>
                <a:cs typeface="Corbel"/>
              </a:rPr>
              <a:t> </a:t>
            </a:r>
            <a:r>
              <a:rPr sz="1100" i="1" spc="-25" dirty="0">
                <a:latin typeface="Corbel"/>
                <a:cs typeface="Corbel"/>
              </a:rPr>
              <a:t>rating,</a:t>
            </a:r>
            <a:r>
              <a:rPr sz="1100" i="1" spc="-20" dirty="0">
                <a:latin typeface="Corbel"/>
                <a:cs typeface="Corbel"/>
              </a:rPr>
              <a:t> </a:t>
            </a:r>
            <a:r>
              <a:rPr sz="1100" i="1" dirty="0">
                <a:latin typeface="Corbel"/>
                <a:cs typeface="Corbel"/>
              </a:rPr>
              <a:t>is</a:t>
            </a:r>
            <a:r>
              <a:rPr sz="1100" i="1" spc="-30" dirty="0">
                <a:latin typeface="Corbel"/>
                <a:cs typeface="Corbel"/>
              </a:rPr>
              <a:t> </a:t>
            </a:r>
            <a:r>
              <a:rPr sz="1100" i="1" spc="-10" dirty="0">
                <a:latin typeface="Corbel"/>
                <a:cs typeface="Corbel"/>
              </a:rPr>
              <a:t>the</a:t>
            </a:r>
            <a:r>
              <a:rPr sz="1100" i="1" spc="-25" dirty="0">
                <a:latin typeface="Corbel"/>
                <a:cs typeface="Corbel"/>
              </a:rPr>
              <a:t> </a:t>
            </a:r>
            <a:r>
              <a:rPr sz="1100" i="1" spc="-20" dirty="0">
                <a:latin typeface="Corbel"/>
                <a:cs typeface="Corbel"/>
              </a:rPr>
              <a:t>rate</a:t>
            </a:r>
            <a:r>
              <a:rPr sz="1100" i="1" spc="-30" dirty="0">
                <a:latin typeface="Corbel"/>
                <a:cs typeface="Corbel"/>
              </a:rPr>
              <a:t> </a:t>
            </a:r>
            <a:r>
              <a:rPr sz="1100" i="1" spc="-25" dirty="0">
                <a:latin typeface="Corbel"/>
                <a:cs typeface="Corbel"/>
              </a:rPr>
              <a:t>in</a:t>
            </a:r>
            <a:r>
              <a:rPr sz="1100" i="1" spc="500" dirty="0">
                <a:latin typeface="Corbel"/>
                <a:cs typeface="Corbel"/>
              </a:rPr>
              <a:t> </a:t>
            </a:r>
            <a:r>
              <a:rPr sz="1100" i="1" spc="-25" dirty="0">
                <a:latin typeface="Corbel"/>
                <a:cs typeface="Corbel"/>
              </a:rPr>
              <a:t>which</a:t>
            </a:r>
            <a:r>
              <a:rPr sz="1100" i="1" spc="-20" dirty="0">
                <a:latin typeface="Corbel"/>
                <a:cs typeface="Corbel"/>
              </a:rPr>
              <a:t> </a:t>
            </a:r>
            <a:r>
              <a:rPr sz="1100" i="1" dirty="0">
                <a:latin typeface="Corbel"/>
                <a:cs typeface="Corbel"/>
              </a:rPr>
              <a:t>a</a:t>
            </a:r>
            <a:r>
              <a:rPr sz="1100" i="1" spc="-15" dirty="0">
                <a:latin typeface="Corbel"/>
                <a:cs typeface="Corbel"/>
              </a:rPr>
              <a:t> </a:t>
            </a:r>
            <a:r>
              <a:rPr sz="1100" i="1" spc="-25" dirty="0">
                <a:latin typeface="Corbel"/>
                <a:cs typeface="Corbel"/>
              </a:rPr>
              <a:t>battery </a:t>
            </a:r>
            <a:r>
              <a:rPr sz="1100" i="1" spc="-20" dirty="0">
                <a:latin typeface="Corbel"/>
                <a:cs typeface="Corbel"/>
              </a:rPr>
              <a:t>can</a:t>
            </a:r>
            <a:r>
              <a:rPr sz="1100" i="1" spc="-25" dirty="0">
                <a:latin typeface="Corbel"/>
                <a:cs typeface="Corbel"/>
              </a:rPr>
              <a:t> be</a:t>
            </a:r>
            <a:r>
              <a:rPr sz="1100" i="1" spc="500" dirty="0">
                <a:latin typeface="Corbel"/>
                <a:cs typeface="Corbel"/>
              </a:rPr>
              <a:t> </a:t>
            </a:r>
            <a:r>
              <a:rPr sz="1100" i="1" spc="-30" dirty="0">
                <a:latin typeface="Corbel"/>
                <a:cs typeface="Corbel"/>
              </a:rPr>
              <a:t>safely</a:t>
            </a:r>
            <a:r>
              <a:rPr sz="1100" i="1" dirty="0">
                <a:latin typeface="Corbel"/>
                <a:cs typeface="Corbel"/>
              </a:rPr>
              <a:t> </a:t>
            </a:r>
            <a:r>
              <a:rPr sz="1100" i="1" spc="-30" dirty="0">
                <a:latin typeface="Corbel"/>
                <a:cs typeface="Corbel"/>
              </a:rPr>
              <a:t>discharged</a:t>
            </a:r>
            <a:r>
              <a:rPr sz="1100" i="1" spc="5" dirty="0">
                <a:latin typeface="Corbel"/>
                <a:cs typeface="Corbel"/>
              </a:rPr>
              <a:t> </a:t>
            </a:r>
            <a:r>
              <a:rPr sz="1100" i="1" spc="-25" dirty="0">
                <a:latin typeface="Corbel"/>
                <a:cs typeface="Corbel"/>
              </a:rPr>
              <a:t>and</a:t>
            </a:r>
            <a:r>
              <a:rPr sz="1100" i="1" spc="10" dirty="0">
                <a:latin typeface="Corbel"/>
                <a:cs typeface="Corbel"/>
              </a:rPr>
              <a:t> </a:t>
            </a:r>
            <a:r>
              <a:rPr sz="1100" i="1" spc="-25" dirty="0">
                <a:latin typeface="Corbel"/>
                <a:cs typeface="Corbel"/>
              </a:rPr>
              <a:t>in</a:t>
            </a:r>
            <a:r>
              <a:rPr sz="1100" i="1" dirty="0">
                <a:latin typeface="Corbel"/>
                <a:cs typeface="Corbel"/>
              </a:rPr>
              <a:t> a</a:t>
            </a:r>
            <a:r>
              <a:rPr sz="1100" i="1" spc="-10" dirty="0">
                <a:latin typeface="Corbel"/>
                <a:cs typeface="Corbel"/>
              </a:rPr>
              <a:t> </a:t>
            </a:r>
            <a:r>
              <a:rPr sz="1100" i="1" spc="-30" dirty="0">
                <a:latin typeface="Corbel"/>
                <a:cs typeface="Corbel"/>
              </a:rPr>
              <a:t>healthy</a:t>
            </a:r>
            <a:r>
              <a:rPr sz="1100" i="1" spc="-20" dirty="0">
                <a:latin typeface="Corbel"/>
                <a:cs typeface="Corbel"/>
              </a:rPr>
              <a:t> </a:t>
            </a:r>
            <a:r>
              <a:rPr sz="1100" i="1" spc="-10" dirty="0">
                <a:latin typeface="Corbel"/>
                <a:cs typeface="Corbel"/>
              </a:rPr>
              <a:t>state</a:t>
            </a:r>
            <a:endParaRPr sz="1100">
              <a:latin typeface="Corbel"/>
              <a:cs typeface="Corbel"/>
            </a:endParaRPr>
          </a:p>
        </p:txBody>
      </p:sp>
      <p:grpSp>
        <p:nvGrpSpPr>
          <p:cNvPr id="14" name="object 14"/>
          <p:cNvGrpSpPr/>
          <p:nvPr/>
        </p:nvGrpSpPr>
        <p:grpSpPr>
          <a:xfrm>
            <a:off x="1755775" y="3641238"/>
            <a:ext cx="1567180" cy="814705"/>
            <a:chOff x="1755775" y="3641238"/>
            <a:chExt cx="1567180" cy="814705"/>
          </a:xfrm>
        </p:grpSpPr>
        <p:sp>
          <p:nvSpPr>
            <p:cNvPr id="15" name="object 15"/>
            <p:cNvSpPr/>
            <p:nvPr/>
          </p:nvSpPr>
          <p:spPr>
            <a:xfrm>
              <a:off x="1762125" y="4030966"/>
              <a:ext cx="1554480" cy="418465"/>
            </a:xfrm>
            <a:custGeom>
              <a:avLst/>
              <a:gdLst/>
              <a:ahLst/>
              <a:cxnLst/>
              <a:rect l="l" t="t" r="r" b="b"/>
              <a:pathLst>
                <a:path w="1554479" h="418464">
                  <a:moveTo>
                    <a:pt x="0" y="0"/>
                  </a:moveTo>
                  <a:lnTo>
                    <a:pt x="1554480" y="0"/>
                  </a:lnTo>
                  <a:lnTo>
                    <a:pt x="1554480" y="418161"/>
                  </a:lnTo>
                  <a:lnTo>
                    <a:pt x="0" y="418161"/>
                  </a:lnTo>
                  <a:lnTo>
                    <a:pt x="0" y="0"/>
                  </a:lnTo>
                  <a:close/>
                </a:path>
              </a:pathLst>
            </a:custGeom>
            <a:ln w="12700">
              <a:solidFill>
                <a:srgbClr val="404040"/>
              </a:solidFill>
            </a:ln>
          </p:spPr>
          <p:txBody>
            <a:bodyPr wrap="square" lIns="0" tIns="0" rIns="0" bIns="0" rtlCol="0"/>
            <a:lstStyle/>
            <a:p>
              <a:endParaRPr/>
            </a:p>
          </p:txBody>
        </p:sp>
        <p:sp>
          <p:nvSpPr>
            <p:cNvPr id="16" name="object 16"/>
            <p:cNvSpPr/>
            <p:nvPr/>
          </p:nvSpPr>
          <p:spPr>
            <a:xfrm>
              <a:off x="2466641" y="3641238"/>
              <a:ext cx="538480" cy="431165"/>
            </a:xfrm>
            <a:custGeom>
              <a:avLst/>
              <a:gdLst/>
              <a:ahLst/>
              <a:cxnLst/>
              <a:rect l="l" t="t" r="r" b="b"/>
              <a:pathLst>
                <a:path w="538480" h="431164">
                  <a:moveTo>
                    <a:pt x="41275" y="354884"/>
                  </a:moveTo>
                  <a:lnTo>
                    <a:pt x="26243" y="356598"/>
                  </a:lnTo>
                  <a:lnTo>
                    <a:pt x="13053" y="364010"/>
                  </a:lnTo>
                  <a:lnTo>
                    <a:pt x="4042" y="375505"/>
                  </a:lnTo>
                  <a:lnTo>
                    <a:pt x="0" y="389540"/>
                  </a:lnTo>
                  <a:lnTo>
                    <a:pt x="1714" y="404572"/>
                  </a:lnTo>
                  <a:lnTo>
                    <a:pt x="9125" y="417762"/>
                  </a:lnTo>
                  <a:lnTo>
                    <a:pt x="20620" y="426772"/>
                  </a:lnTo>
                  <a:lnTo>
                    <a:pt x="34656" y="430815"/>
                  </a:lnTo>
                  <a:lnTo>
                    <a:pt x="49688" y="429101"/>
                  </a:lnTo>
                  <a:lnTo>
                    <a:pt x="62877" y="421689"/>
                  </a:lnTo>
                  <a:lnTo>
                    <a:pt x="71888" y="410194"/>
                  </a:lnTo>
                  <a:lnTo>
                    <a:pt x="74833" y="399971"/>
                  </a:lnTo>
                  <a:lnTo>
                    <a:pt x="36582" y="399971"/>
                  </a:lnTo>
                  <a:lnTo>
                    <a:pt x="33002" y="398141"/>
                  </a:lnTo>
                  <a:lnTo>
                    <a:pt x="30844" y="391467"/>
                  </a:lnTo>
                  <a:lnTo>
                    <a:pt x="32674" y="387887"/>
                  </a:lnTo>
                  <a:lnTo>
                    <a:pt x="70964" y="375505"/>
                  </a:lnTo>
                  <a:lnTo>
                    <a:pt x="66805" y="367937"/>
                  </a:lnTo>
                  <a:lnTo>
                    <a:pt x="55310" y="358927"/>
                  </a:lnTo>
                  <a:lnTo>
                    <a:pt x="41275" y="354884"/>
                  </a:lnTo>
                  <a:close/>
                </a:path>
                <a:path w="538480" h="431164">
                  <a:moveTo>
                    <a:pt x="71058" y="375505"/>
                  </a:moveTo>
                  <a:lnTo>
                    <a:pt x="32674" y="387887"/>
                  </a:lnTo>
                  <a:lnTo>
                    <a:pt x="30844" y="391467"/>
                  </a:lnTo>
                  <a:lnTo>
                    <a:pt x="33002" y="398141"/>
                  </a:lnTo>
                  <a:lnTo>
                    <a:pt x="36582" y="399971"/>
                  </a:lnTo>
                  <a:lnTo>
                    <a:pt x="74951" y="387563"/>
                  </a:lnTo>
                  <a:lnTo>
                    <a:pt x="74217" y="381126"/>
                  </a:lnTo>
                  <a:lnTo>
                    <a:pt x="71058" y="375505"/>
                  </a:lnTo>
                  <a:close/>
                </a:path>
                <a:path w="538480" h="431164">
                  <a:moveTo>
                    <a:pt x="74951" y="387563"/>
                  </a:moveTo>
                  <a:lnTo>
                    <a:pt x="36582" y="399971"/>
                  </a:lnTo>
                  <a:lnTo>
                    <a:pt x="74833" y="399971"/>
                  </a:lnTo>
                  <a:lnTo>
                    <a:pt x="75931" y="396159"/>
                  </a:lnTo>
                  <a:lnTo>
                    <a:pt x="74988" y="387887"/>
                  </a:lnTo>
                  <a:lnTo>
                    <a:pt x="74951" y="387563"/>
                  </a:lnTo>
                  <a:close/>
                </a:path>
                <a:path w="538480" h="431164">
                  <a:moveTo>
                    <a:pt x="487550" y="240796"/>
                  </a:moveTo>
                  <a:lnTo>
                    <a:pt x="71058" y="375505"/>
                  </a:lnTo>
                  <a:lnTo>
                    <a:pt x="74217" y="381126"/>
                  </a:lnTo>
                  <a:lnTo>
                    <a:pt x="74865" y="386807"/>
                  </a:lnTo>
                  <a:lnTo>
                    <a:pt x="74951" y="387563"/>
                  </a:lnTo>
                  <a:lnTo>
                    <a:pt x="498211" y="250695"/>
                  </a:lnTo>
                  <a:lnTo>
                    <a:pt x="499965" y="248381"/>
                  </a:lnTo>
                  <a:lnTo>
                    <a:pt x="500087" y="245226"/>
                  </a:lnTo>
                  <a:lnTo>
                    <a:pt x="487378" y="245226"/>
                  </a:lnTo>
                  <a:lnTo>
                    <a:pt x="487550" y="240796"/>
                  </a:lnTo>
                  <a:close/>
                </a:path>
                <a:path w="538480" h="431164">
                  <a:moveTo>
                    <a:pt x="491770" y="239431"/>
                  </a:moveTo>
                  <a:lnTo>
                    <a:pt x="487550" y="240796"/>
                  </a:lnTo>
                  <a:lnTo>
                    <a:pt x="487378" y="245226"/>
                  </a:lnTo>
                  <a:lnTo>
                    <a:pt x="491770" y="239431"/>
                  </a:lnTo>
                  <a:close/>
                </a:path>
                <a:path w="538480" h="431164">
                  <a:moveTo>
                    <a:pt x="500312" y="239431"/>
                  </a:moveTo>
                  <a:lnTo>
                    <a:pt x="491770" y="239431"/>
                  </a:lnTo>
                  <a:lnTo>
                    <a:pt x="487378" y="245226"/>
                  </a:lnTo>
                  <a:lnTo>
                    <a:pt x="500087" y="245226"/>
                  </a:lnTo>
                  <a:lnTo>
                    <a:pt x="500259" y="240796"/>
                  </a:lnTo>
                  <a:lnTo>
                    <a:pt x="500312" y="239431"/>
                  </a:lnTo>
                  <a:close/>
                </a:path>
                <a:path w="538480" h="431164">
                  <a:moveTo>
                    <a:pt x="493951" y="75897"/>
                  </a:moveTo>
                  <a:lnTo>
                    <a:pt x="487603" y="239431"/>
                  </a:lnTo>
                  <a:lnTo>
                    <a:pt x="487550" y="240796"/>
                  </a:lnTo>
                  <a:lnTo>
                    <a:pt x="491770" y="239431"/>
                  </a:lnTo>
                  <a:lnTo>
                    <a:pt x="500312" y="239431"/>
                  </a:lnTo>
                  <a:lnTo>
                    <a:pt x="506594" y="77621"/>
                  </a:lnTo>
                  <a:lnTo>
                    <a:pt x="506642" y="76389"/>
                  </a:lnTo>
                  <a:lnTo>
                    <a:pt x="493951" y="75897"/>
                  </a:lnTo>
                  <a:close/>
                </a:path>
                <a:path w="538480" h="431164">
                  <a:moveTo>
                    <a:pt x="529025" y="56970"/>
                  </a:moveTo>
                  <a:lnTo>
                    <a:pt x="497531" y="56970"/>
                  </a:lnTo>
                  <a:lnTo>
                    <a:pt x="504540" y="57243"/>
                  </a:lnTo>
                  <a:lnTo>
                    <a:pt x="507270" y="60194"/>
                  </a:lnTo>
                  <a:lnTo>
                    <a:pt x="506709" y="74665"/>
                  </a:lnTo>
                  <a:lnTo>
                    <a:pt x="506642" y="76389"/>
                  </a:lnTo>
                  <a:lnTo>
                    <a:pt x="538368" y="77621"/>
                  </a:lnTo>
                  <a:lnTo>
                    <a:pt x="529149" y="57243"/>
                  </a:lnTo>
                  <a:lnTo>
                    <a:pt x="529025" y="56970"/>
                  </a:lnTo>
                  <a:close/>
                </a:path>
                <a:path w="538480" h="431164">
                  <a:moveTo>
                    <a:pt x="497531" y="56970"/>
                  </a:moveTo>
                  <a:lnTo>
                    <a:pt x="494579" y="59701"/>
                  </a:lnTo>
                  <a:lnTo>
                    <a:pt x="493998" y="74665"/>
                  </a:lnTo>
                  <a:lnTo>
                    <a:pt x="493951" y="75897"/>
                  </a:lnTo>
                  <a:lnTo>
                    <a:pt x="506642" y="76389"/>
                  </a:lnTo>
                  <a:lnTo>
                    <a:pt x="507270" y="60194"/>
                  </a:lnTo>
                  <a:lnTo>
                    <a:pt x="504540" y="57243"/>
                  </a:lnTo>
                  <a:lnTo>
                    <a:pt x="497531" y="56970"/>
                  </a:lnTo>
                  <a:close/>
                </a:path>
                <a:path w="538480" h="431164">
                  <a:moveTo>
                    <a:pt x="503252" y="0"/>
                  </a:moveTo>
                  <a:lnTo>
                    <a:pt x="462225" y="74665"/>
                  </a:lnTo>
                  <a:lnTo>
                    <a:pt x="493951" y="75897"/>
                  </a:lnTo>
                  <a:lnTo>
                    <a:pt x="494560" y="60194"/>
                  </a:lnTo>
                  <a:lnTo>
                    <a:pt x="494579" y="59701"/>
                  </a:lnTo>
                  <a:lnTo>
                    <a:pt x="497531" y="56970"/>
                  </a:lnTo>
                  <a:lnTo>
                    <a:pt x="529025" y="56970"/>
                  </a:lnTo>
                  <a:lnTo>
                    <a:pt x="503252" y="0"/>
                  </a:lnTo>
                  <a:close/>
                </a:path>
              </a:pathLst>
            </a:custGeom>
            <a:solidFill>
              <a:srgbClr val="404040"/>
            </a:solidFill>
          </p:spPr>
          <p:txBody>
            <a:bodyPr wrap="square" lIns="0" tIns="0" rIns="0" bIns="0" rtlCol="0"/>
            <a:lstStyle/>
            <a:p>
              <a:endParaRPr/>
            </a:p>
          </p:txBody>
        </p:sp>
      </p:grpSp>
      <p:sp>
        <p:nvSpPr>
          <p:cNvPr id="17" name="object 17"/>
          <p:cNvSpPr txBox="1"/>
          <p:nvPr/>
        </p:nvSpPr>
        <p:spPr>
          <a:xfrm>
            <a:off x="1840864" y="4123435"/>
            <a:ext cx="103124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orbel"/>
                <a:cs typeface="Corbel"/>
              </a:rPr>
              <a:t>Capacity</a:t>
            </a:r>
            <a:r>
              <a:rPr sz="1200" b="1" spc="-50" dirty="0">
                <a:latin typeface="Corbel"/>
                <a:cs typeface="Corbel"/>
              </a:rPr>
              <a:t> </a:t>
            </a:r>
            <a:r>
              <a:rPr sz="1200" b="1" spc="-10" dirty="0">
                <a:latin typeface="Corbel"/>
                <a:cs typeface="Corbel"/>
              </a:rPr>
              <a:t>(maH)</a:t>
            </a:r>
            <a:endParaRPr sz="1200">
              <a:latin typeface="Corbel"/>
              <a:cs typeface="Corbel"/>
            </a:endParaRPr>
          </a:p>
        </p:txBody>
      </p:sp>
      <p:sp>
        <p:nvSpPr>
          <p:cNvPr id="18" name="object 18"/>
          <p:cNvSpPr txBox="1"/>
          <p:nvPr/>
        </p:nvSpPr>
        <p:spPr>
          <a:xfrm>
            <a:off x="1840864" y="4468367"/>
            <a:ext cx="1184910" cy="345440"/>
          </a:xfrm>
          <a:prstGeom prst="rect">
            <a:avLst/>
          </a:prstGeom>
        </p:spPr>
        <p:txBody>
          <a:bodyPr vert="horz" wrap="square" lIns="0" tIns="30480" rIns="0" bIns="0" rtlCol="0">
            <a:spAutoFit/>
          </a:bodyPr>
          <a:lstStyle/>
          <a:p>
            <a:pPr marL="12700" marR="5080">
              <a:lnSpc>
                <a:spcPts val="1200"/>
              </a:lnSpc>
              <a:spcBef>
                <a:spcPts val="240"/>
              </a:spcBef>
            </a:pPr>
            <a:r>
              <a:rPr sz="1100" i="1" spc="-35" dirty="0">
                <a:latin typeface="Corbel"/>
                <a:cs typeface="Corbel"/>
              </a:rPr>
              <a:t>Amount</a:t>
            </a:r>
            <a:r>
              <a:rPr sz="1100" i="1" spc="-10" dirty="0">
                <a:latin typeface="Corbel"/>
                <a:cs typeface="Corbel"/>
              </a:rPr>
              <a:t> </a:t>
            </a:r>
            <a:r>
              <a:rPr sz="1100" i="1" spc="-20" dirty="0">
                <a:latin typeface="Corbel"/>
                <a:cs typeface="Corbel"/>
              </a:rPr>
              <a:t>of</a:t>
            </a:r>
            <a:r>
              <a:rPr sz="1100" i="1" spc="-10" dirty="0">
                <a:latin typeface="Corbel"/>
                <a:cs typeface="Corbel"/>
              </a:rPr>
              <a:t> </a:t>
            </a:r>
            <a:r>
              <a:rPr sz="1100" i="1" spc="-30" dirty="0">
                <a:latin typeface="Corbel"/>
                <a:cs typeface="Corbel"/>
              </a:rPr>
              <a:t>energy</a:t>
            </a:r>
            <a:r>
              <a:rPr sz="1100" i="1" spc="-25" dirty="0">
                <a:latin typeface="Corbel"/>
                <a:cs typeface="Corbel"/>
              </a:rPr>
              <a:t> the</a:t>
            </a:r>
            <a:r>
              <a:rPr sz="1100" i="1" spc="500" dirty="0">
                <a:latin typeface="Corbel"/>
                <a:cs typeface="Corbel"/>
              </a:rPr>
              <a:t> </a:t>
            </a:r>
            <a:r>
              <a:rPr sz="1100" i="1" spc="-25" dirty="0">
                <a:latin typeface="Corbel"/>
                <a:cs typeface="Corbel"/>
              </a:rPr>
              <a:t>battery</a:t>
            </a:r>
            <a:r>
              <a:rPr sz="1100" i="1" spc="-15" dirty="0">
                <a:latin typeface="Corbel"/>
                <a:cs typeface="Corbel"/>
              </a:rPr>
              <a:t> </a:t>
            </a:r>
            <a:r>
              <a:rPr sz="1100" i="1" spc="-20" dirty="0">
                <a:latin typeface="Corbel"/>
                <a:cs typeface="Corbel"/>
              </a:rPr>
              <a:t>can</a:t>
            </a:r>
            <a:r>
              <a:rPr sz="1100" i="1" spc="-15" dirty="0">
                <a:latin typeface="Corbel"/>
                <a:cs typeface="Corbel"/>
              </a:rPr>
              <a:t> </a:t>
            </a:r>
            <a:r>
              <a:rPr sz="1100" i="1" spc="-10" dirty="0">
                <a:latin typeface="Corbel"/>
                <a:cs typeface="Corbel"/>
              </a:rPr>
              <a:t>store</a:t>
            </a:r>
            <a:endParaRPr sz="1100">
              <a:latin typeface="Corbel"/>
              <a:cs typeface="Corbel"/>
            </a:endParaRPr>
          </a:p>
        </p:txBody>
      </p:sp>
      <p:grpSp>
        <p:nvGrpSpPr>
          <p:cNvPr id="19" name="object 19"/>
          <p:cNvGrpSpPr/>
          <p:nvPr/>
        </p:nvGrpSpPr>
        <p:grpSpPr>
          <a:xfrm>
            <a:off x="3576119" y="2255003"/>
            <a:ext cx="2726690" cy="996315"/>
            <a:chOff x="3576119" y="2255003"/>
            <a:chExt cx="2726690" cy="996315"/>
          </a:xfrm>
        </p:grpSpPr>
        <p:sp>
          <p:nvSpPr>
            <p:cNvPr id="20" name="object 20"/>
            <p:cNvSpPr/>
            <p:nvPr/>
          </p:nvSpPr>
          <p:spPr>
            <a:xfrm>
              <a:off x="4741544" y="2261353"/>
              <a:ext cx="1554480" cy="418465"/>
            </a:xfrm>
            <a:custGeom>
              <a:avLst/>
              <a:gdLst/>
              <a:ahLst/>
              <a:cxnLst/>
              <a:rect l="l" t="t" r="r" b="b"/>
              <a:pathLst>
                <a:path w="1554479" h="418464">
                  <a:moveTo>
                    <a:pt x="0" y="0"/>
                  </a:moveTo>
                  <a:lnTo>
                    <a:pt x="1554480" y="0"/>
                  </a:lnTo>
                  <a:lnTo>
                    <a:pt x="1554480" y="418161"/>
                  </a:lnTo>
                  <a:lnTo>
                    <a:pt x="0" y="418161"/>
                  </a:lnTo>
                  <a:lnTo>
                    <a:pt x="0" y="0"/>
                  </a:lnTo>
                  <a:close/>
                </a:path>
              </a:pathLst>
            </a:custGeom>
            <a:ln w="12700">
              <a:solidFill>
                <a:srgbClr val="404040"/>
              </a:solidFill>
            </a:ln>
          </p:spPr>
          <p:txBody>
            <a:bodyPr wrap="square" lIns="0" tIns="0" rIns="0" bIns="0" rtlCol="0"/>
            <a:lstStyle/>
            <a:p>
              <a:endParaRPr/>
            </a:p>
          </p:txBody>
        </p:sp>
        <p:sp>
          <p:nvSpPr>
            <p:cNvPr id="21" name="object 21"/>
            <p:cNvSpPr/>
            <p:nvPr/>
          </p:nvSpPr>
          <p:spPr>
            <a:xfrm>
              <a:off x="3576119" y="2432179"/>
              <a:ext cx="1214755" cy="819150"/>
            </a:xfrm>
            <a:custGeom>
              <a:avLst/>
              <a:gdLst/>
              <a:ahLst/>
              <a:cxnLst/>
              <a:rect l="l" t="t" r="r" b="b"/>
              <a:pathLst>
                <a:path w="1214754" h="819150">
                  <a:moveTo>
                    <a:pt x="0" y="734187"/>
                  </a:moveTo>
                  <a:lnTo>
                    <a:pt x="11007" y="818667"/>
                  </a:lnTo>
                  <a:lnTo>
                    <a:pt x="65166" y="765826"/>
                  </a:lnTo>
                  <a:lnTo>
                    <a:pt x="33059" y="765826"/>
                  </a:lnTo>
                  <a:lnTo>
                    <a:pt x="26433" y="763526"/>
                  </a:lnTo>
                  <a:lnTo>
                    <a:pt x="24679" y="759908"/>
                  </a:lnTo>
                  <a:lnTo>
                    <a:pt x="29994" y="744597"/>
                  </a:lnTo>
                  <a:lnTo>
                    <a:pt x="0" y="734187"/>
                  </a:lnTo>
                  <a:close/>
                </a:path>
                <a:path w="1214754" h="819150">
                  <a:moveTo>
                    <a:pt x="29994" y="744597"/>
                  </a:moveTo>
                  <a:lnTo>
                    <a:pt x="24679" y="759908"/>
                  </a:lnTo>
                  <a:lnTo>
                    <a:pt x="26433" y="763526"/>
                  </a:lnTo>
                  <a:lnTo>
                    <a:pt x="33059" y="765826"/>
                  </a:lnTo>
                  <a:lnTo>
                    <a:pt x="36677" y="764074"/>
                  </a:lnTo>
                  <a:lnTo>
                    <a:pt x="41992" y="748762"/>
                  </a:lnTo>
                  <a:lnTo>
                    <a:pt x="29994" y="744597"/>
                  </a:lnTo>
                  <a:close/>
                </a:path>
                <a:path w="1214754" h="819150">
                  <a:moveTo>
                    <a:pt x="41992" y="748762"/>
                  </a:moveTo>
                  <a:lnTo>
                    <a:pt x="36677" y="764074"/>
                  </a:lnTo>
                  <a:lnTo>
                    <a:pt x="33059" y="765826"/>
                  </a:lnTo>
                  <a:lnTo>
                    <a:pt x="65166" y="765826"/>
                  </a:lnTo>
                  <a:lnTo>
                    <a:pt x="71986" y="759173"/>
                  </a:lnTo>
                  <a:lnTo>
                    <a:pt x="41992" y="748762"/>
                  </a:lnTo>
                  <a:close/>
                </a:path>
                <a:path w="1214754" h="819150">
                  <a:moveTo>
                    <a:pt x="1139544" y="44256"/>
                  </a:moveTo>
                  <a:lnTo>
                    <a:pt x="153741" y="390771"/>
                  </a:lnTo>
                  <a:lnTo>
                    <a:pt x="152308" y="392210"/>
                  </a:lnTo>
                  <a:lnTo>
                    <a:pt x="29994" y="744597"/>
                  </a:lnTo>
                  <a:lnTo>
                    <a:pt x="41992" y="748762"/>
                  </a:lnTo>
                  <a:lnTo>
                    <a:pt x="162314" y="402111"/>
                  </a:lnTo>
                  <a:lnTo>
                    <a:pt x="159778" y="402111"/>
                  </a:lnTo>
                  <a:lnTo>
                    <a:pt x="163671" y="398202"/>
                  </a:lnTo>
                  <a:lnTo>
                    <a:pt x="170899" y="398202"/>
                  </a:lnTo>
                  <a:lnTo>
                    <a:pt x="1143756" y="56237"/>
                  </a:lnTo>
                  <a:lnTo>
                    <a:pt x="1140440" y="50671"/>
                  </a:lnTo>
                  <a:lnTo>
                    <a:pt x="1139544" y="44256"/>
                  </a:lnTo>
                  <a:close/>
                </a:path>
                <a:path w="1214754" h="819150">
                  <a:moveTo>
                    <a:pt x="163671" y="398202"/>
                  </a:moveTo>
                  <a:lnTo>
                    <a:pt x="159778" y="402111"/>
                  </a:lnTo>
                  <a:lnTo>
                    <a:pt x="162666" y="401096"/>
                  </a:lnTo>
                  <a:lnTo>
                    <a:pt x="163671" y="398202"/>
                  </a:lnTo>
                  <a:close/>
                </a:path>
                <a:path w="1214754" h="819150">
                  <a:moveTo>
                    <a:pt x="162666" y="401096"/>
                  </a:moveTo>
                  <a:lnTo>
                    <a:pt x="159778" y="402111"/>
                  </a:lnTo>
                  <a:lnTo>
                    <a:pt x="162314" y="402111"/>
                  </a:lnTo>
                  <a:lnTo>
                    <a:pt x="162666" y="401096"/>
                  </a:lnTo>
                  <a:close/>
                </a:path>
                <a:path w="1214754" h="819150">
                  <a:moveTo>
                    <a:pt x="170899" y="398202"/>
                  </a:moveTo>
                  <a:lnTo>
                    <a:pt x="163671" y="398202"/>
                  </a:lnTo>
                  <a:lnTo>
                    <a:pt x="162666" y="401096"/>
                  </a:lnTo>
                  <a:lnTo>
                    <a:pt x="170899" y="398202"/>
                  </a:lnTo>
                  <a:close/>
                </a:path>
                <a:path w="1214754" h="819150">
                  <a:moveTo>
                    <a:pt x="1213095" y="30883"/>
                  </a:moveTo>
                  <a:lnTo>
                    <a:pt x="1177588" y="30883"/>
                  </a:lnTo>
                  <a:lnTo>
                    <a:pt x="1181213" y="32622"/>
                  </a:lnTo>
                  <a:lnTo>
                    <a:pt x="1183539" y="39240"/>
                  </a:lnTo>
                  <a:lnTo>
                    <a:pt x="1181799" y="42865"/>
                  </a:lnTo>
                  <a:lnTo>
                    <a:pt x="1143756" y="56237"/>
                  </a:lnTo>
                  <a:lnTo>
                    <a:pt x="1148183" y="63669"/>
                  </a:lnTo>
                  <a:lnTo>
                    <a:pt x="1159903" y="72387"/>
                  </a:lnTo>
                  <a:lnTo>
                    <a:pt x="1174035" y="76074"/>
                  </a:lnTo>
                  <a:lnTo>
                    <a:pt x="1189019" y="73981"/>
                  </a:lnTo>
                  <a:lnTo>
                    <a:pt x="1202018" y="66238"/>
                  </a:lnTo>
                  <a:lnTo>
                    <a:pt x="1210735" y="54519"/>
                  </a:lnTo>
                  <a:lnTo>
                    <a:pt x="1214422" y="40386"/>
                  </a:lnTo>
                  <a:lnTo>
                    <a:pt x="1213095" y="30883"/>
                  </a:lnTo>
                  <a:close/>
                </a:path>
                <a:path w="1214754" h="819150">
                  <a:moveTo>
                    <a:pt x="1177588" y="30883"/>
                  </a:moveTo>
                  <a:lnTo>
                    <a:pt x="1139544" y="44256"/>
                  </a:lnTo>
                  <a:lnTo>
                    <a:pt x="1140440" y="50671"/>
                  </a:lnTo>
                  <a:lnTo>
                    <a:pt x="1143756" y="56237"/>
                  </a:lnTo>
                  <a:lnTo>
                    <a:pt x="1181799" y="42865"/>
                  </a:lnTo>
                  <a:lnTo>
                    <a:pt x="1183539" y="39240"/>
                  </a:lnTo>
                  <a:lnTo>
                    <a:pt x="1181213" y="32622"/>
                  </a:lnTo>
                  <a:lnTo>
                    <a:pt x="1177588" y="30883"/>
                  </a:lnTo>
                  <a:close/>
                </a:path>
                <a:path w="1214754" h="819150">
                  <a:moveTo>
                    <a:pt x="1178734" y="0"/>
                  </a:moveTo>
                  <a:lnTo>
                    <a:pt x="1163750" y="2093"/>
                  </a:lnTo>
                  <a:lnTo>
                    <a:pt x="1150752" y="9835"/>
                  </a:lnTo>
                  <a:lnTo>
                    <a:pt x="1142034" y="21554"/>
                  </a:lnTo>
                  <a:lnTo>
                    <a:pt x="1138347" y="35687"/>
                  </a:lnTo>
                  <a:lnTo>
                    <a:pt x="1139512" y="44028"/>
                  </a:lnTo>
                  <a:lnTo>
                    <a:pt x="1139544" y="44256"/>
                  </a:lnTo>
                  <a:lnTo>
                    <a:pt x="1177588" y="30883"/>
                  </a:lnTo>
                  <a:lnTo>
                    <a:pt x="1213095" y="30883"/>
                  </a:lnTo>
                  <a:lnTo>
                    <a:pt x="1212329" y="25402"/>
                  </a:lnTo>
                  <a:lnTo>
                    <a:pt x="1204586" y="12404"/>
                  </a:lnTo>
                  <a:lnTo>
                    <a:pt x="1192867" y="3687"/>
                  </a:lnTo>
                  <a:lnTo>
                    <a:pt x="1178734" y="0"/>
                  </a:lnTo>
                  <a:close/>
                </a:path>
              </a:pathLst>
            </a:custGeom>
            <a:solidFill>
              <a:srgbClr val="404040"/>
            </a:solidFill>
          </p:spPr>
          <p:txBody>
            <a:bodyPr wrap="square" lIns="0" tIns="0" rIns="0" bIns="0" rtlCol="0"/>
            <a:lstStyle/>
            <a:p>
              <a:endParaRPr/>
            </a:p>
          </p:txBody>
        </p:sp>
      </p:grpSp>
      <p:sp>
        <p:nvSpPr>
          <p:cNvPr id="22" name="object 22"/>
          <p:cNvSpPr txBox="1"/>
          <p:nvPr/>
        </p:nvSpPr>
        <p:spPr>
          <a:xfrm>
            <a:off x="4820284" y="2261108"/>
            <a:ext cx="1296670" cy="1763395"/>
          </a:xfrm>
          <a:prstGeom prst="rect">
            <a:avLst/>
          </a:prstGeom>
        </p:spPr>
        <p:txBody>
          <a:bodyPr vert="horz" wrap="square" lIns="0" tIns="3175" rIns="0" bIns="0" rtlCol="0">
            <a:spAutoFit/>
          </a:bodyPr>
          <a:lstStyle/>
          <a:p>
            <a:pPr marL="12700" marR="5080">
              <a:lnSpc>
                <a:spcPct val="105000"/>
              </a:lnSpc>
              <a:spcBef>
                <a:spcPts val="25"/>
              </a:spcBef>
            </a:pPr>
            <a:r>
              <a:rPr sz="1200" b="1" spc="-10" dirty="0">
                <a:latin typeface="Corbel"/>
                <a:cs typeface="Corbel"/>
              </a:rPr>
              <a:t>Cell</a:t>
            </a:r>
            <a:r>
              <a:rPr sz="1200" b="1" spc="-50" dirty="0">
                <a:latin typeface="Corbel"/>
                <a:cs typeface="Corbel"/>
              </a:rPr>
              <a:t> </a:t>
            </a:r>
            <a:r>
              <a:rPr sz="1200" b="1" dirty="0">
                <a:latin typeface="Corbel"/>
                <a:cs typeface="Corbel"/>
              </a:rPr>
              <a:t>Count /</a:t>
            </a:r>
            <a:r>
              <a:rPr sz="1200" b="1" spc="-85" dirty="0">
                <a:latin typeface="Corbel"/>
                <a:cs typeface="Corbel"/>
              </a:rPr>
              <a:t> </a:t>
            </a:r>
            <a:r>
              <a:rPr sz="1200" b="1" spc="-10" dirty="0">
                <a:latin typeface="Corbel"/>
                <a:cs typeface="Corbel"/>
              </a:rPr>
              <a:t>Voltage </a:t>
            </a:r>
            <a:r>
              <a:rPr sz="1200" b="1" dirty="0">
                <a:latin typeface="Corbel"/>
                <a:cs typeface="Corbel"/>
              </a:rPr>
              <a:t>2S</a:t>
            </a:r>
            <a:r>
              <a:rPr sz="1200" b="1" spc="-5" dirty="0">
                <a:latin typeface="Corbel"/>
                <a:cs typeface="Corbel"/>
              </a:rPr>
              <a:t> </a:t>
            </a:r>
            <a:r>
              <a:rPr sz="1200" b="1" dirty="0">
                <a:latin typeface="Corbel"/>
                <a:cs typeface="Corbel"/>
              </a:rPr>
              <a:t>/</a:t>
            </a:r>
            <a:r>
              <a:rPr sz="1200" b="1" spc="-5" dirty="0">
                <a:latin typeface="Corbel"/>
                <a:cs typeface="Corbel"/>
              </a:rPr>
              <a:t> </a:t>
            </a:r>
            <a:r>
              <a:rPr sz="1200" b="1" spc="-20" dirty="0">
                <a:latin typeface="Corbel"/>
                <a:cs typeface="Corbel"/>
              </a:rPr>
              <a:t>7.4V</a:t>
            </a:r>
            <a:endParaRPr sz="1200">
              <a:latin typeface="Corbel"/>
              <a:cs typeface="Corbel"/>
            </a:endParaRPr>
          </a:p>
          <a:p>
            <a:pPr marL="184150" marR="254000" indent="-171450">
              <a:lnSpc>
                <a:spcPts val="1200"/>
              </a:lnSpc>
              <a:spcBef>
                <a:spcPts val="770"/>
              </a:spcBef>
            </a:pPr>
            <a:r>
              <a:rPr sz="1100" dirty="0">
                <a:latin typeface="Corbel"/>
                <a:cs typeface="Corbel"/>
              </a:rPr>
              <a:t>-</a:t>
            </a:r>
            <a:r>
              <a:rPr sz="1100" spc="280" dirty="0">
                <a:latin typeface="Corbel"/>
                <a:cs typeface="Corbel"/>
              </a:rPr>
              <a:t>  </a:t>
            </a:r>
            <a:r>
              <a:rPr sz="1100" i="1" spc="-30" dirty="0">
                <a:latin typeface="Corbel"/>
                <a:cs typeface="Corbel"/>
              </a:rPr>
              <a:t>Number</a:t>
            </a:r>
            <a:r>
              <a:rPr sz="1100" i="1" spc="-20" dirty="0">
                <a:latin typeface="Corbel"/>
                <a:cs typeface="Corbel"/>
              </a:rPr>
              <a:t> of</a:t>
            </a:r>
            <a:r>
              <a:rPr sz="1100" i="1" spc="-25" dirty="0">
                <a:latin typeface="Corbel"/>
                <a:cs typeface="Corbel"/>
              </a:rPr>
              <a:t> </a:t>
            </a:r>
            <a:r>
              <a:rPr sz="1100" i="1" spc="-20" dirty="0">
                <a:latin typeface="Corbel"/>
                <a:cs typeface="Corbel"/>
              </a:rPr>
              <a:t>cell </a:t>
            </a:r>
            <a:r>
              <a:rPr sz="1100" i="1" spc="-25" dirty="0">
                <a:latin typeface="Corbel"/>
                <a:cs typeface="Corbel"/>
              </a:rPr>
              <a:t>multiply</a:t>
            </a:r>
            <a:r>
              <a:rPr sz="1100" i="1" spc="-20" dirty="0">
                <a:latin typeface="Corbel"/>
                <a:cs typeface="Corbel"/>
              </a:rPr>
              <a:t> by 3.7V</a:t>
            </a:r>
            <a:endParaRPr sz="1100">
              <a:latin typeface="Corbel"/>
              <a:cs typeface="Corbel"/>
            </a:endParaRPr>
          </a:p>
          <a:p>
            <a:pPr marL="184150" marR="5080" indent="-171450">
              <a:lnSpc>
                <a:spcPct val="94500"/>
              </a:lnSpc>
              <a:spcBef>
                <a:spcPts val="1325"/>
              </a:spcBef>
            </a:pPr>
            <a:r>
              <a:rPr sz="1100" dirty="0">
                <a:latin typeface="Corbel"/>
                <a:cs typeface="Corbel"/>
              </a:rPr>
              <a:t>-</a:t>
            </a:r>
            <a:r>
              <a:rPr sz="1100" spc="285" dirty="0">
                <a:latin typeface="Corbel"/>
                <a:cs typeface="Corbel"/>
              </a:rPr>
              <a:t>  </a:t>
            </a:r>
            <a:r>
              <a:rPr sz="1100" i="1" spc="-25" dirty="0">
                <a:latin typeface="Corbel"/>
                <a:cs typeface="Corbel"/>
              </a:rPr>
              <a:t>Voltage</a:t>
            </a:r>
            <a:r>
              <a:rPr sz="1100" i="1" spc="-30" dirty="0">
                <a:latin typeface="Corbel"/>
                <a:cs typeface="Corbel"/>
              </a:rPr>
              <a:t> </a:t>
            </a:r>
            <a:r>
              <a:rPr sz="1100" i="1" spc="-10" dirty="0">
                <a:latin typeface="Corbel"/>
                <a:cs typeface="Corbel"/>
              </a:rPr>
              <a:t>potential </a:t>
            </a:r>
            <a:r>
              <a:rPr sz="1100" i="1" spc="-30" dirty="0">
                <a:latin typeface="Corbel"/>
                <a:cs typeface="Corbel"/>
              </a:rPr>
              <a:t>energy</a:t>
            </a:r>
            <a:r>
              <a:rPr sz="1100" i="1" spc="-15" dirty="0">
                <a:latin typeface="Corbel"/>
                <a:cs typeface="Corbel"/>
              </a:rPr>
              <a:t> </a:t>
            </a:r>
            <a:r>
              <a:rPr sz="1100" i="1" spc="-10" dirty="0">
                <a:latin typeface="Corbel"/>
                <a:cs typeface="Corbel"/>
              </a:rPr>
              <a:t>difference </a:t>
            </a:r>
            <a:r>
              <a:rPr sz="1100" i="1" spc="-30" dirty="0">
                <a:latin typeface="Corbel"/>
                <a:cs typeface="Corbel"/>
              </a:rPr>
              <a:t>between </a:t>
            </a:r>
            <a:r>
              <a:rPr sz="1100" i="1" spc="-10" dirty="0">
                <a:latin typeface="Corbel"/>
                <a:cs typeface="Corbel"/>
              </a:rPr>
              <a:t>the</a:t>
            </a:r>
            <a:r>
              <a:rPr sz="1100" i="1" spc="-25" dirty="0">
                <a:latin typeface="Corbel"/>
                <a:cs typeface="Corbel"/>
              </a:rPr>
              <a:t> positive</a:t>
            </a:r>
            <a:r>
              <a:rPr sz="1100" i="1" spc="500" dirty="0">
                <a:latin typeface="Corbel"/>
                <a:cs typeface="Corbel"/>
              </a:rPr>
              <a:t> </a:t>
            </a:r>
            <a:r>
              <a:rPr sz="1100" i="1" spc="-25" dirty="0">
                <a:latin typeface="Corbel"/>
                <a:cs typeface="Corbel"/>
              </a:rPr>
              <a:t>and</a:t>
            </a:r>
            <a:r>
              <a:rPr sz="1100" i="1" spc="-30" dirty="0">
                <a:latin typeface="Corbel"/>
                <a:cs typeface="Corbel"/>
              </a:rPr>
              <a:t> </a:t>
            </a:r>
            <a:r>
              <a:rPr sz="1100" i="1" spc="-10" dirty="0">
                <a:latin typeface="Corbel"/>
                <a:cs typeface="Corbel"/>
              </a:rPr>
              <a:t>negative terminals</a:t>
            </a:r>
            <a:endParaRPr sz="1100">
              <a:latin typeface="Corbel"/>
              <a:cs typeface="Corbel"/>
            </a:endParaRPr>
          </a:p>
        </p:txBody>
      </p:sp>
      <p:sp>
        <p:nvSpPr>
          <p:cNvPr id="23" name="object 23"/>
          <p:cNvSpPr txBox="1"/>
          <p:nvPr/>
        </p:nvSpPr>
        <p:spPr>
          <a:xfrm>
            <a:off x="1840864" y="2469388"/>
            <a:ext cx="1484630" cy="513080"/>
          </a:xfrm>
          <a:prstGeom prst="rect">
            <a:avLst/>
          </a:prstGeom>
        </p:spPr>
        <p:txBody>
          <a:bodyPr vert="horz" wrap="square" lIns="0" tIns="12700" rIns="0" bIns="0" rtlCol="0">
            <a:spAutoFit/>
          </a:bodyPr>
          <a:lstStyle/>
          <a:p>
            <a:pPr marL="12700" marR="5080">
              <a:lnSpc>
                <a:spcPct val="100000"/>
              </a:lnSpc>
              <a:spcBef>
                <a:spcPts val="100"/>
              </a:spcBef>
            </a:pPr>
            <a:r>
              <a:rPr sz="1600" b="1" dirty="0">
                <a:latin typeface="Corbel"/>
                <a:cs typeface="Corbel"/>
              </a:rPr>
              <a:t>Lithium</a:t>
            </a:r>
            <a:r>
              <a:rPr sz="1600" b="1" spc="-50" dirty="0">
                <a:latin typeface="Corbel"/>
                <a:cs typeface="Corbel"/>
              </a:rPr>
              <a:t> </a:t>
            </a:r>
            <a:r>
              <a:rPr sz="1600" b="1" spc="-10" dirty="0">
                <a:latin typeface="Corbel"/>
                <a:cs typeface="Corbel"/>
              </a:rPr>
              <a:t>Polymer Battery</a:t>
            </a:r>
            <a:endParaRPr sz="1600" dirty="0">
              <a:latin typeface="Corbel"/>
              <a:cs typeface="Corbel"/>
            </a:endParaRPr>
          </a:p>
        </p:txBody>
      </p:sp>
      <p:sp>
        <p:nvSpPr>
          <p:cNvPr id="24" name="object 24"/>
          <p:cNvSpPr txBox="1"/>
          <p:nvPr/>
        </p:nvSpPr>
        <p:spPr>
          <a:xfrm>
            <a:off x="7572416" y="2655315"/>
            <a:ext cx="235140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Battery</a:t>
            </a:r>
            <a:r>
              <a:rPr sz="1600" b="1" spc="10" dirty="0">
                <a:latin typeface="Corbel"/>
                <a:cs typeface="Corbel"/>
              </a:rPr>
              <a:t> </a:t>
            </a:r>
            <a:r>
              <a:rPr sz="1600" b="1" spc="-10" dirty="0">
                <a:latin typeface="Corbel"/>
                <a:cs typeface="Corbel"/>
              </a:rPr>
              <a:t>Elimination</a:t>
            </a:r>
            <a:r>
              <a:rPr sz="1600" b="1" spc="-55" dirty="0">
                <a:latin typeface="Corbel"/>
                <a:cs typeface="Corbel"/>
              </a:rPr>
              <a:t> </a:t>
            </a:r>
            <a:r>
              <a:rPr sz="1600" b="1" spc="-10" dirty="0">
                <a:latin typeface="Corbel"/>
                <a:cs typeface="Corbel"/>
              </a:rPr>
              <a:t>Circuit</a:t>
            </a:r>
            <a:endParaRPr sz="1600">
              <a:latin typeface="Corbel"/>
              <a:cs typeface="Corbel"/>
            </a:endParaRPr>
          </a:p>
        </p:txBody>
      </p:sp>
      <p:sp>
        <p:nvSpPr>
          <p:cNvPr id="25" name="object 25"/>
          <p:cNvSpPr txBox="1"/>
          <p:nvPr/>
        </p:nvSpPr>
        <p:spPr>
          <a:xfrm>
            <a:off x="7572416" y="2898140"/>
            <a:ext cx="3442335" cy="397510"/>
          </a:xfrm>
          <a:prstGeom prst="rect">
            <a:avLst/>
          </a:prstGeom>
        </p:spPr>
        <p:txBody>
          <a:bodyPr vert="horz" wrap="square" lIns="0" tIns="6350" rIns="0" bIns="0" rtlCol="0">
            <a:spAutoFit/>
          </a:bodyPr>
          <a:lstStyle/>
          <a:p>
            <a:pPr marL="184150" marR="5080" indent="-171450">
              <a:lnSpc>
                <a:spcPct val="103299"/>
              </a:lnSpc>
              <a:spcBef>
                <a:spcPts val="50"/>
              </a:spcBef>
            </a:pPr>
            <a:r>
              <a:rPr sz="1200" dirty="0">
                <a:latin typeface="Corbel"/>
                <a:cs typeface="Corbel"/>
              </a:rPr>
              <a:t>-</a:t>
            </a:r>
            <a:r>
              <a:rPr sz="1200" spc="204" dirty="0">
                <a:latin typeface="Corbel"/>
                <a:cs typeface="Corbel"/>
              </a:rPr>
              <a:t>  </a:t>
            </a:r>
            <a:r>
              <a:rPr sz="1200" b="1" i="1" dirty="0">
                <a:latin typeface="Corbel"/>
                <a:cs typeface="Corbel"/>
              </a:rPr>
              <a:t>BEC</a:t>
            </a:r>
            <a:r>
              <a:rPr sz="1200" b="1" i="1" spc="-25" dirty="0">
                <a:latin typeface="Corbel"/>
                <a:cs typeface="Corbel"/>
              </a:rPr>
              <a:t> </a:t>
            </a:r>
            <a:r>
              <a:rPr sz="1200" i="1" dirty="0">
                <a:latin typeface="Corbel"/>
                <a:cs typeface="Corbel"/>
              </a:rPr>
              <a:t>regulates</a:t>
            </a:r>
            <a:r>
              <a:rPr sz="1200" i="1" spc="-25" dirty="0">
                <a:latin typeface="Corbel"/>
                <a:cs typeface="Corbel"/>
              </a:rPr>
              <a:t> </a:t>
            </a:r>
            <a:r>
              <a:rPr sz="1200" i="1" dirty="0">
                <a:latin typeface="Corbel"/>
                <a:cs typeface="Corbel"/>
              </a:rPr>
              <a:t>the</a:t>
            </a:r>
            <a:r>
              <a:rPr sz="1200" i="1" spc="-15" dirty="0">
                <a:latin typeface="Corbel"/>
                <a:cs typeface="Corbel"/>
              </a:rPr>
              <a:t> </a:t>
            </a:r>
            <a:r>
              <a:rPr sz="1200" i="1" dirty="0">
                <a:latin typeface="Corbel"/>
                <a:cs typeface="Corbel"/>
              </a:rPr>
              <a:t>voltage</a:t>
            </a:r>
            <a:r>
              <a:rPr sz="1200" i="1" spc="-20" dirty="0">
                <a:latin typeface="Corbel"/>
                <a:cs typeface="Corbel"/>
              </a:rPr>
              <a:t> </a:t>
            </a:r>
            <a:r>
              <a:rPr sz="1200" i="1" dirty="0">
                <a:latin typeface="Corbel"/>
                <a:cs typeface="Corbel"/>
              </a:rPr>
              <a:t>from</a:t>
            </a:r>
            <a:r>
              <a:rPr sz="1200" i="1" spc="-20" dirty="0">
                <a:latin typeface="Corbel"/>
                <a:cs typeface="Corbel"/>
              </a:rPr>
              <a:t> </a:t>
            </a:r>
            <a:r>
              <a:rPr sz="1200" i="1" dirty="0">
                <a:latin typeface="Corbel"/>
                <a:cs typeface="Corbel"/>
              </a:rPr>
              <a:t>the</a:t>
            </a:r>
            <a:r>
              <a:rPr sz="1200" i="1" spc="-15" dirty="0">
                <a:latin typeface="Corbel"/>
                <a:cs typeface="Corbel"/>
              </a:rPr>
              <a:t> </a:t>
            </a:r>
            <a:r>
              <a:rPr sz="1200" i="1" dirty="0">
                <a:latin typeface="Corbel"/>
                <a:cs typeface="Corbel"/>
              </a:rPr>
              <a:t>battery</a:t>
            </a:r>
            <a:r>
              <a:rPr sz="1200" i="1" spc="-20" dirty="0">
                <a:latin typeface="Corbel"/>
                <a:cs typeface="Corbel"/>
              </a:rPr>
              <a:t> </a:t>
            </a:r>
            <a:r>
              <a:rPr sz="1200" i="1" dirty="0">
                <a:latin typeface="Corbel"/>
                <a:cs typeface="Corbel"/>
              </a:rPr>
              <a:t>to</a:t>
            </a:r>
            <a:r>
              <a:rPr sz="1200" i="1" spc="-15" dirty="0">
                <a:latin typeface="Corbel"/>
                <a:cs typeface="Corbel"/>
              </a:rPr>
              <a:t> </a:t>
            </a:r>
            <a:r>
              <a:rPr sz="1200" i="1" dirty="0">
                <a:latin typeface="Corbel"/>
                <a:cs typeface="Corbel"/>
              </a:rPr>
              <a:t>a</a:t>
            </a:r>
            <a:r>
              <a:rPr sz="1200" i="1" spc="-15" dirty="0">
                <a:latin typeface="Corbel"/>
                <a:cs typeface="Corbel"/>
              </a:rPr>
              <a:t> </a:t>
            </a:r>
            <a:r>
              <a:rPr sz="1200" i="1" spc="-10" dirty="0">
                <a:latin typeface="Corbel"/>
                <a:cs typeface="Corbel"/>
              </a:rPr>
              <a:t>lower </a:t>
            </a:r>
            <a:r>
              <a:rPr sz="1200" i="1" dirty="0">
                <a:latin typeface="Corbel"/>
                <a:cs typeface="Corbel"/>
              </a:rPr>
              <a:t>voltage</a:t>
            </a:r>
            <a:r>
              <a:rPr sz="1200" i="1" spc="-45" dirty="0">
                <a:latin typeface="Corbel"/>
                <a:cs typeface="Corbel"/>
              </a:rPr>
              <a:t> </a:t>
            </a:r>
            <a:r>
              <a:rPr sz="1200" i="1" dirty="0">
                <a:latin typeface="Corbel"/>
                <a:cs typeface="Corbel"/>
              </a:rPr>
              <a:t>required</a:t>
            </a:r>
            <a:r>
              <a:rPr sz="1200" i="1" spc="-30"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other</a:t>
            </a:r>
            <a:r>
              <a:rPr sz="1200" i="1" spc="-25" dirty="0">
                <a:latin typeface="Corbel"/>
                <a:cs typeface="Corbel"/>
              </a:rPr>
              <a:t> </a:t>
            </a:r>
            <a:r>
              <a:rPr sz="1200" i="1" dirty="0">
                <a:latin typeface="Corbel"/>
                <a:cs typeface="Corbel"/>
              </a:rPr>
              <a:t>components</a:t>
            </a:r>
            <a:r>
              <a:rPr sz="1200" i="1" spc="-30" dirty="0">
                <a:latin typeface="Corbel"/>
                <a:cs typeface="Corbel"/>
              </a:rPr>
              <a:t> </a:t>
            </a:r>
            <a:r>
              <a:rPr sz="1200" i="1" dirty="0">
                <a:latin typeface="Corbel"/>
                <a:cs typeface="Corbel"/>
              </a:rPr>
              <a:t>of</a:t>
            </a:r>
            <a:r>
              <a:rPr sz="1200" i="1" spc="-30" dirty="0">
                <a:latin typeface="Corbel"/>
                <a:cs typeface="Corbel"/>
              </a:rPr>
              <a:t> </a:t>
            </a:r>
            <a:r>
              <a:rPr sz="1200" i="1" spc="-10" dirty="0">
                <a:latin typeface="Corbel"/>
                <a:cs typeface="Corbel"/>
              </a:rPr>
              <a:t>the</a:t>
            </a:r>
            <a:r>
              <a:rPr sz="1200" i="1" spc="-55" dirty="0">
                <a:latin typeface="Corbel"/>
                <a:cs typeface="Corbel"/>
              </a:rPr>
              <a:t> </a:t>
            </a:r>
            <a:r>
              <a:rPr sz="1200" i="1" spc="-25" dirty="0">
                <a:latin typeface="Corbel"/>
                <a:cs typeface="Corbel"/>
              </a:rPr>
              <a:t>UA</a:t>
            </a:r>
            <a:r>
              <a:rPr sz="1200" spc="-25" dirty="0">
                <a:latin typeface="Corbel"/>
                <a:cs typeface="Corbel"/>
              </a:rPr>
              <a:t>.</a:t>
            </a:r>
            <a:endParaRPr sz="1200" dirty="0">
              <a:latin typeface="Corbel"/>
              <a:cs typeface="Corbel"/>
            </a:endParaRPr>
          </a:p>
        </p:txBody>
      </p:sp>
      <p:pic>
        <p:nvPicPr>
          <p:cNvPr id="26" name="object 26"/>
          <p:cNvPicPr/>
          <p:nvPr/>
        </p:nvPicPr>
        <p:blipFill>
          <a:blip r:embed="rId6" cstate="print"/>
          <a:stretch>
            <a:fillRect/>
          </a:stretch>
        </p:blipFill>
        <p:spPr>
          <a:xfrm>
            <a:off x="8865492" y="3768025"/>
            <a:ext cx="1496704" cy="1417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8452436" y="4891209"/>
            <a:ext cx="2780225" cy="1631330"/>
          </a:xfrm>
          <a:prstGeom prst="rect">
            <a:avLst/>
          </a:prstGeom>
        </p:spPr>
      </p:pic>
      <p:sp>
        <p:nvSpPr>
          <p:cNvPr id="3" name="object 3"/>
          <p:cNvSpPr txBox="1">
            <a:spLocks noGrp="1"/>
          </p:cNvSpPr>
          <p:nvPr>
            <p:ph type="title"/>
          </p:nvPr>
        </p:nvSpPr>
        <p:spPr>
          <a:prstGeom prst="rect">
            <a:avLst/>
          </a:prstGeom>
        </p:spPr>
        <p:txBody>
          <a:bodyPr vert="horz" wrap="square" lIns="0" tIns="178308" rIns="0" bIns="0" rtlCol="0">
            <a:spAutoFit/>
          </a:bodyPr>
          <a:lstStyle/>
          <a:p>
            <a:pPr marL="12700">
              <a:lnSpc>
                <a:spcPct val="100000"/>
              </a:lnSpc>
              <a:spcBef>
                <a:spcPts val="100"/>
              </a:spcBef>
            </a:pPr>
            <a:r>
              <a:rPr sz="1800" dirty="0"/>
              <a:t>2.</a:t>
            </a:r>
            <a:r>
              <a:rPr sz="1800" spc="-30" dirty="0"/>
              <a:t> </a:t>
            </a:r>
            <a:r>
              <a:rPr sz="1800" b="1" u="sng" spc="-10" dirty="0">
                <a:uFill>
                  <a:solidFill>
                    <a:srgbClr val="000000"/>
                  </a:solidFill>
                </a:uFill>
                <a:latin typeface="Corbel"/>
                <a:cs typeface="Corbel"/>
              </a:rPr>
              <a:t>Propulsion</a:t>
            </a:r>
            <a:r>
              <a:rPr sz="1800" b="1" u="sng" spc="-65" dirty="0">
                <a:uFill>
                  <a:solidFill>
                    <a:srgbClr val="000000"/>
                  </a:solidFill>
                </a:uFill>
                <a:latin typeface="Corbel"/>
                <a:cs typeface="Corbel"/>
              </a:rPr>
              <a:t> </a:t>
            </a:r>
            <a:r>
              <a:rPr sz="1800" b="1" u="sng" dirty="0">
                <a:uFill>
                  <a:solidFill>
                    <a:srgbClr val="000000"/>
                  </a:solidFill>
                </a:uFill>
                <a:latin typeface="Corbel"/>
                <a:cs typeface="Corbel"/>
              </a:rPr>
              <a:t>System</a:t>
            </a:r>
            <a:r>
              <a:rPr sz="1800" b="1" u="sng" spc="-30" dirty="0">
                <a:uFill>
                  <a:solidFill>
                    <a:srgbClr val="000000"/>
                  </a:solidFill>
                </a:uFill>
                <a:latin typeface="Corbel"/>
                <a:cs typeface="Corbel"/>
              </a:rPr>
              <a:t> </a:t>
            </a:r>
            <a:r>
              <a:rPr sz="1800" dirty="0"/>
              <a:t>a</a:t>
            </a:r>
            <a:r>
              <a:rPr sz="1800" spc="-25" dirty="0"/>
              <a:t> </a:t>
            </a:r>
            <a:r>
              <a:rPr sz="1800" dirty="0"/>
              <a:t>machine</a:t>
            </a:r>
            <a:r>
              <a:rPr sz="1800" spc="-20" dirty="0"/>
              <a:t> </a:t>
            </a:r>
            <a:r>
              <a:rPr sz="1800" dirty="0"/>
              <a:t>that</a:t>
            </a:r>
            <a:r>
              <a:rPr sz="1800" spc="-30" dirty="0"/>
              <a:t> </a:t>
            </a:r>
            <a:r>
              <a:rPr sz="1800" dirty="0"/>
              <a:t>produces</a:t>
            </a:r>
            <a:r>
              <a:rPr sz="1800" spc="-30" dirty="0"/>
              <a:t> </a:t>
            </a:r>
            <a:r>
              <a:rPr sz="1800" dirty="0"/>
              <a:t>thrust</a:t>
            </a:r>
            <a:r>
              <a:rPr sz="1800" spc="-30" dirty="0"/>
              <a:t> </a:t>
            </a:r>
            <a:r>
              <a:rPr sz="1800" dirty="0"/>
              <a:t>to</a:t>
            </a:r>
            <a:r>
              <a:rPr sz="1800" spc="-20" dirty="0"/>
              <a:t> </a:t>
            </a:r>
            <a:r>
              <a:rPr sz="1800" dirty="0"/>
              <a:t>push</a:t>
            </a:r>
            <a:r>
              <a:rPr sz="1800" spc="-25" dirty="0"/>
              <a:t> </a:t>
            </a:r>
            <a:r>
              <a:rPr sz="1800" dirty="0"/>
              <a:t>an</a:t>
            </a:r>
            <a:r>
              <a:rPr sz="1800" spc="-25" dirty="0"/>
              <a:t> </a:t>
            </a:r>
            <a:r>
              <a:rPr sz="1800" dirty="0"/>
              <a:t>object</a:t>
            </a:r>
            <a:r>
              <a:rPr sz="1800" spc="-25" dirty="0"/>
              <a:t> </a:t>
            </a:r>
            <a:r>
              <a:rPr sz="1800" spc="-10" dirty="0"/>
              <a:t>forward.</a:t>
            </a:r>
            <a:endParaRPr sz="1800">
              <a:latin typeface="Corbel"/>
              <a:cs typeface="Corbel"/>
            </a:endParaRPr>
          </a:p>
        </p:txBody>
      </p:sp>
      <p:grpSp>
        <p:nvGrpSpPr>
          <p:cNvPr id="4" name="object 4"/>
          <p:cNvGrpSpPr/>
          <p:nvPr/>
        </p:nvGrpSpPr>
        <p:grpSpPr>
          <a:xfrm>
            <a:off x="1431852" y="2490939"/>
            <a:ext cx="4396105" cy="3147695"/>
            <a:chOff x="1431852" y="2490939"/>
            <a:chExt cx="4396105" cy="3147695"/>
          </a:xfrm>
        </p:grpSpPr>
        <p:pic>
          <p:nvPicPr>
            <p:cNvPr id="5" name="object 5"/>
            <p:cNvPicPr/>
            <p:nvPr/>
          </p:nvPicPr>
          <p:blipFill>
            <a:blip r:embed="rId4" cstate="print"/>
            <a:stretch>
              <a:fillRect/>
            </a:stretch>
          </p:blipFill>
          <p:spPr>
            <a:xfrm>
              <a:off x="2987931" y="4122162"/>
              <a:ext cx="2839810" cy="1516315"/>
            </a:xfrm>
            <a:prstGeom prst="rect">
              <a:avLst/>
            </a:prstGeom>
          </p:spPr>
        </p:pic>
        <p:pic>
          <p:nvPicPr>
            <p:cNvPr id="6" name="object 6"/>
            <p:cNvPicPr/>
            <p:nvPr/>
          </p:nvPicPr>
          <p:blipFill>
            <a:blip r:embed="rId5" cstate="print"/>
            <a:stretch>
              <a:fillRect/>
            </a:stretch>
          </p:blipFill>
          <p:spPr>
            <a:xfrm>
              <a:off x="1431852" y="4310659"/>
              <a:ext cx="1556078" cy="1271692"/>
            </a:xfrm>
            <a:prstGeom prst="rect">
              <a:avLst/>
            </a:prstGeom>
          </p:spPr>
        </p:pic>
        <p:pic>
          <p:nvPicPr>
            <p:cNvPr id="7" name="object 7"/>
            <p:cNvPicPr/>
            <p:nvPr/>
          </p:nvPicPr>
          <p:blipFill>
            <a:blip r:embed="rId6" cstate="print"/>
            <a:stretch>
              <a:fillRect/>
            </a:stretch>
          </p:blipFill>
          <p:spPr>
            <a:xfrm>
              <a:off x="1524601" y="2490939"/>
              <a:ext cx="3990690" cy="1766991"/>
            </a:xfrm>
            <a:prstGeom prst="rect">
              <a:avLst/>
            </a:prstGeom>
          </p:spPr>
        </p:pic>
      </p:grpSp>
      <p:pic>
        <p:nvPicPr>
          <p:cNvPr id="8" name="object 8"/>
          <p:cNvPicPr/>
          <p:nvPr/>
        </p:nvPicPr>
        <p:blipFill>
          <a:blip r:embed="rId7" cstate="print"/>
          <a:stretch>
            <a:fillRect/>
          </a:stretch>
        </p:blipFill>
        <p:spPr>
          <a:xfrm>
            <a:off x="6507953" y="2102186"/>
            <a:ext cx="1955345" cy="1662112"/>
          </a:xfrm>
          <a:prstGeom prst="rect">
            <a:avLst/>
          </a:prstGeom>
        </p:spPr>
      </p:pic>
      <p:sp>
        <p:nvSpPr>
          <p:cNvPr id="9" name="object 9"/>
          <p:cNvSpPr txBox="1"/>
          <p:nvPr/>
        </p:nvSpPr>
        <p:spPr>
          <a:xfrm>
            <a:off x="6491277" y="1167891"/>
            <a:ext cx="4573270" cy="702310"/>
          </a:xfrm>
          <a:prstGeom prst="rect">
            <a:avLst/>
          </a:prstGeom>
        </p:spPr>
        <p:txBody>
          <a:bodyPr vert="horz" wrap="square" lIns="0" tIns="12700" rIns="0" bIns="0" rtlCol="0">
            <a:spAutoFit/>
          </a:bodyPr>
          <a:lstStyle/>
          <a:p>
            <a:pPr marL="12700">
              <a:lnSpc>
                <a:spcPts val="1914"/>
              </a:lnSpc>
              <a:spcBef>
                <a:spcPts val="100"/>
              </a:spcBef>
            </a:pPr>
            <a:r>
              <a:rPr sz="1600" b="1" spc="-10" dirty="0">
                <a:latin typeface="Corbel"/>
                <a:cs typeface="Corbel"/>
              </a:rPr>
              <a:t>Electronic</a:t>
            </a:r>
            <a:r>
              <a:rPr sz="1600" b="1" dirty="0">
                <a:latin typeface="Corbel"/>
                <a:cs typeface="Corbel"/>
              </a:rPr>
              <a:t> </a:t>
            </a:r>
            <a:r>
              <a:rPr sz="1600" b="1" spc="-10" dirty="0">
                <a:latin typeface="Corbel"/>
                <a:cs typeface="Corbel"/>
              </a:rPr>
              <a:t>Speed</a:t>
            </a:r>
            <a:r>
              <a:rPr sz="1600" b="1" spc="-30" dirty="0">
                <a:latin typeface="Corbel"/>
                <a:cs typeface="Corbel"/>
              </a:rPr>
              <a:t> </a:t>
            </a:r>
            <a:r>
              <a:rPr sz="1600" b="1" spc="-10" dirty="0">
                <a:latin typeface="Corbel"/>
                <a:cs typeface="Corbel"/>
              </a:rPr>
              <a:t>Controller</a:t>
            </a:r>
            <a:endParaRPr sz="1600" dirty="0">
              <a:latin typeface="Corbel"/>
              <a:cs typeface="Corbel"/>
            </a:endParaRPr>
          </a:p>
          <a:p>
            <a:pPr marL="12700">
              <a:lnSpc>
                <a:spcPts val="1435"/>
              </a:lnSpc>
            </a:pPr>
            <a:r>
              <a:rPr sz="1200" i="1" dirty="0">
                <a:latin typeface="Corbel"/>
                <a:cs typeface="Corbel"/>
              </a:rPr>
              <a:t>Is</a:t>
            </a:r>
            <a:r>
              <a:rPr sz="1200" i="1" spc="45" dirty="0">
                <a:latin typeface="Corbel"/>
                <a:cs typeface="Corbel"/>
              </a:rPr>
              <a:t> </a:t>
            </a:r>
            <a:r>
              <a:rPr sz="1200" i="1" dirty="0">
                <a:latin typeface="Corbel"/>
                <a:cs typeface="Corbel"/>
              </a:rPr>
              <a:t>what</a:t>
            </a:r>
            <a:r>
              <a:rPr sz="1200" i="1" spc="55" dirty="0">
                <a:latin typeface="Corbel"/>
                <a:cs typeface="Corbel"/>
              </a:rPr>
              <a:t> </a:t>
            </a:r>
            <a:r>
              <a:rPr sz="1200" i="1" dirty="0">
                <a:latin typeface="Corbel"/>
                <a:cs typeface="Corbel"/>
              </a:rPr>
              <a:t>allows</a:t>
            </a:r>
            <a:r>
              <a:rPr sz="1200" i="1" spc="50" dirty="0">
                <a:latin typeface="Corbel"/>
                <a:cs typeface="Corbel"/>
              </a:rPr>
              <a:t> </a:t>
            </a:r>
            <a:r>
              <a:rPr sz="1200" i="1" dirty="0">
                <a:latin typeface="Corbel"/>
                <a:cs typeface="Corbel"/>
              </a:rPr>
              <a:t>the</a:t>
            </a:r>
            <a:r>
              <a:rPr sz="1200" i="1" spc="55" dirty="0">
                <a:latin typeface="Corbel"/>
                <a:cs typeface="Corbel"/>
              </a:rPr>
              <a:t> </a:t>
            </a:r>
            <a:r>
              <a:rPr sz="1200" i="1" dirty="0">
                <a:latin typeface="Corbel"/>
                <a:cs typeface="Corbel"/>
              </a:rPr>
              <a:t>flight</a:t>
            </a:r>
            <a:r>
              <a:rPr sz="1200" i="1" spc="55" dirty="0">
                <a:latin typeface="Corbel"/>
                <a:cs typeface="Corbel"/>
              </a:rPr>
              <a:t> </a:t>
            </a:r>
            <a:r>
              <a:rPr sz="1200" i="1" dirty="0">
                <a:latin typeface="Corbel"/>
                <a:cs typeface="Corbel"/>
              </a:rPr>
              <a:t>controller</a:t>
            </a:r>
            <a:r>
              <a:rPr sz="1200" i="1" spc="55" dirty="0">
                <a:latin typeface="Corbel"/>
                <a:cs typeface="Corbel"/>
              </a:rPr>
              <a:t> </a:t>
            </a:r>
            <a:r>
              <a:rPr sz="1200" i="1" dirty="0">
                <a:latin typeface="Corbel"/>
                <a:cs typeface="Corbel"/>
              </a:rPr>
              <a:t>to</a:t>
            </a:r>
            <a:r>
              <a:rPr sz="1200" i="1" spc="50" dirty="0">
                <a:latin typeface="Corbel"/>
                <a:cs typeface="Corbel"/>
              </a:rPr>
              <a:t> </a:t>
            </a:r>
            <a:r>
              <a:rPr sz="1200" i="1" dirty="0">
                <a:latin typeface="Corbel"/>
                <a:cs typeface="Corbel"/>
              </a:rPr>
              <a:t>control</a:t>
            </a:r>
            <a:r>
              <a:rPr sz="1200" i="1" spc="55" dirty="0">
                <a:latin typeface="Corbel"/>
                <a:cs typeface="Corbel"/>
              </a:rPr>
              <a:t> </a:t>
            </a:r>
            <a:r>
              <a:rPr sz="1200" i="1" dirty="0">
                <a:latin typeface="Corbel"/>
                <a:cs typeface="Corbel"/>
              </a:rPr>
              <a:t>the</a:t>
            </a:r>
            <a:r>
              <a:rPr sz="1200" i="1" spc="55" dirty="0">
                <a:latin typeface="Corbel"/>
                <a:cs typeface="Corbel"/>
              </a:rPr>
              <a:t> </a:t>
            </a:r>
            <a:r>
              <a:rPr sz="1200" i="1" dirty="0">
                <a:latin typeface="Corbel"/>
                <a:cs typeface="Corbel"/>
              </a:rPr>
              <a:t>speed,</a:t>
            </a:r>
            <a:r>
              <a:rPr sz="1200" i="1" spc="50" dirty="0">
                <a:latin typeface="Corbel"/>
                <a:cs typeface="Corbel"/>
              </a:rPr>
              <a:t> </a:t>
            </a:r>
            <a:r>
              <a:rPr sz="1200" i="1" dirty="0">
                <a:latin typeface="Corbel"/>
                <a:cs typeface="Corbel"/>
              </a:rPr>
              <a:t>braking,</a:t>
            </a:r>
            <a:r>
              <a:rPr sz="1200" i="1" spc="45" dirty="0">
                <a:latin typeface="Corbel"/>
                <a:cs typeface="Corbel"/>
              </a:rPr>
              <a:t> </a:t>
            </a:r>
            <a:r>
              <a:rPr sz="1200" i="1" spc="-10" dirty="0">
                <a:latin typeface="Corbel"/>
                <a:cs typeface="Corbel"/>
              </a:rPr>
              <a:t>direction</a:t>
            </a:r>
            <a:endParaRPr sz="1200" dirty="0">
              <a:latin typeface="Corbel"/>
              <a:cs typeface="Corbel"/>
            </a:endParaRPr>
          </a:p>
          <a:p>
            <a:pPr marL="12700">
              <a:lnSpc>
                <a:spcPct val="100000"/>
              </a:lnSpc>
              <a:spcBef>
                <a:spcPts val="55"/>
              </a:spcBef>
            </a:pPr>
            <a:r>
              <a:rPr sz="1200" i="1" dirty="0">
                <a:latin typeface="Corbel"/>
                <a:cs typeface="Corbel"/>
              </a:rPr>
              <a:t>and</a:t>
            </a:r>
            <a:r>
              <a:rPr sz="1200" i="1" spc="-45" dirty="0">
                <a:latin typeface="Corbel"/>
                <a:cs typeface="Corbel"/>
              </a:rPr>
              <a:t> </a:t>
            </a:r>
            <a:r>
              <a:rPr sz="1200" i="1" dirty="0">
                <a:latin typeface="Corbel"/>
                <a:cs typeface="Corbel"/>
              </a:rPr>
              <a:t>also</a:t>
            </a:r>
            <a:r>
              <a:rPr sz="1200" i="1" spc="-25" dirty="0">
                <a:latin typeface="Corbel"/>
                <a:cs typeface="Corbel"/>
              </a:rPr>
              <a:t> </a:t>
            </a:r>
            <a:r>
              <a:rPr sz="1200" i="1" dirty="0">
                <a:latin typeface="Corbel"/>
                <a:cs typeface="Corbel"/>
              </a:rPr>
              <a:t>provide</a:t>
            </a:r>
            <a:r>
              <a:rPr sz="1200" i="1" spc="-20" dirty="0">
                <a:latin typeface="Corbel"/>
                <a:cs typeface="Corbel"/>
              </a:rPr>
              <a:t> </a:t>
            </a:r>
            <a:r>
              <a:rPr sz="1200" i="1" dirty="0">
                <a:latin typeface="Corbel"/>
                <a:cs typeface="Corbel"/>
              </a:rPr>
              <a:t>monitoring</a:t>
            </a:r>
            <a:r>
              <a:rPr sz="1200" i="1" spc="-2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fault</a:t>
            </a:r>
            <a:r>
              <a:rPr sz="1200" i="1" spc="-20" dirty="0">
                <a:latin typeface="Corbel"/>
                <a:cs typeface="Corbel"/>
              </a:rPr>
              <a:t> </a:t>
            </a:r>
            <a:r>
              <a:rPr sz="1200" i="1" dirty="0">
                <a:latin typeface="Corbel"/>
                <a:cs typeface="Corbel"/>
              </a:rPr>
              <a:t>tolerance</a:t>
            </a:r>
            <a:r>
              <a:rPr sz="1200" i="1" spc="-25" dirty="0">
                <a:latin typeface="Corbel"/>
                <a:cs typeface="Corbel"/>
              </a:rPr>
              <a:t> </a:t>
            </a:r>
            <a:r>
              <a:rPr sz="1200" i="1" dirty="0">
                <a:latin typeface="Corbel"/>
                <a:cs typeface="Corbel"/>
              </a:rPr>
              <a:t>of</a:t>
            </a:r>
            <a:r>
              <a:rPr sz="1200" i="1" spc="-25"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20" dirty="0">
                <a:latin typeface="Corbel"/>
                <a:cs typeface="Corbel"/>
              </a:rPr>
              <a:t> </a:t>
            </a:r>
            <a:r>
              <a:rPr sz="1200" i="1" spc="-10" dirty="0">
                <a:latin typeface="Corbel"/>
                <a:cs typeface="Corbel"/>
              </a:rPr>
              <a:t>motors</a:t>
            </a:r>
            <a:r>
              <a:rPr sz="1600" i="1" spc="-10" dirty="0">
                <a:latin typeface="Corbel"/>
                <a:cs typeface="Corbel"/>
              </a:rPr>
              <a:t>.</a:t>
            </a:r>
            <a:endParaRPr sz="1600" dirty="0">
              <a:latin typeface="Corbel"/>
              <a:cs typeface="Corbel"/>
            </a:endParaRPr>
          </a:p>
        </p:txBody>
      </p:sp>
      <p:sp>
        <p:nvSpPr>
          <p:cNvPr id="10" name="object 10"/>
          <p:cNvSpPr txBox="1"/>
          <p:nvPr/>
        </p:nvSpPr>
        <p:spPr>
          <a:xfrm>
            <a:off x="1246510" y="1183132"/>
            <a:ext cx="4860290" cy="1186180"/>
          </a:xfrm>
          <a:prstGeom prst="rect">
            <a:avLst/>
          </a:prstGeom>
        </p:spPr>
        <p:txBody>
          <a:bodyPr vert="horz" wrap="square" lIns="0" tIns="12700" rIns="0" bIns="0" rtlCol="0">
            <a:spAutoFit/>
          </a:bodyPr>
          <a:lstStyle/>
          <a:p>
            <a:pPr marL="12700" algn="just">
              <a:lnSpc>
                <a:spcPts val="1914"/>
              </a:lnSpc>
              <a:spcBef>
                <a:spcPts val="100"/>
              </a:spcBef>
            </a:pPr>
            <a:r>
              <a:rPr sz="1600" b="1" dirty="0">
                <a:latin typeface="Corbel"/>
                <a:cs typeface="Corbel"/>
              </a:rPr>
              <a:t>Brushless</a:t>
            </a:r>
            <a:r>
              <a:rPr sz="1600" b="1" spc="-55" dirty="0">
                <a:latin typeface="Corbel"/>
                <a:cs typeface="Corbel"/>
              </a:rPr>
              <a:t> </a:t>
            </a:r>
            <a:r>
              <a:rPr sz="1600" b="1" dirty="0">
                <a:latin typeface="Corbel"/>
                <a:cs typeface="Corbel"/>
              </a:rPr>
              <a:t>Electric</a:t>
            </a:r>
            <a:r>
              <a:rPr sz="1600" b="1" spc="-50" dirty="0">
                <a:latin typeface="Corbel"/>
                <a:cs typeface="Corbel"/>
              </a:rPr>
              <a:t> </a:t>
            </a:r>
            <a:r>
              <a:rPr sz="1600" b="1" spc="-20" dirty="0">
                <a:latin typeface="Corbel"/>
                <a:cs typeface="Corbel"/>
              </a:rPr>
              <a:t>Motor</a:t>
            </a:r>
            <a:endParaRPr sz="1600" dirty="0">
              <a:latin typeface="Corbel"/>
              <a:cs typeface="Corbel"/>
            </a:endParaRPr>
          </a:p>
          <a:p>
            <a:pPr marL="12700" algn="just">
              <a:lnSpc>
                <a:spcPts val="1435"/>
              </a:lnSpc>
            </a:pPr>
            <a:r>
              <a:rPr sz="1200" i="1" dirty="0">
                <a:latin typeface="Corbel"/>
                <a:cs typeface="Corbel"/>
              </a:rPr>
              <a:t>Also</a:t>
            </a:r>
            <a:r>
              <a:rPr sz="1200" i="1" spc="254" dirty="0">
                <a:latin typeface="Corbel"/>
                <a:cs typeface="Corbel"/>
              </a:rPr>
              <a:t> </a:t>
            </a:r>
            <a:r>
              <a:rPr sz="1200" i="1" dirty="0">
                <a:latin typeface="Corbel"/>
                <a:cs typeface="Corbel"/>
              </a:rPr>
              <a:t>known</a:t>
            </a:r>
            <a:r>
              <a:rPr sz="1200" i="1" spc="265" dirty="0">
                <a:latin typeface="Corbel"/>
                <a:cs typeface="Corbel"/>
              </a:rPr>
              <a:t> </a:t>
            </a:r>
            <a:r>
              <a:rPr sz="1200" i="1" dirty="0">
                <a:latin typeface="Corbel"/>
                <a:cs typeface="Corbel"/>
              </a:rPr>
              <a:t>as</a:t>
            </a:r>
            <a:r>
              <a:rPr sz="1200" i="1" spc="254" dirty="0">
                <a:latin typeface="Corbel"/>
                <a:cs typeface="Corbel"/>
              </a:rPr>
              <a:t> </a:t>
            </a:r>
            <a:r>
              <a:rPr sz="1200" i="1" dirty="0">
                <a:latin typeface="Corbel"/>
                <a:cs typeface="Corbel"/>
              </a:rPr>
              <a:t>an</a:t>
            </a:r>
            <a:r>
              <a:rPr sz="1200" i="1" spc="265" dirty="0">
                <a:latin typeface="Corbel"/>
                <a:cs typeface="Corbel"/>
              </a:rPr>
              <a:t> </a:t>
            </a:r>
            <a:r>
              <a:rPr sz="1200" i="1" dirty="0">
                <a:latin typeface="Corbel"/>
                <a:cs typeface="Corbel"/>
              </a:rPr>
              <a:t>electronically</a:t>
            </a:r>
            <a:r>
              <a:rPr sz="1200" i="1" spc="260" dirty="0">
                <a:latin typeface="Corbel"/>
                <a:cs typeface="Corbel"/>
              </a:rPr>
              <a:t> </a:t>
            </a:r>
            <a:r>
              <a:rPr sz="1200" i="1" dirty="0">
                <a:latin typeface="Corbel"/>
                <a:cs typeface="Corbel"/>
              </a:rPr>
              <a:t>commutated</a:t>
            </a:r>
            <a:r>
              <a:rPr sz="1200" i="1" spc="260" dirty="0">
                <a:latin typeface="Corbel"/>
                <a:cs typeface="Corbel"/>
              </a:rPr>
              <a:t> </a:t>
            </a:r>
            <a:r>
              <a:rPr sz="1200" i="1" dirty="0">
                <a:latin typeface="Corbel"/>
                <a:cs typeface="Corbel"/>
              </a:rPr>
              <a:t>motor</a:t>
            </a:r>
            <a:r>
              <a:rPr sz="1200" i="1" spc="265" dirty="0">
                <a:latin typeface="Corbel"/>
                <a:cs typeface="Corbel"/>
              </a:rPr>
              <a:t> </a:t>
            </a:r>
            <a:r>
              <a:rPr sz="1200" i="1" dirty="0">
                <a:latin typeface="Corbel"/>
                <a:cs typeface="Corbel"/>
              </a:rPr>
              <a:t>(ECM</a:t>
            </a:r>
            <a:r>
              <a:rPr sz="1200" i="1" spc="260" dirty="0">
                <a:latin typeface="Corbel"/>
                <a:cs typeface="Corbel"/>
              </a:rPr>
              <a:t> </a:t>
            </a:r>
            <a:r>
              <a:rPr sz="1200" i="1" dirty="0">
                <a:latin typeface="Corbel"/>
                <a:cs typeface="Corbel"/>
              </a:rPr>
              <a:t>or</a:t>
            </a:r>
            <a:r>
              <a:rPr sz="1200" i="1" spc="265" dirty="0">
                <a:latin typeface="Corbel"/>
                <a:cs typeface="Corbel"/>
              </a:rPr>
              <a:t> </a:t>
            </a:r>
            <a:r>
              <a:rPr sz="1200" i="1" dirty="0">
                <a:latin typeface="Corbel"/>
                <a:cs typeface="Corbel"/>
              </a:rPr>
              <a:t>EC</a:t>
            </a:r>
            <a:r>
              <a:rPr sz="1200" i="1" spc="260" dirty="0">
                <a:latin typeface="Corbel"/>
                <a:cs typeface="Corbel"/>
              </a:rPr>
              <a:t> </a:t>
            </a:r>
            <a:r>
              <a:rPr sz="1200" i="1" dirty="0">
                <a:latin typeface="Corbel"/>
                <a:cs typeface="Corbel"/>
              </a:rPr>
              <a:t>motor)</a:t>
            </a:r>
            <a:r>
              <a:rPr sz="1200" i="1" spc="260" dirty="0">
                <a:latin typeface="Corbel"/>
                <a:cs typeface="Corbel"/>
              </a:rPr>
              <a:t> </a:t>
            </a:r>
            <a:r>
              <a:rPr sz="1200" i="1" spc="-25" dirty="0">
                <a:latin typeface="Corbel"/>
                <a:cs typeface="Corbel"/>
              </a:rPr>
              <a:t>or</a:t>
            </a:r>
            <a:endParaRPr sz="1200" dirty="0">
              <a:latin typeface="Corbel"/>
              <a:cs typeface="Corbel"/>
            </a:endParaRPr>
          </a:p>
          <a:p>
            <a:pPr marL="12700" marR="5080" algn="just">
              <a:lnSpc>
                <a:spcPct val="99400"/>
              </a:lnSpc>
              <a:spcBef>
                <a:spcPts val="55"/>
              </a:spcBef>
            </a:pPr>
            <a:r>
              <a:rPr sz="1200" i="1" dirty="0">
                <a:latin typeface="Corbel"/>
                <a:cs typeface="Corbel"/>
              </a:rPr>
              <a:t>synchronous</a:t>
            </a:r>
            <a:r>
              <a:rPr sz="1200" i="1" spc="229" dirty="0">
                <a:latin typeface="Corbel"/>
                <a:cs typeface="Corbel"/>
              </a:rPr>
              <a:t> </a:t>
            </a:r>
            <a:r>
              <a:rPr sz="1200" i="1" dirty="0">
                <a:latin typeface="Corbel"/>
                <a:cs typeface="Corbel"/>
              </a:rPr>
              <a:t>DC</a:t>
            </a:r>
            <a:r>
              <a:rPr sz="1200" i="1" spc="235" dirty="0">
                <a:latin typeface="Corbel"/>
                <a:cs typeface="Corbel"/>
              </a:rPr>
              <a:t> </a:t>
            </a:r>
            <a:r>
              <a:rPr sz="1200" i="1" dirty="0">
                <a:latin typeface="Corbel"/>
                <a:cs typeface="Corbel"/>
              </a:rPr>
              <a:t>motor,</a:t>
            </a:r>
            <a:r>
              <a:rPr sz="1200" i="1" spc="235" dirty="0">
                <a:latin typeface="Corbel"/>
                <a:cs typeface="Corbel"/>
              </a:rPr>
              <a:t> </a:t>
            </a:r>
            <a:r>
              <a:rPr sz="1200" i="1" dirty="0">
                <a:latin typeface="Corbel"/>
                <a:cs typeface="Corbel"/>
              </a:rPr>
              <a:t>is</a:t>
            </a:r>
            <a:r>
              <a:rPr sz="1200" i="1" spc="235" dirty="0">
                <a:latin typeface="Corbel"/>
                <a:cs typeface="Corbel"/>
              </a:rPr>
              <a:t> </a:t>
            </a:r>
            <a:r>
              <a:rPr sz="1200" i="1" dirty="0">
                <a:latin typeface="Corbel"/>
                <a:cs typeface="Corbel"/>
              </a:rPr>
              <a:t>a</a:t>
            </a:r>
            <a:r>
              <a:rPr sz="1200" i="1" spc="240" dirty="0">
                <a:latin typeface="Corbel"/>
                <a:cs typeface="Corbel"/>
              </a:rPr>
              <a:t> </a:t>
            </a:r>
            <a:r>
              <a:rPr sz="1200" i="1" dirty="0">
                <a:latin typeface="Corbel"/>
                <a:cs typeface="Corbel"/>
              </a:rPr>
              <a:t>synchronous</a:t>
            </a:r>
            <a:r>
              <a:rPr sz="1200" i="1" spc="235" dirty="0">
                <a:latin typeface="Corbel"/>
                <a:cs typeface="Corbel"/>
              </a:rPr>
              <a:t> </a:t>
            </a:r>
            <a:r>
              <a:rPr sz="1200" i="1" dirty="0">
                <a:latin typeface="Corbel"/>
                <a:cs typeface="Corbel"/>
              </a:rPr>
              <a:t>motor</a:t>
            </a:r>
            <a:r>
              <a:rPr sz="1200" i="1" spc="245" dirty="0">
                <a:latin typeface="Corbel"/>
                <a:cs typeface="Corbel"/>
              </a:rPr>
              <a:t> </a:t>
            </a:r>
            <a:r>
              <a:rPr sz="1200" i="1" dirty="0">
                <a:latin typeface="Corbel"/>
                <a:cs typeface="Corbel"/>
              </a:rPr>
              <a:t>using</a:t>
            </a:r>
            <a:r>
              <a:rPr sz="1200" i="1" spc="235" dirty="0">
                <a:latin typeface="Corbel"/>
                <a:cs typeface="Corbel"/>
              </a:rPr>
              <a:t> </a:t>
            </a:r>
            <a:r>
              <a:rPr sz="1200" i="1" dirty="0">
                <a:latin typeface="Corbel"/>
                <a:cs typeface="Corbel"/>
              </a:rPr>
              <a:t>a</a:t>
            </a:r>
            <a:r>
              <a:rPr sz="1200" i="1" spc="240" dirty="0">
                <a:latin typeface="Corbel"/>
                <a:cs typeface="Corbel"/>
              </a:rPr>
              <a:t> </a:t>
            </a:r>
            <a:r>
              <a:rPr sz="1200" i="1" dirty="0">
                <a:latin typeface="Corbel"/>
                <a:cs typeface="Corbel"/>
              </a:rPr>
              <a:t>direct</a:t>
            </a:r>
            <a:r>
              <a:rPr sz="1200" i="1" spc="240" dirty="0">
                <a:latin typeface="Corbel"/>
                <a:cs typeface="Corbel"/>
              </a:rPr>
              <a:t> </a:t>
            </a:r>
            <a:r>
              <a:rPr sz="1200" i="1" dirty="0">
                <a:latin typeface="Corbel"/>
                <a:cs typeface="Corbel"/>
              </a:rPr>
              <a:t>current</a:t>
            </a:r>
            <a:r>
              <a:rPr sz="1200" i="1" spc="240" dirty="0">
                <a:latin typeface="Corbel"/>
                <a:cs typeface="Corbel"/>
              </a:rPr>
              <a:t> </a:t>
            </a:r>
            <a:r>
              <a:rPr sz="1200" i="1" spc="-20" dirty="0">
                <a:latin typeface="Corbel"/>
                <a:cs typeface="Corbel"/>
              </a:rPr>
              <a:t>(DC) </a:t>
            </a:r>
            <a:r>
              <a:rPr sz="1200" i="1" dirty="0">
                <a:latin typeface="Corbel"/>
                <a:cs typeface="Corbel"/>
              </a:rPr>
              <a:t>electric</a:t>
            </a:r>
            <a:r>
              <a:rPr sz="1200" i="1" spc="95" dirty="0">
                <a:latin typeface="Corbel"/>
                <a:cs typeface="Corbel"/>
              </a:rPr>
              <a:t> </a:t>
            </a:r>
            <a:r>
              <a:rPr sz="1200" i="1" dirty="0">
                <a:latin typeface="Corbel"/>
                <a:cs typeface="Corbel"/>
              </a:rPr>
              <a:t>power</a:t>
            </a:r>
            <a:r>
              <a:rPr sz="1200" i="1" spc="95" dirty="0">
                <a:latin typeface="Corbel"/>
                <a:cs typeface="Corbel"/>
              </a:rPr>
              <a:t> </a:t>
            </a:r>
            <a:r>
              <a:rPr sz="1200" i="1" dirty="0">
                <a:latin typeface="Corbel"/>
                <a:cs typeface="Corbel"/>
              </a:rPr>
              <a:t>supply.</a:t>
            </a:r>
            <a:r>
              <a:rPr sz="1200" i="1" spc="95" dirty="0">
                <a:latin typeface="Corbel"/>
                <a:cs typeface="Corbel"/>
              </a:rPr>
              <a:t> </a:t>
            </a:r>
            <a:r>
              <a:rPr sz="1200" i="1" dirty="0">
                <a:latin typeface="Corbel"/>
                <a:cs typeface="Corbel"/>
              </a:rPr>
              <a:t>It</a:t>
            </a:r>
            <a:r>
              <a:rPr sz="1200" i="1" spc="95" dirty="0">
                <a:latin typeface="Corbel"/>
                <a:cs typeface="Corbel"/>
              </a:rPr>
              <a:t> </a:t>
            </a:r>
            <a:r>
              <a:rPr sz="1200" i="1" dirty="0">
                <a:latin typeface="Corbel"/>
                <a:cs typeface="Corbel"/>
              </a:rPr>
              <a:t>uses</a:t>
            </a:r>
            <a:r>
              <a:rPr sz="1200" i="1" spc="90" dirty="0">
                <a:latin typeface="Corbel"/>
                <a:cs typeface="Corbel"/>
              </a:rPr>
              <a:t> </a:t>
            </a:r>
            <a:r>
              <a:rPr sz="1200" i="1" dirty="0">
                <a:latin typeface="Corbel"/>
                <a:cs typeface="Corbel"/>
              </a:rPr>
              <a:t>an</a:t>
            </a:r>
            <a:r>
              <a:rPr sz="1200" i="1" spc="95" dirty="0">
                <a:latin typeface="Corbel"/>
                <a:cs typeface="Corbel"/>
              </a:rPr>
              <a:t> </a:t>
            </a:r>
            <a:r>
              <a:rPr sz="1200" i="1" dirty="0">
                <a:latin typeface="Corbel"/>
                <a:cs typeface="Corbel"/>
              </a:rPr>
              <a:t>electronic</a:t>
            </a:r>
            <a:r>
              <a:rPr sz="1200" i="1" spc="95" dirty="0">
                <a:latin typeface="Corbel"/>
                <a:cs typeface="Corbel"/>
              </a:rPr>
              <a:t> </a:t>
            </a:r>
            <a:r>
              <a:rPr sz="1200" i="1" dirty="0">
                <a:latin typeface="Corbel"/>
                <a:cs typeface="Corbel"/>
              </a:rPr>
              <a:t>controller</a:t>
            </a:r>
            <a:r>
              <a:rPr sz="1200" i="1" spc="100" dirty="0">
                <a:latin typeface="Corbel"/>
                <a:cs typeface="Corbel"/>
              </a:rPr>
              <a:t> </a:t>
            </a:r>
            <a:r>
              <a:rPr sz="1200" i="1" dirty="0">
                <a:latin typeface="Corbel"/>
                <a:cs typeface="Corbel"/>
              </a:rPr>
              <a:t>to</a:t>
            </a:r>
            <a:r>
              <a:rPr sz="1200" i="1" spc="90" dirty="0">
                <a:latin typeface="Corbel"/>
                <a:cs typeface="Corbel"/>
              </a:rPr>
              <a:t> </a:t>
            </a:r>
            <a:r>
              <a:rPr sz="1200" i="1" dirty="0">
                <a:latin typeface="Corbel"/>
                <a:cs typeface="Corbel"/>
              </a:rPr>
              <a:t>switch</a:t>
            </a:r>
            <a:r>
              <a:rPr sz="1200" i="1" spc="90" dirty="0">
                <a:latin typeface="Corbel"/>
                <a:cs typeface="Corbel"/>
              </a:rPr>
              <a:t> </a:t>
            </a:r>
            <a:r>
              <a:rPr sz="1200" i="1" dirty="0">
                <a:latin typeface="Corbel"/>
                <a:cs typeface="Corbel"/>
              </a:rPr>
              <a:t>DC</a:t>
            </a:r>
            <a:r>
              <a:rPr sz="1200" i="1" spc="90" dirty="0">
                <a:latin typeface="Corbel"/>
                <a:cs typeface="Corbel"/>
              </a:rPr>
              <a:t> </a:t>
            </a:r>
            <a:r>
              <a:rPr sz="1200" i="1" dirty="0">
                <a:latin typeface="Corbel"/>
                <a:cs typeface="Corbel"/>
              </a:rPr>
              <a:t>currents</a:t>
            </a:r>
            <a:r>
              <a:rPr sz="1200" i="1" spc="90" dirty="0">
                <a:latin typeface="Corbel"/>
                <a:cs typeface="Corbel"/>
              </a:rPr>
              <a:t> </a:t>
            </a:r>
            <a:r>
              <a:rPr sz="1200" i="1" spc="-25" dirty="0">
                <a:latin typeface="Corbel"/>
                <a:cs typeface="Corbel"/>
              </a:rPr>
              <a:t>to </a:t>
            </a:r>
            <a:r>
              <a:rPr sz="1200" i="1" dirty="0">
                <a:latin typeface="Corbel"/>
                <a:cs typeface="Corbel"/>
              </a:rPr>
              <a:t>the</a:t>
            </a:r>
            <a:r>
              <a:rPr sz="1200" i="1" spc="35" dirty="0">
                <a:latin typeface="Corbel"/>
                <a:cs typeface="Corbel"/>
              </a:rPr>
              <a:t> </a:t>
            </a:r>
            <a:r>
              <a:rPr sz="1200" i="1" dirty="0">
                <a:latin typeface="Corbel"/>
                <a:cs typeface="Corbel"/>
              </a:rPr>
              <a:t>motor</a:t>
            </a:r>
            <a:r>
              <a:rPr sz="1200" i="1" spc="35" dirty="0">
                <a:latin typeface="Corbel"/>
                <a:cs typeface="Corbel"/>
              </a:rPr>
              <a:t> </a:t>
            </a:r>
            <a:r>
              <a:rPr sz="1200" i="1" dirty="0">
                <a:latin typeface="Corbel"/>
                <a:cs typeface="Corbel"/>
              </a:rPr>
              <a:t>windings</a:t>
            </a:r>
            <a:r>
              <a:rPr sz="1200" i="1" spc="30" dirty="0">
                <a:latin typeface="Corbel"/>
                <a:cs typeface="Corbel"/>
              </a:rPr>
              <a:t> </a:t>
            </a:r>
            <a:r>
              <a:rPr sz="1200" i="1" dirty="0">
                <a:latin typeface="Corbel"/>
                <a:cs typeface="Corbel"/>
              </a:rPr>
              <a:t>producing</a:t>
            </a:r>
            <a:r>
              <a:rPr sz="1200" i="1" spc="30" dirty="0">
                <a:latin typeface="Corbel"/>
                <a:cs typeface="Corbel"/>
              </a:rPr>
              <a:t> </a:t>
            </a:r>
            <a:r>
              <a:rPr sz="1200" i="1" dirty="0">
                <a:latin typeface="Corbel"/>
                <a:cs typeface="Corbel"/>
              </a:rPr>
              <a:t>magnetic</a:t>
            </a:r>
            <a:r>
              <a:rPr sz="1200" i="1" spc="35" dirty="0">
                <a:latin typeface="Corbel"/>
                <a:cs typeface="Corbel"/>
              </a:rPr>
              <a:t> </a:t>
            </a:r>
            <a:r>
              <a:rPr sz="1200" i="1" dirty="0">
                <a:latin typeface="Corbel"/>
                <a:cs typeface="Corbel"/>
              </a:rPr>
              <a:t>fields</a:t>
            </a:r>
            <a:r>
              <a:rPr sz="1200" i="1" spc="25" dirty="0">
                <a:latin typeface="Corbel"/>
                <a:cs typeface="Corbel"/>
              </a:rPr>
              <a:t> </a:t>
            </a:r>
            <a:r>
              <a:rPr sz="1200" i="1" dirty="0">
                <a:latin typeface="Corbel"/>
                <a:cs typeface="Corbel"/>
              </a:rPr>
              <a:t>which</a:t>
            </a:r>
            <a:r>
              <a:rPr sz="1200" i="1" spc="35" dirty="0">
                <a:latin typeface="Corbel"/>
                <a:cs typeface="Corbel"/>
              </a:rPr>
              <a:t> </a:t>
            </a:r>
            <a:r>
              <a:rPr sz="1200" i="1" dirty="0">
                <a:latin typeface="Corbel"/>
                <a:cs typeface="Corbel"/>
              </a:rPr>
              <a:t>effectively</a:t>
            </a:r>
            <a:r>
              <a:rPr sz="1200" i="1" spc="30" dirty="0">
                <a:latin typeface="Corbel"/>
                <a:cs typeface="Corbel"/>
              </a:rPr>
              <a:t> </a:t>
            </a:r>
            <a:r>
              <a:rPr sz="1200" i="1" dirty="0">
                <a:latin typeface="Corbel"/>
                <a:cs typeface="Corbel"/>
              </a:rPr>
              <a:t>rotate</a:t>
            </a:r>
            <a:r>
              <a:rPr sz="1200" i="1" spc="35" dirty="0">
                <a:latin typeface="Corbel"/>
                <a:cs typeface="Corbel"/>
              </a:rPr>
              <a:t> </a:t>
            </a:r>
            <a:r>
              <a:rPr sz="1200" i="1" dirty="0">
                <a:latin typeface="Corbel"/>
                <a:cs typeface="Corbel"/>
              </a:rPr>
              <a:t>in</a:t>
            </a:r>
            <a:r>
              <a:rPr sz="1200" i="1" spc="40" dirty="0">
                <a:latin typeface="Corbel"/>
                <a:cs typeface="Corbel"/>
              </a:rPr>
              <a:t> </a:t>
            </a:r>
            <a:r>
              <a:rPr sz="1200" i="1" spc="-10" dirty="0">
                <a:latin typeface="Corbel"/>
                <a:cs typeface="Corbel"/>
              </a:rPr>
              <a:t>space </a:t>
            </a:r>
            <a:r>
              <a:rPr sz="1200" i="1" dirty="0">
                <a:latin typeface="Corbel"/>
                <a:cs typeface="Corbel"/>
              </a:rPr>
              <a:t>and</a:t>
            </a:r>
            <a:r>
              <a:rPr sz="1200" i="1" spc="-40" dirty="0">
                <a:latin typeface="Corbel"/>
                <a:cs typeface="Corbel"/>
              </a:rPr>
              <a:t> </a:t>
            </a:r>
            <a:r>
              <a:rPr sz="1200" i="1" dirty="0">
                <a:latin typeface="Corbel"/>
                <a:cs typeface="Corbel"/>
              </a:rPr>
              <a:t>which</a:t>
            </a:r>
            <a:r>
              <a:rPr sz="1200" i="1" spc="-35"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permanent</a:t>
            </a:r>
            <a:r>
              <a:rPr sz="1200" i="1" spc="-30" dirty="0">
                <a:latin typeface="Corbel"/>
                <a:cs typeface="Corbel"/>
              </a:rPr>
              <a:t> </a:t>
            </a:r>
            <a:r>
              <a:rPr sz="1200" i="1" dirty="0">
                <a:latin typeface="Corbel"/>
                <a:cs typeface="Corbel"/>
              </a:rPr>
              <a:t>magnet</a:t>
            </a:r>
            <a:r>
              <a:rPr sz="1200" i="1" spc="-30" dirty="0">
                <a:latin typeface="Corbel"/>
                <a:cs typeface="Corbel"/>
              </a:rPr>
              <a:t> </a:t>
            </a:r>
            <a:r>
              <a:rPr sz="1200" i="1" dirty="0">
                <a:latin typeface="Corbel"/>
                <a:cs typeface="Corbel"/>
              </a:rPr>
              <a:t>rotor</a:t>
            </a:r>
            <a:r>
              <a:rPr sz="1200" i="1" spc="-25" dirty="0">
                <a:latin typeface="Corbel"/>
                <a:cs typeface="Corbel"/>
              </a:rPr>
              <a:t> </a:t>
            </a:r>
            <a:r>
              <a:rPr sz="1200" i="1" spc="-10" dirty="0">
                <a:latin typeface="Corbel"/>
                <a:cs typeface="Corbel"/>
              </a:rPr>
              <a:t>follows.</a:t>
            </a:r>
            <a:endParaRPr sz="1200" dirty="0">
              <a:latin typeface="Corbel"/>
              <a:cs typeface="Corbel"/>
            </a:endParaRPr>
          </a:p>
        </p:txBody>
      </p:sp>
      <p:sp>
        <p:nvSpPr>
          <p:cNvPr id="11" name="object 11"/>
          <p:cNvSpPr txBox="1"/>
          <p:nvPr/>
        </p:nvSpPr>
        <p:spPr>
          <a:xfrm>
            <a:off x="6491278" y="4097020"/>
            <a:ext cx="4573905" cy="817244"/>
          </a:xfrm>
          <a:prstGeom prst="rect">
            <a:avLst/>
          </a:prstGeom>
        </p:spPr>
        <p:txBody>
          <a:bodyPr vert="horz" wrap="square" lIns="0" tIns="12700" rIns="0" bIns="0" rtlCol="0">
            <a:spAutoFit/>
          </a:bodyPr>
          <a:lstStyle/>
          <a:p>
            <a:pPr marL="12700">
              <a:lnSpc>
                <a:spcPts val="1905"/>
              </a:lnSpc>
              <a:spcBef>
                <a:spcPts val="100"/>
              </a:spcBef>
            </a:pPr>
            <a:r>
              <a:rPr sz="1600" b="1" dirty="0">
                <a:latin typeface="Corbel"/>
                <a:cs typeface="Corbel"/>
              </a:rPr>
              <a:t>Aircraft</a:t>
            </a:r>
            <a:r>
              <a:rPr sz="1600" b="1" spc="-60" dirty="0">
                <a:latin typeface="Corbel"/>
                <a:cs typeface="Corbel"/>
              </a:rPr>
              <a:t> </a:t>
            </a:r>
            <a:r>
              <a:rPr sz="1600" b="1" spc="-10" dirty="0">
                <a:latin typeface="Corbel"/>
                <a:cs typeface="Corbel"/>
              </a:rPr>
              <a:t>Propeller</a:t>
            </a:r>
            <a:endParaRPr sz="1600" dirty="0">
              <a:latin typeface="Corbel"/>
              <a:cs typeface="Corbel"/>
            </a:endParaRPr>
          </a:p>
          <a:p>
            <a:pPr marL="12700">
              <a:lnSpc>
                <a:spcPts val="1425"/>
              </a:lnSpc>
            </a:pPr>
            <a:r>
              <a:rPr sz="1200" i="1" dirty="0">
                <a:latin typeface="Corbel"/>
                <a:cs typeface="Corbel"/>
              </a:rPr>
              <a:t>Is</a:t>
            </a:r>
            <a:r>
              <a:rPr sz="1200" i="1" spc="30" dirty="0">
                <a:latin typeface="Corbel"/>
                <a:cs typeface="Corbel"/>
              </a:rPr>
              <a:t> </a:t>
            </a:r>
            <a:r>
              <a:rPr sz="1200" i="1" dirty="0">
                <a:latin typeface="Corbel"/>
                <a:cs typeface="Corbel"/>
              </a:rPr>
              <a:t>an</a:t>
            </a:r>
            <a:r>
              <a:rPr sz="1200" i="1" spc="40" dirty="0">
                <a:latin typeface="Corbel"/>
                <a:cs typeface="Corbel"/>
              </a:rPr>
              <a:t> </a:t>
            </a:r>
            <a:r>
              <a:rPr sz="1200" i="1" dirty="0">
                <a:latin typeface="Corbel"/>
                <a:cs typeface="Corbel"/>
              </a:rPr>
              <a:t>aerodynamic</a:t>
            </a:r>
            <a:r>
              <a:rPr sz="1200" i="1" spc="40" dirty="0">
                <a:latin typeface="Corbel"/>
                <a:cs typeface="Corbel"/>
              </a:rPr>
              <a:t> </a:t>
            </a:r>
            <a:r>
              <a:rPr sz="1200" i="1" dirty="0">
                <a:latin typeface="Corbel"/>
                <a:cs typeface="Corbel"/>
              </a:rPr>
              <a:t>device</a:t>
            </a:r>
            <a:r>
              <a:rPr sz="1200" i="1" spc="40" dirty="0">
                <a:latin typeface="Corbel"/>
                <a:cs typeface="Corbel"/>
              </a:rPr>
              <a:t> </a:t>
            </a:r>
            <a:r>
              <a:rPr sz="1200" i="1" dirty="0">
                <a:latin typeface="Corbel"/>
                <a:cs typeface="Corbel"/>
              </a:rPr>
              <a:t>which</a:t>
            </a:r>
            <a:r>
              <a:rPr sz="1200" i="1" spc="35" dirty="0">
                <a:latin typeface="Corbel"/>
                <a:cs typeface="Corbel"/>
              </a:rPr>
              <a:t> </a:t>
            </a:r>
            <a:r>
              <a:rPr sz="1200" i="1" dirty="0">
                <a:latin typeface="Corbel"/>
                <a:cs typeface="Corbel"/>
              </a:rPr>
              <a:t>converts</a:t>
            </a:r>
            <a:r>
              <a:rPr sz="1200" i="1" spc="35" dirty="0">
                <a:latin typeface="Corbel"/>
                <a:cs typeface="Corbel"/>
              </a:rPr>
              <a:t> </a:t>
            </a:r>
            <a:r>
              <a:rPr sz="1200" i="1" dirty="0">
                <a:latin typeface="Corbel"/>
                <a:cs typeface="Corbel"/>
              </a:rPr>
              <a:t>rotational</a:t>
            </a:r>
            <a:r>
              <a:rPr sz="1200" i="1" spc="35" dirty="0">
                <a:latin typeface="Corbel"/>
                <a:cs typeface="Corbel"/>
              </a:rPr>
              <a:t> </a:t>
            </a:r>
            <a:r>
              <a:rPr sz="1200" i="1" dirty="0">
                <a:latin typeface="Corbel"/>
                <a:cs typeface="Corbel"/>
              </a:rPr>
              <a:t>energy</a:t>
            </a:r>
            <a:r>
              <a:rPr sz="1200" i="1" spc="35" dirty="0">
                <a:latin typeface="Corbel"/>
                <a:cs typeface="Corbel"/>
              </a:rPr>
              <a:t> </a:t>
            </a:r>
            <a:r>
              <a:rPr sz="1200" i="1" dirty="0">
                <a:latin typeface="Corbel"/>
                <a:cs typeface="Corbel"/>
              </a:rPr>
              <a:t>into</a:t>
            </a:r>
            <a:r>
              <a:rPr sz="1200" i="1" spc="35" dirty="0">
                <a:latin typeface="Corbel"/>
                <a:cs typeface="Corbel"/>
              </a:rPr>
              <a:t> </a:t>
            </a:r>
            <a:r>
              <a:rPr sz="1200" i="1" spc="-10" dirty="0">
                <a:latin typeface="Corbel"/>
                <a:cs typeface="Corbel"/>
              </a:rPr>
              <a:t>propulsive</a:t>
            </a:r>
            <a:endParaRPr sz="1200" dirty="0">
              <a:latin typeface="Corbel"/>
              <a:cs typeface="Corbel"/>
            </a:endParaRPr>
          </a:p>
          <a:p>
            <a:pPr marL="12700" marR="5080">
              <a:lnSpc>
                <a:spcPts val="1390"/>
              </a:lnSpc>
              <a:spcBef>
                <a:spcPts val="160"/>
              </a:spcBef>
            </a:pPr>
            <a:r>
              <a:rPr sz="1200" i="1" dirty="0">
                <a:latin typeface="Corbel"/>
                <a:cs typeface="Corbel"/>
              </a:rPr>
              <a:t>force</a:t>
            </a:r>
            <a:r>
              <a:rPr sz="1200" i="1" spc="90" dirty="0">
                <a:latin typeface="Corbel"/>
                <a:cs typeface="Corbel"/>
              </a:rPr>
              <a:t> </a:t>
            </a:r>
            <a:r>
              <a:rPr sz="1200" i="1" dirty="0">
                <a:latin typeface="Corbel"/>
                <a:cs typeface="Corbel"/>
              </a:rPr>
              <a:t>creating</a:t>
            </a:r>
            <a:r>
              <a:rPr sz="1200" i="1" spc="95" dirty="0">
                <a:latin typeface="Corbel"/>
                <a:cs typeface="Corbel"/>
              </a:rPr>
              <a:t> </a:t>
            </a:r>
            <a:r>
              <a:rPr sz="1200" i="1" dirty="0">
                <a:latin typeface="Corbel"/>
                <a:cs typeface="Corbel"/>
              </a:rPr>
              <a:t>thrust</a:t>
            </a:r>
            <a:r>
              <a:rPr sz="1200" i="1" spc="90" dirty="0">
                <a:latin typeface="Corbel"/>
                <a:cs typeface="Corbel"/>
              </a:rPr>
              <a:t> </a:t>
            </a:r>
            <a:r>
              <a:rPr sz="1200" i="1" dirty="0">
                <a:latin typeface="Corbel"/>
                <a:cs typeface="Corbel"/>
              </a:rPr>
              <a:t>which</a:t>
            </a:r>
            <a:r>
              <a:rPr sz="1200" i="1" spc="90" dirty="0">
                <a:latin typeface="Corbel"/>
                <a:cs typeface="Corbel"/>
              </a:rPr>
              <a:t> </a:t>
            </a:r>
            <a:r>
              <a:rPr sz="1200" i="1" dirty="0">
                <a:latin typeface="Corbel"/>
                <a:cs typeface="Corbel"/>
              </a:rPr>
              <a:t>is</a:t>
            </a:r>
            <a:r>
              <a:rPr sz="1200" i="1" spc="90" dirty="0">
                <a:latin typeface="Corbel"/>
                <a:cs typeface="Corbel"/>
              </a:rPr>
              <a:t> </a:t>
            </a:r>
            <a:r>
              <a:rPr sz="1200" i="1" dirty="0">
                <a:latin typeface="Corbel"/>
                <a:cs typeface="Corbel"/>
              </a:rPr>
              <a:t>approximately</a:t>
            </a:r>
            <a:r>
              <a:rPr sz="1200" i="1" spc="90" dirty="0">
                <a:latin typeface="Corbel"/>
                <a:cs typeface="Corbel"/>
              </a:rPr>
              <a:t> </a:t>
            </a:r>
            <a:r>
              <a:rPr sz="1200" i="1" dirty="0">
                <a:latin typeface="Corbel"/>
                <a:cs typeface="Corbel"/>
              </a:rPr>
              <a:t>perpendicular</a:t>
            </a:r>
            <a:r>
              <a:rPr sz="1200" i="1" spc="100" dirty="0">
                <a:latin typeface="Corbel"/>
                <a:cs typeface="Corbel"/>
              </a:rPr>
              <a:t> </a:t>
            </a:r>
            <a:r>
              <a:rPr sz="1200" i="1" dirty="0">
                <a:latin typeface="Corbel"/>
                <a:cs typeface="Corbel"/>
              </a:rPr>
              <a:t>to</a:t>
            </a:r>
            <a:r>
              <a:rPr sz="1200" i="1" spc="85" dirty="0">
                <a:latin typeface="Corbel"/>
                <a:cs typeface="Corbel"/>
              </a:rPr>
              <a:t> </a:t>
            </a:r>
            <a:r>
              <a:rPr sz="1200" i="1" dirty="0">
                <a:latin typeface="Corbel"/>
                <a:cs typeface="Corbel"/>
              </a:rPr>
              <a:t>its</a:t>
            </a:r>
            <a:r>
              <a:rPr sz="1200" i="1" spc="90" dirty="0">
                <a:latin typeface="Corbel"/>
                <a:cs typeface="Corbel"/>
              </a:rPr>
              <a:t> </a:t>
            </a:r>
            <a:r>
              <a:rPr sz="1200" i="1" dirty="0">
                <a:latin typeface="Corbel"/>
                <a:cs typeface="Corbel"/>
              </a:rPr>
              <a:t>plane</a:t>
            </a:r>
            <a:r>
              <a:rPr sz="1200" i="1" spc="95" dirty="0">
                <a:latin typeface="Corbel"/>
                <a:cs typeface="Corbel"/>
              </a:rPr>
              <a:t> </a:t>
            </a:r>
            <a:r>
              <a:rPr sz="1200" i="1" spc="-25" dirty="0">
                <a:latin typeface="Corbel"/>
                <a:cs typeface="Corbel"/>
              </a:rPr>
              <a:t>of </a:t>
            </a:r>
            <a:r>
              <a:rPr sz="1200" i="1" spc="-10" dirty="0">
                <a:latin typeface="Corbel"/>
                <a:cs typeface="Corbel"/>
              </a:rPr>
              <a:t>rotation.</a:t>
            </a:r>
            <a:endParaRPr sz="1200" dirty="0">
              <a:latin typeface="Corbel"/>
              <a:cs typeface="Corbel"/>
            </a:endParaRPr>
          </a:p>
        </p:txBody>
      </p:sp>
      <p:pic>
        <p:nvPicPr>
          <p:cNvPr id="12" name="object 12"/>
          <p:cNvPicPr/>
          <p:nvPr/>
        </p:nvPicPr>
        <p:blipFill>
          <a:blip r:embed="rId8" cstate="print"/>
          <a:stretch>
            <a:fillRect/>
          </a:stretch>
        </p:blipFill>
        <p:spPr>
          <a:xfrm>
            <a:off x="8718383" y="2102186"/>
            <a:ext cx="2695159" cy="1308050"/>
          </a:xfrm>
          <a:prstGeom prst="rect">
            <a:avLst/>
          </a:prstGeom>
        </p:spPr>
      </p:pic>
      <p:sp>
        <p:nvSpPr>
          <p:cNvPr id="13" name="object 13"/>
          <p:cNvSpPr txBox="1"/>
          <p:nvPr/>
        </p:nvSpPr>
        <p:spPr>
          <a:xfrm>
            <a:off x="9667501" y="3432047"/>
            <a:ext cx="796290" cy="193040"/>
          </a:xfrm>
          <a:prstGeom prst="rect">
            <a:avLst/>
          </a:prstGeom>
        </p:spPr>
        <p:txBody>
          <a:bodyPr vert="horz" wrap="square" lIns="0" tIns="12700" rIns="0" bIns="0" rtlCol="0">
            <a:spAutoFit/>
          </a:bodyPr>
          <a:lstStyle/>
          <a:p>
            <a:pPr marL="12700">
              <a:lnSpc>
                <a:spcPct val="100000"/>
              </a:lnSpc>
              <a:spcBef>
                <a:spcPts val="100"/>
              </a:spcBef>
            </a:pPr>
            <a:r>
              <a:rPr sz="1100" i="1" dirty="0">
                <a:latin typeface="Corbel"/>
                <a:cs typeface="Corbel"/>
              </a:rPr>
              <a:t>ESC</a:t>
            </a:r>
            <a:r>
              <a:rPr sz="1100" i="1" spc="-20" dirty="0">
                <a:latin typeface="Corbel"/>
                <a:cs typeface="Corbel"/>
              </a:rPr>
              <a:t> </a:t>
            </a:r>
            <a:r>
              <a:rPr sz="1100" i="1" dirty="0">
                <a:latin typeface="Corbel"/>
                <a:cs typeface="Corbel"/>
              </a:rPr>
              <a:t>with</a:t>
            </a:r>
            <a:r>
              <a:rPr sz="1100" i="1" spc="-20" dirty="0">
                <a:latin typeface="Corbel"/>
                <a:cs typeface="Corbel"/>
              </a:rPr>
              <a:t> </a:t>
            </a:r>
            <a:r>
              <a:rPr sz="1100" i="1" spc="-25" dirty="0">
                <a:latin typeface="Corbel"/>
                <a:cs typeface="Corbel"/>
              </a:rPr>
              <a:t>BEC</a:t>
            </a:r>
            <a:endParaRPr sz="1100">
              <a:latin typeface="Corbel"/>
              <a:cs typeface="Corbel"/>
            </a:endParaRPr>
          </a:p>
        </p:txBody>
      </p:sp>
      <p:pic>
        <p:nvPicPr>
          <p:cNvPr id="14" name="object 14"/>
          <p:cNvPicPr/>
          <p:nvPr/>
        </p:nvPicPr>
        <p:blipFill>
          <a:blip r:embed="rId9" cstate="print"/>
          <a:stretch>
            <a:fillRect/>
          </a:stretch>
        </p:blipFill>
        <p:spPr>
          <a:xfrm>
            <a:off x="6784342" y="5235076"/>
            <a:ext cx="1285562" cy="1270497"/>
          </a:xfrm>
          <a:prstGeom prst="rect">
            <a:avLst/>
          </a:prstGeom>
        </p:spPr>
      </p:pic>
      <p:sp>
        <p:nvSpPr>
          <p:cNvPr id="15" name="object 15"/>
          <p:cNvSpPr txBox="1"/>
          <p:nvPr/>
        </p:nvSpPr>
        <p:spPr>
          <a:xfrm>
            <a:off x="1246510" y="5534659"/>
            <a:ext cx="4860290" cy="754380"/>
          </a:xfrm>
          <a:prstGeom prst="rect">
            <a:avLst/>
          </a:prstGeom>
        </p:spPr>
        <p:txBody>
          <a:bodyPr vert="horz" wrap="square" lIns="0" tIns="3175" rIns="0" bIns="0" rtlCol="0">
            <a:spAutoFit/>
          </a:bodyPr>
          <a:lstStyle/>
          <a:p>
            <a:pPr marL="12700" marR="5080">
              <a:lnSpc>
                <a:spcPct val="105000"/>
              </a:lnSpc>
              <a:spcBef>
                <a:spcPts val="25"/>
              </a:spcBef>
            </a:pPr>
            <a:r>
              <a:rPr sz="1200" i="1" dirty="0">
                <a:latin typeface="Corbel"/>
                <a:cs typeface="Corbel"/>
              </a:rPr>
              <a:t>The</a:t>
            </a:r>
            <a:r>
              <a:rPr sz="1200" i="1" spc="65" dirty="0">
                <a:latin typeface="Corbel"/>
                <a:cs typeface="Corbel"/>
              </a:rPr>
              <a:t> </a:t>
            </a:r>
            <a:r>
              <a:rPr sz="1200" i="1" dirty="0">
                <a:latin typeface="Corbel"/>
                <a:cs typeface="Corbel"/>
              </a:rPr>
              <a:t>KV</a:t>
            </a:r>
            <a:r>
              <a:rPr sz="1200" i="1" spc="65" dirty="0">
                <a:latin typeface="Corbel"/>
                <a:cs typeface="Corbel"/>
              </a:rPr>
              <a:t> </a:t>
            </a:r>
            <a:r>
              <a:rPr sz="1200" i="1" dirty="0">
                <a:latin typeface="Corbel"/>
                <a:cs typeface="Corbel"/>
              </a:rPr>
              <a:t>rating</a:t>
            </a:r>
            <a:r>
              <a:rPr sz="1200" i="1" spc="65" dirty="0">
                <a:latin typeface="Corbel"/>
                <a:cs typeface="Corbel"/>
              </a:rPr>
              <a:t> </a:t>
            </a:r>
            <a:r>
              <a:rPr sz="1200" i="1" dirty="0">
                <a:latin typeface="Corbel"/>
                <a:cs typeface="Corbel"/>
              </a:rPr>
              <a:t>of</a:t>
            </a:r>
            <a:r>
              <a:rPr sz="1200" i="1" spc="65" dirty="0">
                <a:latin typeface="Corbel"/>
                <a:cs typeface="Corbel"/>
              </a:rPr>
              <a:t> </a:t>
            </a:r>
            <a:r>
              <a:rPr sz="1200" i="1" dirty="0">
                <a:latin typeface="Corbel"/>
                <a:cs typeface="Corbel"/>
              </a:rPr>
              <a:t>a</a:t>
            </a:r>
            <a:r>
              <a:rPr sz="1200" i="1" spc="65" dirty="0">
                <a:latin typeface="Corbel"/>
                <a:cs typeface="Corbel"/>
              </a:rPr>
              <a:t> </a:t>
            </a:r>
            <a:r>
              <a:rPr sz="1200" i="1" dirty="0">
                <a:latin typeface="Corbel"/>
                <a:cs typeface="Corbel"/>
              </a:rPr>
              <a:t>brushless</a:t>
            </a:r>
            <a:r>
              <a:rPr sz="1200" i="1" spc="60" dirty="0">
                <a:latin typeface="Corbel"/>
                <a:cs typeface="Corbel"/>
              </a:rPr>
              <a:t> </a:t>
            </a:r>
            <a:r>
              <a:rPr sz="1200" i="1" dirty="0">
                <a:latin typeface="Corbel"/>
                <a:cs typeface="Corbel"/>
              </a:rPr>
              <a:t>motor</a:t>
            </a:r>
            <a:r>
              <a:rPr sz="1200" i="1" spc="70" dirty="0">
                <a:latin typeface="Corbel"/>
                <a:cs typeface="Corbel"/>
              </a:rPr>
              <a:t> </a:t>
            </a:r>
            <a:r>
              <a:rPr sz="1200" i="1" dirty="0">
                <a:latin typeface="Corbel"/>
                <a:cs typeface="Corbel"/>
              </a:rPr>
              <a:t>is</a:t>
            </a:r>
            <a:r>
              <a:rPr sz="1200" i="1" spc="65" dirty="0">
                <a:latin typeface="Corbel"/>
                <a:cs typeface="Corbel"/>
              </a:rPr>
              <a:t> </a:t>
            </a:r>
            <a:r>
              <a:rPr sz="1200" i="1" dirty="0">
                <a:latin typeface="Corbel"/>
                <a:cs typeface="Corbel"/>
              </a:rPr>
              <a:t>the</a:t>
            </a:r>
            <a:r>
              <a:rPr sz="1200" i="1" spc="65" dirty="0">
                <a:latin typeface="Corbel"/>
                <a:cs typeface="Corbel"/>
              </a:rPr>
              <a:t> </a:t>
            </a:r>
            <a:r>
              <a:rPr sz="1200" i="1" dirty="0">
                <a:latin typeface="Corbel"/>
                <a:cs typeface="Corbel"/>
              </a:rPr>
              <a:t>ratio</a:t>
            </a:r>
            <a:r>
              <a:rPr sz="1200" i="1" spc="60" dirty="0">
                <a:latin typeface="Corbel"/>
                <a:cs typeface="Corbel"/>
              </a:rPr>
              <a:t> </a:t>
            </a:r>
            <a:r>
              <a:rPr sz="1200" i="1" dirty="0">
                <a:latin typeface="Corbel"/>
                <a:cs typeface="Corbel"/>
              </a:rPr>
              <a:t>of</a:t>
            </a:r>
            <a:r>
              <a:rPr sz="1200" i="1" spc="65" dirty="0">
                <a:latin typeface="Corbel"/>
                <a:cs typeface="Corbel"/>
              </a:rPr>
              <a:t> </a:t>
            </a:r>
            <a:r>
              <a:rPr sz="1200" i="1" dirty="0">
                <a:latin typeface="Corbel"/>
                <a:cs typeface="Corbel"/>
              </a:rPr>
              <a:t>the</a:t>
            </a:r>
            <a:r>
              <a:rPr sz="1200" i="1" spc="65" dirty="0">
                <a:latin typeface="Corbel"/>
                <a:cs typeface="Corbel"/>
              </a:rPr>
              <a:t> </a:t>
            </a:r>
            <a:r>
              <a:rPr sz="1200" i="1" dirty="0">
                <a:latin typeface="Corbel"/>
                <a:cs typeface="Corbel"/>
              </a:rPr>
              <a:t>motor’s</a:t>
            </a:r>
            <a:r>
              <a:rPr sz="1200" i="1" spc="60" dirty="0">
                <a:latin typeface="Corbel"/>
                <a:cs typeface="Corbel"/>
              </a:rPr>
              <a:t> </a:t>
            </a:r>
            <a:r>
              <a:rPr sz="1200" i="1" dirty="0">
                <a:latin typeface="Corbel"/>
                <a:cs typeface="Corbel"/>
              </a:rPr>
              <a:t>unloaded</a:t>
            </a:r>
            <a:r>
              <a:rPr sz="1200" i="1" spc="65" dirty="0">
                <a:latin typeface="Corbel"/>
                <a:cs typeface="Corbel"/>
              </a:rPr>
              <a:t> </a:t>
            </a:r>
            <a:r>
              <a:rPr sz="1200" i="1" dirty="0">
                <a:latin typeface="Corbel"/>
                <a:cs typeface="Corbel"/>
              </a:rPr>
              <a:t>rpm</a:t>
            </a:r>
            <a:r>
              <a:rPr sz="1200" i="1" spc="60" dirty="0">
                <a:latin typeface="Corbel"/>
                <a:cs typeface="Corbel"/>
              </a:rPr>
              <a:t> </a:t>
            </a:r>
            <a:r>
              <a:rPr sz="1200" i="1" spc="-25" dirty="0">
                <a:latin typeface="Corbel"/>
                <a:cs typeface="Corbel"/>
              </a:rPr>
              <a:t>to </a:t>
            </a:r>
            <a:r>
              <a:rPr sz="1200" i="1" dirty="0">
                <a:latin typeface="Corbel"/>
                <a:cs typeface="Corbel"/>
              </a:rPr>
              <a:t>the</a:t>
            </a:r>
            <a:r>
              <a:rPr sz="1200" i="1" spc="-25" dirty="0">
                <a:latin typeface="Corbel"/>
                <a:cs typeface="Corbel"/>
              </a:rPr>
              <a:t> </a:t>
            </a:r>
            <a:r>
              <a:rPr sz="1200" i="1" dirty="0">
                <a:latin typeface="Corbel"/>
                <a:cs typeface="Corbel"/>
              </a:rPr>
              <a:t>peak</a:t>
            </a:r>
            <a:r>
              <a:rPr sz="1200" i="1" spc="-25" dirty="0">
                <a:latin typeface="Corbel"/>
                <a:cs typeface="Corbel"/>
              </a:rPr>
              <a:t> </a:t>
            </a:r>
            <a:r>
              <a:rPr sz="1200" i="1" dirty="0">
                <a:latin typeface="Corbel"/>
                <a:cs typeface="Corbel"/>
              </a:rPr>
              <a:t>voltage</a:t>
            </a:r>
            <a:r>
              <a:rPr sz="1200" i="1" spc="-30" dirty="0">
                <a:latin typeface="Corbel"/>
                <a:cs typeface="Corbel"/>
              </a:rPr>
              <a:t> </a:t>
            </a:r>
            <a:r>
              <a:rPr sz="1200" i="1" dirty="0">
                <a:latin typeface="Corbel"/>
                <a:cs typeface="Corbel"/>
              </a:rPr>
              <a:t>on</a:t>
            </a:r>
            <a:r>
              <a:rPr sz="1200" i="1" spc="-25"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wires</a:t>
            </a:r>
            <a:r>
              <a:rPr sz="1200" i="1" spc="-30" dirty="0">
                <a:latin typeface="Corbel"/>
                <a:cs typeface="Corbel"/>
              </a:rPr>
              <a:t> </a:t>
            </a:r>
            <a:r>
              <a:rPr sz="1200" i="1" dirty="0">
                <a:latin typeface="Corbel"/>
                <a:cs typeface="Corbel"/>
              </a:rPr>
              <a:t>connected</a:t>
            </a:r>
            <a:r>
              <a:rPr sz="1200" i="1" spc="-30" dirty="0">
                <a:latin typeface="Corbel"/>
                <a:cs typeface="Corbel"/>
              </a:rPr>
              <a:t> </a:t>
            </a:r>
            <a:r>
              <a:rPr sz="1200" i="1" dirty="0">
                <a:latin typeface="Corbel"/>
                <a:cs typeface="Corbel"/>
              </a:rPr>
              <a:t>to</a:t>
            </a:r>
            <a:r>
              <a:rPr sz="1200" i="1" spc="-30" dirty="0">
                <a:latin typeface="Corbel"/>
                <a:cs typeface="Corbel"/>
              </a:rPr>
              <a:t> </a:t>
            </a:r>
            <a:r>
              <a:rPr sz="1200" i="1" dirty="0">
                <a:latin typeface="Corbel"/>
                <a:cs typeface="Corbel"/>
              </a:rPr>
              <a:t>the</a:t>
            </a:r>
            <a:r>
              <a:rPr sz="1200" i="1" spc="-25" dirty="0">
                <a:latin typeface="Corbel"/>
                <a:cs typeface="Corbel"/>
              </a:rPr>
              <a:t> </a:t>
            </a:r>
            <a:r>
              <a:rPr sz="1200" i="1" spc="-10" dirty="0">
                <a:latin typeface="Corbel"/>
                <a:cs typeface="Corbel"/>
              </a:rPr>
              <a:t>coils.</a:t>
            </a:r>
            <a:endParaRPr sz="1200">
              <a:latin typeface="Corbel"/>
              <a:cs typeface="Corbel"/>
            </a:endParaRPr>
          </a:p>
          <a:p>
            <a:pPr marL="12700" marR="5080">
              <a:lnSpc>
                <a:spcPts val="1390"/>
              </a:lnSpc>
              <a:spcBef>
                <a:spcPts val="40"/>
              </a:spcBef>
            </a:pPr>
            <a:r>
              <a:rPr sz="1200" i="1" dirty="0">
                <a:latin typeface="Corbel"/>
                <a:cs typeface="Corbel"/>
              </a:rPr>
              <a:t>For</a:t>
            </a:r>
            <a:r>
              <a:rPr sz="1200" i="1" spc="25" dirty="0">
                <a:latin typeface="Corbel"/>
                <a:cs typeface="Corbel"/>
              </a:rPr>
              <a:t> </a:t>
            </a:r>
            <a:r>
              <a:rPr sz="1200" i="1" dirty="0">
                <a:latin typeface="Corbel"/>
                <a:cs typeface="Corbel"/>
              </a:rPr>
              <a:t>example,</a:t>
            </a:r>
            <a:r>
              <a:rPr sz="1200" i="1" spc="15" dirty="0">
                <a:latin typeface="Corbel"/>
                <a:cs typeface="Corbel"/>
              </a:rPr>
              <a:t> </a:t>
            </a:r>
            <a:r>
              <a:rPr sz="1200" i="1" dirty="0">
                <a:latin typeface="Corbel"/>
                <a:cs typeface="Corbel"/>
              </a:rPr>
              <a:t>a</a:t>
            </a:r>
            <a:r>
              <a:rPr sz="1200" i="1" spc="25" dirty="0">
                <a:latin typeface="Corbel"/>
                <a:cs typeface="Corbel"/>
              </a:rPr>
              <a:t> </a:t>
            </a:r>
            <a:r>
              <a:rPr sz="1200" i="1" dirty="0">
                <a:latin typeface="Corbel"/>
                <a:cs typeface="Corbel"/>
              </a:rPr>
              <a:t>2300KV</a:t>
            </a:r>
            <a:r>
              <a:rPr sz="1200" i="1" spc="20" dirty="0">
                <a:latin typeface="Corbel"/>
                <a:cs typeface="Corbel"/>
              </a:rPr>
              <a:t> </a:t>
            </a:r>
            <a:r>
              <a:rPr sz="1200" i="1" dirty="0">
                <a:latin typeface="Corbel"/>
                <a:cs typeface="Corbel"/>
              </a:rPr>
              <a:t>motor</a:t>
            </a:r>
            <a:r>
              <a:rPr sz="1200" i="1" spc="25" dirty="0">
                <a:latin typeface="Corbel"/>
                <a:cs typeface="Corbel"/>
              </a:rPr>
              <a:t> </a:t>
            </a:r>
            <a:r>
              <a:rPr sz="1200" i="1" dirty="0">
                <a:latin typeface="Corbel"/>
                <a:cs typeface="Corbel"/>
              </a:rPr>
              <a:t>powered</a:t>
            </a:r>
            <a:r>
              <a:rPr sz="1200" i="1" spc="20" dirty="0">
                <a:latin typeface="Corbel"/>
                <a:cs typeface="Corbel"/>
              </a:rPr>
              <a:t> </a:t>
            </a:r>
            <a:r>
              <a:rPr sz="1200" i="1" dirty="0">
                <a:latin typeface="Corbel"/>
                <a:cs typeface="Corbel"/>
              </a:rPr>
              <a:t>by</a:t>
            </a:r>
            <a:r>
              <a:rPr sz="1200" i="1" spc="20" dirty="0">
                <a:latin typeface="Corbel"/>
                <a:cs typeface="Corbel"/>
              </a:rPr>
              <a:t> </a:t>
            </a:r>
            <a:r>
              <a:rPr sz="1200" i="1" dirty="0">
                <a:latin typeface="Corbel"/>
                <a:cs typeface="Corbel"/>
              </a:rPr>
              <a:t>an</a:t>
            </a:r>
            <a:r>
              <a:rPr sz="1200" i="1" spc="30" dirty="0">
                <a:latin typeface="Corbel"/>
                <a:cs typeface="Corbel"/>
              </a:rPr>
              <a:t> </a:t>
            </a:r>
            <a:r>
              <a:rPr sz="1200" i="1" dirty="0">
                <a:latin typeface="Corbel"/>
                <a:cs typeface="Corbel"/>
              </a:rPr>
              <a:t>7.4V</a:t>
            </a:r>
            <a:r>
              <a:rPr sz="1200" i="1" spc="20" dirty="0">
                <a:latin typeface="Corbel"/>
                <a:cs typeface="Corbel"/>
              </a:rPr>
              <a:t> </a:t>
            </a:r>
            <a:r>
              <a:rPr sz="1200" i="1" dirty="0">
                <a:latin typeface="Corbel"/>
                <a:cs typeface="Corbel"/>
              </a:rPr>
              <a:t>battery</a:t>
            </a:r>
            <a:r>
              <a:rPr sz="1200" i="1" spc="20" dirty="0">
                <a:latin typeface="Corbel"/>
                <a:cs typeface="Corbel"/>
              </a:rPr>
              <a:t> </a:t>
            </a:r>
            <a:r>
              <a:rPr sz="1200" i="1" dirty="0">
                <a:latin typeface="Corbel"/>
                <a:cs typeface="Corbel"/>
              </a:rPr>
              <a:t>would</a:t>
            </a:r>
            <a:r>
              <a:rPr sz="1200" i="1" spc="20" dirty="0">
                <a:latin typeface="Corbel"/>
                <a:cs typeface="Corbel"/>
              </a:rPr>
              <a:t> </a:t>
            </a:r>
            <a:r>
              <a:rPr sz="1200" i="1" dirty="0">
                <a:latin typeface="Corbel"/>
                <a:cs typeface="Corbel"/>
              </a:rPr>
              <a:t>spin</a:t>
            </a:r>
            <a:r>
              <a:rPr sz="1200" i="1" spc="25" dirty="0">
                <a:latin typeface="Corbel"/>
                <a:cs typeface="Corbel"/>
              </a:rPr>
              <a:t> </a:t>
            </a:r>
            <a:r>
              <a:rPr sz="1200" i="1" dirty="0">
                <a:latin typeface="Corbel"/>
                <a:cs typeface="Corbel"/>
              </a:rPr>
              <a:t>at</a:t>
            </a:r>
            <a:r>
              <a:rPr sz="1200" i="1" spc="25" dirty="0">
                <a:latin typeface="Corbel"/>
                <a:cs typeface="Corbel"/>
              </a:rPr>
              <a:t> </a:t>
            </a:r>
            <a:r>
              <a:rPr sz="1200" i="1" spc="-10" dirty="0">
                <a:latin typeface="Corbel"/>
                <a:cs typeface="Corbel"/>
              </a:rPr>
              <a:t>17,020 </a:t>
            </a:r>
            <a:r>
              <a:rPr sz="1200" i="1" dirty="0">
                <a:latin typeface="Corbel"/>
                <a:cs typeface="Corbel"/>
              </a:rPr>
              <a:t>rpm</a:t>
            </a:r>
            <a:r>
              <a:rPr sz="1200" i="1" spc="-20" dirty="0">
                <a:latin typeface="Corbel"/>
                <a:cs typeface="Corbel"/>
              </a:rPr>
              <a:t> </a:t>
            </a:r>
            <a:r>
              <a:rPr sz="1200" i="1" spc="-10" dirty="0">
                <a:latin typeface="Corbel"/>
                <a:cs typeface="Corbel"/>
              </a:rPr>
              <a:t>(2300</a:t>
            </a:r>
            <a:r>
              <a:rPr sz="1200" i="1" spc="-20" dirty="0">
                <a:latin typeface="Corbel"/>
                <a:cs typeface="Corbel"/>
              </a:rPr>
              <a:t> </a:t>
            </a:r>
            <a:r>
              <a:rPr sz="1200" i="1" dirty="0">
                <a:latin typeface="Corbel"/>
                <a:cs typeface="Corbel"/>
              </a:rPr>
              <a:t>x</a:t>
            </a:r>
            <a:r>
              <a:rPr sz="1200" i="1" spc="-10" dirty="0">
                <a:latin typeface="Corbel"/>
                <a:cs typeface="Corbel"/>
              </a:rPr>
              <a:t> </a:t>
            </a:r>
            <a:r>
              <a:rPr sz="1200" i="1" dirty="0">
                <a:latin typeface="Corbel"/>
                <a:cs typeface="Corbel"/>
              </a:rPr>
              <a:t>7.4)</a:t>
            </a:r>
            <a:r>
              <a:rPr sz="1200" i="1" spc="-20" dirty="0">
                <a:latin typeface="Corbel"/>
                <a:cs typeface="Corbel"/>
              </a:rPr>
              <a:t> </a:t>
            </a:r>
            <a:r>
              <a:rPr sz="1200" i="1" dirty="0">
                <a:latin typeface="Corbel"/>
                <a:cs typeface="Corbel"/>
              </a:rPr>
              <a:t>with</a:t>
            </a:r>
            <a:r>
              <a:rPr sz="1200" i="1" spc="-20" dirty="0">
                <a:latin typeface="Corbel"/>
                <a:cs typeface="Corbel"/>
              </a:rPr>
              <a:t> </a:t>
            </a:r>
            <a:r>
              <a:rPr sz="1200" i="1" dirty="0">
                <a:latin typeface="Corbel"/>
                <a:cs typeface="Corbel"/>
              </a:rPr>
              <a:t>no</a:t>
            </a:r>
            <a:r>
              <a:rPr sz="1200" i="1" spc="-15" dirty="0">
                <a:latin typeface="Corbel"/>
                <a:cs typeface="Corbel"/>
              </a:rPr>
              <a:t> </a:t>
            </a:r>
            <a:r>
              <a:rPr sz="1200" i="1" spc="-10" dirty="0">
                <a:latin typeface="Corbel"/>
                <a:cs typeface="Corbel"/>
              </a:rPr>
              <a:t>load.</a:t>
            </a:r>
            <a:endParaRPr sz="1200">
              <a:latin typeface="Corbel"/>
              <a:cs typeface="Corbel"/>
            </a:endParaRPr>
          </a:p>
        </p:txBody>
      </p:sp>
      <p:grpSp>
        <p:nvGrpSpPr>
          <p:cNvPr id="16" name="object 16"/>
          <p:cNvGrpSpPr/>
          <p:nvPr/>
        </p:nvGrpSpPr>
        <p:grpSpPr>
          <a:xfrm>
            <a:off x="43542" y="6462030"/>
            <a:ext cx="360045" cy="360045"/>
            <a:chOff x="43542" y="6462030"/>
            <a:chExt cx="360045" cy="360045"/>
          </a:xfrm>
        </p:grpSpPr>
        <p:sp>
          <p:nvSpPr>
            <p:cNvPr id="17" name="object 17"/>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8" name="object 18"/>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9" name="object 19"/>
            <p:cNvPicPr/>
            <p:nvPr/>
          </p:nvPicPr>
          <p:blipFill>
            <a:blip r:embed="rId10" cstate="print"/>
            <a:stretch>
              <a:fillRect/>
            </a:stretch>
          </p:blipFill>
          <p:spPr>
            <a:xfrm>
              <a:off x="172917" y="6515468"/>
              <a:ext cx="101249" cy="227812"/>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099303" y="2414151"/>
            <a:ext cx="2298617" cy="1918681"/>
          </a:xfrm>
          <a:prstGeom prst="rect">
            <a:avLst/>
          </a:prstGeom>
        </p:spPr>
      </p:pic>
      <p:sp>
        <p:nvSpPr>
          <p:cNvPr id="3" name="object 3"/>
          <p:cNvSpPr txBox="1">
            <a:spLocks noGrp="1"/>
          </p:cNvSpPr>
          <p:nvPr>
            <p:ph type="title"/>
          </p:nvPr>
        </p:nvSpPr>
        <p:spPr>
          <a:xfrm>
            <a:off x="1563049" y="639571"/>
            <a:ext cx="3936365" cy="299720"/>
          </a:xfrm>
          <a:prstGeom prst="rect">
            <a:avLst/>
          </a:prstGeom>
        </p:spPr>
        <p:txBody>
          <a:bodyPr vert="horz" wrap="square" lIns="0" tIns="12700" rIns="0" bIns="0" rtlCol="0">
            <a:spAutoFit/>
          </a:bodyPr>
          <a:lstStyle/>
          <a:p>
            <a:pPr marL="12700">
              <a:lnSpc>
                <a:spcPct val="100000"/>
              </a:lnSpc>
              <a:spcBef>
                <a:spcPts val="100"/>
              </a:spcBef>
            </a:pPr>
            <a:r>
              <a:rPr sz="1800" dirty="0"/>
              <a:t>3.</a:t>
            </a:r>
            <a:r>
              <a:rPr sz="1800" spc="-5" dirty="0"/>
              <a:t> </a:t>
            </a:r>
            <a:r>
              <a:rPr sz="1800" b="1" u="sng" spc="-10" dirty="0">
                <a:uFill>
                  <a:solidFill>
                    <a:srgbClr val="000000"/>
                  </a:solidFill>
                </a:uFill>
                <a:latin typeface="Corbel"/>
                <a:cs typeface="Corbel"/>
              </a:rPr>
              <a:t>Flight</a:t>
            </a:r>
            <a:r>
              <a:rPr sz="1800" b="1" u="sng" spc="-70" dirty="0">
                <a:uFill>
                  <a:solidFill>
                    <a:srgbClr val="000000"/>
                  </a:solidFill>
                </a:uFill>
                <a:latin typeface="Corbel"/>
                <a:cs typeface="Corbel"/>
              </a:rPr>
              <a:t> </a:t>
            </a:r>
            <a:r>
              <a:rPr sz="1800" b="1" u="sng" dirty="0">
                <a:uFill>
                  <a:solidFill>
                    <a:srgbClr val="000000"/>
                  </a:solidFill>
                </a:uFill>
                <a:latin typeface="Corbel"/>
                <a:cs typeface="Corbel"/>
              </a:rPr>
              <a:t>Control</a:t>
            </a:r>
            <a:r>
              <a:rPr sz="1800" b="1" u="sng" spc="-5" dirty="0">
                <a:uFill>
                  <a:solidFill>
                    <a:srgbClr val="000000"/>
                  </a:solidFill>
                </a:uFill>
                <a:latin typeface="Corbel"/>
                <a:cs typeface="Corbel"/>
              </a:rPr>
              <a:t> </a:t>
            </a:r>
            <a:r>
              <a:rPr sz="1800" b="1" u="sng" dirty="0">
                <a:uFill>
                  <a:solidFill>
                    <a:srgbClr val="000000"/>
                  </a:solidFill>
                </a:uFill>
                <a:latin typeface="Corbel"/>
                <a:cs typeface="Corbel"/>
              </a:rPr>
              <a:t>and</a:t>
            </a:r>
            <a:r>
              <a:rPr sz="1800" b="1" u="sng" spc="-5" dirty="0">
                <a:uFill>
                  <a:solidFill>
                    <a:srgbClr val="000000"/>
                  </a:solidFill>
                </a:uFill>
                <a:latin typeface="Corbel"/>
                <a:cs typeface="Corbel"/>
              </a:rPr>
              <a:t> </a:t>
            </a:r>
            <a:r>
              <a:rPr sz="1800" b="1" u="sng" spc="-10" dirty="0">
                <a:uFill>
                  <a:solidFill>
                    <a:srgbClr val="000000"/>
                  </a:solidFill>
                </a:uFill>
                <a:latin typeface="Corbel"/>
                <a:cs typeface="Corbel"/>
              </a:rPr>
              <a:t>Navigation</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a:latin typeface="Corbel"/>
              <a:cs typeface="Corbel"/>
            </a:endParaRPr>
          </a:p>
        </p:txBody>
      </p:sp>
      <p:sp>
        <p:nvSpPr>
          <p:cNvPr id="4" name="object 4"/>
          <p:cNvSpPr txBox="1"/>
          <p:nvPr/>
        </p:nvSpPr>
        <p:spPr>
          <a:xfrm>
            <a:off x="1515741" y="1049019"/>
            <a:ext cx="1454150"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Corbel"/>
                <a:cs typeface="Corbel"/>
              </a:rPr>
              <a:t>Flight</a:t>
            </a:r>
            <a:r>
              <a:rPr sz="1600" b="1" spc="-40" dirty="0">
                <a:latin typeface="Corbel"/>
                <a:cs typeface="Corbel"/>
              </a:rPr>
              <a:t> </a:t>
            </a:r>
            <a:r>
              <a:rPr sz="1600" b="1" spc="-10" dirty="0">
                <a:latin typeface="Corbel"/>
                <a:cs typeface="Corbel"/>
              </a:rPr>
              <a:t>Controller</a:t>
            </a:r>
            <a:endParaRPr sz="1600">
              <a:latin typeface="Corbel"/>
              <a:cs typeface="Corbel"/>
            </a:endParaRPr>
          </a:p>
        </p:txBody>
      </p:sp>
      <p:sp>
        <p:nvSpPr>
          <p:cNvPr id="5" name="object 5"/>
          <p:cNvSpPr txBox="1"/>
          <p:nvPr/>
        </p:nvSpPr>
        <p:spPr>
          <a:xfrm>
            <a:off x="1515741" y="1291844"/>
            <a:ext cx="3583304" cy="766445"/>
          </a:xfrm>
          <a:prstGeom prst="rect">
            <a:avLst/>
          </a:prstGeom>
        </p:spPr>
        <p:txBody>
          <a:bodyPr vert="horz" wrap="square" lIns="0" tIns="6350" rIns="0" bIns="0" rtlCol="0">
            <a:spAutoFit/>
          </a:bodyPr>
          <a:lstStyle/>
          <a:p>
            <a:pPr marL="182245" marR="5080" indent="-169545">
              <a:lnSpc>
                <a:spcPct val="103299"/>
              </a:lnSpc>
              <a:spcBef>
                <a:spcPts val="50"/>
              </a:spcBef>
              <a:buFont typeface="Corbel"/>
              <a:buChar char="-"/>
              <a:tabLst>
                <a:tab pos="184150" algn="l"/>
              </a:tabLst>
            </a:pPr>
            <a:r>
              <a:rPr sz="1200" i="1" dirty="0">
                <a:latin typeface="Corbel"/>
                <a:cs typeface="Corbel"/>
              </a:rPr>
              <a:t>Is</a:t>
            </a:r>
            <a:r>
              <a:rPr sz="1200" i="1" spc="-45" dirty="0">
                <a:latin typeface="Corbel"/>
                <a:cs typeface="Corbel"/>
              </a:rPr>
              <a:t> </a:t>
            </a:r>
            <a:r>
              <a:rPr sz="1200" i="1" dirty="0">
                <a:latin typeface="Corbel"/>
                <a:cs typeface="Corbel"/>
              </a:rPr>
              <a:t>an</a:t>
            </a:r>
            <a:r>
              <a:rPr sz="1200" i="1" spc="-20" dirty="0">
                <a:latin typeface="Corbel"/>
                <a:cs typeface="Corbel"/>
              </a:rPr>
              <a:t> </a:t>
            </a:r>
            <a:r>
              <a:rPr sz="1200" i="1" dirty="0">
                <a:latin typeface="Corbel"/>
                <a:cs typeface="Corbel"/>
              </a:rPr>
              <a:t>integrated</a:t>
            </a:r>
            <a:r>
              <a:rPr sz="1200" i="1" spc="-30" dirty="0">
                <a:latin typeface="Corbel"/>
                <a:cs typeface="Corbel"/>
              </a:rPr>
              <a:t> </a:t>
            </a:r>
            <a:r>
              <a:rPr sz="1200" i="1" dirty="0">
                <a:latin typeface="Corbel"/>
                <a:cs typeface="Corbel"/>
              </a:rPr>
              <a:t>circuit</a:t>
            </a:r>
            <a:r>
              <a:rPr sz="1200" i="1" spc="-20" dirty="0">
                <a:latin typeface="Corbel"/>
                <a:cs typeface="Corbel"/>
              </a:rPr>
              <a:t> </a:t>
            </a:r>
            <a:r>
              <a:rPr sz="1200" i="1" dirty="0">
                <a:latin typeface="Corbel"/>
                <a:cs typeface="Corbel"/>
              </a:rPr>
              <a:t>(IC)</a:t>
            </a:r>
            <a:r>
              <a:rPr sz="1200" i="1" spc="-30" dirty="0">
                <a:latin typeface="Corbel"/>
                <a:cs typeface="Corbel"/>
              </a:rPr>
              <a:t> </a:t>
            </a:r>
            <a:r>
              <a:rPr sz="1200" i="1" dirty="0">
                <a:latin typeface="Corbel"/>
                <a:cs typeface="Corbel"/>
              </a:rPr>
              <a:t>board</a:t>
            </a:r>
            <a:r>
              <a:rPr sz="1200" i="1" spc="-30" dirty="0">
                <a:latin typeface="Corbel"/>
                <a:cs typeface="Corbel"/>
              </a:rPr>
              <a:t> </a:t>
            </a:r>
            <a:r>
              <a:rPr sz="1200" i="1" dirty="0">
                <a:latin typeface="Corbel"/>
                <a:cs typeface="Corbel"/>
              </a:rPr>
              <a:t>that</a:t>
            </a:r>
            <a:r>
              <a:rPr sz="1200" i="1" spc="-20" dirty="0">
                <a:latin typeface="Corbel"/>
                <a:cs typeface="Corbel"/>
              </a:rPr>
              <a:t> </a:t>
            </a:r>
            <a:r>
              <a:rPr sz="1200" i="1" dirty="0">
                <a:latin typeface="Corbel"/>
                <a:cs typeface="Corbel"/>
              </a:rPr>
              <a:t>manages</a:t>
            </a:r>
            <a:r>
              <a:rPr sz="1200" i="1" spc="-25" dirty="0">
                <a:latin typeface="Corbel"/>
                <a:cs typeface="Corbel"/>
              </a:rPr>
              <a:t> </a:t>
            </a:r>
            <a:r>
              <a:rPr sz="1200" i="1" spc="-10" dirty="0">
                <a:latin typeface="Corbel"/>
                <a:cs typeface="Corbel"/>
              </a:rPr>
              <a:t>the</a:t>
            </a:r>
            <a:r>
              <a:rPr sz="1200" i="1" spc="-55" dirty="0">
                <a:latin typeface="Corbel"/>
                <a:cs typeface="Corbel"/>
              </a:rPr>
              <a:t> </a:t>
            </a:r>
            <a:r>
              <a:rPr sz="1200" i="1" spc="-20" dirty="0">
                <a:latin typeface="Corbel"/>
                <a:cs typeface="Corbel"/>
              </a:rPr>
              <a:t>UA’s 	</a:t>
            </a:r>
            <a:r>
              <a:rPr sz="1200" i="1" spc="-10" dirty="0">
                <a:latin typeface="Corbel"/>
                <a:cs typeface="Corbel"/>
              </a:rPr>
              <a:t>flight.</a:t>
            </a:r>
            <a:endParaRPr sz="1200" dirty="0">
              <a:latin typeface="Corbel"/>
              <a:cs typeface="Corbel"/>
            </a:endParaRPr>
          </a:p>
          <a:p>
            <a:pPr marL="182245" indent="-169545">
              <a:lnSpc>
                <a:spcPts val="1415"/>
              </a:lnSpc>
              <a:buFont typeface="Corbel"/>
              <a:buChar char="-"/>
              <a:tabLst>
                <a:tab pos="182245" algn="l"/>
              </a:tabLst>
            </a:pPr>
            <a:r>
              <a:rPr sz="1200" i="1" dirty="0">
                <a:latin typeface="Corbel"/>
                <a:cs typeface="Corbel"/>
              </a:rPr>
              <a:t>It</a:t>
            </a:r>
            <a:r>
              <a:rPr sz="1200" i="1" spc="-15" dirty="0">
                <a:latin typeface="Corbel"/>
                <a:cs typeface="Corbel"/>
              </a:rPr>
              <a:t> </a:t>
            </a:r>
            <a:r>
              <a:rPr sz="1200" i="1" dirty="0">
                <a:latin typeface="Corbel"/>
                <a:cs typeface="Corbel"/>
              </a:rPr>
              <a:t>is</a:t>
            </a:r>
            <a:r>
              <a:rPr sz="1200" i="1" spc="-20" dirty="0">
                <a:latin typeface="Corbel"/>
                <a:cs typeface="Corbel"/>
              </a:rPr>
              <a:t> </a:t>
            </a:r>
            <a:r>
              <a:rPr sz="1200" i="1" dirty="0">
                <a:latin typeface="Corbel"/>
                <a:cs typeface="Corbel"/>
              </a:rPr>
              <a:t>the</a:t>
            </a:r>
            <a:r>
              <a:rPr sz="1200" i="1" spc="-15" dirty="0">
                <a:latin typeface="Corbel"/>
                <a:cs typeface="Corbel"/>
              </a:rPr>
              <a:t> </a:t>
            </a:r>
            <a:r>
              <a:rPr sz="1200" i="1" dirty="0">
                <a:latin typeface="Corbel"/>
                <a:cs typeface="Corbel"/>
              </a:rPr>
              <a:t>brain</a:t>
            </a:r>
            <a:r>
              <a:rPr sz="1200" i="1" spc="-5" dirty="0">
                <a:latin typeface="Corbel"/>
                <a:cs typeface="Corbel"/>
              </a:rPr>
              <a:t> </a:t>
            </a:r>
            <a:r>
              <a:rPr sz="1200" i="1" dirty="0">
                <a:latin typeface="Corbel"/>
                <a:cs typeface="Corbel"/>
              </a:rPr>
              <a:t>of</a:t>
            </a:r>
            <a:r>
              <a:rPr sz="1200" i="1" spc="-20" dirty="0">
                <a:latin typeface="Corbel"/>
                <a:cs typeface="Corbel"/>
              </a:rPr>
              <a:t> </a:t>
            </a:r>
            <a:r>
              <a:rPr sz="1200" i="1" spc="-10" dirty="0">
                <a:latin typeface="Corbel"/>
                <a:cs typeface="Corbel"/>
              </a:rPr>
              <a:t>the</a:t>
            </a:r>
            <a:r>
              <a:rPr sz="1200" i="1" spc="-55" dirty="0">
                <a:latin typeface="Corbel"/>
                <a:cs typeface="Corbel"/>
              </a:rPr>
              <a:t> </a:t>
            </a:r>
            <a:r>
              <a:rPr sz="1200" i="1" spc="-25" dirty="0">
                <a:latin typeface="Corbel"/>
                <a:cs typeface="Corbel"/>
              </a:rPr>
              <a:t>UA</a:t>
            </a:r>
            <a:endParaRPr sz="1200" dirty="0">
              <a:latin typeface="Corbel"/>
              <a:cs typeface="Corbel"/>
            </a:endParaRPr>
          </a:p>
          <a:p>
            <a:pPr marL="182245" indent="-169545">
              <a:lnSpc>
                <a:spcPct val="100000"/>
              </a:lnSpc>
              <a:spcBef>
                <a:spcPts val="50"/>
              </a:spcBef>
              <a:buFont typeface="Corbel"/>
              <a:buChar char="-"/>
              <a:tabLst>
                <a:tab pos="182245" algn="l"/>
              </a:tabLst>
            </a:pPr>
            <a:r>
              <a:rPr sz="1200" i="1" dirty="0">
                <a:latin typeface="Corbel"/>
                <a:cs typeface="Corbel"/>
              </a:rPr>
              <a:t>Is</a:t>
            </a:r>
            <a:r>
              <a:rPr sz="1200" i="1" spc="-35" dirty="0">
                <a:latin typeface="Corbel"/>
                <a:cs typeface="Corbel"/>
              </a:rPr>
              <a:t> </a:t>
            </a:r>
            <a:r>
              <a:rPr sz="1200" i="1" dirty="0">
                <a:latin typeface="Corbel"/>
                <a:cs typeface="Corbel"/>
              </a:rPr>
              <a:t>a</a:t>
            </a:r>
            <a:r>
              <a:rPr sz="1200" i="1" spc="-20" dirty="0">
                <a:latin typeface="Corbel"/>
                <a:cs typeface="Corbel"/>
              </a:rPr>
              <a:t> </a:t>
            </a:r>
            <a:r>
              <a:rPr sz="1200" i="1" dirty="0">
                <a:latin typeface="Corbel"/>
                <a:cs typeface="Corbel"/>
              </a:rPr>
              <a:t>device</a:t>
            </a:r>
            <a:r>
              <a:rPr sz="1200" i="1" spc="-30" dirty="0">
                <a:latin typeface="Corbel"/>
                <a:cs typeface="Corbel"/>
              </a:rPr>
              <a:t> </a:t>
            </a:r>
            <a:r>
              <a:rPr sz="1200" i="1" dirty="0">
                <a:latin typeface="Corbel"/>
                <a:cs typeface="Corbel"/>
              </a:rPr>
              <a:t>that</a:t>
            </a:r>
            <a:r>
              <a:rPr sz="1200" i="1" spc="-20" dirty="0">
                <a:latin typeface="Corbel"/>
                <a:cs typeface="Corbel"/>
              </a:rPr>
              <a:t> </a:t>
            </a:r>
            <a:r>
              <a:rPr sz="1200" i="1" dirty="0">
                <a:latin typeface="Corbel"/>
                <a:cs typeface="Corbel"/>
              </a:rPr>
              <a:t>will</a:t>
            </a:r>
            <a:r>
              <a:rPr sz="1200" i="1" spc="-25" dirty="0">
                <a:latin typeface="Corbel"/>
                <a:cs typeface="Corbel"/>
              </a:rPr>
              <a:t> </a:t>
            </a:r>
            <a:r>
              <a:rPr sz="1200" i="1" dirty="0">
                <a:latin typeface="Corbel"/>
                <a:cs typeface="Corbel"/>
              </a:rPr>
              <a:t>keep</a:t>
            </a:r>
            <a:r>
              <a:rPr sz="1200" i="1" spc="-30" dirty="0">
                <a:latin typeface="Corbel"/>
                <a:cs typeface="Corbel"/>
              </a:rPr>
              <a:t> </a:t>
            </a:r>
            <a:r>
              <a:rPr sz="1200" i="1" dirty="0">
                <a:latin typeface="Corbel"/>
                <a:cs typeface="Corbel"/>
              </a:rPr>
              <a:t>your</a:t>
            </a:r>
            <a:r>
              <a:rPr sz="1200" i="1" spc="-20" dirty="0">
                <a:latin typeface="Corbel"/>
                <a:cs typeface="Corbel"/>
              </a:rPr>
              <a:t> </a:t>
            </a:r>
            <a:r>
              <a:rPr sz="1200" i="1" dirty="0">
                <a:latin typeface="Corbel"/>
                <a:cs typeface="Corbel"/>
              </a:rPr>
              <a:t>aircraft</a:t>
            </a:r>
            <a:r>
              <a:rPr sz="1200" i="1" spc="-25" dirty="0">
                <a:latin typeface="Corbel"/>
                <a:cs typeface="Corbel"/>
              </a:rPr>
              <a:t> </a:t>
            </a:r>
            <a:r>
              <a:rPr sz="1200" i="1" spc="-10" dirty="0">
                <a:latin typeface="Corbel"/>
                <a:cs typeface="Corbel"/>
              </a:rPr>
              <a:t>stable.</a:t>
            </a:r>
            <a:endParaRPr sz="1200" dirty="0">
              <a:latin typeface="Corbel"/>
              <a:cs typeface="Corbel"/>
            </a:endParaRPr>
          </a:p>
        </p:txBody>
      </p:sp>
      <p:sp>
        <p:nvSpPr>
          <p:cNvPr id="6" name="object 6"/>
          <p:cNvSpPr txBox="1"/>
          <p:nvPr/>
        </p:nvSpPr>
        <p:spPr>
          <a:xfrm>
            <a:off x="5700745" y="1049019"/>
            <a:ext cx="716915"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Corbel"/>
                <a:cs typeface="Corbel"/>
              </a:rPr>
              <a:t>Sensors</a:t>
            </a:r>
            <a:endParaRPr sz="1600">
              <a:latin typeface="Corbel"/>
              <a:cs typeface="Corbel"/>
            </a:endParaRPr>
          </a:p>
        </p:txBody>
      </p:sp>
      <p:sp>
        <p:nvSpPr>
          <p:cNvPr id="7" name="object 7"/>
          <p:cNvSpPr txBox="1"/>
          <p:nvPr/>
        </p:nvSpPr>
        <p:spPr>
          <a:xfrm>
            <a:off x="5700745" y="1291844"/>
            <a:ext cx="5344795" cy="397510"/>
          </a:xfrm>
          <a:prstGeom prst="rect">
            <a:avLst/>
          </a:prstGeom>
        </p:spPr>
        <p:txBody>
          <a:bodyPr vert="horz" wrap="square" lIns="0" tIns="6350" rIns="0" bIns="0" rtlCol="0">
            <a:spAutoFit/>
          </a:bodyPr>
          <a:lstStyle/>
          <a:p>
            <a:pPr marL="184150" marR="5080" indent="-171450">
              <a:lnSpc>
                <a:spcPct val="103299"/>
              </a:lnSpc>
              <a:spcBef>
                <a:spcPts val="50"/>
              </a:spcBef>
            </a:pPr>
            <a:r>
              <a:rPr sz="1200" dirty="0">
                <a:latin typeface="Corbel"/>
                <a:cs typeface="Corbel"/>
              </a:rPr>
              <a:t>-</a:t>
            </a:r>
            <a:r>
              <a:rPr sz="1200" spc="190" dirty="0">
                <a:latin typeface="Corbel"/>
                <a:cs typeface="Corbel"/>
              </a:rPr>
              <a:t>  </a:t>
            </a:r>
            <a:r>
              <a:rPr sz="1200" i="1" dirty="0">
                <a:latin typeface="Corbel"/>
                <a:cs typeface="Corbel"/>
              </a:rPr>
              <a:t>Sensors</a:t>
            </a:r>
            <a:r>
              <a:rPr sz="1200" i="1" spc="-30" dirty="0">
                <a:latin typeface="Corbel"/>
                <a:cs typeface="Corbel"/>
              </a:rPr>
              <a:t> </a:t>
            </a:r>
            <a:r>
              <a:rPr sz="1200" i="1" dirty="0">
                <a:latin typeface="Corbel"/>
                <a:cs typeface="Corbel"/>
              </a:rPr>
              <a:t>works</a:t>
            </a:r>
            <a:r>
              <a:rPr sz="1200" i="1" spc="-30" dirty="0">
                <a:latin typeface="Corbel"/>
                <a:cs typeface="Corbel"/>
              </a:rPr>
              <a:t> </a:t>
            </a:r>
            <a:r>
              <a:rPr sz="1200" i="1" dirty="0">
                <a:latin typeface="Corbel"/>
                <a:cs typeface="Corbel"/>
              </a:rPr>
              <a:t>by</a:t>
            </a:r>
            <a:r>
              <a:rPr sz="1200" i="1" spc="-25" dirty="0">
                <a:latin typeface="Corbel"/>
                <a:cs typeface="Corbel"/>
              </a:rPr>
              <a:t> </a:t>
            </a:r>
            <a:r>
              <a:rPr sz="1200" i="1" dirty="0">
                <a:latin typeface="Corbel"/>
                <a:cs typeface="Corbel"/>
              </a:rPr>
              <a:t>collecting</a:t>
            </a:r>
            <a:r>
              <a:rPr sz="1200" i="1" spc="-30" dirty="0">
                <a:latin typeface="Corbel"/>
                <a:cs typeface="Corbel"/>
              </a:rPr>
              <a:t> </a:t>
            </a:r>
            <a:r>
              <a:rPr sz="1200" i="1" dirty="0">
                <a:latin typeface="Corbel"/>
                <a:cs typeface="Corbel"/>
              </a:rPr>
              <a:t>necessary</a:t>
            </a:r>
            <a:r>
              <a:rPr sz="1200" i="1" spc="-25" dirty="0">
                <a:latin typeface="Corbel"/>
                <a:cs typeface="Corbel"/>
              </a:rPr>
              <a:t> </a:t>
            </a:r>
            <a:r>
              <a:rPr sz="1200" i="1" dirty="0">
                <a:latin typeface="Corbel"/>
                <a:cs typeface="Corbel"/>
              </a:rPr>
              <a:t>data</a:t>
            </a:r>
            <a:r>
              <a:rPr sz="1200" i="1" spc="-20"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feeding</a:t>
            </a:r>
            <a:r>
              <a:rPr sz="1200" i="1" spc="-25"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flight</a:t>
            </a:r>
            <a:r>
              <a:rPr sz="1200" i="1" spc="-20" dirty="0">
                <a:latin typeface="Corbel"/>
                <a:cs typeface="Corbel"/>
              </a:rPr>
              <a:t> </a:t>
            </a:r>
            <a:r>
              <a:rPr sz="1200" i="1" dirty="0">
                <a:latin typeface="Corbel"/>
                <a:cs typeface="Corbel"/>
              </a:rPr>
              <a:t>controller</a:t>
            </a:r>
            <a:r>
              <a:rPr sz="1200" i="1" spc="-20" dirty="0">
                <a:latin typeface="Corbel"/>
                <a:cs typeface="Corbel"/>
              </a:rPr>
              <a:t> </a:t>
            </a:r>
            <a:r>
              <a:rPr sz="1200" i="1" dirty="0">
                <a:latin typeface="Corbel"/>
                <a:cs typeface="Corbel"/>
              </a:rPr>
              <a:t>for</a:t>
            </a:r>
            <a:r>
              <a:rPr sz="1200" i="1" spc="-20" dirty="0">
                <a:latin typeface="Corbel"/>
                <a:cs typeface="Corbel"/>
              </a:rPr>
              <a:t> </a:t>
            </a:r>
            <a:r>
              <a:rPr sz="1200" i="1" spc="-25" dirty="0">
                <a:latin typeface="Corbel"/>
                <a:cs typeface="Corbel"/>
              </a:rPr>
              <a:t>the </a:t>
            </a:r>
            <a:r>
              <a:rPr sz="1200" i="1" dirty="0">
                <a:latin typeface="Corbel"/>
                <a:cs typeface="Corbel"/>
              </a:rPr>
              <a:t>required</a:t>
            </a:r>
            <a:r>
              <a:rPr sz="1200" i="1" spc="-30" dirty="0">
                <a:latin typeface="Corbel"/>
                <a:cs typeface="Corbel"/>
              </a:rPr>
              <a:t> </a:t>
            </a:r>
            <a:r>
              <a:rPr sz="1200" i="1" spc="-10" dirty="0">
                <a:latin typeface="Corbel"/>
                <a:cs typeface="Corbel"/>
              </a:rPr>
              <a:t>computation</a:t>
            </a:r>
            <a:r>
              <a:rPr sz="1200" i="1" spc="-15" dirty="0">
                <a:latin typeface="Corbel"/>
                <a:cs typeface="Corbel"/>
              </a:rPr>
              <a:t> </a:t>
            </a:r>
            <a:r>
              <a:rPr sz="1200" i="1" dirty="0">
                <a:latin typeface="Corbel"/>
                <a:cs typeface="Corbel"/>
              </a:rPr>
              <a:t>and</a:t>
            </a:r>
            <a:r>
              <a:rPr sz="1200" i="1" spc="-25" dirty="0">
                <a:latin typeface="Corbel"/>
                <a:cs typeface="Corbel"/>
              </a:rPr>
              <a:t> </a:t>
            </a:r>
            <a:r>
              <a:rPr sz="1200" i="1" dirty="0">
                <a:latin typeface="Corbel"/>
                <a:cs typeface="Corbel"/>
              </a:rPr>
              <a:t>execution</a:t>
            </a:r>
            <a:r>
              <a:rPr sz="1200" i="1" spc="-15" dirty="0">
                <a:latin typeface="Corbel"/>
                <a:cs typeface="Corbel"/>
              </a:rPr>
              <a:t> </a:t>
            </a:r>
            <a:r>
              <a:rPr sz="1200" i="1" dirty="0">
                <a:latin typeface="Corbel"/>
                <a:cs typeface="Corbel"/>
              </a:rPr>
              <a:t>for</a:t>
            </a:r>
            <a:r>
              <a:rPr sz="1200" i="1" spc="-15" dirty="0">
                <a:latin typeface="Corbel"/>
                <a:cs typeface="Corbel"/>
              </a:rPr>
              <a:t> </a:t>
            </a:r>
            <a:r>
              <a:rPr sz="1200" i="1" spc="-10" dirty="0">
                <a:latin typeface="Corbel"/>
                <a:cs typeface="Corbel"/>
              </a:rPr>
              <a:t>movement</a:t>
            </a:r>
            <a:endParaRPr sz="1200" dirty="0">
              <a:latin typeface="Corbel"/>
              <a:cs typeface="Corbel"/>
            </a:endParaRPr>
          </a:p>
        </p:txBody>
      </p:sp>
      <p:sp>
        <p:nvSpPr>
          <p:cNvPr id="8" name="object 8"/>
          <p:cNvSpPr txBox="1"/>
          <p:nvPr/>
        </p:nvSpPr>
        <p:spPr>
          <a:xfrm>
            <a:off x="6024833" y="1952244"/>
            <a:ext cx="2709545" cy="238760"/>
          </a:xfrm>
          <a:prstGeom prst="rect">
            <a:avLst/>
          </a:prstGeom>
        </p:spPr>
        <p:txBody>
          <a:bodyPr vert="horz" wrap="square" lIns="0" tIns="12700" rIns="0" bIns="0" rtlCol="0">
            <a:spAutoFit/>
          </a:bodyPr>
          <a:lstStyle/>
          <a:p>
            <a:pPr marL="12700">
              <a:lnSpc>
                <a:spcPct val="100000"/>
              </a:lnSpc>
              <a:spcBef>
                <a:spcPts val="100"/>
              </a:spcBef>
              <a:tabLst>
                <a:tab pos="412115" algn="l"/>
              </a:tabLst>
            </a:pPr>
            <a:r>
              <a:rPr sz="1400" b="1" spc="-25" dirty="0">
                <a:latin typeface="Corbel"/>
                <a:cs typeface="Corbel"/>
              </a:rPr>
              <a:t>i.</a:t>
            </a:r>
            <a:r>
              <a:rPr sz="1400" b="1" dirty="0">
                <a:latin typeface="Corbel"/>
                <a:cs typeface="Corbel"/>
              </a:rPr>
              <a:t>	</a:t>
            </a:r>
            <a:r>
              <a:rPr sz="1400" b="1" spc="-10" dirty="0">
                <a:latin typeface="Corbel"/>
                <a:cs typeface="Corbel"/>
              </a:rPr>
              <a:t>Accelerometer</a:t>
            </a:r>
            <a:r>
              <a:rPr sz="1400" b="1" spc="25" dirty="0">
                <a:latin typeface="Corbel"/>
                <a:cs typeface="Corbel"/>
              </a:rPr>
              <a:t> </a:t>
            </a:r>
            <a:r>
              <a:rPr sz="1400" b="1" spc="-10" dirty="0">
                <a:latin typeface="Corbel"/>
                <a:cs typeface="Corbel"/>
              </a:rPr>
              <a:t>and</a:t>
            </a:r>
            <a:r>
              <a:rPr sz="1400" b="1" spc="-45" dirty="0">
                <a:latin typeface="Corbel"/>
                <a:cs typeface="Corbel"/>
              </a:rPr>
              <a:t> </a:t>
            </a:r>
            <a:r>
              <a:rPr sz="1400" b="1" spc="-10" dirty="0">
                <a:latin typeface="Corbel"/>
                <a:cs typeface="Corbel"/>
              </a:rPr>
              <a:t>Gyroscope</a:t>
            </a:r>
            <a:endParaRPr sz="1400" dirty="0">
              <a:latin typeface="Corbel"/>
              <a:cs typeface="Corbel"/>
            </a:endParaRPr>
          </a:p>
        </p:txBody>
      </p:sp>
      <p:sp>
        <p:nvSpPr>
          <p:cNvPr id="9" name="object 9"/>
          <p:cNvSpPr txBox="1"/>
          <p:nvPr/>
        </p:nvSpPr>
        <p:spPr>
          <a:xfrm>
            <a:off x="6024833" y="2166620"/>
            <a:ext cx="5428615" cy="1884680"/>
          </a:xfrm>
          <a:prstGeom prst="rect">
            <a:avLst/>
          </a:prstGeom>
        </p:spPr>
        <p:txBody>
          <a:bodyPr vert="horz" wrap="square" lIns="0" tIns="13335" rIns="0" bIns="0" rtlCol="0">
            <a:spAutoFit/>
          </a:bodyPr>
          <a:lstStyle/>
          <a:p>
            <a:pPr marL="869950" marR="5080" indent="-400050" algn="just">
              <a:lnSpc>
                <a:spcPct val="99400"/>
              </a:lnSpc>
              <a:spcBef>
                <a:spcPts val="105"/>
              </a:spcBef>
              <a:tabLst>
                <a:tab pos="869315" algn="l"/>
              </a:tabLst>
            </a:pPr>
            <a:r>
              <a:rPr sz="1200" spc="-50" dirty="0">
                <a:latin typeface="Corbel"/>
                <a:cs typeface="Corbel"/>
              </a:rPr>
              <a:t>-</a:t>
            </a:r>
            <a:r>
              <a:rPr sz="1200" dirty="0">
                <a:latin typeface="Corbel"/>
                <a:cs typeface="Corbel"/>
              </a:rPr>
              <a:t>	</a:t>
            </a:r>
            <a:r>
              <a:rPr sz="1200" i="1" dirty="0">
                <a:latin typeface="Corbel"/>
                <a:cs typeface="Corbel"/>
              </a:rPr>
              <a:t>These</a:t>
            </a:r>
            <a:r>
              <a:rPr sz="1200" i="1" spc="175" dirty="0">
                <a:latin typeface="Corbel"/>
                <a:cs typeface="Corbel"/>
              </a:rPr>
              <a:t> </a:t>
            </a:r>
            <a:r>
              <a:rPr sz="1200" i="1" dirty="0">
                <a:latin typeface="Corbel"/>
                <a:cs typeface="Corbel"/>
              </a:rPr>
              <a:t>are</a:t>
            </a:r>
            <a:r>
              <a:rPr sz="1200" i="1" spc="180" dirty="0">
                <a:latin typeface="Corbel"/>
                <a:cs typeface="Corbel"/>
              </a:rPr>
              <a:t> </a:t>
            </a:r>
            <a:r>
              <a:rPr sz="1200" i="1" dirty="0">
                <a:latin typeface="Corbel"/>
                <a:cs typeface="Corbel"/>
              </a:rPr>
              <a:t>the</a:t>
            </a:r>
            <a:r>
              <a:rPr sz="1200" i="1" spc="175" dirty="0">
                <a:latin typeface="Corbel"/>
                <a:cs typeface="Corbel"/>
              </a:rPr>
              <a:t> </a:t>
            </a:r>
            <a:r>
              <a:rPr sz="1200" i="1" dirty="0">
                <a:latin typeface="Corbel"/>
                <a:cs typeface="Corbel"/>
              </a:rPr>
              <a:t>inertial</a:t>
            </a:r>
            <a:r>
              <a:rPr sz="1200" i="1" spc="175" dirty="0">
                <a:latin typeface="Corbel"/>
                <a:cs typeface="Corbel"/>
              </a:rPr>
              <a:t> </a:t>
            </a:r>
            <a:r>
              <a:rPr sz="1200" i="1" dirty="0">
                <a:latin typeface="Corbel"/>
                <a:cs typeface="Corbel"/>
              </a:rPr>
              <a:t>sensors</a:t>
            </a:r>
            <a:r>
              <a:rPr sz="1200" i="1" spc="175" dirty="0">
                <a:latin typeface="Corbel"/>
                <a:cs typeface="Corbel"/>
              </a:rPr>
              <a:t> </a:t>
            </a:r>
            <a:r>
              <a:rPr sz="1200" i="1" dirty="0">
                <a:latin typeface="Corbel"/>
                <a:cs typeface="Corbel"/>
              </a:rPr>
              <a:t>on</a:t>
            </a:r>
            <a:r>
              <a:rPr sz="1200" i="1" spc="175" dirty="0">
                <a:latin typeface="Corbel"/>
                <a:cs typeface="Corbel"/>
              </a:rPr>
              <a:t> </a:t>
            </a:r>
            <a:r>
              <a:rPr sz="1200" i="1" dirty="0">
                <a:latin typeface="Corbel"/>
                <a:cs typeface="Corbel"/>
              </a:rPr>
              <a:t>your</a:t>
            </a:r>
            <a:r>
              <a:rPr sz="1200" i="1" spc="185" dirty="0">
                <a:latin typeface="Corbel"/>
                <a:cs typeface="Corbel"/>
              </a:rPr>
              <a:t> </a:t>
            </a:r>
            <a:r>
              <a:rPr sz="1200" i="1" dirty="0">
                <a:latin typeface="Corbel"/>
                <a:cs typeface="Corbel"/>
              </a:rPr>
              <a:t>UA.</a:t>
            </a:r>
            <a:r>
              <a:rPr sz="1200" i="1" spc="175" dirty="0">
                <a:latin typeface="Corbel"/>
                <a:cs typeface="Corbel"/>
              </a:rPr>
              <a:t> </a:t>
            </a:r>
            <a:r>
              <a:rPr sz="1200" i="1" dirty="0">
                <a:latin typeface="Corbel"/>
                <a:cs typeface="Corbel"/>
              </a:rPr>
              <a:t>The</a:t>
            </a:r>
            <a:r>
              <a:rPr sz="1200" i="1" spc="175" dirty="0">
                <a:latin typeface="Corbel"/>
                <a:cs typeface="Corbel"/>
              </a:rPr>
              <a:t> </a:t>
            </a:r>
            <a:r>
              <a:rPr sz="1200" i="1" dirty="0">
                <a:latin typeface="Corbel"/>
                <a:cs typeface="Corbel"/>
              </a:rPr>
              <a:t>accelerometer</a:t>
            </a:r>
            <a:r>
              <a:rPr sz="1200" i="1" spc="185" dirty="0">
                <a:latin typeface="Corbel"/>
                <a:cs typeface="Corbel"/>
              </a:rPr>
              <a:t> </a:t>
            </a:r>
            <a:r>
              <a:rPr sz="1200" i="1" spc="-10" dirty="0">
                <a:latin typeface="Corbel"/>
                <a:cs typeface="Corbel"/>
              </a:rPr>
              <a:t>measures </a:t>
            </a:r>
            <a:r>
              <a:rPr sz="1200" i="1" dirty="0">
                <a:latin typeface="Corbel"/>
                <a:cs typeface="Corbel"/>
              </a:rPr>
              <a:t>acceleration</a:t>
            </a:r>
            <a:r>
              <a:rPr sz="1200" i="1" spc="-10" dirty="0">
                <a:latin typeface="Corbel"/>
                <a:cs typeface="Corbel"/>
              </a:rPr>
              <a:t> </a:t>
            </a:r>
            <a:r>
              <a:rPr sz="1200" i="1" dirty="0">
                <a:latin typeface="Corbel"/>
                <a:cs typeface="Corbel"/>
              </a:rPr>
              <a:t>forces,</a:t>
            </a:r>
            <a:r>
              <a:rPr sz="1200" i="1" spc="-10" dirty="0">
                <a:latin typeface="Corbel"/>
                <a:cs typeface="Corbel"/>
              </a:rPr>
              <a:t> </a:t>
            </a:r>
            <a:r>
              <a:rPr sz="1200" i="1" dirty="0">
                <a:latin typeface="Corbel"/>
                <a:cs typeface="Corbel"/>
              </a:rPr>
              <a:t>and</a:t>
            </a:r>
            <a:r>
              <a:rPr sz="1200" i="1" spc="-10" dirty="0">
                <a:latin typeface="Corbel"/>
                <a:cs typeface="Corbel"/>
              </a:rPr>
              <a:t> </a:t>
            </a:r>
            <a:r>
              <a:rPr sz="1200" i="1" dirty="0">
                <a:latin typeface="Corbel"/>
                <a:cs typeface="Corbel"/>
              </a:rPr>
              <a:t>the</a:t>
            </a:r>
            <a:r>
              <a:rPr sz="1200" i="1" spc="-5" dirty="0">
                <a:latin typeface="Corbel"/>
                <a:cs typeface="Corbel"/>
              </a:rPr>
              <a:t> </a:t>
            </a:r>
            <a:r>
              <a:rPr sz="1200" i="1" dirty="0">
                <a:latin typeface="Corbel"/>
                <a:cs typeface="Corbel"/>
              </a:rPr>
              <a:t>gyro</a:t>
            </a:r>
            <a:r>
              <a:rPr sz="1200" i="1" spc="-10" dirty="0">
                <a:latin typeface="Corbel"/>
                <a:cs typeface="Corbel"/>
              </a:rPr>
              <a:t> </a:t>
            </a:r>
            <a:r>
              <a:rPr sz="1200" i="1" dirty="0">
                <a:latin typeface="Corbel"/>
                <a:cs typeface="Corbel"/>
              </a:rPr>
              <a:t>measures</a:t>
            </a:r>
            <a:r>
              <a:rPr sz="1200" i="1" spc="-10" dirty="0">
                <a:latin typeface="Corbel"/>
                <a:cs typeface="Corbel"/>
              </a:rPr>
              <a:t> </a:t>
            </a:r>
            <a:r>
              <a:rPr sz="1200" i="1" dirty="0">
                <a:latin typeface="Corbel"/>
                <a:cs typeface="Corbel"/>
              </a:rPr>
              <a:t>rotational</a:t>
            </a:r>
            <a:r>
              <a:rPr sz="1200" i="1" spc="-10" dirty="0">
                <a:latin typeface="Corbel"/>
                <a:cs typeface="Corbel"/>
              </a:rPr>
              <a:t> </a:t>
            </a:r>
            <a:r>
              <a:rPr sz="1200" i="1" dirty="0">
                <a:latin typeface="Corbel"/>
                <a:cs typeface="Corbel"/>
              </a:rPr>
              <a:t>forces.</a:t>
            </a:r>
            <a:r>
              <a:rPr sz="1200" i="1" spc="-15" dirty="0">
                <a:latin typeface="Corbel"/>
                <a:cs typeface="Corbel"/>
              </a:rPr>
              <a:t> </a:t>
            </a:r>
            <a:r>
              <a:rPr sz="1200" i="1" dirty="0">
                <a:latin typeface="Corbel"/>
                <a:cs typeface="Corbel"/>
              </a:rPr>
              <a:t>By</a:t>
            </a:r>
            <a:r>
              <a:rPr sz="1200" i="1" spc="-10" dirty="0">
                <a:latin typeface="Corbel"/>
                <a:cs typeface="Corbel"/>
              </a:rPr>
              <a:t> combining </a:t>
            </a:r>
            <a:r>
              <a:rPr sz="1200" i="1" dirty="0">
                <a:latin typeface="Corbel"/>
                <a:cs typeface="Corbel"/>
              </a:rPr>
              <a:t>these</a:t>
            </a:r>
            <a:r>
              <a:rPr sz="1200" i="1" spc="265" dirty="0">
                <a:latin typeface="Corbel"/>
                <a:cs typeface="Corbel"/>
              </a:rPr>
              <a:t> </a:t>
            </a:r>
            <a:r>
              <a:rPr sz="1200" i="1" dirty="0">
                <a:latin typeface="Corbel"/>
                <a:cs typeface="Corbel"/>
              </a:rPr>
              <a:t>measurements</a:t>
            </a:r>
            <a:r>
              <a:rPr sz="1200" i="1" spc="260" dirty="0">
                <a:latin typeface="Corbel"/>
                <a:cs typeface="Corbel"/>
              </a:rPr>
              <a:t> </a:t>
            </a:r>
            <a:r>
              <a:rPr sz="1200" i="1" dirty="0">
                <a:latin typeface="Corbel"/>
                <a:cs typeface="Corbel"/>
              </a:rPr>
              <a:t>the</a:t>
            </a:r>
            <a:r>
              <a:rPr sz="1200" i="1" spc="270" dirty="0">
                <a:latin typeface="Corbel"/>
                <a:cs typeface="Corbel"/>
              </a:rPr>
              <a:t> </a:t>
            </a:r>
            <a:r>
              <a:rPr sz="1200" i="1" dirty="0">
                <a:latin typeface="Corbel"/>
                <a:cs typeface="Corbel"/>
              </a:rPr>
              <a:t>flight</a:t>
            </a:r>
            <a:r>
              <a:rPr sz="1200" i="1" spc="265" dirty="0">
                <a:latin typeface="Corbel"/>
                <a:cs typeface="Corbel"/>
              </a:rPr>
              <a:t> </a:t>
            </a:r>
            <a:r>
              <a:rPr sz="1200" i="1" dirty="0">
                <a:latin typeface="Corbel"/>
                <a:cs typeface="Corbel"/>
              </a:rPr>
              <a:t>controller</a:t>
            </a:r>
            <a:r>
              <a:rPr sz="1200" i="1" spc="275" dirty="0">
                <a:latin typeface="Corbel"/>
                <a:cs typeface="Corbel"/>
              </a:rPr>
              <a:t> </a:t>
            </a:r>
            <a:r>
              <a:rPr sz="1200" i="1" dirty="0">
                <a:latin typeface="Corbel"/>
                <a:cs typeface="Corbel"/>
              </a:rPr>
              <a:t>is</a:t>
            </a:r>
            <a:r>
              <a:rPr sz="1200" i="1" spc="265" dirty="0">
                <a:latin typeface="Corbel"/>
                <a:cs typeface="Corbel"/>
              </a:rPr>
              <a:t> </a:t>
            </a:r>
            <a:r>
              <a:rPr sz="1200" i="1" dirty="0">
                <a:latin typeface="Corbel"/>
                <a:cs typeface="Corbel"/>
              </a:rPr>
              <a:t>able</a:t>
            </a:r>
            <a:r>
              <a:rPr sz="1200" i="1" spc="270" dirty="0">
                <a:latin typeface="Corbel"/>
                <a:cs typeface="Corbel"/>
              </a:rPr>
              <a:t> </a:t>
            </a:r>
            <a:r>
              <a:rPr sz="1200" i="1" dirty="0">
                <a:latin typeface="Corbel"/>
                <a:cs typeface="Corbel"/>
              </a:rPr>
              <a:t>to</a:t>
            </a:r>
            <a:r>
              <a:rPr sz="1200" i="1" spc="260" dirty="0">
                <a:latin typeface="Corbel"/>
                <a:cs typeface="Corbel"/>
              </a:rPr>
              <a:t> </a:t>
            </a:r>
            <a:r>
              <a:rPr sz="1200" i="1" dirty="0">
                <a:latin typeface="Corbel"/>
                <a:cs typeface="Corbel"/>
              </a:rPr>
              <a:t>calculate</a:t>
            </a:r>
            <a:r>
              <a:rPr sz="1200" i="1" spc="270" dirty="0">
                <a:latin typeface="Corbel"/>
                <a:cs typeface="Corbel"/>
              </a:rPr>
              <a:t> </a:t>
            </a:r>
            <a:r>
              <a:rPr sz="1200" i="1" dirty="0">
                <a:latin typeface="Corbel"/>
                <a:cs typeface="Corbel"/>
              </a:rPr>
              <a:t>the</a:t>
            </a:r>
            <a:r>
              <a:rPr sz="1200" i="1" spc="270" dirty="0">
                <a:latin typeface="Corbel"/>
                <a:cs typeface="Corbel"/>
              </a:rPr>
              <a:t> </a:t>
            </a:r>
            <a:r>
              <a:rPr sz="1200" i="1" spc="-20" dirty="0">
                <a:latin typeface="Corbel"/>
                <a:cs typeface="Corbel"/>
              </a:rPr>
              <a:t>UA’s </a:t>
            </a:r>
            <a:r>
              <a:rPr sz="1200" i="1" dirty="0">
                <a:latin typeface="Corbel"/>
                <a:cs typeface="Corbel"/>
              </a:rPr>
              <a:t>current</a:t>
            </a:r>
            <a:r>
              <a:rPr sz="1200" i="1" spc="-30" dirty="0">
                <a:latin typeface="Corbel"/>
                <a:cs typeface="Corbel"/>
              </a:rPr>
              <a:t> </a:t>
            </a:r>
            <a:r>
              <a:rPr sz="1200" i="1" dirty="0">
                <a:latin typeface="Corbel"/>
                <a:cs typeface="Corbel"/>
              </a:rPr>
              <a:t>attitude</a:t>
            </a:r>
            <a:r>
              <a:rPr sz="1200" i="1" spc="-25" dirty="0">
                <a:latin typeface="Corbel"/>
                <a:cs typeface="Corbel"/>
              </a:rPr>
              <a:t> </a:t>
            </a:r>
            <a:r>
              <a:rPr sz="1200" i="1" dirty="0">
                <a:latin typeface="Corbel"/>
                <a:cs typeface="Corbel"/>
              </a:rPr>
              <a:t>(angle</a:t>
            </a:r>
            <a:r>
              <a:rPr sz="1200" i="1" spc="-25" dirty="0">
                <a:latin typeface="Corbel"/>
                <a:cs typeface="Corbel"/>
              </a:rPr>
              <a:t> </a:t>
            </a:r>
            <a:r>
              <a:rPr sz="1200" i="1" dirty="0">
                <a:latin typeface="Corbel"/>
                <a:cs typeface="Corbel"/>
              </a:rPr>
              <a:t>it</a:t>
            </a:r>
            <a:r>
              <a:rPr sz="1200" i="1" spc="-30" dirty="0">
                <a:latin typeface="Corbel"/>
                <a:cs typeface="Corbel"/>
              </a:rPr>
              <a:t> </a:t>
            </a:r>
            <a:r>
              <a:rPr sz="1200" i="1" dirty="0">
                <a:latin typeface="Corbel"/>
                <a:cs typeface="Corbel"/>
              </a:rPr>
              <a:t>is</a:t>
            </a:r>
            <a:r>
              <a:rPr sz="1200" i="1" spc="-35" dirty="0">
                <a:latin typeface="Corbel"/>
                <a:cs typeface="Corbel"/>
              </a:rPr>
              <a:t> </a:t>
            </a:r>
            <a:r>
              <a:rPr sz="1200" i="1" dirty="0">
                <a:latin typeface="Corbel"/>
                <a:cs typeface="Corbel"/>
              </a:rPr>
              <a:t>flying</a:t>
            </a:r>
            <a:r>
              <a:rPr sz="1200" i="1" spc="-30" dirty="0">
                <a:latin typeface="Corbel"/>
                <a:cs typeface="Corbel"/>
              </a:rPr>
              <a:t> </a:t>
            </a:r>
            <a:r>
              <a:rPr sz="1200" i="1" dirty="0">
                <a:latin typeface="Corbel"/>
                <a:cs typeface="Corbel"/>
              </a:rPr>
              <a:t>at)</a:t>
            </a:r>
            <a:r>
              <a:rPr sz="1200" i="1" spc="-30" dirty="0">
                <a:latin typeface="Corbel"/>
                <a:cs typeface="Corbel"/>
              </a:rPr>
              <a:t> </a:t>
            </a:r>
            <a:r>
              <a:rPr sz="1200" i="1" dirty="0">
                <a:latin typeface="Corbel"/>
                <a:cs typeface="Corbel"/>
              </a:rPr>
              <a:t>and</a:t>
            </a:r>
            <a:r>
              <a:rPr sz="1200" i="1" spc="-35" dirty="0">
                <a:latin typeface="Corbel"/>
                <a:cs typeface="Corbel"/>
              </a:rPr>
              <a:t> </a:t>
            </a:r>
            <a:r>
              <a:rPr sz="1200" i="1" dirty="0">
                <a:latin typeface="Corbel"/>
                <a:cs typeface="Corbel"/>
              </a:rPr>
              <a:t>perform</a:t>
            </a:r>
            <a:r>
              <a:rPr sz="1200" i="1" spc="-35" dirty="0">
                <a:latin typeface="Corbel"/>
                <a:cs typeface="Corbel"/>
              </a:rPr>
              <a:t> </a:t>
            </a:r>
            <a:r>
              <a:rPr sz="1200" i="1" dirty="0">
                <a:latin typeface="Corbel"/>
                <a:cs typeface="Corbel"/>
              </a:rPr>
              <a:t>necessary</a:t>
            </a:r>
            <a:r>
              <a:rPr sz="1200" i="1" spc="-30" dirty="0">
                <a:latin typeface="Corbel"/>
                <a:cs typeface="Corbel"/>
              </a:rPr>
              <a:t> </a:t>
            </a:r>
            <a:r>
              <a:rPr sz="1200" i="1" spc="-10" dirty="0">
                <a:latin typeface="Corbel"/>
                <a:cs typeface="Corbel"/>
              </a:rPr>
              <a:t>corrections.</a:t>
            </a:r>
            <a:endParaRPr sz="1200" dirty="0">
              <a:latin typeface="Corbel"/>
              <a:cs typeface="Corbel"/>
            </a:endParaRPr>
          </a:p>
          <a:p>
            <a:pPr marL="12700" algn="just">
              <a:lnSpc>
                <a:spcPts val="1650"/>
              </a:lnSpc>
              <a:spcBef>
                <a:spcPts val="65"/>
              </a:spcBef>
            </a:pPr>
            <a:r>
              <a:rPr sz="1400" b="1" dirty="0">
                <a:latin typeface="Corbel"/>
                <a:cs typeface="Corbel"/>
              </a:rPr>
              <a:t>ii.</a:t>
            </a:r>
            <a:r>
              <a:rPr sz="1400" b="1" spc="380" dirty="0">
                <a:latin typeface="Corbel"/>
                <a:cs typeface="Corbel"/>
              </a:rPr>
              <a:t>   </a:t>
            </a:r>
            <a:r>
              <a:rPr sz="1400" b="1" dirty="0">
                <a:latin typeface="Corbel"/>
                <a:cs typeface="Corbel"/>
              </a:rPr>
              <a:t>Compass</a:t>
            </a:r>
            <a:r>
              <a:rPr sz="1400" b="1" spc="-15" dirty="0">
                <a:latin typeface="Corbel"/>
                <a:cs typeface="Corbel"/>
              </a:rPr>
              <a:t> </a:t>
            </a:r>
            <a:r>
              <a:rPr sz="1400" b="1" spc="-10" dirty="0">
                <a:latin typeface="Corbel"/>
                <a:cs typeface="Corbel"/>
              </a:rPr>
              <a:t>(magnetometer)</a:t>
            </a:r>
            <a:endParaRPr sz="1400" dirty="0">
              <a:latin typeface="Corbel"/>
              <a:cs typeface="Corbel"/>
            </a:endParaRPr>
          </a:p>
          <a:p>
            <a:pPr marL="469900" algn="just">
              <a:lnSpc>
                <a:spcPts val="1410"/>
              </a:lnSpc>
              <a:tabLst>
                <a:tab pos="869315" algn="l"/>
              </a:tabLst>
            </a:pPr>
            <a:r>
              <a:rPr sz="1200" spc="-50" dirty="0">
                <a:latin typeface="Corbel"/>
                <a:cs typeface="Corbel"/>
              </a:rPr>
              <a:t>-</a:t>
            </a:r>
            <a:r>
              <a:rPr sz="1200" dirty="0">
                <a:latin typeface="Corbel"/>
                <a:cs typeface="Corbel"/>
              </a:rPr>
              <a:t>	</a:t>
            </a:r>
            <a:r>
              <a:rPr sz="1200" i="1" dirty="0">
                <a:latin typeface="Corbel"/>
                <a:cs typeface="Corbel"/>
              </a:rPr>
              <a:t>The</a:t>
            </a:r>
            <a:r>
              <a:rPr sz="1200" i="1" spc="-30" dirty="0">
                <a:latin typeface="Corbel"/>
                <a:cs typeface="Corbel"/>
              </a:rPr>
              <a:t> </a:t>
            </a:r>
            <a:r>
              <a:rPr sz="1200" i="1" dirty="0">
                <a:latin typeface="Corbel"/>
                <a:cs typeface="Corbel"/>
              </a:rPr>
              <a:t>compass</a:t>
            </a:r>
            <a:r>
              <a:rPr sz="1200" i="1" spc="-30" dirty="0">
                <a:latin typeface="Corbel"/>
                <a:cs typeface="Corbel"/>
              </a:rPr>
              <a:t> </a:t>
            </a:r>
            <a:r>
              <a:rPr sz="1200" i="1" spc="-10" dirty="0">
                <a:latin typeface="Corbel"/>
                <a:cs typeface="Corbel"/>
              </a:rPr>
              <a:t>sensor,</a:t>
            </a:r>
            <a:r>
              <a:rPr sz="1200" i="1" spc="-30" dirty="0">
                <a:latin typeface="Corbel"/>
                <a:cs typeface="Corbel"/>
              </a:rPr>
              <a:t> </a:t>
            </a:r>
            <a:r>
              <a:rPr sz="1200" i="1" dirty="0">
                <a:latin typeface="Corbel"/>
                <a:cs typeface="Corbel"/>
              </a:rPr>
              <a:t>measures</a:t>
            </a:r>
            <a:r>
              <a:rPr sz="1200" i="1" spc="-30"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magnetic</a:t>
            </a:r>
            <a:r>
              <a:rPr sz="1200" i="1" spc="-30" dirty="0">
                <a:latin typeface="Corbel"/>
                <a:cs typeface="Corbel"/>
              </a:rPr>
              <a:t> </a:t>
            </a:r>
            <a:r>
              <a:rPr sz="1200" i="1" dirty="0">
                <a:latin typeface="Corbel"/>
                <a:cs typeface="Corbel"/>
              </a:rPr>
              <a:t>force,</a:t>
            </a:r>
            <a:r>
              <a:rPr sz="1200" i="1" spc="-30" dirty="0">
                <a:latin typeface="Corbel"/>
                <a:cs typeface="Corbel"/>
              </a:rPr>
              <a:t> </a:t>
            </a:r>
            <a:r>
              <a:rPr sz="1200" i="1" dirty="0">
                <a:latin typeface="Corbel"/>
                <a:cs typeface="Corbel"/>
              </a:rPr>
              <a:t>just</a:t>
            </a:r>
            <a:r>
              <a:rPr sz="1200" i="1" spc="-25" dirty="0">
                <a:latin typeface="Corbel"/>
                <a:cs typeface="Corbel"/>
              </a:rPr>
              <a:t> </a:t>
            </a:r>
            <a:r>
              <a:rPr sz="1200" i="1" dirty="0">
                <a:latin typeface="Corbel"/>
                <a:cs typeface="Corbel"/>
              </a:rPr>
              <a:t>like</a:t>
            </a:r>
            <a:r>
              <a:rPr sz="1200" i="1" spc="-25" dirty="0">
                <a:latin typeface="Corbel"/>
                <a:cs typeface="Corbel"/>
              </a:rPr>
              <a:t> </a:t>
            </a:r>
            <a:r>
              <a:rPr sz="1200" i="1" dirty="0">
                <a:latin typeface="Corbel"/>
                <a:cs typeface="Corbel"/>
              </a:rPr>
              <a:t>a</a:t>
            </a:r>
            <a:r>
              <a:rPr sz="1200" i="1" spc="-20" dirty="0">
                <a:latin typeface="Corbel"/>
                <a:cs typeface="Corbel"/>
              </a:rPr>
              <a:t> </a:t>
            </a:r>
            <a:r>
              <a:rPr sz="1200" i="1" spc="-10" dirty="0">
                <a:latin typeface="Corbel"/>
                <a:cs typeface="Corbel"/>
              </a:rPr>
              <a:t>compass.</a:t>
            </a:r>
            <a:r>
              <a:rPr sz="1200" i="1" spc="-35" dirty="0">
                <a:latin typeface="Corbel"/>
                <a:cs typeface="Corbel"/>
              </a:rPr>
              <a:t> </a:t>
            </a:r>
            <a:r>
              <a:rPr sz="1200" i="1" spc="-20" dirty="0">
                <a:latin typeface="Corbel"/>
                <a:cs typeface="Corbel"/>
              </a:rPr>
              <a:t>This</a:t>
            </a:r>
            <a:endParaRPr sz="1200" dirty="0">
              <a:latin typeface="Corbel"/>
              <a:cs typeface="Corbel"/>
            </a:endParaRPr>
          </a:p>
          <a:p>
            <a:pPr marL="869950" marR="5715" algn="just">
              <a:lnSpc>
                <a:spcPct val="99400"/>
              </a:lnSpc>
              <a:spcBef>
                <a:spcPts val="60"/>
              </a:spcBef>
            </a:pPr>
            <a:r>
              <a:rPr sz="1200" i="1" dirty="0">
                <a:latin typeface="Corbel"/>
                <a:cs typeface="Corbel"/>
              </a:rPr>
              <a:t>sensor</a:t>
            </a:r>
            <a:r>
              <a:rPr sz="1200" i="1" spc="-15" dirty="0">
                <a:latin typeface="Corbel"/>
                <a:cs typeface="Corbel"/>
              </a:rPr>
              <a:t> </a:t>
            </a:r>
            <a:r>
              <a:rPr sz="1200" i="1" dirty="0">
                <a:latin typeface="Corbel"/>
                <a:cs typeface="Corbel"/>
              </a:rPr>
              <a:t>is</a:t>
            </a:r>
            <a:r>
              <a:rPr sz="1200" i="1" spc="-20" dirty="0">
                <a:latin typeface="Corbel"/>
                <a:cs typeface="Corbel"/>
              </a:rPr>
              <a:t> </a:t>
            </a:r>
            <a:r>
              <a:rPr sz="1200" i="1" dirty="0">
                <a:latin typeface="Corbel"/>
                <a:cs typeface="Corbel"/>
              </a:rPr>
              <a:t>important</a:t>
            </a:r>
            <a:r>
              <a:rPr sz="1200" i="1" spc="-10" dirty="0">
                <a:latin typeface="Corbel"/>
                <a:cs typeface="Corbel"/>
              </a:rPr>
              <a:t> </a:t>
            </a:r>
            <a:r>
              <a:rPr sz="1200" i="1" dirty="0">
                <a:latin typeface="Corbel"/>
                <a:cs typeface="Corbel"/>
              </a:rPr>
              <a:t>for</a:t>
            </a:r>
            <a:r>
              <a:rPr sz="1200" i="1" spc="-10" dirty="0">
                <a:latin typeface="Corbel"/>
                <a:cs typeface="Corbel"/>
              </a:rPr>
              <a:t> </a:t>
            </a:r>
            <a:r>
              <a:rPr sz="1200" i="1" dirty="0">
                <a:latin typeface="Corbel"/>
                <a:cs typeface="Corbel"/>
              </a:rPr>
              <a:t>rotorcraft</a:t>
            </a:r>
            <a:r>
              <a:rPr sz="1200" i="1" spc="-20" dirty="0">
                <a:latin typeface="Corbel"/>
                <a:cs typeface="Corbel"/>
              </a:rPr>
              <a:t> </a:t>
            </a:r>
            <a:r>
              <a:rPr sz="1200" i="1" dirty="0">
                <a:latin typeface="Corbel"/>
                <a:cs typeface="Corbel"/>
              </a:rPr>
              <a:t>because</a:t>
            </a:r>
            <a:r>
              <a:rPr sz="1200" i="1" spc="-10" dirty="0">
                <a:latin typeface="Corbel"/>
                <a:cs typeface="Corbel"/>
              </a:rPr>
              <a:t> </a:t>
            </a:r>
            <a:r>
              <a:rPr sz="1200" i="1" dirty="0">
                <a:latin typeface="Corbel"/>
                <a:cs typeface="Corbel"/>
              </a:rPr>
              <a:t>the</a:t>
            </a:r>
            <a:r>
              <a:rPr sz="1200" i="1" spc="-15" dirty="0">
                <a:latin typeface="Corbel"/>
                <a:cs typeface="Corbel"/>
              </a:rPr>
              <a:t> </a:t>
            </a:r>
            <a:r>
              <a:rPr sz="1200" i="1" spc="-10" dirty="0">
                <a:latin typeface="Corbel"/>
                <a:cs typeface="Corbel"/>
              </a:rPr>
              <a:t>accelerometer </a:t>
            </a:r>
            <a:r>
              <a:rPr sz="1200" i="1" dirty="0">
                <a:latin typeface="Corbel"/>
                <a:cs typeface="Corbel"/>
              </a:rPr>
              <a:t>and</a:t>
            </a:r>
            <a:r>
              <a:rPr sz="1200" i="1" spc="-20" dirty="0">
                <a:latin typeface="Corbel"/>
                <a:cs typeface="Corbel"/>
              </a:rPr>
              <a:t> </a:t>
            </a:r>
            <a:r>
              <a:rPr sz="1200" i="1" spc="-10" dirty="0">
                <a:latin typeface="Corbel"/>
                <a:cs typeface="Corbel"/>
              </a:rPr>
              <a:t>gyroscope </a:t>
            </a:r>
            <a:r>
              <a:rPr sz="1200" i="1" dirty="0">
                <a:latin typeface="Corbel"/>
                <a:cs typeface="Corbel"/>
              </a:rPr>
              <a:t>sensors</a:t>
            </a:r>
            <a:r>
              <a:rPr sz="1200" i="1" spc="25" dirty="0">
                <a:latin typeface="Corbel"/>
                <a:cs typeface="Corbel"/>
              </a:rPr>
              <a:t> </a:t>
            </a:r>
            <a:r>
              <a:rPr sz="1200" i="1" dirty="0">
                <a:latin typeface="Corbel"/>
                <a:cs typeface="Corbel"/>
              </a:rPr>
              <a:t>are</a:t>
            </a:r>
            <a:r>
              <a:rPr sz="1200" i="1" spc="30" dirty="0">
                <a:latin typeface="Corbel"/>
                <a:cs typeface="Corbel"/>
              </a:rPr>
              <a:t> </a:t>
            </a:r>
            <a:r>
              <a:rPr sz="1200" i="1" dirty="0">
                <a:latin typeface="Corbel"/>
                <a:cs typeface="Corbel"/>
              </a:rPr>
              <a:t>not</a:t>
            </a:r>
            <a:r>
              <a:rPr sz="1200" i="1" spc="30" dirty="0">
                <a:latin typeface="Corbel"/>
                <a:cs typeface="Corbel"/>
              </a:rPr>
              <a:t> </a:t>
            </a:r>
            <a:r>
              <a:rPr sz="1200" i="1" dirty="0">
                <a:latin typeface="Corbel"/>
                <a:cs typeface="Corbel"/>
              </a:rPr>
              <a:t>enough</a:t>
            </a:r>
            <a:r>
              <a:rPr sz="1200" i="1" spc="25" dirty="0">
                <a:latin typeface="Corbel"/>
                <a:cs typeface="Corbel"/>
              </a:rPr>
              <a:t> </a:t>
            </a:r>
            <a:r>
              <a:rPr sz="1200" i="1" dirty="0">
                <a:latin typeface="Corbel"/>
                <a:cs typeface="Corbel"/>
              </a:rPr>
              <a:t>to</a:t>
            </a:r>
            <a:r>
              <a:rPr sz="1200" i="1" spc="30" dirty="0">
                <a:latin typeface="Corbel"/>
                <a:cs typeface="Corbel"/>
              </a:rPr>
              <a:t> </a:t>
            </a:r>
            <a:r>
              <a:rPr sz="1200" i="1" dirty="0">
                <a:latin typeface="Corbel"/>
                <a:cs typeface="Corbel"/>
              </a:rPr>
              <a:t>let</a:t>
            </a:r>
            <a:r>
              <a:rPr sz="1200" i="1" spc="35" dirty="0">
                <a:latin typeface="Corbel"/>
                <a:cs typeface="Corbel"/>
              </a:rPr>
              <a:t> </a:t>
            </a:r>
            <a:r>
              <a:rPr sz="1200" i="1" dirty="0">
                <a:latin typeface="Corbel"/>
                <a:cs typeface="Corbel"/>
              </a:rPr>
              <a:t>the</a:t>
            </a:r>
            <a:r>
              <a:rPr sz="1200" i="1" spc="35" dirty="0">
                <a:latin typeface="Corbel"/>
                <a:cs typeface="Corbel"/>
              </a:rPr>
              <a:t> </a:t>
            </a:r>
            <a:r>
              <a:rPr sz="1200" i="1" dirty="0">
                <a:latin typeface="Corbel"/>
                <a:cs typeface="Corbel"/>
              </a:rPr>
              <a:t>flight</a:t>
            </a:r>
            <a:r>
              <a:rPr sz="1200" i="1" spc="30" dirty="0">
                <a:latin typeface="Corbel"/>
                <a:cs typeface="Corbel"/>
              </a:rPr>
              <a:t> </a:t>
            </a:r>
            <a:r>
              <a:rPr sz="1200" i="1" dirty="0">
                <a:latin typeface="Corbel"/>
                <a:cs typeface="Corbel"/>
              </a:rPr>
              <a:t>controller</a:t>
            </a:r>
            <a:r>
              <a:rPr sz="1200" i="1" spc="35" dirty="0">
                <a:latin typeface="Corbel"/>
                <a:cs typeface="Corbel"/>
              </a:rPr>
              <a:t> </a:t>
            </a:r>
            <a:r>
              <a:rPr sz="1200" i="1" dirty="0">
                <a:latin typeface="Corbel"/>
                <a:cs typeface="Corbel"/>
              </a:rPr>
              <a:t>know</a:t>
            </a:r>
            <a:r>
              <a:rPr sz="1200" i="1" spc="25" dirty="0">
                <a:latin typeface="Corbel"/>
                <a:cs typeface="Corbel"/>
              </a:rPr>
              <a:t> </a:t>
            </a:r>
            <a:r>
              <a:rPr sz="1200" i="1" dirty="0">
                <a:latin typeface="Corbel"/>
                <a:cs typeface="Corbel"/>
              </a:rPr>
              <a:t>what</a:t>
            </a:r>
            <a:r>
              <a:rPr sz="1200" i="1" spc="35" dirty="0">
                <a:latin typeface="Corbel"/>
                <a:cs typeface="Corbel"/>
              </a:rPr>
              <a:t> </a:t>
            </a:r>
            <a:r>
              <a:rPr sz="1200" i="1" dirty="0">
                <a:latin typeface="Corbel"/>
                <a:cs typeface="Corbel"/>
              </a:rPr>
              <a:t>direction</a:t>
            </a:r>
            <a:r>
              <a:rPr sz="1200" i="1" spc="35" dirty="0">
                <a:latin typeface="Corbel"/>
                <a:cs typeface="Corbel"/>
              </a:rPr>
              <a:t> </a:t>
            </a:r>
            <a:r>
              <a:rPr sz="1200" i="1" spc="-25" dirty="0">
                <a:latin typeface="Corbel"/>
                <a:cs typeface="Corbel"/>
              </a:rPr>
              <a:t>the </a:t>
            </a:r>
            <a:r>
              <a:rPr sz="1200" i="1" dirty="0">
                <a:latin typeface="Corbel"/>
                <a:cs typeface="Corbel"/>
              </a:rPr>
              <a:t>UA</a:t>
            </a:r>
            <a:r>
              <a:rPr sz="1200" i="1" spc="150" dirty="0">
                <a:latin typeface="Corbel"/>
                <a:cs typeface="Corbel"/>
              </a:rPr>
              <a:t> </a:t>
            </a:r>
            <a:r>
              <a:rPr sz="1200" i="1" dirty="0">
                <a:latin typeface="Corbel"/>
                <a:cs typeface="Corbel"/>
              </a:rPr>
              <a:t>is</a:t>
            </a:r>
            <a:r>
              <a:rPr sz="1200" i="1" spc="145" dirty="0">
                <a:latin typeface="Corbel"/>
                <a:cs typeface="Corbel"/>
              </a:rPr>
              <a:t> </a:t>
            </a:r>
            <a:r>
              <a:rPr sz="1200" i="1" dirty="0">
                <a:latin typeface="Corbel"/>
                <a:cs typeface="Corbel"/>
              </a:rPr>
              <a:t>facing.</a:t>
            </a:r>
            <a:r>
              <a:rPr sz="1200" i="1" spc="150" dirty="0">
                <a:latin typeface="Corbel"/>
                <a:cs typeface="Corbel"/>
              </a:rPr>
              <a:t> </a:t>
            </a:r>
            <a:r>
              <a:rPr sz="1200" i="1" dirty="0">
                <a:latin typeface="Corbel"/>
                <a:cs typeface="Corbel"/>
              </a:rPr>
              <a:t>On</a:t>
            </a:r>
            <a:r>
              <a:rPr sz="1200" i="1" spc="150" dirty="0">
                <a:latin typeface="Corbel"/>
                <a:cs typeface="Corbel"/>
              </a:rPr>
              <a:t> </a:t>
            </a:r>
            <a:r>
              <a:rPr sz="1200" i="1" dirty="0">
                <a:latin typeface="Corbel"/>
                <a:cs typeface="Corbel"/>
              </a:rPr>
              <a:t>fixed</a:t>
            </a:r>
            <a:r>
              <a:rPr sz="1200" i="1" spc="145" dirty="0">
                <a:latin typeface="Corbel"/>
                <a:cs typeface="Corbel"/>
              </a:rPr>
              <a:t> </a:t>
            </a:r>
            <a:r>
              <a:rPr sz="1200" i="1" dirty="0">
                <a:latin typeface="Corbel"/>
                <a:cs typeface="Corbel"/>
              </a:rPr>
              <a:t>wing</a:t>
            </a:r>
            <a:r>
              <a:rPr sz="1200" i="1" spc="155" dirty="0">
                <a:latin typeface="Corbel"/>
                <a:cs typeface="Corbel"/>
              </a:rPr>
              <a:t> </a:t>
            </a:r>
            <a:r>
              <a:rPr sz="1200" i="1" dirty="0">
                <a:latin typeface="Corbel"/>
                <a:cs typeface="Corbel"/>
              </a:rPr>
              <a:t>drones</a:t>
            </a:r>
            <a:r>
              <a:rPr sz="1200" i="1" spc="145" dirty="0">
                <a:latin typeface="Corbel"/>
                <a:cs typeface="Corbel"/>
              </a:rPr>
              <a:t> </a:t>
            </a:r>
            <a:r>
              <a:rPr sz="1200" i="1" dirty="0">
                <a:latin typeface="Corbel"/>
                <a:cs typeface="Corbel"/>
              </a:rPr>
              <a:t>this</a:t>
            </a:r>
            <a:r>
              <a:rPr sz="1200" i="1" spc="150" dirty="0">
                <a:latin typeface="Corbel"/>
                <a:cs typeface="Corbel"/>
              </a:rPr>
              <a:t> </a:t>
            </a:r>
            <a:r>
              <a:rPr sz="1200" i="1" dirty="0">
                <a:latin typeface="Corbel"/>
                <a:cs typeface="Corbel"/>
              </a:rPr>
              <a:t>easy</a:t>
            </a:r>
            <a:r>
              <a:rPr sz="1200" i="1" spc="150" dirty="0">
                <a:latin typeface="Corbel"/>
                <a:cs typeface="Corbel"/>
              </a:rPr>
              <a:t> </a:t>
            </a:r>
            <a:r>
              <a:rPr sz="1200" i="1" dirty="0">
                <a:latin typeface="Corbel"/>
                <a:cs typeface="Corbel"/>
              </a:rPr>
              <a:t>since</a:t>
            </a:r>
            <a:r>
              <a:rPr sz="1200" i="1" spc="150" dirty="0">
                <a:latin typeface="Corbel"/>
                <a:cs typeface="Corbel"/>
              </a:rPr>
              <a:t> </a:t>
            </a:r>
            <a:r>
              <a:rPr sz="1200" i="1" dirty="0">
                <a:latin typeface="Corbel"/>
                <a:cs typeface="Corbel"/>
              </a:rPr>
              <a:t>it</a:t>
            </a:r>
            <a:r>
              <a:rPr sz="1200" i="1" spc="155" dirty="0">
                <a:latin typeface="Corbel"/>
                <a:cs typeface="Corbel"/>
              </a:rPr>
              <a:t> </a:t>
            </a:r>
            <a:r>
              <a:rPr sz="1200" i="1" dirty="0">
                <a:latin typeface="Corbel"/>
                <a:cs typeface="Corbel"/>
              </a:rPr>
              <a:t>can</a:t>
            </a:r>
            <a:r>
              <a:rPr sz="1200" i="1" spc="155" dirty="0">
                <a:latin typeface="Corbel"/>
                <a:cs typeface="Corbel"/>
              </a:rPr>
              <a:t> </a:t>
            </a:r>
            <a:r>
              <a:rPr sz="1200" i="1" dirty="0">
                <a:latin typeface="Corbel"/>
                <a:cs typeface="Corbel"/>
              </a:rPr>
              <a:t>only</a:t>
            </a:r>
            <a:r>
              <a:rPr sz="1200" i="1" spc="145" dirty="0">
                <a:latin typeface="Corbel"/>
                <a:cs typeface="Corbel"/>
              </a:rPr>
              <a:t> </a:t>
            </a:r>
            <a:r>
              <a:rPr sz="1200" i="1" dirty="0">
                <a:latin typeface="Corbel"/>
                <a:cs typeface="Corbel"/>
              </a:rPr>
              <a:t>fly</a:t>
            </a:r>
            <a:r>
              <a:rPr sz="1200" i="1" spc="150" dirty="0">
                <a:latin typeface="Corbel"/>
                <a:cs typeface="Corbel"/>
              </a:rPr>
              <a:t> </a:t>
            </a:r>
            <a:r>
              <a:rPr sz="1200" i="1" dirty="0">
                <a:latin typeface="Corbel"/>
                <a:cs typeface="Corbel"/>
              </a:rPr>
              <a:t>in</a:t>
            </a:r>
            <a:r>
              <a:rPr sz="1200" i="1" spc="150" dirty="0">
                <a:latin typeface="Corbel"/>
                <a:cs typeface="Corbel"/>
              </a:rPr>
              <a:t> </a:t>
            </a:r>
            <a:r>
              <a:rPr sz="1200" i="1" spc="-25" dirty="0">
                <a:latin typeface="Corbel"/>
                <a:cs typeface="Corbel"/>
              </a:rPr>
              <a:t>one </a:t>
            </a:r>
            <a:r>
              <a:rPr sz="1200" i="1" spc="-10" dirty="0">
                <a:latin typeface="Corbel"/>
                <a:cs typeface="Corbel"/>
              </a:rPr>
              <a:t>direction.</a:t>
            </a:r>
            <a:endParaRPr sz="1200" dirty="0">
              <a:latin typeface="Corbel"/>
              <a:cs typeface="Corbel"/>
            </a:endParaRPr>
          </a:p>
        </p:txBody>
      </p:sp>
      <p:sp>
        <p:nvSpPr>
          <p:cNvPr id="10" name="object 10"/>
          <p:cNvSpPr txBox="1"/>
          <p:nvPr/>
        </p:nvSpPr>
        <p:spPr>
          <a:xfrm>
            <a:off x="6024833" y="4021835"/>
            <a:ext cx="210820"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Corbel"/>
                <a:cs typeface="Corbel"/>
              </a:rPr>
              <a:t>iii.</a:t>
            </a:r>
            <a:endParaRPr sz="1400">
              <a:latin typeface="Corbel"/>
              <a:cs typeface="Corbel"/>
            </a:endParaRPr>
          </a:p>
        </p:txBody>
      </p:sp>
      <p:sp>
        <p:nvSpPr>
          <p:cNvPr id="11" name="object 11"/>
          <p:cNvSpPr txBox="1"/>
          <p:nvPr/>
        </p:nvSpPr>
        <p:spPr>
          <a:xfrm>
            <a:off x="6424883" y="4021835"/>
            <a:ext cx="85026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Corbel"/>
                <a:cs typeface="Corbel"/>
              </a:rPr>
              <a:t>Barometer</a:t>
            </a:r>
            <a:endParaRPr sz="1400">
              <a:latin typeface="Corbel"/>
              <a:cs typeface="Corbel"/>
            </a:endParaRPr>
          </a:p>
        </p:txBody>
      </p:sp>
      <p:sp>
        <p:nvSpPr>
          <p:cNvPr id="12" name="object 12"/>
          <p:cNvSpPr txBox="1"/>
          <p:nvPr/>
        </p:nvSpPr>
        <p:spPr>
          <a:xfrm>
            <a:off x="6482033" y="4236211"/>
            <a:ext cx="4971415" cy="400685"/>
          </a:xfrm>
          <a:prstGeom prst="rect">
            <a:avLst/>
          </a:prstGeom>
        </p:spPr>
        <p:txBody>
          <a:bodyPr vert="horz" wrap="square" lIns="0" tIns="3175" rIns="0" bIns="0" rtlCol="0">
            <a:spAutoFit/>
          </a:bodyPr>
          <a:lstStyle/>
          <a:p>
            <a:pPr marL="412750" marR="5080" indent="-400050">
              <a:lnSpc>
                <a:spcPct val="105000"/>
              </a:lnSpc>
              <a:spcBef>
                <a:spcPts val="25"/>
              </a:spcBef>
              <a:tabLst>
                <a:tab pos="412115" algn="l"/>
              </a:tabLst>
            </a:pPr>
            <a:r>
              <a:rPr sz="1200" spc="-50" dirty="0">
                <a:latin typeface="Corbel"/>
                <a:cs typeface="Corbel"/>
              </a:rPr>
              <a:t>-</a:t>
            </a:r>
            <a:r>
              <a:rPr sz="1200" dirty="0">
                <a:latin typeface="Corbel"/>
                <a:cs typeface="Corbel"/>
              </a:rPr>
              <a:t>	</a:t>
            </a:r>
            <a:r>
              <a:rPr sz="1200" i="1" dirty="0">
                <a:latin typeface="Corbel"/>
                <a:cs typeface="Corbel"/>
              </a:rPr>
              <a:t>A</a:t>
            </a:r>
            <a:r>
              <a:rPr sz="1200" i="1" spc="185" dirty="0">
                <a:latin typeface="Corbel"/>
                <a:cs typeface="Corbel"/>
              </a:rPr>
              <a:t> </a:t>
            </a:r>
            <a:r>
              <a:rPr sz="1200" i="1" dirty="0">
                <a:latin typeface="Corbel"/>
                <a:cs typeface="Corbel"/>
              </a:rPr>
              <a:t>barometer</a:t>
            </a:r>
            <a:r>
              <a:rPr sz="1200" i="1" spc="190" dirty="0">
                <a:latin typeface="Corbel"/>
                <a:cs typeface="Corbel"/>
              </a:rPr>
              <a:t> </a:t>
            </a:r>
            <a:r>
              <a:rPr sz="1200" i="1" dirty="0">
                <a:latin typeface="Corbel"/>
                <a:cs typeface="Corbel"/>
              </a:rPr>
              <a:t>is</a:t>
            </a:r>
            <a:r>
              <a:rPr sz="1200" i="1" spc="180" dirty="0">
                <a:latin typeface="Corbel"/>
                <a:cs typeface="Corbel"/>
              </a:rPr>
              <a:t> </a:t>
            </a:r>
            <a:r>
              <a:rPr sz="1200" i="1" dirty="0">
                <a:latin typeface="Corbel"/>
                <a:cs typeface="Corbel"/>
              </a:rPr>
              <a:t>a</a:t>
            </a:r>
            <a:r>
              <a:rPr sz="1200" i="1" spc="190" dirty="0">
                <a:latin typeface="Corbel"/>
                <a:cs typeface="Corbel"/>
              </a:rPr>
              <a:t> </a:t>
            </a:r>
            <a:r>
              <a:rPr sz="1200" i="1" dirty="0">
                <a:latin typeface="Corbel"/>
                <a:cs typeface="Corbel"/>
              </a:rPr>
              <a:t>pressure</a:t>
            </a:r>
            <a:r>
              <a:rPr sz="1200" i="1" spc="185" dirty="0">
                <a:latin typeface="Corbel"/>
                <a:cs typeface="Corbel"/>
              </a:rPr>
              <a:t> </a:t>
            </a:r>
            <a:r>
              <a:rPr sz="1200" i="1" dirty="0">
                <a:latin typeface="Corbel"/>
                <a:cs typeface="Corbel"/>
              </a:rPr>
              <a:t>sensor</a:t>
            </a:r>
            <a:r>
              <a:rPr sz="1200" i="1" spc="190" dirty="0">
                <a:latin typeface="Corbel"/>
                <a:cs typeface="Corbel"/>
              </a:rPr>
              <a:t> </a:t>
            </a:r>
            <a:r>
              <a:rPr sz="1200" i="1" dirty="0">
                <a:latin typeface="Corbel"/>
                <a:cs typeface="Corbel"/>
              </a:rPr>
              <a:t>that</a:t>
            </a:r>
            <a:r>
              <a:rPr sz="1200" i="1" spc="185" dirty="0">
                <a:latin typeface="Corbel"/>
                <a:cs typeface="Corbel"/>
              </a:rPr>
              <a:t> </a:t>
            </a:r>
            <a:r>
              <a:rPr sz="1200" i="1" dirty="0">
                <a:latin typeface="Corbel"/>
                <a:cs typeface="Corbel"/>
              </a:rPr>
              <a:t>you</a:t>
            </a:r>
            <a:r>
              <a:rPr sz="1200" i="1" spc="185" dirty="0">
                <a:latin typeface="Corbel"/>
                <a:cs typeface="Corbel"/>
              </a:rPr>
              <a:t> </a:t>
            </a:r>
            <a:r>
              <a:rPr sz="1200" i="1" dirty="0">
                <a:latin typeface="Corbel"/>
                <a:cs typeface="Corbel"/>
              </a:rPr>
              <a:t>use</a:t>
            </a:r>
            <a:r>
              <a:rPr sz="1200" i="1" spc="185" dirty="0">
                <a:latin typeface="Corbel"/>
                <a:cs typeface="Corbel"/>
              </a:rPr>
              <a:t> </a:t>
            </a:r>
            <a:r>
              <a:rPr sz="1200" i="1" dirty="0">
                <a:latin typeface="Corbel"/>
                <a:cs typeface="Corbel"/>
              </a:rPr>
              <a:t>to</a:t>
            </a:r>
            <a:r>
              <a:rPr sz="1200" i="1" spc="185" dirty="0">
                <a:latin typeface="Corbel"/>
                <a:cs typeface="Corbel"/>
              </a:rPr>
              <a:t> </a:t>
            </a:r>
            <a:r>
              <a:rPr sz="1200" i="1" dirty="0">
                <a:latin typeface="Corbel"/>
                <a:cs typeface="Corbel"/>
              </a:rPr>
              <a:t>measure</a:t>
            </a:r>
            <a:r>
              <a:rPr sz="1200" i="1" spc="185" dirty="0">
                <a:latin typeface="Corbel"/>
                <a:cs typeface="Corbel"/>
              </a:rPr>
              <a:t> </a:t>
            </a:r>
            <a:r>
              <a:rPr sz="1200" i="1" dirty="0">
                <a:latin typeface="Corbel"/>
                <a:cs typeface="Corbel"/>
              </a:rPr>
              <a:t>the</a:t>
            </a:r>
            <a:r>
              <a:rPr sz="1200" i="1" spc="185" dirty="0">
                <a:latin typeface="Corbel"/>
                <a:cs typeface="Corbel"/>
              </a:rPr>
              <a:t> </a:t>
            </a:r>
            <a:r>
              <a:rPr sz="1200" i="1" spc="-10" dirty="0">
                <a:latin typeface="Corbel"/>
                <a:cs typeface="Corbel"/>
              </a:rPr>
              <a:t>aircrafts altitude.</a:t>
            </a:r>
            <a:endParaRPr sz="1200" dirty="0">
              <a:latin typeface="Corbel"/>
              <a:cs typeface="Corbel"/>
            </a:endParaRPr>
          </a:p>
        </p:txBody>
      </p:sp>
      <p:sp>
        <p:nvSpPr>
          <p:cNvPr id="13" name="object 13"/>
          <p:cNvSpPr txBox="1"/>
          <p:nvPr/>
        </p:nvSpPr>
        <p:spPr>
          <a:xfrm>
            <a:off x="6024833" y="4607052"/>
            <a:ext cx="1637030" cy="238760"/>
          </a:xfrm>
          <a:prstGeom prst="rect">
            <a:avLst/>
          </a:prstGeom>
        </p:spPr>
        <p:txBody>
          <a:bodyPr vert="horz" wrap="square" lIns="0" tIns="12700" rIns="0" bIns="0" rtlCol="0">
            <a:spAutoFit/>
          </a:bodyPr>
          <a:lstStyle/>
          <a:p>
            <a:pPr marL="12700">
              <a:lnSpc>
                <a:spcPct val="100000"/>
              </a:lnSpc>
              <a:spcBef>
                <a:spcPts val="100"/>
              </a:spcBef>
              <a:tabLst>
                <a:tab pos="412115" algn="l"/>
              </a:tabLst>
            </a:pPr>
            <a:r>
              <a:rPr sz="1400" b="1" spc="-25" dirty="0">
                <a:latin typeface="Corbel"/>
                <a:cs typeface="Corbel"/>
              </a:rPr>
              <a:t>iv.</a:t>
            </a:r>
            <a:r>
              <a:rPr sz="1400" b="1" dirty="0">
                <a:latin typeface="Corbel"/>
                <a:cs typeface="Corbel"/>
              </a:rPr>
              <a:t>	Airspeed</a:t>
            </a:r>
            <a:r>
              <a:rPr sz="1400" b="1" spc="-50" dirty="0">
                <a:latin typeface="Corbel"/>
                <a:cs typeface="Corbel"/>
              </a:rPr>
              <a:t> </a:t>
            </a:r>
            <a:r>
              <a:rPr sz="1400" b="1" spc="-10" dirty="0">
                <a:latin typeface="Corbel"/>
                <a:cs typeface="Corbel"/>
              </a:rPr>
              <a:t>sensor</a:t>
            </a:r>
            <a:endParaRPr sz="1400">
              <a:latin typeface="Corbel"/>
              <a:cs typeface="Corbel"/>
            </a:endParaRPr>
          </a:p>
        </p:txBody>
      </p:sp>
      <p:sp>
        <p:nvSpPr>
          <p:cNvPr id="14" name="object 14"/>
          <p:cNvSpPr txBox="1"/>
          <p:nvPr/>
        </p:nvSpPr>
        <p:spPr>
          <a:xfrm>
            <a:off x="6482033" y="4821428"/>
            <a:ext cx="4970780" cy="577215"/>
          </a:xfrm>
          <a:prstGeom prst="rect">
            <a:avLst/>
          </a:prstGeom>
        </p:spPr>
        <p:txBody>
          <a:bodyPr vert="horz" wrap="square" lIns="0" tIns="10795" rIns="0" bIns="0" rtlCol="0">
            <a:spAutoFit/>
          </a:bodyPr>
          <a:lstStyle/>
          <a:p>
            <a:pPr marL="412750" marR="5080" indent="-400050" algn="just">
              <a:lnSpc>
                <a:spcPct val="100800"/>
              </a:lnSpc>
              <a:spcBef>
                <a:spcPts val="85"/>
              </a:spcBef>
              <a:tabLst>
                <a:tab pos="412115" algn="l"/>
              </a:tabLst>
            </a:pPr>
            <a:r>
              <a:rPr sz="1200" spc="-50" dirty="0">
                <a:latin typeface="Corbel"/>
                <a:cs typeface="Corbel"/>
              </a:rPr>
              <a:t>-</a:t>
            </a:r>
            <a:r>
              <a:rPr sz="1200" dirty="0">
                <a:latin typeface="Corbel"/>
                <a:cs typeface="Corbel"/>
              </a:rPr>
              <a:t>	</a:t>
            </a:r>
            <a:r>
              <a:rPr sz="1200" i="1" dirty="0">
                <a:latin typeface="Corbel"/>
                <a:cs typeface="Corbel"/>
              </a:rPr>
              <a:t>An</a:t>
            </a:r>
            <a:r>
              <a:rPr sz="1200" i="1" spc="180" dirty="0">
                <a:latin typeface="Corbel"/>
                <a:cs typeface="Corbel"/>
              </a:rPr>
              <a:t> </a:t>
            </a:r>
            <a:r>
              <a:rPr sz="1200" i="1" dirty="0">
                <a:latin typeface="Corbel"/>
                <a:cs typeface="Corbel"/>
              </a:rPr>
              <a:t>airspeed</a:t>
            </a:r>
            <a:r>
              <a:rPr sz="1200" i="1" spc="175" dirty="0">
                <a:latin typeface="Corbel"/>
                <a:cs typeface="Corbel"/>
              </a:rPr>
              <a:t> </a:t>
            </a:r>
            <a:r>
              <a:rPr sz="1200" i="1" dirty="0">
                <a:latin typeface="Corbel"/>
                <a:cs typeface="Corbel"/>
              </a:rPr>
              <a:t>sensor</a:t>
            </a:r>
            <a:r>
              <a:rPr sz="1200" i="1" spc="180" dirty="0">
                <a:latin typeface="Corbel"/>
                <a:cs typeface="Corbel"/>
              </a:rPr>
              <a:t> </a:t>
            </a:r>
            <a:r>
              <a:rPr sz="1200" i="1" dirty="0">
                <a:latin typeface="Corbel"/>
                <a:cs typeface="Corbel"/>
              </a:rPr>
              <a:t>is</a:t>
            </a:r>
            <a:r>
              <a:rPr sz="1200" i="1" spc="175" dirty="0">
                <a:latin typeface="Corbel"/>
                <a:cs typeface="Corbel"/>
              </a:rPr>
              <a:t> </a:t>
            </a:r>
            <a:r>
              <a:rPr sz="1200" i="1" dirty="0">
                <a:latin typeface="Corbel"/>
                <a:cs typeface="Corbel"/>
              </a:rPr>
              <a:t>another</a:t>
            </a:r>
            <a:r>
              <a:rPr sz="1200" i="1" spc="185" dirty="0">
                <a:latin typeface="Corbel"/>
                <a:cs typeface="Corbel"/>
              </a:rPr>
              <a:t> </a:t>
            </a:r>
            <a:r>
              <a:rPr sz="1200" i="1" dirty="0">
                <a:latin typeface="Corbel"/>
                <a:cs typeface="Corbel"/>
              </a:rPr>
              <a:t>form</a:t>
            </a:r>
            <a:r>
              <a:rPr sz="1200" i="1" spc="180" dirty="0">
                <a:latin typeface="Corbel"/>
                <a:cs typeface="Corbel"/>
              </a:rPr>
              <a:t> </a:t>
            </a:r>
            <a:r>
              <a:rPr sz="1200" i="1" dirty="0">
                <a:latin typeface="Corbel"/>
                <a:cs typeface="Corbel"/>
              </a:rPr>
              <a:t>of</a:t>
            </a:r>
            <a:r>
              <a:rPr sz="1200" i="1" spc="175" dirty="0">
                <a:latin typeface="Corbel"/>
                <a:cs typeface="Corbel"/>
              </a:rPr>
              <a:t> </a:t>
            </a:r>
            <a:r>
              <a:rPr sz="1200" i="1" dirty="0">
                <a:latin typeface="Corbel"/>
                <a:cs typeface="Corbel"/>
              </a:rPr>
              <a:t>a</a:t>
            </a:r>
            <a:r>
              <a:rPr sz="1200" i="1" spc="180" dirty="0">
                <a:latin typeface="Corbel"/>
                <a:cs typeface="Corbel"/>
              </a:rPr>
              <a:t> </a:t>
            </a:r>
            <a:r>
              <a:rPr sz="1200" i="1" dirty="0">
                <a:latin typeface="Corbel"/>
                <a:cs typeface="Corbel"/>
              </a:rPr>
              <a:t>pressure</a:t>
            </a:r>
            <a:r>
              <a:rPr sz="1200" i="1" spc="180" dirty="0">
                <a:latin typeface="Corbel"/>
                <a:cs typeface="Corbel"/>
              </a:rPr>
              <a:t> </a:t>
            </a:r>
            <a:r>
              <a:rPr sz="1200" i="1" dirty="0">
                <a:latin typeface="Corbel"/>
                <a:cs typeface="Corbel"/>
              </a:rPr>
              <a:t>sensor,</a:t>
            </a:r>
            <a:r>
              <a:rPr sz="1200" i="1" spc="170" dirty="0">
                <a:latin typeface="Corbel"/>
                <a:cs typeface="Corbel"/>
              </a:rPr>
              <a:t> </a:t>
            </a:r>
            <a:r>
              <a:rPr sz="1200" i="1" dirty="0">
                <a:latin typeface="Corbel"/>
                <a:cs typeface="Corbel"/>
              </a:rPr>
              <a:t>but</a:t>
            </a:r>
            <a:r>
              <a:rPr sz="1200" i="1" spc="185" dirty="0">
                <a:latin typeface="Corbel"/>
                <a:cs typeface="Corbel"/>
              </a:rPr>
              <a:t> </a:t>
            </a:r>
            <a:r>
              <a:rPr sz="1200" i="1" dirty="0">
                <a:latin typeface="Corbel"/>
                <a:cs typeface="Corbel"/>
              </a:rPr>
              <a:t>instead</a:t>
            </a:r>
            <a:r>
              <a:rPr sz="1200" i="1" spc="170" dirty="0">
                <a:latin typeface="Corbel"/>
                <a:cs typeface="Corbel"/>
              </a:rPr>
              <a:t> </a:t>
            </a:r>
            <a:r>
              <a:rPr sz="1200" i="1" spc="-25" dirty="0">
                <a:latin typeface="Corbel"/>
                <a:cs typeface="Corbel"/>
              </a:rPr>
              <a:t>of </a:t>
            </a:r>
            <a:r>
              <a:rPr sz="1200" i="1" dirty="0">
                <a:latin typeface="Corbel"/>
                <a:cs typeface="Corbel"/>
              </a:rPr>
              <a:t>measuring</a:t>
            </a:r>
            <a:r>
              <a:rPr sz="1200" i="1" spc="40" dirty="0">
                <a:latin typeface="Corbel"/>
                <a:cs typeface="Corbel"/>
              </a:rPr>
              <a:t> </a:t>
            </a:r>
            <a:r>
              <a:rPr sz="1200" i="1" dirty="0">
                <a:latin typeface="Corbel"/>
                <a:cs typeface="Corbel"/>
              </a:rPr>
              <a:t>altitude,</a:t>
            </a:r>
            <a:r>
              <a:rPr sz="1200" i="1" spc="35" dirty="0">
                <a:latin typeface="Corbel"/>
                <a:cs typeface="Corbel"/>
              </a:rPr>
              <a:t> </a:t>
            </a:r>
            <a:r>
              <a:rPr sz="1200" i="1" dirty="0">
                <a:latin typeface="Corbel"/>
                <a:cs typeface="Corbel"/>
              </a:rPr>
              <a:t>this</a:t>
            </a:r>
            <a:r>
              <a:rPr sz="1200" i="1" spc="45" dirty="0">
                <a:latin typeface="Corbel"/>
                <a:cs typeface="Corbel"/>
              </a:rPr>
              <a:t> </a:t>
            </a:r>
            <a:r>
              <a:rPr sz="1200" i="1" dirty="0">
                <a:latin typeface="Corbel"/>
                <a:cs typeface="Corbel"/>
              </a:rPr>
              <a:t>measures</a:t>
            </a:r>
            <a:r>
              <a:rPr sz="1200" i="1" spc="40" dirty="0">
                <a:latin typeface="Corbel"/>
                <a:cs typeface="Corbel"/>
              </a:rPr>
              <a:t> </a:t>
            </a:r>
            <a:r>
              <a:rPr sz="1200" i="1" dirty="0">
                <a:latin typeface="Corbel"/>
                <a:cs typeface="Corbel"/>
              </a:rPr>
              <a:t>for</a:t>
            </a:r>
            <a:r>
              <a:rPr sz="1200" i="1" spc="45" dirty="0">
                <a:latin typeface="Corbel"/>
                <a:cs typeface="Corbel"/>
              </a:rPr>
              <a:t> </a:t>
            </a:r>
            <a:r>
              <a:rPr sz="1200" i="1" dirty="0">
                <a:latin typeface="Corbel"/>
                <a:cs typeface="Corbel"/>
              </a:rPr>
              <a:t>fast</a:t>
            </a:r>
            <a:r>
              <a:rPr sz="1200" i="1" spc="45" dirty="0">
                <a:latin typeface="Corbel"/>
                <a:cs typeface="Corbel"/>
              </a:rPr>
              <a:t> </a:t>
            </a:r>
            <a:r>
              <a:rPr sz="1200" i="1" dirty="0">
                <a:latin typeface="Corbel"/>
                <a:cs typeface="Corbel"/>
              </a:rPr>
              <a:t>the</a:t>
            </a:r>
            <a:r>
              <a:rPr sz="1200" i="1" spc="45" dirty="0">
                <a:latin typeface="Corbel"/>
                <a:cs typeface="Corbel"/>
              </a:rPr>
              <a:t> </a:t>
            </a:r>
            <a:r>
              <a:rPr sz="1200" i="1" dirty="0">
                <a:latin typeface="Corbel"/>
                <a:cs typeface="Corbel"/>
              </a:rPr>
              <a:t>air</a:t>
            </a:r>
            <a:r>
              <a:rPr sz="1200" i="1" spc="55" dirty="0">
                <a:latin typeface="Corbel"/>
                <a:cs typeface="Corbel"/>
              </a:rPr>
              <a:t> </a:t>
            </a:r>
            <a:r>
              <a:rPr sz="1200" i="1" dirty="0">
                <a:latin typeface="Corbel"/>
                <a:cs typeface="Corbel"/>
              </a:rPr>
              <a:t>is</a:t>
            </a:r>
            <a:r>
              <a:rPr sz="1200" i="1" spc="40" dirty="0">
                <a:latin typeface="Corbel"/>
                <a:cs typeface="Corbel"/>
              </a:rPr>
              <a:t> </a:t>
            </a:r>
            <a:r>
              <a:rPr sz="1200" i="1" dirty="0">
                <a:latin typeface="Corbel"/>
                <a:cs typeface="Corbel"/>
              </a:rPr>
              <a:t>passing</a:t>
            </a:r>
            <a:r>
              <a:rPr sz="1200" i="1" spc="45" dirty="0">
                <a:latin typeface="Corbel"/>
                <a:cs typeface="Corbel"/>
              </a:rPr>
              <a:t> </a:t>
            </a:r>
            <a:r>
              <a:rPr sz="1200" i="1" dirty="0">
                <a:latin typeface="Corbel"/>
                <a:cs typeface="Corbel"/>
              </a:rPr>
              <a:t>the</a:t>
            </a:r>
            <a:r>
              <a:rPr sz="1200" i="1" spc="45" dirty="0">
                <a:latin typeface="Corbel"/>
                <a:cs typeface="Corbel"/>
              </a:rPr>
              <a:t> </a:t>
            </a:r>
            <a:r>
              <a:rPr sz="1200" i="1" dirty="0">
                <a:latin typeface="Corbel"/>
                <a:cs typeface="Corbel"/>
              </a:rPr>
              <a:t>aircraft.</a:t>
            </a:r>
            <a:r>
              <a:rPr sz="1200" i="1" spc="40" dirty="0">
                <a:latin typeface="Corbel"/>
                <a:cs typeface="Corbel"/>
              </a:rPr>
              <a:t> </a:t>
            </a:r>
            <a:r>
              <a:rPr sz="1200" i="1" spc="-25" dirty="0">
                <a:latin typeface="Corbel"/>
                <a:cs typeface="Corbel"/>
              </a:rPr>
              <a:t>It </a:t>
            </a:r>
            <a:r>
              <a:rPr sz="1200" i="1" dirty="0">
                <a:latin typeface="Corbel"/>
                <a:cs typeface="Corbel"/>
              </a:rPr>
              <a:t>does</a:t>
            </a:r>
            <a:r>
              <a:rPr sz="1200" i="1" spc="-35" dirty="0">
                <a:latin typeface="Corbel"/>
                <a:cs typeface="Corbel"/>
              </a:rPr>
              <a:t> </a:t>
            </a:r>
            <a:r>
              <a:rPr sz="1200" i="1" dirty="0">
                <a:latin typeface="Corbel"/>
                <a:cs typeface="Corbel"/>
              </a:rPr>
              <a:t>this</a:t>
            </a:r>
            <a:r>
              <a:rPr sz="1200" i="1" spc="-30" dirty="0">
                <a:latin typeface="Corbel"/>
                <a:cs typeface="Corbel"/>
              </a:rPr>
              <a:t> </a:t>
            </a:r>
            <a:r>
              <a:rPr sz="1200" i="1" dirty="0">
                <a:latin typeface="Corbel"/>
                <a:cs typeface="Corbel"/>
              </a:rPr>
              <a:t>by</a:t>
            </a:r>
            <a:r>
              <a:rPr sz="1200" i="1" spc="-30" dirty="0">
                <a:latin typeface="Corbel"/>
                <a:cs typeface="Corbel"/>
              </a:rPr>
              <a:t> </a:t>
            </a:r>
            <a:r>
              <a:rPr sz="1200" i="1" dirty="0">
                <a:latin typeface="Corbel"/>
                <a:cs typeface="Corbel"/>
              </a:rPr>
              <a:t>comparing</a:t>
            </a:r>
            <a:r>
              <a:rPr sz="1200" i="1" spc="-25"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dynamic</a:t>
            </a:r>
            <a:r>
              <a:rPr sz="1200" i="1" spc="-20" dirty="0">
                <a:latin typeface="Corbel"/>
                <a:cs typeface="Corbel"/>
              </a:rPr>
              <a:t> </a:t>
            </a:r>
            <a:r>
              <a:rPr sz="1200" i="1" dirty="0">
                <a:latin typeface="Corbel"/>
                <a:cs typeface="Corbel"/>
              </a:rPr>
              <a:t>and</a:t>
            </a:r>
            <a:r>
              <a:rPr sz="1200" i="1" spc="-35" dirty="0">
                <a:latin typeface="Corbel"/>
                <a:cs typeface="Corbel"/>
              </a:rPr>
              <a:t> </a:t>
            </a:r>
            <a:r>
              <a:rPr sz="1200" i="1" dirty="0">
                <a:latin typeface="Corbel"/>
                <a:cs typeface="Corbel"/>
              </a:rPr>
              <a:t>static</a:t>
            </a:r>
            <a:r>
              <a:rPr sz="1200" i="1" spc="-25" dirty="0">
                <a:latin typeface="Corbel"/>
                <a:cs typeface="Corbel"/>
              </a:rPr>
              <a:t> </a:t>
            </a:r>
            <a:r>
              <a:rPr sz="1200" i="1" dirty="0">
                <a:latin typeface="Corbel"/>
                <a:cs typeface="Corbel"/>
              </a:rPr>
              <a:t>pressure</a:t>
            </a:r>
            <a:r>
              <a:rPr sz="1200" i="1" spc="-25" dirty="0">
                <a:latin typeface="Corbel"/>
                <a:cs typeface="Corbel"/>
              </a:rPr>
              <a:t> </a:t>
            </a:r>
            <a:r>
              <a:rPr sz="1200" i="1" dirty="0">
                <a:latin typeface="Corbel"/>
                <a:cs typeface="Corbel"/>
              </a:rPr>
              <a:t>via</a:t>
            </a:r>
            <a:r>
              <a:rPr sz="1200" i="1" spc="-20" dirty="0">
                <a:latin typeface="Corbel"/>
                <a:cs typeface="Corbel"/>
              </a:rPr>
              <a:t> </a:t>
            </a:r>
            <a:r>
              <a:rPr sz="1200" i="1" dirty="0">
                <a:latin typeface="Corbel"/>
                <a:cs typeface="Corbel"/>
              </a:rPr>
              <a:t>a</a:t>
            </a:r>
            <a:r>
              <a:rPr sz="1200" i="1" spc="-25" dirty="0">
                <a:latin typeface="Corbel"/>
                <a:cs typeface="Corbel"/>
              </a:rPr>
              <a:t> </a:t>
            </a:r>
            <a:r>
              <a:rPr sz="1200" i="1" dirty="0">
                <a:latin typeface="Corbel"/>
                <a:cs typeface="Corbel"/>
              </a:rPr>
              <a:t>pitot</a:t>
            </a:r>
            <a:r>
              <a:rPr sz="1200" i="1" spc="-25" dirty="0">
                <a:latin typeface="Corbel"/>
                <a:cs typeface="Corbel"/>
              </a:rPr>
              <a:t> </a:t>
            </a:r>
            <a:r>
              <a:rPr sz="1200" i="1" spc="-10" dirty="0">
                <a:latin typeface="Corbel"/>
                <a:cs typeface="Corbel"/>
              </a:rPr>
              <a:t>tube.</a:t>
            </a:r>
            <a:endParaRPr sz="1200" dirty="0">
              <a:latin typeface="Corbel"/>
              <a:cs typeface="Corbel"/>
            </a:endParaRPr>
          </a:p>
        </p:txBody>
      </p:sp>
      <p:sp>
        <p:nvSpPr>
          <p:cNvPr id="15" name="object 15"/>
          <p:cNvSpPr txBox="1"/>
          <p:nvPr/>
        </p:nvSpPr>
        <p:spPr>
          <a:xfrm>
            <a:off x="6024833" y="5369052"/>
            <a:ext cx="1852295" cy="238760"/>
          </a:xfrm>
          <a:prstGeom prst="rect">
            <a:avLst/>
          </a:prstGeom>
        </p:spPr>
        <p:txBody>
          <a:bodyPr vert="horz" wrap="square" lIns="0" tIns="12700" rIns="0" bIns="0" rtlCol="0">
            <a:spAutoFit/>
          </a:bodyPr>
          <a:lstStyle/>
          <a:p>
            <a:pPr marL="12700">
              <a:lnSpc>
                <a:spcPct val="100000"/>
              </a:lnSpc>
              <a:spcBef>
                <a:spcPts val="100"/>
              </a:spcBef>
              <a:tabLst>
                <a:tab pos="448945" algn="l"/>
              </a:tabLst>
            </a:pPr>
            <a:r>
              <a:rPr sz="1400" b="1" spc="-25" dirty="0">
                <a:latin typeface="Corbel"/>
                <a:cs typeface="Corbel"/>
              </a:rPr>
              <a:t>v.</a:t>
            </a:r>
            <a:r>
              <a:rPr sz="1400" b="1" dirty="0">
                <a:latin typeface="Corbel"/>
                <a:cs typeface="Corbel"/>
              </a:rPr>
              <a:t>	</a:t>
            </a:r>
            <a:r>
              <a:rPr sz="1400" b="1" spc="-10" dirty="0">
                <a:latin typeface="Corbel"/>
                <a:cs typeface="Corbel"/>
              </a:rPr>
              <a:t>Detection</a:t>
            </a:r>
            <a:r>
              <a:rPr sz="1400" b="1" spc="5" dirty="0">
                <a:latin typeface="Corbel"/>
                <a:cs typeface="Corbel"/>
              </a:rPr>
              <a:t> </a:t>
            </a:r>
            <a:r>
              <a:rPr sz="1400" b="1" spc="-10" dirty="0">
                <a:latin typeface="Corbel"/>
                <a:cs typeface="Corbel"/>
              </a:rPr>
              <a:t>Sensors</a:t>
            </a:r>
            <a:endParaRPr sz="1400">
              <a:latin typeface="Corbel"/>
              <a:cs typeface="Corbel"/>
            </a:endParaRPr>
          </a:p>
        </p:txBody>
      </p:sp>
      <p:sp>
        <p:nvSpPr>
          <p:cNvPr id="16" name="object 16"/>
          <p:cNvSpPr txBox="1"/>
          <p:nvPr/>
        </p:nvSpPr>
        <p:spPr>
          <a:xfrm>
            <a:off x="6482033" y="6129020"/>
            <a:ext cx="7620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Corbel"/>
                <a:cs typeface="Corbel"/>
              </a:rPr>
              <a:t>-</a:t>
            </a:r>
            <a:endParaRPr sz="1200">
              <a:latin typeface="Corbel"/>
              <a:cs typeface="Corbel"/>
            </a:endParaRPr>
          </a:p>
        </p:txBody>
      </p:sp>
      <p:sp>
        <p:nvSpPr>
          <p:cNvPr id="17" name="object 17"/>
          <p:cNvSpPr txBox="1"/>
          <p:nvPr/>
        </p:nvSpPr>
        <p:spPr>
          <a:xfrm>
            <a:off x="6482033" y="5583428"/>
            <a:ext cx="4971415" cy="1122680"/>
          </a:xfrm>
          <a:prstGeom prst="rect">
            <a:avLst/>
          </a:prstGeom>
        </p:spPr>
        <p:txBody>
          <a:bodyPr vert="horz" wrap="square" lIns="0" tIns="10795" rIns="0" bIns="0" rtlCol="0">
            <a:spAutoFit/>
          </a:bodyPr>
          <a:lstStyle/>
          <a:p>
            <a:pPr marL="412750" marR="5080" indent="-400050" algn="just">
              <a:lnSpc>
                <a:spcPct val="100800"/>
              </a:lnSpc>
              <a:spcBef>
                <a:spcPts val="85"/>
              </a:spcBef>
              <a:tabLst>
                <a:tab pos="412115" algn="l"/>
              </a:tabLst>
            </a:pPr>
            <a:r>
              <a:rPr sz="1200" spc="-50" dirty="0">
                <a:latin typeface="Corbel"/>
                <a:cs typeface="Corbel"/>
              </a:rPr>
              <a:t>-</a:t>
            </a:r>
            <a:r>
              <a:rPr sz="1200" dirty="0">
                <a:latin typeface="Corbel"/>
                <a:cs typeface="Corbel"/>
              </a:rPr>
              <a:t>	</a:t>
            </a:r>
            <a:r>
              <a:rPr sz="1200" i="1" dirty="0">
                <a:latin typeface="Corbel"/>
                <a:cs typeface="Corbel"/>
              </a:rPr>
              <a:t>Sensors</a:t>
            </a:r>
            <a:r>
              <a:rPr sz="1200" i="1" spc="-15" dirty="0">
                <a:latin typeface="Corbel"/>
                <a:cs typeface="Corbel"/>
              </a:rPr>
              <a:t> </a:t>
            </a:r>
            <a:r>
              <a:rPr sz="1200" i="1" dirty="0">
                <a:latin typeface="Corbel"/>
                <a:cs typeface="Corbel"/>
              </a:rPr>
              <a:t>which</a:t>
            </a:r>
            <a:r>
              <a:rPr sz="1200" i="1" spc="-15" dirty="0">
                <a:latin typeface="Corbel"/>
                <a:cs typeface="Corbel"/>
              </a:rPr>
              <a:t> </a:t>
            </a:r>
            <a:r>
              <a:rPr sz="1200" i="1" dirty="0">
                <a:latin typeface="Corbel"/>
                <a:cs typeface="Corbel"/>
              </a:rPr>
              <a:t>includes</a:t>
            </a:r>
            <a:r>
              <a:rPr sz="1200" i="1" spc="-15" dirty="0">
                <a:latin typeface="Corbel"/>
                <a:cs typeface="Corbel"/>
              </a:rPr>
              <a:t> </a:t>
            </a:r>
            <a:r>
              <a:rPr sz="1200" i="1" dirty="0">
                <a:latin typeface="Corbel"/>
                <a:cs typeface="Corbel"/>
              </a:rPr>
              <a:t>vision</a:t>
            </a:r>
            <a:r>
              <a:rPr sz="1200" i="1" spc="-5" dirty="0">
                <a:latin typeface="Corbel"/>
                <a:cs typeface="Corbel"/>
              </a:rPr>
              <a:t> </a:t>
            </a:r>
            <a:r>
              <a:rPr sz="1200" i="1" dirty="0">
                <a:latin typeface="Corbel"/>
                <a:cs typeface="Corbel"/>
              </a:rPr>
              <a:t>sensors,</a:t>
            </a:r>
            <a:r>
              <a:rPr sz="1200" i="1" spc="-20" dirty="0">
                <a:latin typeface="Corbel"/>
                <a:cs typeface="Corbel"/>
              </a:rPr>
              <a:t> </a:t>
            </a:r>
            <a:r>
              <a:rPr sz="1200" i="1" dirty="0">
                <a:latin typeface="Corbel"/>
                <a:cs typeface="Corbel"/>
              </a:rPr>
              <a:t>infrared</a:t>
            </a:r>
            <a:r>
              <a:rPr sz="1200" i="1" spc="-15" dirty="0">
                <a:latin typeface="Corbel"/>
                <a:cs typeface="Corbel"/>
              </a:rPr>
              <a:t> </a:t>
            </a:r>
            <a:r>
              <a:rPr sz="1200" i="1" dirty="0">
                <a:latin typeface="Corbel"/>
                <a:cs typeface="Corbel"/>
              </a:rPr>
              <a:t>sensors</a:t>
            </a:r>
            <a:r>
              <a:rPr sz="1200" i="1" spc="-10" dirty="0">
                <a:latin typeface="Corbel"/>
                <a:cs typeface="Corbel"/>
              </a:rPr>
              <a:t> </a:t>
            </a:r>
            <a:r>
              <a:rPr sz="1200" i="1" dirty="0">
                <a:latin typeface="Corbel"/>
                <a:cs typeface="Corbel"/>
              </a:rPr>
              <a:t>and</a:t>
            </a:r>
            <a:r>
              <a:rPr sz="1200" i="1" spc="-15" dirty="0">
                <a:latin typeface="Corbel"/>
                <a:cs typeface="Corbel"/>
              </a:rPr>
              <a:t> </a:t>
            </a:r>
            <a:r>
              <a:rPr sz="1200" i="1" dirty="0">
                <a:latin typeface="Corbel"/>
                <a:cs typeface="Corbel"/>
              </a:rPr>
              <a:t>sonar/LiDAR</a:t>
            </a:r>
            <a:r>
              <a:rPr sz="1200" i="1" spc="-10" dirty="0">
                <a:latin typeface="Corbel"/>
                <a:cs typeface="Corbel"/>
              </a:rPr>
              <a:t> </a:t>
            </a:r>
            <a:r>
              <a:rPr sz="1200" i="1" spc="-25" dirty="0">
                <a:latin typeface="Corbel"/>
                <a:cs typeface="Corbel"/>
              </a:rPr>
              <a:t>to </a:t>
            </a:r>
            <a:r>
              <a:rPr sz="1200" i="1" dirty="0">
                <a:latin typeface="Corbel"/>
                <a:cs typeface="Corbel"/>
              </a:rPr>
              <a:t>assist</a:t>
            </a:r>
            <a:r>
              <a:rPr sz="1200" i="1" spc="215" dirty="0">
                <a:latin typeface="Corbel"/>
                <a:cs typeface="Corbel"/>
              </a:rPr>
              <a:t> </a:t>
            </a:r>
            <a:r>
              <a:rPr sz="1200" i="1" dirty="0">
                <a:latin typeface="Corbel"/>
                <a:cs typeface="Corbel"/>
              </a:rPr>
              <a:t>the</a:t>
            </a:r>
            <a:r>
              <a:rPr sz="1200" i="1" spc="210" dirty="0">
                <a:latin typeface="Corbel"/>
                <a:cs typeface="Corbel"/>
              </a:rPr>
              <a:t> </a:t>
            </a:r>
            <a:r>
              <a:rPr sz="1200" i="1" dirty="0">
                <a:latin typeface="Corbel"/>
                <a:cs typeface="Corbel"/>
              </a:rPr>
              <a:t>flight</a:t>
            </a:r>
            <a:r>
              <a:rPr sz="1200" i="1" spc="210" dirty="0">
                <a:latin typeface="Corbel"/>
                <a:cs typeface="Corbel"/>
              </a:rPr>
              <a:t> </a:t>
            </a:r>
            <a:r>
              <a:rPr sz="1200" i="1" dirty="0">
                <a:latin typeface="Corbel"/>
                <a:cs typeface="Corbel"/>
              </a:rPr>
              <a:t>controller</a:t>
            </a:r>
            <a:r>
              <a:rPr sz="1200" i="1" spc="220" dirty="0">
                <a:latin typeface="Corbel"/>
                <a:cs typeface="Corbel"/>
              </a:rPr>
              <a:t> </a:t>
            </a:r>
            <a:r>
              <a:rPr sz="1200" i="1" dirty="0">
                <a:latin typeface="Corbel"/>
                <a:cs typeface="Corbel"/>
              </a:rPr>
              <a:t>to</a:t>
            </a:r>
            <a:r>
              <a:rPr sz="1200" i="1" spc="210" dirty="0">
                <a:latin typeface="Corbel"/>
                <a:cs typeface="Corbel"/>
              </a:rPr>
              <a:t> </a:t>
            </a:r>
            <a:r>
              <a:rPr sz="1200" i="1" dirty="0">
                <a:latin typeface="Corbel"/>
                <a:cs typeface="Corbel"/>
              </a:rPr>
              <a:t>perform</a:t>
            </a:r>
            <a:r>
              <a:rPr sz="1200" i="1" spc="210" dirty="0">
                <a:latin typeface="Corbel"/>
                <a:cs typeface="Corbel"/>
              </a:rPr>
              <a:t> </a:t>
            </a:r>
            <a:r>
              <a:rPr sz="1200" i="1" dirty="0">
                <a:latin typeface="Corbel"/>
                <a:cs typeface="Corbel"/>
              </a:rPr>
              <a:t>3D</a:t>
            </a:r>
            <a:r>
              <a:rPr sz="1200" i="1" spc="210" dirty="0">
                <a:latin typeface="Corbel"/>
                <a:cs typeface="Corbel"/>
              </a:rPr>
              <a:t> </a:t>
            </a:r>
            <a:r>
              <a:rPr sz="1200" i="1" dirty="0">
                <a:latin typeface="Corbel"/>
                <a:cs typeface="Corbel"/>
              </a:rPr>
              <a:t>mapping</a:t>
            </a:r>
            <a:r>
              <a:rPr sz="1200" i="1" spc="215" dirty="0">
                <a:latin typeface="Corbel"/>
                <a:cs typeface="Corbel"/>
              </a:rPr>
              <a:t> </a:t>
            </a:r>
            <a:r>
              <a:rPr sz="1200" i="1" dirty="0">
                <a:latin typeface="Corbel"/>
                <a:cs typeface="Corbel"/>
              </a:rPr>
              <a:t>and</a:t>
            </a:r>
            <a:r>
              <a:rPr sz="1200" i="1" spc="210" dirty="0">
                <a:latin typeface="Corbel"/>
                <a:cs typeface="Corbel"/>
              </a:rPr>
              <a:t> </a:t>
            </a:r>
            <a:r>
              <a:rPr sz="1200" i="1" dirty="0">
                <a:latin typeface="Corbel"/>
                <a:cs typeface="Corbel"/>
              </a:rPr>
              <a:t>flight</a:t>
            </a:r>
            <a:r>
              <a:rPr sz="1200" i="1" spc="210" dirty="0">
                <a:latin typeface="Corbel"/>
                <a:cs typeface="Corbel"/>
              </a:rPr>
              <a:t> </a:t>
            </a:r>
            <a:r>
              <a:rPr sz="1200" i="1" spc="-10" dirty="0">
                <a:latin typeface="Corbel"/>
                <a:cs typeface="Corbel"/>
              </a:rPr>
              <a:t>trajectory prediction.</a:t>
            </a:r>
            <a:endParaRPr sz="1200" dirty="0">
              <a:latin typeface="Corbel"/>
              <a:cs typeface="Corbel"/>
            </a:endParaRPr>
          </a:p>
          <a:p>
            <a:pPr marL="412750" marR="5715" algn="just">
              <a:lnSpc>
                <a:spcPts val="1420"/>
              </a:lnSpc>
              <a:spcBef>
                <a:spcPts val="20"/>
              </a:spcBef>
            </a:pPr>
            <a:r>
              <a:rPr sz="1200" i="1" dirty="0">
                <a:latin typeface="Corbel"/>
                <a:cs typeface="Corbel"/>
              </a:rPr>
              <a:t>UA’s</a:t>
            </a:r>
            <a:r>
              <a:rPr sz="1200" i="1" spc="90" dirty="0">
                <a:latin typeface="Corbel"/>
                <a:cs typeface="Corbel"/>
              </a:rPr>
              <a:t> </a:t>
            </a:r>
            <a:r>
              <a:rPr sz="1200" i="1" dirty="0">
                <a:latin typeface="Corbel"/>
                <a:cs typeface="Corbel"/>
              </a:rPr>
              <a:t>also</a:t>
            </a:r>
            <a:r>
              <a:rPr sz="1200" i="1" spc="90" dirty="0">
                <a:latin typeface="Corbel"/>
                <a:cs typeface="Corbel"/>
              </a:rPr>
              <a:t> </a:t>
            </a:r>
            <a:r>
              <a:rPr sz="1200" i="1" dirty="0">
                <a:latin typeface="Corbel"/>
                <a:cs typeface="Corbel"/>
              </a:rPr>
              <a:t>have</a:t>
            </a:r>
            <a:r>
              <a:rPr sz="1200" i="1" spc="100" dirty="0">
                <a:latin typeface="Corbel"/>
                <a:cs typeface="Corbel"/>
              </a:rPr>
              <a:t> </a:t>
            </a:r>
            <a:r>
              <a:rPr sz="1200" i="1" dirty="0">
                <a:latin typeface="Corbel"/>
                <a:cs typeface="Corbel"/>
              </a:rPr>
              <a:t>the</a:t>
            </a:r>
            <a:r>
              <a:rPr sz="1200" i="1" spc="95" dirty="0">
                <a:latin typeface="Corbel"/>
                <a:cs typeface="Corbel"/>
              </a:rPr>
              <a:t> </a:t>
            </a:r>
            <a:r>
              <a:rPr sz="1200" i="1" dirty="0">
                <a:latin typeface="Corbel"/>
                <a:cs typeface="Corbel"/>
              </a:rPr>
              <a:t>ability</a:t>
            </a:r>
            <a:r>
              <a:rPr sz="1200" i="1" spc="95" dirty="0">
                <a:latin typeface="Corbel"/>
                <a:cs typeface="Corbel"/>
              </a:rPr>
              <a:t> </a:t>
            </a:r>
            <a:r>
              <a:rPr sz="1200" i="1" dirty="0">
                <a:latin typeface="Corbel"/>
                <a:cs typeface="Corbel"/>
              </a:rPr>
              <a:t>to</a:t>
            </a:r>
            <a:r>
              <a:rPr sz="1200" i="1" spc="90" dirty="0">
                <a:latin typeface="Corbel"/>
                <a:cs typeface="Corbel"/>
              </a:rPr>
              <a:t> </a:t>
            </a:r>
            <a:r>
              <a:rPr sz="1200" i="1" dirty="0">
                <a:latin typeface="Corbel"/>
                <a:cs typeface="Corbel"/>
              </a:rPr>
              <a:t>integrate</a:t>
            </a:r>
            <a:r>
              <a:rPr sz="1200" i="1" spc="95" dirty="0">
                <a:latin typeface="Corbel"/>
                <a:cs typeface="Corbel"/>
              </a:rPr>
              <a:t> </a:t>
            </a:r>
            <a:r>
              <a:rPr sz="1200" i="1" dirty="0">
                <a:latin typeface="Corbel"/>
                <a:cs typeface="Corbel"/>
              </a:rPr>
              <a:t>distance</a:t>
            </a:r>
            <a:r>
              <a:rPr sz="1200" i="1" spc="95" dirty="0">
                <a:latin typeface="Corbel"/>
                <a:cs typeface="Corbel"/>
              </a:rPr>
              <a:t> </a:t>
            </a:r>
            <a:r>
              <a:rPr sz="1200" i="1" dirty="0">
                <a:latin typeface="Corbel"/>
                <a:cs typeface="Corbel"/>
              </a:rPr>
              <a:t>sensors.</a:t>
            </a:r>
            <a:r>
              <a:rPr sz="1200" i="1" spc="90" dirty="0">
                <a:latin typeface="Corbel"/>
                <a:cs typeface="Corbel"/>
              </a:rPr>
              <a:t> </a:t>
            </a:r>
            <a:r>
              <a:rPr sz="1200" i="1" dirty="0">
                <a:latin typeface="Corbel"/>
                <a:cs typeface="Corbel"/>
              </a:rPr>
              <a:t>These</a:t>
            </a:r>
            <a:r>
              <a:rPr sz="1200" i="1" spc="95" dirty="0">
                <a:latin typeface="Corbel"/>
                <a:cs typeface="Corbel"/>
              </a:rPr>
              <a:t> </a:t>
            </a:r>
            <a:r>
              <a:rPr sz="1200" i="1" dirty="0">
                <a:latin typeface="Corbel"/>
                <a:cs typeface="Corbel"/>
              </a:rPr>
              <a:t>can</a:t>
            </a:r>
            <a:r>
              <a:rPr sz="1200" i="1" spc="100" dirty="0">
                <a:latin typeface="Corbel"/>
                <a:cs typeface="Corbel"/>
              </a:rPr>
              <a:t> </a:t>
            </a:r>
            <a:r>
              <a:rPr sz="1200" i="1" spc="-10" dirty="0">
                <a:latin typeface="Corbel"/>
                <a:cs typeface="Corbel"/>
              </a:rPr>
              <a:t>range </a:t>
            </a:r>
            <a:r>
              <a:rPr sz="1200" i="1" dirty="0">
                <a:latin typeface="Corbel"/>
                <a:cs typeface="Corbel"/>
              </a:rPr>
              <a:t>from</a:t>
            </a:r>
            <a:r>
              <a:rPr sz="1200" i="1" spc="75" dirty="0">
                <a:latin typeface="Corbel"/>
                <a:cs typeface="Corbel"/>
              </a:rPr>
              <a:t> </a:t>
            </a:r>
            <a:r>
              <a:rPr sz="1200" i="1" dirty="0">
                <a:latin typeface="Corbel"/>
                <a:cs typeface="Corbel"/>
              </a:rPr>
              <a:t>ultrasonic</a:t>
            </a:r>
            <a:r>
              <a:rPr sz="1200" i="1" spc="75" dirty="0">
                <a:latin typeface="Corbel"/>
                <a:cs typeface="Corbel"/>
              </a:rPr>
              <a:t> </a:t>
            </a:r>
            <a:r>
              <a:rPr sz="1200" i="1" dirty="0">
                <a:latin typeface="Corbel"/>
                <a:cs typeface="Corbel"/>
              </a:rPr>
              <a:t>distance</a:t>
            </a:r>
            <a:r>
              <a:rPr sz="1200" i="1" spc="80" dirty="0">
                <a:latin typeface="Corbel"/>
                <a:cs typeface="Corbel"/>
              </a:rPr>
              <a:t> </a:t>
            </a:r>
            <a:r>
              <a:rPr sz="1200" i="1" dirty="0">
                <a:latin typeface="Corbel"/>
                <a:cs typeface="Corbel"/>
              </a:rPr>
              <a:t>sensors</a:t>
            </a:r>
            <a:r>
              <a:rPr sz="1200" i="1" spc="70" dirty="0">
                <a:latin typeface="Corbel"/>
                <a:cs typeface="Corbel"/>
              </a:rPr>
              <a:t> </a:t>
            </a:r>
            <a:r>
              <a:rPr sz="1200" i="1" dirty="0">
                <a:latin typeface="Corbel"/>
                <a:cs typeface="Corbel"/>
              </a:rPr>
              <a:t>that</a:t>
            </a:r>
            <a:r>
              <a:rPr sz="1200" i="1" spc="85" dirty="0">
                <a:latin typeface="Corbel"/>
                <a:cs typeface="Corbel"/>
              </a:rPr>
              <a:t> </a:t>
            </a:r>
            <a:r>
              <a:rPr sz="1200" i="1" dirty="0">
                <a:latin typeface="Corbel"/>
                <a:cs typeface="Corbel"/>
              </a:rPr>
              <a:t>send</a:t>
            </a:r>
            <a:r>
              <a:rPr sz="1200" i="1" spc="75" dirty="0">
                <a:latin typeface="Corbel"/>
                <a:cs typeface="Corbel"/>
              </a:rPr>
              <a:t> </a:t>
            </a:r>
            <a:r>
              <a:rPr sz="1200" i="1" dirty="0">
                <a:latin typeface="Corbel"/>
                <a:cs typeface="Corbel"/>
              </a:rPr>
              <a:t>a</a:t>
            </a:r>
            <a:r>
              <a:rPr sz="1200" i="1" spc="80" dirty="0">
                <a:latin typeface="Corbel"/>
                <a:cs typeface="Corbel"/>
              </a:rPr>
              <a:t> </a:t>
            </a:r>
            <a:r>
              <a:rPr sz="1200" i="1" dirty="0">
                <a:latin typeface="Corbel"/>
                <a:cs typeface="Corbel"/>
              </a:rPr>
              <a:t>ultrasonic</a:t>
            </a:r>
            <a:r>
              <a:rPr sz="1200" i="1" spc="80" dirty="0">
                <a:latin typeface="Corbel"/>
                <a:cs typeface="Corbel"/>
              </a:rPr>
              <a:t> </a:t>
            </a:r>
            <a:r>
              <a:rPr sz="1200" i="1" dirty="0">
                <a:latin typeface="Corbel"/>
                <a:cs typeface="Corbel"/>
              </a:rPr>
              <a:t>ping</a:t>
            </a:r>
            <a:r>
              <a:rPr sz="1200" i="1" spc="80" dirty="0">
                <a:latin typeface="Corbel"/>
                <a:cs typeface="Corbel"/>
              </a:rPr>
              <a:t> </a:t>
            </a:r>
            <a:r>
              <a:rPr sz="1200" i="1" dirty="0">
                <a:latin typeface="Corbel"/>
                <a:cs typeface="Corbel"/>
              </a:rPr>
              <a:t>and</a:t>
            </a:r>
            <a:r>
              <a:rPr sz="1200" i="1" spc="80" dirty="0">
                <a:latin typeface="Corbel"/>
                <a:cs typeface="Corbel"/>
              </a:rPr>
              <a:t> </a:t>
            </a:r>
            <a:r>
              <a:rPr sz="1200" i="1" spc="-10" dirty="0">
                <a:latin typeface="Corbel"/>
                <a:cs typeface="Corbel"/>
              </a:rPr>
              <a:t>measure</a:t>
            </a:r>
            <a:endParaRPr sz="1200" dirty="0">
              <a:latin typeface="Corbel"/>
              <a:cs typeface="Corbel"/>
            </a:endParaRPr>
          </a:p>
          <a:p>
            <a:pPr marL="412750" algn="just">
              <a:lnSpc>
                <a:spcPct val="100000"/>
              </a:lnSpc>
            </a:pPr>
            <a:r>
              <a:rPr sz="1200" i="1" dirty="0">
                <a:latin typeface="Corbel"/>
                <a:cs typeface="Corbel"/>
              </a:rPr>
              <a:t>how</a:t>
            </a:r>
            <a:r>
              <a:rPr sz="1200" i="1" spc="-30" dirty="0">
                <a:latin typeface="Corbel"/>
                <a:cs typeface="Corbel"/>
              </a:rPr>
              <a:t> </a:t>
            </a:r>
            <a:r>
              <a:rPr sz="1200" i="1" dirty="0">
                <a:latin typeface="Corbel"/>
                <a:cs typeface="Corbel"/>
              </a:rPr>
              <a:t>long</a:t>
            </a:r>
            <a:r>
              <a:rPr sz="1200" i="1" spc="-25" dirty="0">
                <a:latin typeface="Corbel"/>
                <a:cs typeface="Corbel"/>
              </a:rPr>
              <a:t> </a:t>
            </a:r>
            <a:r>
              <a:rPr sz="1200" i="1" dirty="0">
                <a:latin typeface="Corbel"/>
                <a:cs typeface="Corbel"/>
              </a:rPr>
              <a:t>it</a:t>
            </a:r>
            <a:r>
              <a:rPr sz="1200" i="1" spc="-20" dirty="0">
                <a:latin typeface="Corbel"/>
                <a:cs typeface="Corbel"/>
              </a:rPr>
              <a:t> </a:t>
            </a:r>
            <a:r>
              <a:rPr sz="1200" i="1" dirty="0">
                <a:latin typeface="Corbel"/>
                <a:cs typeface="Corbel"/>
              </a:rPr>
              <a:t>takes</a:t>
            </a:r>
            <a:r>
              <a:rPr sz="1200" i="1" spc="-25"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bounce</a:t>
            </a:r>
            <a:r>
              <a:rPr sz="1200" i="1" spc="-20" dirty="0">
                <a:latin typeface="Corbel"/>
                <a:cs typeface="Corbel"/>
              </a:rPr>
              <a:t> </a:t>
            </a:r>
            <a:r>
              <a:rPr sz="1200" i="1" dirty="0">
                <a:latin typeface="Corbel"/>
                <a:cs typeface="Corbel"/>
              </a:rPr>
              <a:t>back</a:t>
            </a:r>
            <a:r>
              <a:rPr sz="1200" i="1" spc="-15" dirty="0">
                <a:latin typeface="Corbel"/>
                <a:cs typeface="Corbel"/>
              </a:rPr>
              <a:t> </a:t>
            </a:r>
            <a:r>
              <a:rPr sz="1200" i="1" dirty="0">
                <a:latin typeface="Corbel"/>
                <a:cs typeface="Corbel"/>
              </a:rPr>
              <a:t>of</a:t>
            </a:r>
            <a:r>
              <a:rPr sz="1200" i="1" spc="-25" dirty="0">
                <a:latin typeface="Corbel"/>
                <a:cs typeface="Corbel"/>
              </a:rPr>
              <a:t> </a:t>
            </a:r>
            <a:r>
              <a:rPr sz="1200" i="1" dirty="0">
                <a:latin typeface="Corbel"/>
                <a:cs typeface="Corbel"/>
              </a:rPr>
              <a:t>objects</a:t>
            </a:r>
            <a:r>
              <a:rPr sz="1200" i="1" spc="-30" dirty="0">
                <a:latin typeface="Corbel"/>
                <a:cs typeface="Corbel"/>
              </a:rPr>
              <a:t> </a:t>
            </a:r>
            <a:r>
              <a:rPr sz="1200" i="1" dirty="0">
                <a:latin typeface="Corbel"/>
                <a:cs typeface="Corbel"/>
              </a:rPr>
              <a:t>in</a:t>
            </a:r>
            <a:r>
              <a:rPr sz="1200" i="1" spc="-15" dirty="0">
                <a:latin typeface="Corbel"/>
                <a:cs typeface="Corbel"/>
              </a:rPr>
              <a:t> </a:t>
            </a:r>
            <a:r>
              <a:rPr sz="1200" i="1" dirty="0">
                <a:latin typeface="Corbel"/>
                <a:cs typeface="Corbel"/>
              </a:rPr>
              <a:t>front</a:t>
            </a:r>
            <a:r>
              <a:rPr sz="1200" i="1" spc="-25" dirty="0">
                <a:latin typeface="Corbel"/>
                <a:cs typeface="Corbel"/>
              </a:rPr>
              <a:t> </a:t>
            </a:r>
            <a:r>
              <a:rPr sz="1200" i="1" dirty="0">
                <a:latin typeface="Corbel"/>
                <a:cs typeface="Corbel"/>
              </a:rPr>
              <a:t>of</a:t>
            </a:r>
            <a:r>
              <a:rPr sz="1200" i="1" spc="-25" dirty="0">
                <a:latin typeface="Corbel"/>
                <a:cs typeface="Corbel"/>
              </a:rPr>
              <a:t> it.</a:t>
            </a:r>
            <a:endParaRPr sz="1200" dirty="0">
              <a:latin typeface="Corbel"/>
              <a:cs typeface="Corbel"/>
            </a:endParaRPr>
          </a:p>
        </p:txBody>
      </p:sp>
      <p:sp>
        <p:nvSpPr>
          <p:cNvPr id="18" name="object 18"/>
          <p:cNvSpPr txBox="1"/>
          <p:nvPr/>
        </p:nvSpPr>
        <p:spPr>
          <a:xfrm>
            <a:off x="1515741" y="4380484"/>
            <a:ext cx="3660140" cy="1009015"/>
          </a:xfrm>
          <a:prstGeom prst="rect">
            <a:avLst/>
          </a:prstGeom>
        </p:spPr>
        <p:txBody>
          <a:bodyPr vert="horz" wrap="square" lIns="0" tIns="12700" rIns="0" bIns="0" rtlCol="0">
            <a:spAutoFit/>
          </a:bodyPr>
          <a:lstStyle/>
          <a:p>
            <a:pPr marL="12700">
              <a:lnSpc>
                <a:spcPts val="1914"/>
              </a:lnSpc>
              <a:spcBef>
                <a:spcPts val="100"/>
              </a:spcBef>
            </a:pPr>
            <a:r>
              <a:rPr sz="1600" b="1" spc="-10" dirty="0">
                <a:latin typeface="Corbel"/>
                <a:cs typeface="Corbel"/>
              </a:rPr>
              <a:t>Servo</a:t>
            </a:r>
            <a:endParaRPr sz="1600" dirty="0">
              <a:latin typeface="Corbel"/>
              <a:cs typeface="Corbel"/>
            </a:endParaRPr>
          </a:p>
          <a:p>
            <a:pPr marL="12700">
              <a:lnSpc>
                <a:spcPts val="1435"/>
              </a:lnSpc>
            </a:pPr>
            <a:r>
              <a:rPr sz="1200" dirty="0">
                <a:latin typeface="Corbel"/>
                <a:cs typeface="Corbel"/>
              </a:rPr>
              <a:t>-</a:t>
            </a:r>
            <a:r>
              <a:rPr sz="1200" spc="195" dirty="0">
                <a:latin typeface="Corbel"/>
                <a:cs typeface="Corbel"/>
              </a:rPr>
              <a:t>  </a:t>
            </a:r>
            <a:r>
              <a:rPr sz="1200" i="1" dirty="0">
                <a:latin typeface="Corbel"/>
                <a:cs typeface="Corbel"/>
              </a:rPr>
              <a:t>Are</a:t>
            </a:r>
            <a:r>
              <a:rPr sz="1200" i="1" spc="-15" dirty="0">
                <a:latin typeface="Corbel"/>
                <a:cs typeface="Corbel"/>
              </a:rPr>
              <a:t> </a:t>
            </a:r>
            <a:r>
              <a:rPr sz="1200" i="1" dirty="0">
                <a:latin typeface="Corbel"/>
                <a:cs typeface="Corbel"/>
              </a:rPr>
              <a:t>electronic</a:t>
            </a:r>
            <a:r>
              <a:rPr sz="1200" i="1" spc="-20" dirty="0">
                <a:latin typeface="Corbel"/>
                <a:cs typeface="Corbel"/>
              </a:rPr>
              <a:t> </a:t>
            </a:r>
            <a:r>
              <a:rPr sz="1200" i="1" dirty="0">
                <a:latin typeface="Corbel"/>
                <a:cs typeface="Corbel"/>
              </a:rPr>
              <a:t>devices</a:t>
            </a:r>
            <a:r>
              <a:rPr sz="1200" i="1" spc="-2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rotary</a:t>
            </a:r>
            <a:r>
              <a:rPr sz="1200" i="1" spc="-20" dirty="0">
                <a:latin typeface="Corbel"/>
                <a:cs typeface="Corbel"/>
              </a:rPr>
              <a:t> </a:t>
            </a:r>
            <a:r>
              <a:rPr sz="1200" i="1" dirty="0">
                <a:latin typeface="Corbel"/>
                <a:cs typeface="Corbel"/>
              </a:rPr>
              <a:t>or</a:t>
            </a:r>
            <a:r>
              <a:rPr sz="1200" i="1" spc="-15" dirty="0">
                <a:latin typeface="Corbel"/>
                <a:cs typeface="Corbel"/>
              </a:rPr>
              <a:t> </a:t>
            </a:r>
            <a:r>
              <a:rPr sz="1200" i="1" dirty="0">
                <a:latin typeface="Corbel"/>
                <a:cs typeface="Corbel"/>
              </a:rPr>
              <a:t>linear</a:t>
            </a:r>
            <a:r>
              <a:rPr sz="1200" i="1" spc="-15" dirty="0">
                <a:latin typeface="Corbel"/>
                <a:cs typeface="Corbel"/>
              </a:rPr>
              <a:t> </a:t>
            </a:r>
            <a:r>
              <a:rPr sz="1200" i="1" dirty="0">
                <a:latin typeface="Corbel"/>
                <a:cs typeface="Corbel"/>
              </a:rPr>
              <a:t>actuators</a:t>
            </a:r>
            <a:r>
              <a:rPr sz="1200" i="1" spc="-25" dirty="0">
                <a:latin typeface="Corbel"/>
                <a:cs typeface="Corbel"/>
              </a:rPr>
              <a:t> </a:t>
            </a:r>
            <a:r>
              <a:rPr sz="1200" i="1" spc="-20" dirty="0">
                <a:latin typeface="Corbel"/>
                <a:cs typeface="Corbel"/>
              </a:rPr>
              <a:t>that</a:t>
            </a:r>
            <a:endParaRPr sz="1200" dirty="0">
              <a:latin typeface="Corbel"/>
              <a:cs typeface="Corbel"/>
            </a:endParaRPr>
          </a:p>
          <a:p>
            <a:pPr marL="184150" marR="5080">
              <a:lnSpc>
                <a:spcPct val="100800"/>
              </a:lnSpc>
              <a:spcBef>
                <a:spcPts val="35"/>
              </a:spcBef>
            </a:pPr>
            <a:r>
              <a:rPr sz="1200" i="1" dirty="0">
                <a:latin typeface="Corbel"/>
                <a:cs typeface="Corbel"/>
              </a:rPr>
              <a:t>rotate</a:t>
            </a:r>
            <a:r>
              <a:rPr sz="1200" i="1" spc="-25" dirty="0">
                <a:latin typeface="Corbel"/>
                <a:cs typeface="Corbel"/>
              </a:rPr>
              <a:t> </a:t>
            </a:r>
            <a:r>
              <a:rPr sz="1200" i="1" dirty="0">
                <a:latin typeface="Corbel"/>
                <a:cs typeface="Corbel"/>
              </a:rPr>
              <a:t>and</a:t>
            </a:r>
            <a:r>
              <a:rPr sz="1200" i="1" spc="-20" dirty="0">
                <a:latin typeface="Corbel"/>
                <a:cs typeface="Corbel"/>
              </a:rPr>
              <a:t> </a:t>
            </a:r>
            <a:r>
              <a:rPr sz="1200" i="1" dirty="0">
                <a:latin typeface="Corbel"/>
                <a:cs typeface="Corbel"/>
              </a:rPr>
              <a:t>push</a:t>
            </a:r>
            <a:r>
              <a:rPr sz="1200" i="1" spc="-15" dirty="0">
                <a:latin typeface="Corbel"/>
                <a:cs typeface="Corbel"/>
              </a:rPr>
              <a:t> </a:t>
            </a:r>
            <a:r>
              <a:rPr sz="1200" i="1" dirty="0">
                <a:latin typeface="Corbel"/>
                <a:cs typeface="Corbel"/>
              </a:rPr>
              <a:t>parts</a:t>
            </a:r>
            <a:r>
              <a:rPr sz="1200" i="1" spc="-20" dirty="0">
                <a:latin typeface="Corbel"/>
                <a:cs typeface="Corbel"/>
              </a:rPr>
              <a:t> </a:t>
            </a:r>
            <a:r>
              <a:rPr sz="1200" i="1" dirty="0">
                <a:latin typeface="Corbel"/>
                <a:cs typeface="Corbel"/>
              </a:rPr>
              <a:t>of</a:t>
            </a:r>
            <a:r>
              <a:rPr sz="1200" i="1" spc="-20" dirty="0">
                <a:latin typeface="Corbel"/>
                <a:cs typeface="Corbel"/>
              </a:rPr>
              <a:t> </a:t>
            </a:r>
            <a:r>
              <a:rPr sz="1200" i="1" dirty="0">
                <a:latin typeface="Corbel"/>
                <a:cs typeface="Corbel"/>
              </a:rPr>
              <a:t>a</a:t>
            </a:r>
            <a:r>
              <a:rPr sz="1200" i="1" spc="-10" dirty="0">
                <a:latin typeface="Corbel"/>
                <a:cs typeface="Corbel"/>
              </a:rPr>
              <a:t> </a:t>
            </a:r>
            <a:r>
              <a:rPr sz="1200" i="1" dirty="0">
                <a:latin typeface="Corbel"/>
                <a:cs typeface="Corbel"/>
              </a:rPr>
              <a:t>machine</a:t>
            </a:r>
            <a:r>
              <a:rPr sz="1200" i="1" spc="-15" dirty="0">
                <a:latin typeface="Corbel"/>
                <a:cs typeface="Corbel"/>
              </a:rPr>
              <a:t> </a:t>
            </a:r>
            <a:r>
              <a:rPr sz="1200" i="1" dirty="0">
                <a:latin typeface="Corbel"/>
                <a:cs typeface="Corbel"/>
              </a:rPr>
              <a:t>with</a:t>
            </a:r>
            <a:r>
              <a:rPr sz="1200" i="1" spc="-15" dirty="0">
                <a:latin typeface="Corbel"/>
                <a:cs typeface="Corbel"/>
              </a:rPr>
              <a:t> </a:t>
            </a:r>
            <a:r>
              <a:rPr sz="1200" i="1" spc="-10" dirty="0">
                <a:latin typeface="Corbel"/>
                <a:cs typeface="Corbel"/>
              </a:rPr>
              <a:t>precision.</a:t>
            </a:r>
            <a:r>
              <a:rPr sz="1200" i="1" spc="-55" dirty="0">
                <a:latin typeface="Corbel"/>
                <a:cs typeface="Corbel"/>
              </a:rPr>
              <a:t> </a:t>
            </a:r>
            <a:r>
              <a:rPr sz="1200" i="1" spc="-10" dirty="0">
                <a:latin typeface="Corbel"/>
                <a:cs typeface="Corbel"/>
              </a:rPr>
              <a:t>Servos </a:t>
            </a:r>
            <a:r>
              <a:rPr sz="1200" i="1" dirty="0">
                <a:latin typeface="Corbel"/>
                <a:cs typeface="Corbel"/>
              </a:rPr>
              <a:t>are</a:t>
            </a:r>
            <a:r>
              <a:rPr sz="1200" i="1" spc="-30" dirty="0">
                <a:latin typeface="Corbel"/>
                <a:cs typeface="Corbel"/>
              </a:rPr>
              <a:t> </a:t>
            </a:r>
            <a:r>
              <a:rPr sz="1200" i="1" dirty="0">
                <a:latin typeface="Corbel"/>
                <a:cs typeface="Corbel"/>
              </a:rPr>
              <a:t>mainly</a:t>
            </a:r>
            <a:r>
              <a:rPr sz="1200" i="1" spc="-30" dirty="0">
                <a:latin typeface="Corbel"/>
                <a:cs typeface="Corbel"/>
              </a:rPr>
              <a:t> </a:t>
            </a:r>
            <a:r>
              <a:rPr sz="1200" i="1" dirty="0">
                <a:latin typeface="Corbel"/>
                <a:cs typeface="Corbel"/>
              </a:rPr>
              <a:t>used</a:t>
            </a:r>
            <a:r>
              <a:rPr sz="1200" i="1" spc="-35" dirty="0">
                <a:latin typeface="Corbel"/>
                <a:cs typeface="Corbel"/>
              </a:rPr>
              <a:t> </a:t>
            </a:r>
            <a:r>
              <a:rPr sz="1200" i="1" dirty="0">
                <a:latin typeface="Corbel"/>
                <a:cs typeface="Corbel"/>
              </a:rPr>
              <a:t>on</a:t>
            </a:r>
            <a:r>
              <a:rPr sz="1200" i="1" spc="-20" dirty="0">
                <a:latin typeface="Corbel"/>
                <a:cs typeface="Corbel"/>
              </a:rPr>
              <a:t> </a:t>
            </a:r>
            <a:r>
              <a:rPr sz="1200" i="1" dirty="0">
                <a:latin typeface="Corbel"/>
                <a:cs typeface="Corbel"/>
              </a:rPr>
              <a:t>angular</a:t>
            </a:r>
            <a:r>
              <a:rPr sz="1200" i="1" spc="-25" dirty="0">
                <a:latin typeface="Corbel"/>
                <a:cs typeface="Corbel"/>
              </a:rPr>
              <a:t> </a:t>
            </a:r>
            <a:r>
              <a:rPr sz="1200" i="1" dirty="0">
                <a:latin typeface="Corbel"/>
                <a:cs typeface="Corbel"/>
              </a:rPr>
              <a:t>or</a:t>
            </a:r>
            <a:r>
              <a:rPr sz="1200" i="1" spc="-25" dirty="0">
                <a:latin typeface="Corbel"/>
                <a:cs typeface="Corbel"/>
              </a:rPr>
              <a:t> </a:t>
            </a:r>
            <a:r>
              <a:rPr sz="1200" i="1" dirty="0">
                <a:latin typeface="Corbel"/>
                <a:cs typeface="Corbel"/>
              </a:rPr>
              <a:t>linear</a:t>
            </a:r>
            <a:r>
              <a:rPr sz="1200" i="1" spc="-25" dirty="0">
                <a:latin typeface="Corbel"/>
                <a:cs typeface="Corbel"/>
              </a:rPr>
              <a:t> </a:t>
            </a:r>
            <a:r>
              <a:rPr sz="1200" i="1" dirty="0">
                <a:latin typeface="Corbel"/>
                <a:cs typeface="Corbel"/>
              </a:rPr>
              <a:t>position</a:t>
            </a:r>
            <a:r>
              <a:rPr sz="1200" i="1" spc="-25" dirty="0">
                <a:latin typeface="Corbel"/>
                <a:cs typeface="Corbel"/>
              </a:rPr>
              <a:t> </a:t>
            </a:r>
            <a:r>
              <a:rPr sz="1200" i="1" dirty="0">
                <a:latin typeface="Corbel"/>
                <a:cs typeface="Corbel"/>
              </a:rPr>
              <a:t>and</a:t>
            </a:r>
            <a:r>
              <a:rPr sz="1200" i="1" spc="-30" dirty="0">
                <a:latin typeface="Corbel"/>
                <a:cs typeface="Corbel"/>
              </a:rPr>
              <a:t> </a:t>
            </a:r>
            <a:r>
              <a:rPr sz="1200" i="1" spc="-25" dirty="0">
                <a:latin typeface="Corbel"/>
                <a:cs typeface="Corbel"/>
              </a:rPr>
              <a:t>for </a:t>
            </a:r>
            <a:r>
              <a:rPr sz="1200" i="1" dirty="0">
                <a:latin typeface="Corbel"/>
                <a:cs typeface="Corbel"/>
              </a:rPr>
              <a:t>specific</a:t>
            </a:r>
            <a:r>
              <a:rPr sz="1200" i="1" spc="-20" dirty="0">
                <a:latin typeface="Corbel"/>
                <a:cs typeface="Corbel"/>
              </a:rPr>
              <a:t> </a:t>
            </a:r>
            <a:r>
              <a:rPr sz="1200" i="1" spc="-10" dirty="0">
                <a:latin typeface="Corbel"/>
                <a:cs typeface="Corbel"/>
              </a:rPr>
              <a:t>velocity,</a:t>
            </a:r>
            <a:r>
              <a:rPr sz="1200" i="1" spc="-25" dirty="0">
                <a:latin typeface="Corbel"/>
                <a:cs typeface="Corbel"/>
              </a:rPr>
              <a:t> </a:t>
            </a:r>
            <a:r>
              <a:rPr sz="1200" i="1" dirty="0">
                <a:latin typeface="Corbel"/>
                <a:cs typeface="Corbel"/>
              </a:rPr>
              <a:t>and</a:t>
            </a:r>
            <a:r>
              <a:rPr sz="1200" i="1" spc="-25" dirty="0">
                <a:latin typeface="Corbel"/>
                <a:cs typeface="Corbel"/>
              </a:rPr>
              <a:t> </a:t>
            </a:r>
            <a:r>
              <a:rPr sz="1200" i="1" spc="-10" dirty="0">
                <a:latin typeface="Corbel"/>
                <a:cs typeface="Corbel"/>
              </a:rPr>
              <a:t>acceleration.</a:t>
            </a:r>
            <a:endParaRPr sz="1200" dirty="0">
              <a:latin typeface="Corbel"/>
              <a:cs typeface="Corbel"/>
            </a:endParaRPr>
          </a:p>
        </p:txBody>
      </p:sp>
      <p:pic>
        <p:nvPicPr>
          <p:cNvPr id="19" name="object 19"/>
          <p:cNvPicPr/>
          <p:nvPr/>
        </p:nvPicPr>
        <p:blipFill>
          <a:blip r:embed="rId4" cstate="print"/>
          <a:stretch>
            <a:fillRect/>
          </a:stretch>
        </p:blipFill>
        <p:spPr>
          <a:xfrm>
            <a:off x="3563709" y="5609153"/>
            <a:ext cx="1016604" cy="10915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5742" y="524763"/>
            <a:ext cx="1698625"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Corbel"/>
                <a:cs typeface="Corbel"/>
              </a:rPr>
              <a:t>Navigation</a:t>
            </a:r>
            <a:r>
              <a:rPr sz="1600" b="1" spc="5" dirty="0">
                <a:latin typeface="Corbel"/>
                <a:cs typeface="Corbel"/>
              </a:rPr>
              <a:t> </a:t>
            </a:r>
            <a:r>
              <a:rPr sz="1600" b="1" spc="-10" dirty="0">
                <a:latin typeface="Corbel"/>
                <a:cs typeface="Corbel"/>
              </a:rPr>
              <a:t>System</a:t>
            </a:r>
            <a:endParaRPr sz="1600">
              <a:latin typeface="Corbel"/>
              <a:cs typeface="Corbel"/>
            </a:endParaRPr>
          </a:p>
        </p:txBody>
      </p:sp>
      <p:sp>
        <p:nvSpPr>
          <p:cNvPr id="3" name="object 3"/>
          <p:cNvSpPr txBox="1"/>
          <p:nvPr/>
        </p:nvSpPr>
        <p:spPr>
          <a:xfrm>
            <a:off x="1515742" y="767588"/>
            <a:ext cx="9859645" cy="574040"/>
          </a:xfrm>
          <a:prstGeom prst="rect">
            <a:avLst/>
          </a:prstGeom>
        </p:spPr>
        <p:txBody>
          <a:bodyPr vert="horz" wrap="square" lIns="0" tIns="12700" rIns="0" bIns="0" rtlCol="0">
            <a:spAutoFit/>
          </a:bodyPr>
          <a:lstStyle/>
          <a:p>
            <a:pPr marL="182245" indent="-169545">
              <a:lnSpc>
                <a:spcPct val="100000"/>
              </a:lnSpc>
              <a:spcBef>
                <a:spcPts val="100"/>
              </a:spcBef>
              <a:buFont typeface="Corbel"/>
              <a:buChar char="-"/>
              <a:tabLst>
                <a:tab pos="182245" algn="l"/>
              </a:tabLst>
            </a:pPr>
            <a:r>
              <a:rPr sz="1200" i="1" dirty="0">
                <a:latin typeface="Corbel"/>
                <a:cs typeface="Corbel"/>
              </a:rPr>
              <a:t>a</a:t>
            </a:r>
            <a:r>
              <a:rPr sz="1200" i="1" spc="-25" dirty="0">
                <a:latin typeface="Corbel"/>
                <a:cs typeface="Corbel"/>
              </a:rPr>
              <a:t> </a:t>
            </a:r>
            <a:r>
              <a:rPr sz="1200" i="1" dirty="0">
                <a:latin typeface="Corbel"/>
                <a:cs typeface="Corbel"/>
              </a:rPr>
              <a:t>set</a:t>
            </a:r>
            <a:r>
              <a:rPr sz="1200" i="1" spc="-25" dirty="0">
                <a:latin typeface="Corbel"/>
                <a:cs typeface="Corbel"/>
              </a:rPr>
              <a:t> </a:t>
            </a:r>
            <a:r>
              <a:rPr sz="1200" i="1" dirty="0">
                <a:latin typeface="Corbel"/>
                <a:cs typeface="Corbel"/>
              </a:rPr>
              <a:t>of</a:t>
            </a:r>
            <a:r>
              <a:rPr sz="1200" i="1" spc="-30" dirty="0">
                <a:latin typeface="Corbel"/>
                <a:cs typeface="Corbel"/>
              </a:rPr>
              <a:t> </a:t>
            </a:r>
            <a:r>
              <a:rPr sz="1200" i="1" dirty="0">
                <a:latin typeface="Corbel"/>
                <a:cs typeface="Corbel"/>
              </a:rPr>
              <a:t>equipment</a:t>
            </a:r>
            <a:r>
              <a:rPr sz="1200" i="1" spc="-25" dirty="0">
                <a:latin typeface="Corbel"/>
                <a:cs typeface="Corbel"/>
              </a:rPr>
              <a:t> </a:t>
            </a:r>
            <a:r>
              <a:rPr sz="1200" i="1" dirty="0">
                <a:latin typeface="Corbel"/>
                <a:cs typeface="Corbel"/>
              </a:rPr>
              <a:t>designed</a:t>
            </a:r>
            <a:r>
              <a:rPr sz="1200" i="1" spc="-30" dirty="0">
                <a:latin typeface="Corbel"/>
                <a:cs typeface="Corbel"/>
              </a:rPr>
              <a:t> </a:t>
            </a:r>
            <a:r>
              <a:rPr sz="1200" i="1" dirty="0">
                <a:latin typeface="Corbel"/>
                <a:cs typeface="Corbel"/>
              </a:rPr>
              <a:t>to</a:t>
            </a:r>
            <a:r>
              <a:rPr sz="1200" i="1" spc="-30" dirty="0">
                <a:latin typeface="Corbel"/>
                <a:cs typeface="Corbel"/>
              </a:rPr>
              <a:t> </a:t>
            </a:r>
            <a:r>
              <a:rPr sz="1200" i="1" dirty="0">
                <a:latin typeface="Corbel"/>
                <a:cs typeface="Corbel"/>
              </a:rPr>
              <a:t>assist</a:t>
            </a:r>
            <a:r>
              <a:rPr sz="1200" i="1" spc="-20" dirty="0">
                <a:latin typeface="Corbel"/>
                <a:cs typeface="Corbel"/>
              </a:rPr>
              <a:t> </a:t>
            </a:r>
            <a:r>
              <a:rPr sz="1200" i="1" dirty="0">
                <a:latin typeface="Corbel"/>
                <a:cs typeface="Corbel"/>
              </a:rPr>
              <a:t>or</a:t>
            </a:r>
            <a:r>
              <a:rPr sz="1200" i="1" spc="-25" dirty="0">
                <a:latin typeface="Corbel"/>
                <a:cs typeface="Corbel"/>
              </a:rPr>
              <a:t> </a:t>
            </a:r>
            <a:r>
              <a:rPr sz="1200" i="1" dirty="0">
                <a:latin typeface="Corbel"/>
                <a:cs typeface="Corbel"/>
              </a:rPr>
              <a:t>automate</a:t>
            </a:r>
            <a:r>
              <a:rPr sz="1200" i="1" spc="-25" dirty="0">
                <a:latin typeface="Corbel"/>
                <a:cs typeface="Corbel"/>
              </a:rPr>
              <a:t> </a:t>
            </a:r>
            <a:r>
              <a:rPr sz="1200" i="1" dirty="0">
                <a:latin typeface="Corbel"/>
                <a:cs typeface="Corbel"/>
              </a:rPr>
              <a:t>navigation</a:t>
            </a:r>
            <a:r>
              <a:rPr sz="1200" i="1" spc="-25" dirty="0">
                <a:latin typeface="Corbel"/>
                <a:cs typeface="Corbel"/>
              </a:rPr>
              <a:t> </a:t>
            </a:r>
            <a:r>
              <a:rPr sz="1200" i="1" dirty="0">
                <a:latin typeface="Corbel"/>
                <a:cs typeface="Corbel"/>
              </a:rPr>
              <a:t>in</a:t>
            </a:r>
            <a:r>
              <a:rPr sz="1200" i="1" spc="-20" dirty="0">
                <a:latin typeface="Corbel"/>
                <a:cs typeface="Corbel"/>
              </a:rPr>
              <a:t> </a:t>
            </a:r>
            <a:r>
              <a:rPr sz="1200" i="1" dirty="0">
                <a:latin typeface="Corbel"/>
                <a:cs typeface="Corbel"/>
              </a:rPr>
              <a:t>a</a:t>
            </a:r>
            <a:r>
              <a:rPr sz="1200" i="1" spc="-25" dirty="0">
                <a:latin typeface="Corbel"/>
                <a:cs typeface="Corbel"/>
              </a:rPr>
              <a:t> </a:t>
            </a:r>
            <a:r>
              <a:rPr sz="1200" i="1" dirty="0">
                <a:latin typeface="Corbel"/>
                <a:cs typeface="Corbel"/>
              </a:rPr>
              <a:t>vehicle,</a:t>
            </a:r>
            <a:r>
              <a:rPr sz="1200" i="1" spc="-30" dirty="0">
                <a:latin typeface="Corbel"/>
                <a:cs typeface="Corbel"/>
              </a:rPr>
              <a:t> </a:t>
            </a:r>
            <a:r>
              <a:rPr sz="1200" i="1" dirty="0">
                <a:latin typeface="Corbel"/>
                <a:cs typeface="Corbel"/>
              </a:rPr>
              <a:t>ship,</a:t>
            </a:r>
            <a:r>
              <a:rPr sz="1200" i="1" spc="-35" dirty="0">
                <a:latin typeface="Corbel"/>
                <a:cs typeface="Corbel"/>
              </a:rPr>
              <a:t> </a:t>
            </a:r>
            <a:r>
              <a:rPr sz="1200" i="1" dirty="0">
                <a:latin typeface="Corbel"/>
                <a:cs typeface="Corbel"/>
              </a:rPr>
              <a:t>or</a:t>
            </a:r>
            <a:r>
              <a:rPr sz="1200" i="1" spc="-20" dirty="0">
                <a:latin typeface="Corbel"/>
                <a:cs typeface="Corbel"/>
              </a:rPr>
              <a:t> </a:t>
            </a:r>
            <a:r>
              <a:rPr sz="1200" i="1" spc="-10" dirty="0">
                <a:latin typeface="Corbel"/>
                <a:cs typeface="Corbel"/>
              </a:rPr>
              <a:t>aircraft.</a:t>
            </a:r>
            <a:endParaRPr sz="1200" dirty="0">
              <a:latin typeface="Corbel"/>
              <a:cs typeface="Corbel"/>
            </a:endParaRPr>
          </a:p>
          <a:p>
            <a:pPr marL="182245" indent="-169545">
              <a:lnSpc>
                <a:spcPts val="1415"/>
              </a:lnSpc>
              <a:spcBef>
                <a:spcPts val="45"/>
              </a:spcBef>
              <a:buFont typeface="Corbel"/>
              <a:buChar char="-"/>
              <a:tabLst>
                <a:tab pos="182245" algn="l"/>
              </a:tabLst>
            </a:pPr>
            <a:r>
              <a:rPr sz="1200" i="1" dirty="0">
                <a:latin typeface="Corbel"/>
                <a:cs typeface="Corbel"/>
              </a:rPr>
              <a:t>Use</a:t>
            </a:r>
            <a:r>
              <a:rPr sz="1200" i="1" spc="-25"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locate</a:t>
            </a:r>
            <a:r>
              <a:rPr sz="1200" i="1" spc="-25" dirty="0">
                <a:latin typeface="Corbel"/>
                <a:cs typeface="Corbel"/>
              </a:rPr>
              <a:t> </a:t>
            </a:r>
            <a:r>
              <a:rPr sz="1200" i="1" dirty="0">
                <a:latin typeface="Corbel"/>
                <a:cs typeface="Corbel"/>
              </a:rPr>
              <a:t>a</a:t>
            </a:r>
            <a:r>
              <a:rPr sz="1200" i="1" spc="-20" dirty="0">
                <a:latin typeface="Corbel"/>
                <a:cs typeface="Corbel"/>
              </a:rPr>
              <a:t> </a:t>
            </a:r>
            <a:r>
              <a:rPr sz="1200" i="1" dirty="0">
                <a:latin typeface="Corbel"/>
                <a:cs typeface="Corbel"/>
              </a:rPr>
              <a:t>position;</a:t>
            </a:r>
            <a:r>
              <a:rPr sz="1200" i="1" spc="-30" dirty="0">
                <a:latin typeface="Corbel"/>
                <a:cs typeface="Corbel"/>
              </a:rPr>
              <a:t> </a:t>
            </a:r>
            <a:r>
              <a:rPr sz="1200" i="1" dirty="0">
                <a:latin typeface="Corbel"/>
                <a:cs typeface="Corbel"/>
              </a:rPr>
              <a:t>Navigate</a:t>
            </a:r>
            <a:r>
              <a:rPr sz="1200" i="1" spc="-25" dirty="0">
                <a:latin typeface="Corbel"/>
                <a:cs typeface="Corbel"/>
              </a:rPr>
              <a:t> </a:t>
            </a:r>
            <a:r>
              <a:rPr sz="1200" i="1" dirty="0">
                <a:latin typeface="Corbel"/>
                <a:cs typeface="Corbel"/>
              </a:rPr>
              <a:t>from</a:t>
            </a:r>
            <a:r>
              <a:rPr sz="1200" i="1" spc="-25" dirty="0">
                <a:latin typeface="Corbel"/>
                <a:cs typeface="Corbel"/>
              </a:rPr>
              <a:t> </a:t>
            </a:r>
            <a:r>
              <a:rPr sz="1200" i="1" dirty="0">
                <a:latin typeface="Corbel"/>
                <a:cs typeface="Corbel"/>
              </a:rPr>
              <a:t>one</a:t>
            </a:r>
            <a:r>
              <a:rPr sz="1200" i="1" spc="-25" dirty="0">
                <a:latin typeface="Corbel"/>
                <a:cs typeface="Corbel"/>
              </a:rPr>
              <a:t> </a:t>
            </a:r>
            <a:r>
              <a:rPr sz="1200" i="1" dirty="0">
                <a:latin typeface="Corbel"/>
                <a:cs typeface="Corbel"/>
              </a:rPr>
              <a:t>location</a:t>
            </a:r>
            <a:r>
              <a:rPr sz="1200" i="1" spc="-20"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another;</a:t>
            </a:r>
            <a:r>
              <a:rPr sz="1200" i="1" spc="70" dirty="0">
                <a:latin typeface="Corbel"/>
                <a:cs typeface="Corbel"/>
              </a:rPr>
              <a:t> </a:t>
            </a:r>
            <a:r>
              <a:rPr sz="1200" i="1" spc="-10" dirty="0">
                <a:latin typeface="Corbel"/>
                <a:cs typeface="Corbel"/>
              </a:rPr>
              <a:t>Track/monitor</a:t>
            </a:r>
            <a:r>
              <a:rPr sz="1200" i="1" spc="-20" dirty="0">
                <a:latin typeface="Corbel"/>
                <a:cs typeface="Corbel"/>
              </a:rPr>
              <a:t> </a:t>
            </a:r>
            <a:r>
              <a:rPr sz="1200" i="1" dirty="0">
                <a:latin typeface="Corbel"/>
                <a:cs typeface="Corbel"/>
              </a:rPr>
              <a:t>object</a:t>
            </a:r>
            <a:r>
              <a:rPr sz="1200" i="1" spc="-20" dirty="0">
                <a:latin typeface="Corbel"/>
                <a:cs typeface="Corbel"/>
              </a:rPr>
              <a:t> </a:t>
            </a:r>
            <a:r>
              <a:rPr sz="1200" i="1" dirty="0">
                <a:latin typeface="Corbel"/>
                <a:cs typeface="Corbel"/>
              </a:rPr>
              <a:t>or</a:t>
            </a:r>
            <a:r>
              <a:rPr sz="1200" i="1" spc="-20" dirty="0">
                <a:latin typeface="Corbel"/>
                <a:cs typeface="Corbel"/>
              </a:rPr>
              <a:t> </a:t>
            </a:r>
            <a:r>
              <a:rPr sz="1200" i="1" dirty="0">
                <a:latin typeface="Corbel"/>
                <a:cs typeface="Corbel"/>
              </a:rPr>
              <a:t>movement;</a:t>
            </a:r>
            <a:r>
              <a:rPr sz="1200" i="1" spc="-30" dirty="0">
                <a:latin typeface="Corbel"/>
                <a:cs typeface="Corbel"/>
              </a:rPr>
              <a:t> </a:t>
            </a:r>
            <a:r>
              <a:rPr sz="1200" i="1" spc="-10" dirty="0">
                <a:latin typeface="Corbel"/>
                <a:cs typeface="Corbel"/>
              </a:rPr>
              <a:t>Mapping</a:t>
            </a:r>
            <a:endParaRPr sz="1200" dirty="0">
              <a:latin typeface="Corbel"/>
              <a:cs typeface="Corbel"/>
            </a:endParaRPr>
          </a:p>
          <a:p>
            <a:pPr marL="182245" indent="-169545">
              <a:lnSpc>
                <a:spcPts val="1415"/>
              </a:lnSpc>
              <a:buFont typeface="Corbel"/>
              <a:buChar char="-"/>
              <a:tabLst>
                <a:tab pos="182245" algn="l"/>
              </a:tabLst>
            </a:pPr>
            <a:r>
              <a:rPr sz="1200" b="1" i="1" u="sng" dirty="0">
                <a:uFill>
                  <a:solidFill>
                    <a:srgbClr val="000000"/>
                  </a:solidFill>
                </a:uFill>
                <a:latin typeface="Corbel"/>
                <a:cs typeface="Corbel"/>
              </a:rPr>
              <a:t>Three</a:t>
            </a:r>
            <a:r>
              <a:rPr sz="1200" b="1" i="1" u="sng" spc="-30" dirty="0">
                <a:uFill>
                  <a:solidFill>
                    <a:srgbClr val="000000"/>
                  </a:solidFill>
                </a:uFill>
                <a:latin typeface="Corbel"/>
                <a:cs typeface="Corbel"/>
              </a:rPr>
              <a:t> </a:t>
            </a:r>
            <a:r>
              <a:rPr sz="1200" b="1" i="1" u="sng" dirty="0">
                <a:uFill>
                  <a:solidFill>
                    <a:srgbClr val="000000"/>
                  </a:solidFill>
                </a:uFill>
                <a:latin typeface="Corbel"/>
                <a:cs typeface="Corbel"/>
              </a:rPr>
              <a:t>satellites</a:t>
            </a:r>
            <a:r>
              <a:rPr sz="1200" b="1" i="1" u="sng" spc="-25" dirty="0">
                <a:uFill>
                  <a:solidFill>
                    <a:srgbClr val="000000"/>
                  </a:solidFill>
                </a:uFill>
                <a:latin typeface="Corbel"/>
                <a:cs typeface="Corbel"/>
              </a:rPr>
              <a:t> </a:t>
            </a:r>
            <a:r>
              <a:rPr sz="1200" b="1" i="1" u="sng" dirty="0">
                <a:uFill>
                  <a:solidFill>
                    <a:srgbClr val="000000"/>
                  </a:solidFill>
                </a:uFill>
                <a:latin typeface="Corbel"/>
                <a:cs typeface="Corbel"/>
              </a:rPr>
              <a:t>are</a:t>
            </a:r>
            <a:r>
              <a:rPr sz="1200" b="1" i="1" u="sng" spc="-25" dirty="0">
                <a:uFill>
                  <a:solidFill>
                    <a:srgbClr val="000000"/>
                  </a:solidFill>
                </a:uFill>
                <a:latin typeface="Corbel"/>
                <a:cs typeface="Corbel"/>
              </a:rPr>
              <a:t> </a:t>
            </a:r>
            <a:r>
              <a:rPr sz="1200" b="1" i="1" u="sng" dirty="0">
                <a:uFill>
                  <a:solidFill>
                    <a:srgbClr val="000000"/>
                  </a:solidFill>
                </a:uFill>
                <a:latin typeface="Corbel"/>
                <a:cs typeface="Corbel"/>
              </a:rPr>
              <a:t>needed</a:t>
            </a:r>
            <a:r>
              <a:rPr sz="1200" b="1" i="1" spc="-25" dirty="0">
                <a:latin typeface="Corbel"/>
                <a:cs typeface="Corbel"/>
              </a:rPr>
              <a:t> </a:t>
            </a:r>
            <a:r>
              <a:rPr sz="1200" i="1" dirty="0">
                <a:latin typeface="Corbel"/>
                <a:cs typeface="Corbel"/>
              </a:rPr>
              <a:t>by</a:t>
            </a:r>
            <a:r>
              <a:rPr sz="1200" i="1" spc="-25" dirty="0">
                <a:latin typeface="Corbel"/>
                <a:cs typeface="Corbel"/>
              </a:rPr>
              <a:t> </a:t>
            </a:r>
            <a:r>
              <a:rPr sz="1200" i="1" dirty="0">
                <a:latin typeface="Corbel"/>
                <a:cs typeface="Corbel"/>
              </a:rPr>
              <a:t>the</a:t>
            </a:r>
            <a:r>
              <a:rPr sz="1200" i="1" spc="-30" dirty="0">
                <a:latin typeface="Corbel"/>
                <a:cs typeface="Corbel"/>
              </a:rPr>
              <a:t> </a:t>
            </a:r>
            <a:r>
              <a:rPr sz="1200" i="1" dirty="0">
                <a:latin typeface="Corbel"/>
                <a:cs typeface="Corbel"/>
              </a:rPr>
              <a:t>receivers</a:t>
            </a:r>
            <a:r>
              <a:rPr sz="1200" i="1" spc="-30"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determine</a:t>
            </a:r>
            <a:r>
              <a:rPr sz="1200" i="1" spc="-30" dirty="0">
                <a:latin typeface="Corbel"/>
                <a:cs typeface="Corbel"/>
              </a:rPr>
              <a:t> </a:t>
            </a:r>
            <a:r>
              <a:rPr sz="1200" i="1" dirty="0">
                <a:latin typeface="Corbel"/>
                <a:cs typeface="Corbel"/>
              </a:rPr>
              <a:t>position,</a:t>
            </a:r>
            <a:r>
              <a:rPr sz="1200" i="1" spc="-30" dirty="0">
                <a:latin typeface="Corbel"/>
                <a:cs typeface="Corbel"/>
              </a:rPr>
              <a:t> </a:t>
            </a:r>
            <a:r>
              <a:rPr sz="1200" i="1" dirty="0">
                <a:latin typeface="Corbel"/>
                <a:cs typeface="Corbel"/>
              </a:rPr>
              <a:t>while</a:t>
            </a:r>
            <a:r>
              <a:rPr sz="1200" i="1" spc="-25" dirty="0">
                <a:latin typeface="Corbel"/>
                <a:cs typeface="Corbel"/>
              </a:rPr>
              <a:t> </a:t>
            </a:r>
            <a:r>
              <a:rPr sz="1200" i="1" dirty="0">
                <a:latin typeface="Corbel"/>
                <a:cs typeface="Corbel"/>
              </a:rPr>
              <a:t>the</a:t>
            </a:r>
            <a:r>
              <a:rPr sz="1200" i="1" spc="-25" dirty="0">
                <a:latin typeface="Corbel"/>
                <a:cs typeface="Corbel"/>
              </a:rPr>
              <a:t> </a:t>
            </a:r>
            <a:r>
              <a:rPr sz="1200" b="1" i="1" u="sng" dirty="0">
                <a:uFill>
                  <a:solidFill>
                    <a:srgbClr val="000000"/>
                  </a:solidFill>
                </a:uFill>
                <a:latin typeface="Corbel"/>
                <a:cs typeface="Corbel"/>
              </a:rPr>
              <a:t>fourth</a:t>
            </a:r>
            <a:r>
              <a:rPr sz="1200" b="1" i="1" u="sng" spc="-25" dirty="0">
                <a:uFill>
                  <a:solidFill>
                    <a:srgbClr val="000000"/>
                  </a:solidFill>
                </a:uFill>
                <a:latin typeface="Corbel"/>
                <a:cs typeface="Corbel"/>
              </a:rPr>
              <a:t> </a:t>
            </a:r>
            <a:r>
              <a:rPr sz="1200" b="1" i="1" u="sng" dirty="0">
                <a:uFill>
                  <a:solidFill>
                    <a:srgbClr val="000000"/>
                  </a:solidFill>
                </a:uFill>
                <a:latin typeface="Corbel"/>
                <a:cs typeface="Corbel"/>
              </a:rPr>
              <a:t>enhances</a:t>
            </a:r>
            <a:r>
              <a:rPr sz="1200" b="1" i="1" u="sng" spc="-20" dirty="0">
                <a:uFill>
                  <a:solidFill>
                    <a:srgbClr val="000000"/>
                  </a:solidFill>
                </a:uFill>
                <a:latin typeface="Corbel"/>
                <a:cs typeface="Corbel"/>
              </a:rPr>
              <a:t> </a:t>
            </a:r>
            <a:r>
              <a:rPr sz="1200" b="1" i="1" u="sng" dirty="0">
                <a:uFill>
                  <a:solidFill>
                    <a:srgbClr val="000000"/>
                  </a:solidFill>
                </a:uFill>
                <a:latin typeface="Corbel"/>
                <a:cs typeface="Corbel"/>
              </a:rPr>
              <a:t>the</a:t>
            </a:r>
            <a:r>
              <a:rPr sz="1200" b="1" i="1" u="sng" spc="-30" dirty="0">
                <a:uFill>
                  <a:solidFill>
                    <a:srgbClr val="000000"/>
                  </a:solidFill>
                </a:uFill>
                <a:latin typeface="Corbel"/>
                <a:cs typeface="Corbel"/>
              </a:rPr>
              <a:t> </a:t>
            </a:r>
            <a:r>
              <a:rPr sz="1200" b="1" i="1" u="sng" spc="-10" dirty="0">
                <a:uFill>
                  <a:solidFill>
                    <a:srgbClr val="000000"/>
                  </a:solidFill>
                </a:uFill>
                <a:latin typeface="Corbel"/>
                <a:cs typeface="Corbel"/>
              </a:rPr>
              <a:t>measurement</a:t>
            </a:r>
            <a:r>
              <a:rPr sz="1200" b="1" i="1" spc="-35" dirty="0">
                <a:latin typeface="Corbel"/>
                <a:cs typeface="Corbel"/>
              </a:rPr>
              <a:t> </a:t>
            </a:r>
            <a:r>
              <a:rPr sz="1200" i="1" dirty="0">
                <a:latin typeface="Corbel"/>
                <a:cs typeface="Corbel"/>
              </a:rPr>
              <a:t>and</a:t>
            </a:r>
            <a:r>
              <a:rPr sz="1200" i="1" spc="-35" dirty="0">
                <a:latin typeface="Corbel"/>
                <a:cs typeface="Corbel"/>
              </a:rPr>
              <a:t> </a:t>
            </a:r>
            <a:r>
              <a:rPr sz="1200" i="1" dirty="0">
                <a:latin typeface="Corbel"/>
                <a:cs typeface="Corbel"/>
              </a:rPr>
              <a:t>provides</a:t>
            </a:r>
            <a:r>
              <a:rPr sz="1200" i="1" spc="-30"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ability</a:t>
            </a:r>
            <a:r>
              <a:rPr sz="1200" i="1" spc="-30" dirty="0">
                <a:latin typeface="Corbel"/>
                <a:cs typeface="Corbel"/>
              </a:rPr>
              <a:t> </a:t>
            </a:r>
            <a:r>
              <a:rPr sz="1200" i="1" dirty="0">
                <a:latin typeface="Corbel"/>
                <a:cs typeface="Corbel"/>
              </a:rPr>
              <a:t>to</a:t>
            </a:r>
            <a:r>
              <a:rPr sz="1200" i="1" spc="-25" dirty="0">
                <a:latin typeface="Corbel"/>
                <a:cs typeface="Corbel"/>
              </a:rPr>
              <a:t> </a:t>
            </a:r>
            <a:r>
              <a:rPr sz="1200" i="1" dirty="0">
                <a:latin typeface="Corbel"/>
                <a:cs typeface="Corbel"/>
              </a:rPr>
              <a:t>calculate</a:t>
            </a:r>
            <a:r>
              <a:rPr sz="1200" i="1" spc="-25" dirty="0">
                <a:latin typeface="Corbel"/>
                <a:cs typeface="Corbel"/>
              </a:rPr>
              <a:t> </a:t>
            </a:r>
            <a:r>
              <a:rPr sz="1200" i="1" spc="-10" dirty="0">
                <a:latin typeface="Corbel"/>
                <a:cs typeface="Corbel"/>
              </a:rPr>
              <a:t>elevation</a:t>
            </a:r>
            <a:endParaRPr sz="1200" dirty="0">
              <a:latin typeface="Corbel"/>
              <a:cs typeface="Corbel"/>
            </a:endParaRPr>
          </a:p>
        </p:txBody>
      </p:sp>
      <p:pic>
        <p:nvPicPr>
          <p:cNvPr id="4" name="object 4"/>
          <p:cNvPicPr/>
          <p:nvPr/>
        </p:nvPicPr>
        <p:blipFill>
          <a:blip r:embed="rId3" cstate="print"/>
          <a:stretch>
            <a:fillRect/>
          </a:stretch>
        </p:blipFill>
        <p:spPr>
          <a:xfrm>
            <a:off x="1915940" y="1694807"/>
            <a:ext cx="5369490" cy="2368127"/>
          </a:xfrm>
          <a:prstGeom prst="rect">
            <a:avLst/>
          </a:prstGeom>
        </p:spPr>
      </p:pic>
      <p:sp>
        <p:nvSpPr>
          <p:cNvPr id="5" name="object 5"/>
          <p:cNvSpPr txBox="1"/>
          <p:nvPr/>
        </p:nvSpPr>
        <p:spPr>
          <a:xfrm>
            <a:off x="1515742" y="4492244"/>
            <a:ext cx="6908165" cy="1491615"/>
          </a:xfrm>
          <a:prstGeom prst="rect">
            <a:avLst/>
          </a:prstGeom>
        </p:spPr>
        <p:txBody>
          <a:bodyPr vert="horz" wrap="square" lIns="0" tIns="12700" rIns="0" bIns="0" rtlCol="0">
            <a:spAutoFit/>
          </a:bodyPr>
          <a:lstStyle/>
          <a:p>
            <a:pPr marL="638810" indent="-169545">
              <a:lnSpc>
                <a:spcPct val="100000"/>
              </a:lnSpc>
              <a:spcBef>
                <a:spcPts val="100"/>
              </a:spcBef>
              <a:buFont typeface="Corbel"/>
              <a:buChar char="-"/>
              <a:tabLst>
                <a:tab pos="638810" algn="l"/>
              </a:tabLst>
            </a:pPr>
            <a:r>
              <a:rPr sz="1200" i="1" dirty="0">
                <a:latin typeface="Corbel"/>
                <a:cs typeface="Corbel"/>
              </a:rPr>
              <a:t>Global</a:t>
            </a:r>
            <a:r>
              <a:rPr sz="1200" i="1" spc="-45" dirty="0">
                <a:latin typeface="Corbel"/>
                <a:cs typeface="Corbel"/>
              </a:rPr>
              <a:t> </a:t>
            </a:r>
            <a:r>
              <a:rPr sz="1200" i="1" spc="-10" dirty="0">
                <a:latin typeface="Corbel"/>
                <a:cs typeface="Corbel"/>
              </a:rPr>
              <a:t>Positioning</a:t>
            </a:r>
            <a:r>
              <a:rPr sz="1200" i="1" spc="-50" dirty="0">
                <a:latin typeface="Corbel"/>
                <a:cs typeface="Corbel"/>
              </a:rPr>
              <a:t> </a:t>
            </a:r>
            <a:r>
              <a:rPr sz="1200" i="1" dirty="0">
                <a:latin typeface="Corbel"/>
                <a:cs typeface="Corbel"/>
              </a:rPr>
              <a:t>System</a:t>
            </a:r>
            <a:r>
              <a:rPr sz="1200" i="1" spc="-20" dirty="0">
                <a:latin typeface="Corbel"/>
                <a:cs typeface="Corbel"/>
              </a:rPr>
              <a:t> </a:t>
            </a:r>
            <a:r>
              <a:rPr sz="1200" i="1" spc="-10" dirty="0">
                <a:latin typeface="Corbel"/>
                <a:cs typeface="Corbel"/>
              </a:rPr>
              <a:t>(GPS)</a:t>
            </a:r>
            <a:r>
              <a:rPr sz="1200" i="1" spc="-25" dirty="0">
                <a:latin typeface="Corbel"/>
                <a:cs typeface="Corbel"/>
              </a:rPr>
              <a:t> </a:t>
            </a:r>
            <a:r>
              <a:rPr sz="1200" i="1" dirty="0">
                <a:latin typeface="Corbel"/>
                <a:cs typeface="Corbel"/>
              </a:rPr>
              <a:t>-</a:t>
            </a:r>
            <a:r>
              <a:rPr sz="1200" i="1" spc="-60" dirty="0">
                <a:latin typeface="Corbel"/>
                <a:cs typeface="Corbel"/>
              </a:rPr>
              <a:t> </a:t>
            </a:r>
            <a:r>
              <a:rPr sz="1200" i="1" spc="-25" dirty="0">
                <a:latin typeface="Corbel"/>
                <a:cs typeface="Corbel"/>
              </a:rPr>
              <a:t>USA</a:t>
            </a:r>
            <a:endParaRPr sz="1200">
              <a:latin typeface="Corbel"/>
              <a:cs typeface="Corbel"/>
            </a:endParaRPr>
          </a:p>
          <a:p>
            <a:pPr marL="638810" indent="-169545">
              <a:lnSpc>
                <a:spcPts val="1415"/>
              </a:lnSpc>
              <a:spcBef>
                <a:spcPts val="70"/>
              </a:spcBef>
              <a:buFont typeface="Corbel"/>
              <a:buChar char="-"/>
              <a:tabLst>
                <a:tab pos="638810" algn="l"/>
              </a:tabLst>
            </a:pPr>
            <a:r>
              <a:rPr sz="1200" i="1" spc="-10" dirty="0">
                <a:latin typeface="Corbel"/>
                <a:cs typeface="Corbel"/>
              </a:rPr>
              <a:t>Global</a:t>
            </a:r>
            <a:r>
              <a:rPr sz="1200" i="1" spc="-55" dirty="0">
                <a:latin typeface="Corbel"/>
                <a:cs typeface="Corbel"/>
              </a:rPr>
              <a:t> </a:t>
            </a:r>
            <a:r>
              <a:rPr sz="1200" i="1" dirty="0">
                <a:latin typeface="Corbel"/>
                <a:cs typeface="Corbel"/>
              </a:rPr>
              <a:t>Orbiting</a:t>
            </a:r>
            <a:r>
              <a:rPr sz="1200" i="1" spc="-5" dirty="0">
                <a:latin typeface="Corbel"/>
                <a:cs typeface="Corbel"/>
              </a:rPr>
              <a:t> </a:t>
            </a:r>
            <a:r>
              <a:rPr sz="1200" i="1" spc="-10" dirty="0">
                <a:latin typeface="Corbel"/>
                <a:cs typeface="Corbel"/>
              </a:rPr>
              <a:t>Navigation</a:t>
            </a:r>
            <a:r>
              <a:rPr sz="1200" i="1" spc="-50" dirty="0">
                <a:latin typeface="Corbel"/>
                <a:cs typeface="Corbel"/>
              </a:rPr>
              <a:t> </a:t>
            </a:r>
            <a:r>
              <a:rPr sz="1200" i="1" spc="-10" dirty="0">
                <a:latin typeface="Corbel"/>
                <a:cs typeface="Corbel"/>
              </a:rPr>
              <a:t>Satellite</a:t>
            </a:r>
            <a:r>
              <a:rPr sz="1200" i="1" spc="-45" dirty="0">
                <a:latin typeface="Corbel"/>
                <a:cs typeface="Corbel"/>
              </a:rPr>
              <a:t> </a:t>
            </a:r>
            <a:r>
              <a:rPr sz="1200" i="1" dirty="0">
                <a:latin typeface="Corbel"/>
                <a:cs typeface="Corbel"/>
              </a:rPr>
              <a:t>System</a:t>
            </a:r>
            <a:r>
              <a:rPr sz="1200" i="1" spc="-5" dirty="0">
                <a:latin typeface="Corbel"/>
                <a:cs typeface="Corbel"/>
              </a:rPr>
              <a:t> </a:t>
            </a:r>
            <a:r>
              <a:rPr sz="1200" i="1" spc="-10" dirty="0">
                <a:latin typeface="Corbel"/>
                <a:cs typeface="Corbel"/>
              </a:rPr>
              <a:t>(GLONASS)</a:t>
            </a:r>
            <a:r>
              <a:rPr sz="1200" i="1" spc="-15" dirty="0">
                <a:latin typeface="Corbel"/>
                <a:cs typeface="Corbel"/>
              </a:rPr>
              <a:t> </a:t>
            </a:r>
            <a:r>
              <a:rPr sz="1200" i="1" dirty="0">
                <a:latin typeface="Corbel"/>
                <a:cs typeface="Corbel"/>
              </a:rPr>
              <a:t>– </a:t>
            </a:r>
            <a:r>
              <a:rPr sz="1200" i="1" spc="-10" dirty="0">
                <a:latin typeface="Corbel"/>
                <a:cs typeface="Corbel"/>
              </a:rPr>
              <a:t>Russia</a:t>
            </a:r>
            <a:endParaRPr sz="1200">
              <a:latin typeface="Corbel"/>
              <a:cs typeface="Corbel"/>
            </a:endParaRPr>
          </a:p>
          <a:p>
            <a:pPr marL="638810" indent="-169545">
              <a:lnSpc>
                <a:spcPts val="1405"/>
              </a:lnSpc>
              <a:buFont typeface="Corbel"/>
              <a:buChar char="-"/>
              <a:tabLst>
                <a:tab pos="638810" algn="l"/>
              </a:tabLst>
            </a:pPr>
            <a:r>
              <a:rPr sz="1200" i="1" dirty="0">
                <a:latin typeface="Corbel"/>
                <a:cs typeface="Corbel"/>
              </a:rPr>
              <a:t>Galileo</a:t>
            </a:r>
            <a:r>
              <a:rPr sz="1200" i="1" spc="-25" dirty="0">
                <a:latin typeface="Corbel"/>
                <a:cs typeface="Corbel"/>
              </a:rPr>
              <a:t> </a:t>
            </a:r>
            <a:r>
              <a:rPr sz="1200" i="1" dirty="0">
                <a:latin typeface="Corbel"/>
                <a:cs typeface="Corbel"/>
              </a:rPr>
              <a:t>–</a:t>
            </a:r>
            <a:r>
              <a:rPr sz="1200" i="1" spc="-20" dirty="0">
                <a:latin typeface="Corbel"/>
                <a:cs typeface="Corbel"/>
              </a:rPr>
              <a:t> </a:t>
            </a:r>
            <a:r>
              <a:rPr sz="1200" i="1" spc="-25" dirty="0">
                <a:latin typeface="Corbel"/>
                <a:cs typeface="Corbel"/>
              </a:rPr>
              <a:t>EU</a:t>
            </a:r>
            <a:endParaRPr sz="1200">
              <a:latin typeface="Corbel"/>
              <a:cs typeface="Corbel"/>
            </a:endParaRPr>
          </a:p>
          <a:p>
            <a:pPr marL="638810" indent="-169545">
              <a:lnSpc>
                <a:spcPts val="1430"/>
              </a:lnSpc>
              <a:buFont typeface="Corbel"/>
              <a:buChar char="-"/>
              <a:tabLst>
                <a:tab pos="638810" algn="l"/>
              </a:tabLst>
            </a:pPr>
            <a:r>
              <a:rPr sz="1200" i="1" dirty="0">
                <a:latin typeface="Corbel"/>
                <a:cs typeface="Corbel"/>
              </a:rPr>
              <a:t>BeiDou</a:t>
            </a:r>
            <a:r>
              <a:rPr sz="1200" i="1" spc="-40" dirty="0">
                <a:latin typeface="Corbel"/>
                <a:cs typeface="Corbel"/>
              </a:rPr>
              <a:t> </a:t>
            </a:r>
            <a:r>
              <a:rPr sz="1200" i="1" spc="-10" dirty="0">
                <a:latin typeface="Corbel"/>
                <a:cs typeface="Corbel"/>
              </a:rPr>
              <a:t>Navigation</a:t>
            </a:r>
            <a:r>
              <a:rPr sz="1200" i="1" spc="-50" dirty="0">
                <a:latin typeface="Corbel"/>
                <a:cs typeface="Corbel"/>
              </a:rPr>
              <a:t> </a:t>
            </a:r>
            <a:r>
              <a:rPr sz="1200" i="1" spc="-10" dirty="0">
                <a:latin typeface="Corbel"/>
                <a:cs typeface="Corbel"/>
              </a:rPr>
              <a:t>Satellite</a:t>
            </a:r>
            <a:r>
              <a:rPr sz="1200" i="1" spc="-50" dirty="0">
                <a:latin typeface="Corbel"/>
                <a:cs typeface="Corbel"/>
              </a:rPr>
              <a:t> </a:t>
            </a:r>
            <a:r>
              <a:rPr sz="1200" i="1" dirty="0">
                <a:latin typeface="Corbel"/>
                <a:cs typeface="Corbel"/>
              </a:rPr>
              <a:t>System</a:t>
            </a:r>
            <a:r>
              <a:rPr sz="1200" i="1" spc="-15" dirty="0">
                <a:latin typeface="Corbel"/>
                <a:cs typeface="Corbel"/>
              </a:rPr>
              <a:t> </a:t>
            </a:r>
            <a:r>
              <a:rPr sz="1200" i="1" dirty="0">
                <a:latin typeface="Corbel"/>
                <a:cs typeface="Corbel"/>
              </a:rPr>
              <a:t>(BDS)</a:t>
            </a:r>
            <a:r>
              <a:rPr sz="1200" i="1" spc="-15" dirty="0">
                <a:latin typeface="Corbel"/>
                <a:cs typeface="Corbel"/>
              </a:rPr>
              <a:t> </a:t>
            </a:r>
            <a:r>
              <a:rPr sz="1200" i="1" spc="-10" dirty="0">
                <a:latin typeface="Corbel"/>
                <a:cs typeface="Corbel"/>
              </a:rPr>
              <a:t>–</a:t>
            </a:r>
            <a:r>
              <a:rPr sz="1200" i="1" spc="-55" dirty="0">
                <a:latin typeface="Corbel"/>
                <a:cs typeface="Corbel"/>
              </a:rPr>
              <a:t> </a:t>
            </a:r>
            <a:r>
              <a:rPr sz="1200" i="1" spc="-20" dirty="0">
                <a:latin typeface="Corbel"/>
                <a:cs typeface="Corbel"/>
              </a:rPr>
              <a:t>China</a:t>
            </a:r>
            <a:endParaRPr sz="1200">
              <a:latin typeface="Corbel"/>
              <a:cs typeface="Corbel"/>
            </a:endParaRPr>
          </a:p>
          <a:p>
            <a:pPr marL="638810" indent="-169545">
              <a:lnSpc>
                <a:spcPts val="1415"/>
              </a:lnSpc>
              <a:spcBef>
                <a:spcPts val="50"/>
              </a:spcBef>
              <a:buFont typeface="Corbel"/>
              <a:buChar char="-"/>
              <a:tabLst>
                <a:tab pos="638810" algn="l"/>
              </a:tabLst>
            </a:pPr>
            <a:r>
              <a:rPr sz="1200" i="1" spc="-10" dirty="0">
                <a:latin typeface="Corbel"/>
                <a:cs typeface="Corbel"/>
              </a:rPr>
              <a:t>Quasi-Zenith</a:t>
            </a:r>
            <a:r>
              <a:rPr sz="1200" i="1" spc="-45" dirty="0">
                <a:latin typeface="Corbel"/>
                <a:cs typeface="Corbel"/>
              </a:rPr>
              <a:t> </a:t>
            </a:r>
            <a:r>
              <a:rPr sz="1200" i="1" spc="-10" dirty="0">
                <a:latin typeface="Corbel"/>
                <a:cs typeface="Corbel"/>
              </a:rPr>
              <a:t>Satellite</a:t>
            </a:r>
            <a:r>
              <a:rPr sz="1200" i="1" spc="-40" dirty="0">
                <a:latin typeface="Corbel"/>
                <a:cs typeface="Corbel"/>
              </a:rPr>
              <a:t> </a:t>
            </a:r>
            <a:r>
              <a:rPr sz="1200" i="1" dirty="0">
                <a:latin typeface="Corbel"/>
                <a:cs typeface="Corbel"/>
              </a:rPr>
              <a:t>System</a:t>
            </a:r>
            <a:r>
              <a:rPr sz="1200" i="1" spc="10" dirty="0">
                <a:latin typeface="Corbel"/>
                <a:cs typeface="Corbel"/>
              </a:rPr>
              <a:t> </a:t>
            </a:r>
            <a:r>
              <a:rPr sz="1200" i="1" spc="-10" dirty="0">
                <a:latin typeface="Corbel"/>
                <a:cs typeface="Corbel"/>
              </a:rPr>
              <a:t>(QZSS)</a:t>
            </a:r>
            <a:r>
              <a:rPr sz="1200" i="1" spc="10" dirty="0">
                <a:latin typeface="Corbel"/>
                <a:cs typeface="Corbel"/>
              </a:rPr>
              <a:t> </a:t>
            </a:r>
            <a:r>
              <a:rPr sz="1200" i="1" spc="-10" dirty="0">
                <a:latin typeface="Corbel"/>
                <a:cs typeface="Corbel"/>
              </a:rPr>
              <a:t>–</a:t>
            </a:r>
            <a:r>
              <a:rPr sz="1200" i="1" spc="-45" dirty="0">
                <a:latin typeface="Corbel"/>
                <a:cs typeface="Corbel"/>
              </a:rPr>
              <a:t> </a:t>
            </a:r>
            <a:r>
              <a:rPr sz="1200" i="1" spc="-20" dirty="0">
                <a:latin typeface="Corbel"/>
                <a:cs typeface="Corbel"/>
              </a:rPr>
              <a:t>Japan</a:t>
            </a:r>
            <a:endParaRPr sz="1200">
              <a:latin typeface="Corbel"/>
              <a:cs typeface="Corbel"/>
            </a:endParaRPr>
          </a:p>
          <a:p>
            <a:pPr marL="638810" indent="-169545">
              <a:lnSpc>
                <a:spcPts val="1415"/>
              </a:lnSpc>
              <a:buFont typeface="Corbel"/>
              <a:buChar char="-"/>
              <a:tabLst>
                <a:tab pos="638810" algn="l"/>
              </a:tabLst>
            </a:pPr>
            <a:r>
              <a:rPr sz="1200" i="1" dirty="0">
                <a:latin typeface="Corbel"/>
                <a:cs typeface="Corbel"/>
              </a:rPr>
              <a:t>Indian</a:t>
            </a:r>
            <a:r>
              <a:rPr sz="1200" i="1" spc="-15" dirty="0">
                <a:latin typeface="Corbel"/>
                <a:cs typeface="Corbel"/>
              </a:rPr>
              <a:t> </a:t>
            </a:r>
            <a:r>
              <a:rPr sz="1200" i="1" dirty="0">
                <a:latin typeface="Corbel"/>
                <a:cs typeface="Corbel"/>
              </a:rPr>
              <a:t>Regional</a:t>
            </a:r>
            <a:r>
              <a:rPr sz="1200" i="1" spc="-10" dirty="0">
                <a:latin typeface="Corbel"/>
                <a:cs typeface="Corbel"/>
              </a:rPr>
              <a:t> Navigation</a:t>
            </a:r>
            <a:r>
              <a:rPr sz="1200" i="1" spc="-50" dirty="0">
                <a:latin typeface="Corbel"/>
                <a:cs typeface="Corbel"/>
              </a:rPr>
              <a:t> </a:t>
            </a:r>
            <a:r>
              <a:rPr sz="1200" i="1" spc="-10" dirty="0">
                <a:latin typeface="Corbel"/>
                <a:cs typeface="Corbel"/>
              </a:rPr>
              <a:t>Satellite</a:t>
            </a:r>
            <a:r>
              <a:rPr sz="1200" i="1" spc="-50" dirty="0">
                <a:latin typeface="Corbel"/>
                <a:cs typeface="Corbel"/>
              </a:rPr>
              <a:t> </a:t>
            </a:r>
            <a:r>
              <a:rPr sz="1200" i="1" dirty="0">
                <a:latin typeface="Corbel"/>
                <a:cs typeface="Corbel"/>
              </a:rPr>
              <a:t>System</a:t>
            </a:r>
            <a:r>
              <a:rPr sz="1200" i="1" spc="-10" dirty="0">
                <a:latin typeface="Corbel"/>
                <a:cs typeface="Corbel"/>
              </a:rPr>
              <a:t> (IRNSS) </a:t>
            </a:r>
            <a:r>
              <a:rPr sz="1200" i="1" dirty="0">
                <a:latin typeface="Corbel"/>
                <a:cs typeface="Corbel"/>
              </a:rPr>
              <a:t>–</a:t>
            </a:r>
            <a:r>
              <a:rPr sz="1200" i="1" spc="-10" dirty="0">
                <a:latin typeface="Corbel"/>
                <a:cs typeface="Corbel"/>
              </a:rPr>
              <a:t> India</a:t>
            </a:r>
            <a:endParaRPr sz="1200">
              <a:latin typeface="Corbel"/>
              <a:cs typeface="Corbel"/>
            </a:endParaRPr>
          </a:p>
          <a:p>
            <a:pPr marL="12700">
              <a:lnSpc>
                <a:spcPct val="100000"/>
              </a:lnSpc>
              <a:spcBef>
                <a:spcPts val="1465"/>
              </a:spcBef>
            </a:pPr>
            <a:r>
              <a:rPr sz="1200" dirty="0">
                <a:latin typeface="Corbel"/>
                <a:cs typeface="Corbel"/>
              </a:rPr>
              <a:t>-</a:t>
            </a:r>
            <a:r>
              <a:rPr sz="1200" spc="185" dirty="0">
                <a:latin typeface="Corbel"/>
                <a:cs typeface="Corbel"/>
              </a:rPr>
              <a:t>  </a:t>
            </a:r>
            <a:r>
              <a:rPr sz="1200" i="1" dirty="0">
                <a:latin typeface="Corbel"/>
                <a:cs typeface="Corbel"/>
              </a:rPr>
              <a:t>The</a:t>
            </a:r>
            <a:r>
              <a:rPr sz="1200" i="1" spc="-25" dirty="0">
                <a:latin typeface="Corbel"/>
                <a:cs typeface="Corbel"/>
              </a:rPr>
              <a:t> </a:t>
            </a:r>
            <a:r>
              <a:rPr sz="1200" b="1" i="1" u="sng" dirty="0">
                <a:uFill>
                  <a:solidFill>
                    <a:srgbClr val="000000"/>
                  </a:solidFill>
                </a:uFill>
                <a:latin typeface="Corbel"/>
                <a:cs typeface="Corbel"/>
              </a:rPr>
              <a:t>monitoring</a:t>
            </a:r>
            <a:r>
              <a:rPr sz="1200" b="1" i="1" u="sng" spc="-20" dirty="0">
                <a:uFill>
                  <a:solidFill>
                    <a:srgbClr val="000000"/>
                  </a:solidFill>
                </a:uFill>
                <a:latin typeface="Corbel"/>
                <a:cs typeface="Corbel"/>
              </a:rPr>
              <a:t> </a:t>
            </a:r>
            <a:r>
              <a:rPr sz="1200" b="1" i="1" u="sng" dirty="0">
                <a:uFill>
                  <a:solidFill>
                    <a:srgbClr val="000000"/>
                  </a:solidFill>
                </a:uFill>
                <a:latin typeface="Corbel"/>
                <a:cs typeface="Corbel"/>
              </a:rPr>
              <a:t>stations</a:t>
            </a:r>
            <a:r>
              <a:rPr sz="1200" b="1" i="1" spc="-35" dirty="0">
                <a:latin typeface="Corbel"/>
                <a:cs typeface="Corbel"/>
              </a:rPr>
              <a:t> </a:t>
            </a:r>
            <a:r>
              <a:rPr sz="1200" i="1" dirty="0">
                <a:latin typeface="Corbel"/>
                <a:cs typeface="Corbel"/>
              </a:rPr>
              <a:t>checks</a:t>
            </a:r>
            <a:r>
              <a:rPr sz="1200" i="1" spc="-30" dirty="0">
                <a:latin typeface="Corbel"/>
                <a:cs typeface="Corbel"/>
              </a:rPr>
              <a:t> </a:t>
            </a:r>
            <a:r>
              <a:rPr sz="1200" i="1" dirty="0">
                <a:latin typeface="Corbel"/>
                <a:cs typeface="Corbel"/>
              </a:rPr>
              <a:t>the</a:t>
            </a:r>
            <a:r>
              <a:rPr sz="1200" i="1" spc="-30" dirty="0">
                <a:latin typeface="Corbel"/>
                <a:cs typeface="Corbel"/>
              </a:rPr>
              <a:t> </a:t>
            </a:r>
            <a:r>
              <a:rPr sz="1200" i="1" dirty="0">
                <a:latin typeface="Corbel"/>
                <a:cs typeface="Corbel"/>
              </a:rPr>
              <a:t>exact</a:t>
            </a:r>
            <a:r>
              <a:rPr sz="1200" i="1" spc="-20" dirty="0">
                <a:latin typeface="Corbel"/>
                <a:cs typeface="Corbel"/>
              </a:rPr>
              <a:t> </a:t>
            </a:r>
            <a:r>
              <a:rPr sz="1200" i="1" dirty="0">
                <a:latin typeface="Corbel"/>
                <a:cs typeface="Corbel"/>
              </a:rPr>
              <a:t>altitude,</a:t>
            </a:r>
            <a:r>
              <a:rPr sz="1200" i="1" spc="-35" dirty="0">
                <a:latin typeface="Corbel"/>
                <a:cs typeface="Corbel"/>
              </a:rPr>
              <a:t> </a:t>
            </a:r>
            <a:r>
              <a:rPr sz="1200" i="1" dirty="0">
                <a:latin typeface="Corbel"/>
                <a:cs typeface="Corbel"/>
              </a:rPr>
              <a:t>position,</a:t>
            </a:r>
            <a:r>
              <a:rPr sz="1200" i="1" spc="-30" dirty="0">
                <a:latin typeface="Corbel"/>
                <a:cs typeface="Corbel"/>
              </a:rPr>
              <a:t> </a:t>
            </a:r>
            <a:r>
              <a:rPr sz="1200" i="1" dirty="0">
                <a:latin typeface="Corbel"/>
                <a:cs typeface="Corbel"/>
              </a:rPr>
              <a:t>speed,</a:t>
            </a:r>
            <a:r>
              <a:rPr sz="1200" i="1" spc="-3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overall</a:t>
            </a:r>
            <a:r>
              <a:rPr sz="1200" i="1" spc="-25" dirty="0">
                <a:latin typeface="Corbel"/>
                <a:cs typeface="Corbel"/>
              </a:rPr>
              <a:t> </a:t>
            </a:r>
            <a:r>
              <a:rPr sz="1200" i="1" dirty="0">
                <a:latin typeface="Corbel"/>
                <a:cs typeface="Corbel"/>
              </a:rPr>
              <a:t>health</a:t>
            </a:r>
            <a:r>
              <a:rPr sz="1200" i="1" spc="-30" dirty="0">
                <a:latin typeface="Corbel"/>
                <a:cs typeface="Corbel"/>
              </a:rPr>
              <a:t> </a:t>
            </a:r>
            <a:r>
              <a:rPr sz="1200" i="1" dirty="0">
                <a:latin typeface="Corbel"/>
                <a:cs typeface="Corbel"/>
              </a:rPr>
              <a:t>of</a:t>
            </a:r>
            <a:r>
              <a:rPr sz="1200" i="1" spc="-30" dirty="0">
                <a:latin typeface="Corbel"/>
                <a:cs typeface="Corbel"/>
              </a:rPr>
              <a:t> </a:t>
            </a:r>
            <a:r>
              <a:rPr sz="1200" i="1" dirty="0">
                <a:latin typeface="Corbel"/>
                <a:cs typeface="Corbel"/>
              </a:rPr>
              <a:t>the</a:t>
            </a:r>
            <a:r>
              <a:rPr sz="1200" i="1" spc="-30" dirty="0">
                <a:latin typeface="Corbel"/>
                <a:cs typeface="Corbel"/>
              </a:rPr>
              <a:t> </a:t>
            </a:r>
            <a:r>
              <a:rPr sz="1200" i="1" dirty="0">
                <a:latin typeface="Corbel"/>
                <a:cs typeface="Corbel"/>
              </a:rPr>
              <a:t>orbiting</a:t>
            </a:r>
            <a:r>
              <a:rPr sz="1200" i="1" spc="-25" dirty="0">
                <a:latin typeface="Corbel"/>
                <a:cs typeface="Corbel"/>
              </a:rPr>
              <a:t> </a:t>
            </a:r>
            <a:r>
              <a:rPr sz="1200" i="1" spc="-10" dirty="0">
                <a:latin typeface="Corbel"/>
                <a:cs typeface="Corbel"/>
              </a:rPr>
              <a:t>satellites.</a:t>
            </a:r>
            <a:endParaRPr sz="1200">
              <a:latin typeface="Corbel"/>
              <a:cs typeface="Corbel"/>
            </a:endParaRPr>
          </a:p>
        </p:txBody>
      </p:sp>
      <p:pic>
        <p:nvPicPr>
          <p:cNvPr id="6" name="object 6"/>
          <p:cNvPicPr/>
          <p:nvPr/>
        </p:nvPicPr>
        <p:blipFill>
          <a:blip r:embed="rId4" cstate="print"/>
          <a:stretch>
            <a:fillRect/>
          </a:stretch>
        </p:blipFill>
        <p:spPr>
          <a:xfrm>
            <a:off x="8198045" y="2001131"/>
            <a:ext cx="1778380" cy="1293367"/>
          </a:xfrm>
          <a:prstGeom prst="rect">
            <a:avLst/>
          </a:prstGeom>
        </p:spPr>
      </p:pic>
      <p:sp>
        <p:nvSpPr>
          <p:cNvPr id="7" name="object 7"/>
          <p:cNvSpPr txBox="1"/>
          <p:nvPr/>
        </p:nvSpPr>
        <p:spPr>
          <a:xfrm>
            <a:off x="8735382" y="3371088"/>
            <a:ext cx="721360" cy="193040"/>
          </a:xfrm>
          <a:prstGeom prst="rect">
            <a:avLst/>
          </a:prstGeom>
        </p:spPr>
        <p:txBody>
          <a:bodyPr vert="horz" wrap="square" lIns="0" tIns="12700" rIns="0" bIns="0" rtlCol="0">
            <a:spAutoFit/>
          </a:bodyPr>
          <a:lstStyle/>
          <a:p>
            <a:pPr marL="12700">
              <a:lnSpc>
                <a:spcPct val="100000"/>
              </a:lnSpc>
              <a:spcBef>
                <a:spcPts val="100"/>
              </a:spcBef>
            </a:pPr>
            <a:r>
              <a:rPr sz="1100" i="1" dirty="0">
                <a:latin typeface="Corbel"/>
                <a:cs typeface="Corbel"/>
              </a:rPr>
              <a:t>GPS</a:t>
            </a:r>
            <a:r>
              <a:rPr sz="1100" i="1" spc="-20" dirty="0">
                <a:latin typeface="Corbel"/>
                <a:cs typeface="Corbel"/>
              </a:rPr>
              <a:t> </a:t>
            </a:r>
            <a:r>
              <a:rPr sz="1100" i="1" spc="-10" dirty="0">
                <a:latin typeface="Corbel"/>
                <a:cs typeface="Corbel"/>
              </a:rPr>
              <a:t>Module</a:t>
            </a:r>
            <a:endParaRPr sz="1100">
              <a:latin typeface="Corbel"/>
              <a:cs typeface="Corbel"/>
            </a:endParaRPr>
          </a:p>
        </p:txBody>
      </p:sp>
      <p:pic>
        <p:nvPicPr>
          <p:cNvPr id="8" name="object 8"/>
          <p:cNvPicPr/>
          <p:nvPr/>
        </p:nvPicPr>
        <p:blipFill>
          <a:blip r:embed="rId5" cstate="print"/>
          <a:stretch>
            <a:fillRect/>
          </a:stretch>
        </p:blipFill>
        <p:spPr>
          <a:xfrm>
            <a:off x="0" y="6497999"/>
            <a:ext cx="360000" cy="36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7735520" y="2964905"/>
            <a:ext cx="2158125" cy="1516682"/>
          </a:xfrm>
          <a:prstGeom prst="rect">
            <a:avLst/>
          </a:prstGeom>
        </p:spPr>
      </p:pic>
      <p:sp>
        <p:nvSpPr>
          <p:cNvPr id="3" name="object 3"/>
          <p:cNvSpPr txBox="1">
            <a:spLocks noGrp="1"/>
          </p:cNvSpPr>
          <p:nvPr>
            <p:ph type="title"/>
          </p:nvPr>
        </p:nvSpPr>
        <p:spPr>
          <a:xfrm>
            <a:off x="1563049" y="481075"/>
            <a:ext cx="9888855" cy="975360"/>
          </a:xfrm>
          <a:prstGeom prst="rect">
            <a:avLst/>
          </a:prstGeom>
        </p:spPr>
        <p:txBody>
          <a:bodyPr vert="horz" wrap="square" lIns="0" tIns="31114" rIns="0" bIns="0" rtlCol="0">
            <a:spAutoFit/>
          </a:bodyPr>
          <a:lstStyle/>
          <a:p>
            <a:pPr marL="12700">
              <a:lnSpc>
                <a:spcPct val="100000"/>
              </a:lnSpc>
              <a:spcBef>
                <a:spcPts val="244"/>
              </a:spcBef>
            </a:pPr>
            <a:r>
              <a:rPr sz="1800" dirty="0"/>
              <a:t>4.</a:t>
            </a:r>
            <a:r>
              <a:rPr sz="1800" spc="-60" dirty="0"/>
              <a:t> </a:t>
            </a:r>
            <a:r>
              <a:rPr sz="1800" b="1" u="sng" dirty="0">
                <a:uFill>
                  <a:solidFill>
                    <a:srgbClr val="000000"/>
                  </a:solidFill>
                </a:uFill>
                <a:latin typeface="Corbel"/>
                <a:cs typeface="Corbel"/>
              </a:rPr>
              <a:t>Command</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and</a:t>
            </a:r>
            <a:r>
              <a:rPr sz="1800" b="1" u="sng" spc="-80" dirty="0">
                <a:uFill>
                  <a:solidFill>
                    <a:srgbClr val="000000"/>
                  </a:solidFill>
                </a:uFill>
                <a:latin typeface="Corbel"/>
                <a:cs typeface="Corbel"/>
              </a:rPr>
              <a:t> </a:t>
            </a:r>
            <a:r>
              <a:rPr sz="1800" b="1" u="sng" dirty="0">
                <a:uFill>
                  <a:solidFill>
                    <a:srgbClr val="000000"/>
                  </a:solidFill>
                </a:uFill>
                <a:latin typeface="Corbel"/>
                <a:cs typeface="Corbel"/>
              </a:rPr>
              <a:t>Control</a:t>
            </a:r>
            <a:r>
              <a:rPr sz="1800" b="1" u="sng" spc="-40" dirty="0">
                <a:uFill>
                  <a:solidFill>
                    <a:srgbClr val="000000"/>
                  </a:solidFill>
                </a:uFill>
                <a:latin typeface="Corbel"/>
                <a:cs typeface="Corbel"/>
              </a:rPr>
              <a:t> </a:t>
            </a:r>
            <a:r>
              <a:rPr sz="1800" b="1" u="sng" spc="-10" dirty="0">
                <a:uFill>
                  <a:solidFill>
                    <a:srgbClr val="000000"/>
                  </a:solidFill>
                </a:uFill>
                <a:latin typeface="Corbel"/>
                <a:cs typeface="Corbel"/>
              </a:rPr>
              <a:t>(C2)</a:t>
            </a:r>
            <a:r>
              <a:rPr sz="1800" b="1" u="sng" spc="-75"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dirty="0">
              <a:latin typeface="Corbel"/>
              <a:cs typeface="Corbel"/>
            </a:endParaRPr>
          </a:p>
          <a:p>
            <a:pPr marL="312420" marR="5080" algn="just">
              <a:lnSpc>
                <a:spcPct val="100699"/>
              </a:lnSpc>
              <a:spcBef>
                <a:spcPts val="100"/>
              </a:spcBef>
            </a:pPr>
            <a:r>
              <a:rPr sz="1400" dirty="0"/>
              <a:t>Also</a:t>
            </a:r>
            <a:r>
              <a:rPr sz="1400" spc="135" dirty="0"/>
              <a:t> </a:t>
            </a:r>
            <a:r>
              <a:rPr sz="1400" dirty="0"/>
              <a:t>referred</a:t>
            </a:r>
            <a:r>
              <a:rPr sz="1400" spc="130" dirty="0"/>
              <a:t> </a:t>
            </a:r>
            <a:r>
              <a:rPr sz="1400" dirty="0"/>
              <a:t>to</a:t>
            </a:r>
            <a:r>
              <a:rPr sz="1400" spc="140" dirty="0"/>
              <a:t> </a:t>
            </a:r>
            <a:r>
              <a:rPr sz="1400" dirty="0"/>
              <a:t>as</a:t>
            </a:r>
            <a:r>
              <a:rPr sz="1400" spc="130" dirty="0"/>
              <a:t> </a:t>
            </a:r>
            <a:r>
              <a:rPr sz="1400" dirty="0"/>
              <a:t>Control</a:t>
            </a:r>
            <a:r>
              <a:rPr sz="1400" spc="130" dirty="0"/>
              <a:t> </a:t>
            </a:r>
            <a:r>
              <a:rPr sz="1400" dirty="0"/>
              <a:t>and</a:t>
            </a:r>
            <a:r>
              <a:rPr sz="1400" spc="135" dirty="0"/>
              <a:t> </a:t>
            </a:r>
            <a:r>
              <a:rPr sz="1400" spc="-10" dirty="0"/>
              <a:t>Non-</a:t>
            </a:r>
            <a:r>
              <a:rPr sz="1400" dirty="0"/>
              <a:t>Payload</a:t>
            </a:r>
            <a:r>
              <a:rPr sz="1400" spc="130" dirty="0"/>
              <a:t> </a:t>
            </a:r>
            <a:r>
              <a:rPr sz="1400" dirty="0"/>
              <a:t>Communication</a:t>
            </a:r>
            <a:r>
              <a:rPr sz="1400" spc="135" dirty="0"/>
              <a:t> </a:t>
            </a:r>
            <a:r>
              <a:rPr sz="1400" dirty="0"/>
              <a:t>(CNPC),</a:t>
            </a:r>
            <a:r>
              <a:rPr sz="1400" spc="135" dirty="0"/>
              <a:t> </a:t>
            </a:r>
            <a:r>
              <a:rPr sz="1400" dirty="0"/>
              <a:t>refers</a:t>
            </a:r>
            <a:r>
              <a:rPr sz="1400" spc="130" dirty="0"/>
              <a:t> </a:t>
            </a:r>
            <a:r>
              <a:rPr sz="1400" dirty="0"/>
              <a:t>to</a:t>
            </a:r>
            <a:r>
              <a:rPr sz="1400" spc="135" dirty="0"/>
              <a:t> </a:t>
            </a:r>
            <a:r>
              <a:rPr sz="1400" dirty="0"/>
              <a:t>the</a:t>
            </a:r>
            <a:r>
              <a:rPr sz="1400" spc="135" dirty="0"/>
              <a:t> </a:t>
            </a:r>
            <a:r>
              <a:rPr sz="1400" dirty="0"/>
              <a:t>communications</a:t>
            </a:r>
            <a:r>
              <a:rPr sz="1400" spc="130" dirty="0"/>
              <a:t> </a:t>
            </a:r>
            <a:r>
              <a:rPr sz="1400" dirty="0"/>
              <a:t>link</a:t>
            </a:r>
            <a:r>
              <a:rPr sz="1400" spc="135" dirty="0"/>
              <a:t> </a:t>
            </a:r>
            <a:r>
              <a:rPr sz="1400" dirty="0"/>
              <a:t>between</a:t>
            </a:r>
            <a:r>
              <a:rPr sz="1400" spc="135" dirty="0"/>
              <a:t> </a:t>
            </a:r>
            <a:r>
              <a:rPr sz="1400" dirty="0"/>
              <a:t>a</a:t>
            </a:r>
            <a:r>
              <a:rPr sz="1400" spc="135" dirty="0"/>
              <a:t> </a:t>
            </a:r>
            <a:r>
              <a:rPr sz="1400" dirty="0"/>
              <a:t>UA</a:t>
            </a:r>
            <a:r>
              <a:rPr sz="1400" spc="130" dirty="0"/>
              <a:t> </a:t>
            </a:r>
            <a:r>
              <a:rPr sz="1400" dirty="0"/>
              <a:t>and</a:t>
            </a:r>
            <a:r>
              <a:rPr sz="1400" spc="135" dirty="0"/>
              <a:t> </a:t>
            </a:r>
            <a:r>
              <a:rPr sz="1400" spc="-25" dirty="0"/>
              <a:t>its </a:t>
            </a:r>
            <a:r>
              <a:rPr sz="1400" dirty="0"/>
              <a:t>ground</a:t>
            </a:r>
            <a:r>
              <a:rPr sz="1400" spc="45" dirty="0"/>
              <a:t> </a:t>
            </a:r>
            <a:r>
              <a:rPr sz="1400" dirty="0"/>
              <a:t>station</a:t>
            </a:r>
            <a:r>
              <a:rPr sz="1400" spc="55" dirty="0"/>
              <a:t> </a:t>
            </a:r>
            <a:r>
              <a:rPr sz="1400" dirty="0"/>
              <a:t>that</a:t>
            </a:r>
            <a:r>
              <a:rPr sz="1400" spc="50" dirty="0"/>
              <a:t> </a:t>
            </a:r>
            <a:r>
              <a:rPr sz="1400" dirty="0"/>
              <a:t>is</a:t>
            </a:r>
            <a:r>
              <a:rPr sz="1400" spc="50" dirty="0"/>
              <a:t> </a:t>
            </a:r>
            <a:r>
              <a:rPr sz="1400" dirty="0"/>
              <a:t>responsible</a:t>
            </a:r>
            <a:r>
              <a:rPr sz="1400" spc="60" dirty="0"/>
              <a:t> </a:t>
            </a:r>
            <a:r>
              <a:rPr sz="1400" dirty="0"/>
              <a:t>for</a:t>
            </a:r>
            <a:r>
              <a:rPr sz="1400" spc="55" dirty="0"/>
              <a:t> </a:t>
            </a:r>
            <a:r>
              <a:rPr sz="1400" dirty="0"/>
              <a:t>the</a:t>
            </a:r>
            <a:r>
              <a:rPr sz="1400" spc="55" dirty="0"/>
              <a:t> </a:t>
            </a:r>
            <a:r>
              <a:rPr sz="1400" dirty="0"/>
              <a:t>management</a:t>
            </a:r>
            <a:r>
              <a:rPr sz="1400" spc="50" dirty="0"/>
              <a:t> </a:t>
            </a:r>
            <a:r>
              <a:rPr sz="1400" dirty="0"/>
              <a:t>and</a:t>
            </a:r>
            <a:r>
              <a:rPr sz="1400" spc="50" dirty="0"/>
              <a:t> </a:t>
            </a:r>
            <a:r>
              <a:rPr sz="1400" dirty="0"/>
              <a:t>control</a:t>
            </a:r>
            <a:r>
              <a:rPr sz="1400" spc="50" dirty="0"/>
              <a:t> </a:t>
            </a:r>
            <a:r>
              <a:rPr sz="1400" dirty="0"/>
              <a:t>of</a:t>
            </a:r>
            <a:r>
              <a:rPr sz="1400" spc="50" dirty="0"/>
              <a:t> </a:t>
            </a:r>
            <a:r>
              <a:rPr sz="1400" dirty="0"/>
              <a:t>the</a:t>
            </a:r>
            <a:r>
              <a:rPr sz="1400" spc="55" dirty="0"/>
              <a:t> </a:t>
            </a:r>
            <a:r>
              <a:rPr sz="1400" dirty="0"/>
              <a:t>aircraft.</a:t>
            </a:r>
            <a:r>
              <a:rPr sz="1400" spc="55" dirty="0"/>
              <a:t> </a:t>
            </a:r>
            <a:r>
              <a:rPr sz="1400" dirty="0"/>
              <a:t>C2</a:t>
            </a:r>
            <a:r>
              <a:rPr sz="1400" spc="45" dirty="0"/>
              <a:t> </a:t>
            </a:r>
            <a:r>
              <a:rPr sz="1400" dirty="0"/>
              <a:t>links</a:t>
            </a:r>
            <a:r>
              <a:rPr sz="1400" spc="45" dirty="0"/>
              <a:t> </a:t>
            </a:r>
            <a:r>
              <a:rPr sz="1400" dirty="0"/>
              <a:t>are</a:t>
            </a:r>
            <a:r>
              <a:rPr sz="1400" spc="55" dirty="0"/>
              <a:t> </a:t>
            </a:r>
            <a:r>
              <a:rPr sz="1400" dirty="0"/>
              <a:t>an</a:t>
            </a:r>
            <a:r>
              <a:rPr sz="1400" spc="45" dirty="0"/>
              <a:t> </a:t>
            </a:r>
            <a:r>
              <a:rPr sz="1400" dirty="0"/>
              <a:t>essential</a:t>
            </a:r>
            <a:r>
              <a:rPr sz="1400" spc="55" dirty="0"/>
              <a:t> </a:t>
            </a:r>
            <a:r>
              <a:rPr sz="1400" dirty="0"/>
              <a:t>part</a:t>
            </a:r>
            <a:r>
              <a:rPr sz="1400" spc="55" dirty="0"/>
              <a:t> </a:t>
            </a:r>
            <a:r>
              <a:rPr sz="1400" dirty="0"/>
              <a:t>of</a:t>
            </a:r>
            <a:r>
              <a:rPr sz="1400" spc="50" dirty="0"/>
              <a:t> </a:t>
            </a:r>
            <a:r>
              <a:rPr sz="1400" dirty="0"/>
              <a:t>UA</a:t>
            </a:r>
            <a:r>
              <a:rPr sz="1400" spc="50" dirty="0"/>
              <a:t> </a:t>
            </a:r>
            <a:r>
              <a:rPr sz="1400" spc="-10" dirty="0"/>
              <a:t>operations </a:t>
            </a:r>
            <a:r>
              <a:rPr sz="1400" dirty="0"/>
              <a:t>whether</a:t>
            </a:r>
            <a:r>
              <a:rPr sz="1400" spc="-30" dirty="0"/>
              <a:t> </a:t>
            </a:r>
            <a:r>
              <a:rPr sz="1400" dirty="0"/>
              <a:t>the</a:t>
            </a:r>
            <a:r>
              <a:rPr sz="1400" spc="-30" dirty="0"/>
              <a:t> </a:t>
            </a:r>
            <a:r>
              <a:rPr sz="1400" dirty="0"/>
              <a:t>aircraft</a:t>
            </a:r>
            <a:r>
              <a:rPr sz="1400" spc="-30" dirty="0"/>
              <a:t> </a:t>
            </a:r>
            <a:r>
              <a:rPr sz="1400" dirty="0"/>
              <a:t>is</a:t>
            </a:r>
            <a:r>
              <a:rPr sz="1400" spc="-35" dirty="0"/>
              <a:t> </a:t>
            </a:r>
            <a:r>
              <a:rPr sz="1400" dirty="0"/>
              <a:t>being</a:t>
            </a:r>
            <a:r>
              <a:rPr sz="1400" spc="-40" dirty="0"/>
              <a:t> </a:t>
            </a:r>
            <a:r>
              <a:rPr sz="1400" dirty="0"/>
              <a:t>directly</a:t>
            </a:r>
            <a:r>
              <a:rPr sz="1400" spc="-30" dirty="0"/>
              <a:t> </a:t>
            </a:r>
            <a:r>
              <a:rPr sz="1400" dirty="0"/>
              <a:t>remotely</a:t>
            </a:r>
            <a:r>
              <a:rPr sz="1400" spc="-30" dirty="0"/>
              <a:t> </a:t>
            </a:r>
            <a:r>
              <a:rPr sz="1400" dirty="0"/>
              <a:t>piloted</a:t>
            </a:r>
            <a:r>
              <a:rPr sz="1400" spc="-30" dirty="0"/>
              <a:t> </a:t>
            </a:r>
            <a:r>
              <a:rPr sz="1400" dirty="0"/>
              <a:t>by</a:t>
            </a:r>
            <a:r>
              <a:rPr sz="1400" spc="-30" dirty="0"/>
              <a:t> </a:t>
            </a:r>
            <a:r>
              <a:rPr sz="1400" dirty="0"/>
              <a:t>a</a:t>
            </a:r>
            <a:r>
              <a:rPr sz="1400" spc="-30" dirty="0"/>
              <a:t> </a:t>
            </a:r>
            <a:r>
              <a:rPr sz="1400" dirty="0"/>
              <a:t>human,</a:t>
            </a:r>
            <a:r>
              <a:rPr sz="1400" spc="-25" dirty="0"/>
              <a:t> </a:t>
            </a:r>
            <a:r>
              <a:rPr sz="1400" dirty="0"/>
              <a:t>or</a:t>
            </a:r>
            <a:r>
              <a:rPr sz="1400" spc="-30" dirty="0"/>
              <a:t> </a:t>
            </a:r>
            <a:r>
              <a:rPr sz="1400" spc="-10" dirty="0"/>
              <a:t>programmed</a:t>
            </a:r>
            <a:r>
              <a:rPr sz="1400" spc="-35" dirty="0"/>
              <a:t> </a:t>
            </a:r>
            <a:r>
              <a:rPr sz="1400" dirty="0"/>
              <a:t>to</a:t>
            </a:r>
            <a:r>
              <a:rPr sz="1400" spc="-30" dirty="0"/>
              <a:t> </a:t>
            </a:r>
            <a:r>
              <a:rPr sz="1400" dirty="0"/>
              <a:t>fly</a:t>
            </a:r>
            <a:r>
              <a:rPr sz="1400" spc="-30" dirty="0"/>
              <a:t> </a:t>
            </a:r>
            <a:r>
              <a:rPr sz="1400" spc="-10" dirty="0"/>
              <a:t>autonomously.</a:t>
            </a:r>
            <a:endParaRPr sz="1400" dirty="0"/>
          </a:p>
        </p:txBody>
      </p:sp>
      <p:pic>
        <p:nvPicPr>
          <p:cNvPr id="4" name="object 4"/>
          <p:cNvPicPr/>
          <p:nvPr/>
        </p:nvPicPr>
        <p:blipFill>
          <a:blip r:embed="rId4" cstate="print"/>
          <a:stretch>
            <a:fillRect/>
          </a:stretch>
        </p:blipFill>
        <p:spPr>
          <a:xfrm>
            <a:off x="1887769" y="2155662"/>
            <a:ext cx="5758422" cy="1550123"/>
          </a:xfrm>
          <a:prstGeom prst="rect">
            <a:avLst/>
          </a:prstGeom>
        </p:spPr>
      </p:pic>
      <p:sp>
        <p:nvSpPr>
          <p:cNvPr id="5" name="object 5"/>
          <p:cNvSpPr txBox="1"/>
          <p:nvPr/>
        </p:nvSpPr>
        <p:spPr>
          <a:xfrm>
            <a:off x="1563047" y="4621566"/>
            <a:ext cx="9888220" cy="1880870"/>
          </a:xfrm>
          <a:prstGeom prst="rect">
            <a:avLst/>
          </a:prstGeom>
        </p:spPr>
        <p:txBody>
          <a:bodyPr vert="horz" wrap="square" lIns="0" tIns="38735" rIns="0" bIns="0" rtlCol="0">
            <a:spAutoFit/>
          </a:bodyPr>
          <a:lstStyle/>
          <a:p>
            <a:pPr marL="227965" indent="-215265">
              <a:lnSpc>
                <a:spcPct val="100000"/>
              </a:lnSpc>
              <a:spcBef>
                <a:spcPts val="305"/>
              </a:spcBef>
              <a:buFont typeface="Corbel"/>
              <a:buAutoNum type="arabicPeriod" startAt="5"/>
              <a:tabLst>
                <a:tab pos="227965" algn="l"/>
              </a:tabLst>
            </a:pPr>
            <a:r>
              <a:rPr sz="1800" b="1" u="sng" spc="-10" dirty="0">
                <a:uFill>
                  <a:solidFill>
                    <a:srgbClr val="000000"/>
                  </a:solidFill>
                </a:uFill>
                <a:latin typeface="Corbel"/>
                <a:cs typeface="Corbel"/>
              </a:rPr>
              <a:t>Ground</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Control</a:t>
            </a:r>
            <a:r>
              <a:rPr sz="1800" b="1" u="sng" spc="-20" dirty="0">
                <a:uFill>
                  <a:solidFill>
                    <a:srgbClr val="000000"/>
                  </a:solidFill>
                </a:uFill>
                <a:latin typeface="Corbel"/>
                <a:cs typeface="Corbel"/>
              </a:rPr>
              <a:t> </a:t>
            </a:r>
            <a:r>
              <a:rPr sz="1800" b="1" u="sng" spc="-10" dirty="0">
                <a:uFill>
                  <a:solidFill>
                    <a:srgbClr val="000000"/>
                  </a:solidFill>
                </a:uFill>
                <a:latin typeface="Corbel"/>
                <a:cs typeface="Corbel"/>
              </a:rPr>
              <a:t>System</a:t>
            </a:r>
            <a:endParaRPr sz="1800" dirty="0">
              <a:latin typeface="Corbel"/>
              <a:cs typeface="Corbel"/>
            </a:endParaRPr>
          </a:p>
          <a:p>
            <a:pPr marL="312420" marR="5080">
              <a:lnSpc>
                <a:spcPct val="101400"/>
              </a:lnSpc>
              <a:spcBef>
                <a:spcPts val="135"/>
              </a:spcBef>
            </a:pPr>
            <a:r>
              <a:rPr sz="1400" dirty="0">
                <a:latin typeface="Corbel"/>
                <a:cs typeface="Corbel"/>
              </a:rPr>
              <a:t>UA</a:t>
            </a:r>
            <a:r>
              <a:rPr sz="1400" spc="15" dirty="0">
                <a:latin typeface="Corbel"/>
                <a:cs typeface="Corbel"/>
              </a:rPr>
              <a:t> </a:t>
            </a:r>
            <a:r>
              <a:rPr sz="1400" dirty="0">
                <a:latin typeface="Corbel"/>
                <a:cs typeface="Corbel"/>
              </a:rPr>
              <a:t>ground</a:t>
            </a:r>
            <a:r>
              <a:rPr sz="1400" spc="20" dirty="0">
                <a:latin typeface="Corbel"/>
                <a:cs typeface="Corbel"/>
              </a:rPr>
              <a:t> </a:t>
            </a:r>
            <a:r>
              <a:rPr sz="1400" dirty="0">
                <a:latin typeface="Corbel"/>
                <a:cs typeface="Corbel"/>
              </a:rPr>
              <a:t>control</a:t>
            </a:r>
            <a:r>
              <a:rPr sz="1400" spc="25" dirty="0">
                <a:latin typeface="Corbel"/>
                <a:cs typeface="Corbel"/>
              </a:rPr>
              <a:t> </a:t>
            </a:r>
            <a:r>
              <a:rPr sz="1400" dirty="0">
                <a:latin typeface="Corbel"/>
                <a:cs typeface="Corbel"/>
              </a:rPr>
              <a:t>station</a:t>
            </a:r>
            <a:r>
              <a:rPr sz="1400" spc="25" dirty="0">
                <a:latin typeface="Corbel"/>
                <a:cs typeface="Corbel"/>
              </a:rPr>
              <a:t> </a:t>
            </a:r>
            <a:r>
              <a:rPr sz="1400" dirty="0">
                <a:latin typeface="Corbel"/>
                <a:cs typeface="Corbel"/>
              </a:rPr>
              <a:t>(GCS)</a:t>
            </a:r>
            <a:r>
              <a:rPr sz="1400" spc="25" dirty="0">
                <a:latin typeface="Corbel"/>
                <a:cs typeface="Corbel"/>
              </a:rPr>
              <a:t> </a:t>
            </a:r>
            <a:r>
              <a:rPr sz="1400" dirty="0">
                <a:latin typeface="Corbel"/>
                <a:cs typeface="Corbel"/>
              </a:rPr>
              <a:t>is</a:t>
            </a:r>
            <a:r>
              <a:rPr sz="1400" spc="20" dirty="0">
                <a:latin typeface="Corbel"/>
                <a:cs typeface="Corbel"/>
              </a:rPr>
              <a:t> </a:t>
            </a:r>
            <a:r>
              <a:rPr sz="1400" dirty="0">
                <a:latin typeface="Corbel"/>
                <a:cs typeface="Corbel"/>
              </a:rPr>
              <a:t>a</a:t>
            </a:r>
            <a:r>
              <a:rPr sz="1400" spc="25" dirty="0">
                <a:latin typeface="Corbel"/>
                <a:cs typeface="Corbel"/>
              </a:rPr>
              <a:t> </a:t>
            </a:r>
            <a:r>
              <a:rPr sz="1400" dirty="0">
                <a:latin typeface="Corbel"/>
                <a:cs typeface="Corbel"/>
              </a:rPr>
              <a:t>land-</a:t>
            </a:r>
            <a:r>
              <a:rPr sz="1400" spc="20" dirty="0">
                <a:latin typeface="Corbel"/>
                <a:cs typeface="Corbel"/>
              </a:rPr>
              <a:t> </a:t>
            </a:r>
            <a:r>
              <a:rPr sz="1400" dirty="0">
                <a:latin typeface="Corbel"/>
                <a:cs typeface="Corbel"/>
              </a:rPr>
              <a:t>or</a:t>
            </a:r>
            <a:r>
              <a:rPr sz="1400" spc="30" dirty="0">
                <a:latin typeface="Corbel"/>
                <a:cs typeface="Corbel"/>
              </a:rPr>
              <a:t> </a:t>
            </a:r>
            <a:r>
              <a:rPr sz="1400" spc="-10" dirty="0">
                <a:latin typeface="Corbel"/>
                <a:cs typeface="Corbel"/>
              </a:rPr>
              <a:t>sea-</a:t>
            </a:r>
            <a:r>
              <a:rPr sz="1400" dirty="0">
                <a:latin typeface="Corbel"/>
                <a:cs typeface="Corbel"/>
              </a:rPr>
              <a:t>based</a:t>
            </a:r>
            <a:r>
              <a:rPr sz="1400" spc="20" dirty="0">
                <a:latin typeface="Corbel"/>
                <a:cs typeface="Corbel"/>
              </a:rPr>
              <a:t> </a:t>
            </a:r>
            <a:r>
              <a:rPr sz="1400" dirty="0">
                <a:latin typeface="Corbel"/>
                <a:cs typeface="Corbel"/>
              </a:rPr>
              <a:t>control</a:t>
            </a:r>
            <a:r>
              <a:rPr sz="1400" spc="25" dirty="0">
                <a:latin typeface="Corbel"/>
                <a:cs typeface="Corbel"/>
              </a:rPr>
              <a:t> </a:t>
            </a:r>
            <a:r>
              <a:rPr sz="1400" dirty="0">
                <a:latin typeface="Corbel"/>
                <a:cs typeface="Corbel"/>
              </a:rPr>
              <a:t>centre</a:t>
            </a:r>
            <a:r>
              <a:rPr sz="1400" spc="25" dirty="0">
                <a:latin typeface="Corbel"/>
                <a:cs typeface="Corbel"/>
              </a:rPr>
              <a:t> </a:t>
            </a:r>
            <a:r>
              <a:rPr sz="1400" dirty="0">
                <a:latin typeface="Corbel"/>
                <a:cs typeface="Corbel"/>
              </a:rPr>
              <a:t>that</a:t>
            </a:r>
            <a:r>
              <a:rPr sz="1400" spc="25" dirty="0">
                <a:latin typeface="Corbel"/>
                <a:cs typeface="Corbel"/>
              </a:rPr>
              <a:t> </a:t>
            </a:r>
            <a:r>
              <a:rPr sz="1400" dirty="0">
                <a:latin typeface="Corbel"/>
                <a:cs typeface="Corbel"/>
              </a:rPr>
              <a:t>provides</a:t>
            </a:r>
            <a:r>
              <a:rPr sz="1400" spc="15"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facilities</a:t>
            </a:r>
            <a:r>
              <a:rPr sz="1400" spc="15" dirty="0">
                <a:latin typeface="Corbel"/>
                <a:cs typeface="Corbel"/>
              </a:rPr>
              <a:t> </a:t>
            </a:r>
            <a:r>
              <a:rPr sz="1400" dirty="0">
                <a:latin typeface="Corbel"/>
                <a:cs typeface="Corbel"/>
              </a:rPr>
              <a:t>for</a:t>
            </a:r>
            <a:r>
              <a:rPr sz="1400" spc="30" dirty="0">
                <a:latin typeface="Corbel"/>
                <a:cs typeface="Corbel"/>
              </a:rPr>
              <a:t> </a:t>
            </a:r>
            <a:r>
              <a:rPr sz="1400" dirty="0">
                <a:latin typeface="Corbel"/>
                <a:cs typeface="Corbel"/>
              </a:rPr>
              <a:t>human</a:t>
            </a:r>
            <a:r>
              <a:rPr sz="1400" spc="20" dirty="0">
                <a:latin typeface="Corbel"/>
                <a:cs typeface="Corbel"/>
              </a:rPr>
              <a:t> </a:t>
            </a:r>
            <a:r>
              <a:rPr sz="1400" dirty="0">
                <a:latin typeface="Corbel"/>
                <a:cs typeface="Corbel"/>
              </a:rPr>
              <a:t>control</a:t>
            </a:r>
            <a:r>
              <a:rPr sz="1400" spc="20" dirty="0">
                <a:latin typeface="Corbel"/>
                <a:cs typeface="Corbel"/>
              </a:rPr>
              <a:t> </a:t>
            </a:r>
            <a:r>
              <a:rPr sz="1400" dirty="0">
                <a:latin typeface="Corbel"/>
                <a:cs typeface="Corbel"/>
              </a:rPr>
              <a:t>of</a:t>
            </a:r>
            <a:r>
              <a:rPr sz="1400" spc="30" dirty="0">
                <a:latin typeface="Corbel"/>
                <a:cs typeface="Corbel"/>
              </a:rPr>
              <a:t> </a:t>
            </a:r>
            <a:r>
              <a:rPr sz="1400" spc="-10" dirty="0">
                <a:latin typeface="Corbel"/>
                <a:cs typeface="Corbel"/>
              </a:rPr>
              <a:t>Unmanned </a:t>
            </a:r>
            <a:r>
              <a:rPr sz="1400" dirty="0">
                <a:latin typeface="Corbel"/>
                <a:cs typeface="Corbel"/>
              </a:rPr>
              <a:t>Aircrafts</a:t>
            </a:r>
            <a:r>
              <a:rPr sz="1400" spc="-40" dirty="0">
                <a:latin typeface="Corbel"/>
                <a:cs typeface="Corbel"/>
              </a:rPr>
              <a:t> </a:t>
            </a:r>
            <a:r>
              <a:rPr sz="1400" spc="-25" dirty="0">
                <a:latin typeface="Corbel"/>
                <a:cs typeface="Corbel"/>
              </a:rPr>
              <a:t>(UA’s</a:t>
            </a:r>
            <a:r>
              <a:rPr sz="1400" spc="-35" dirty="0">
                <a:latin typeface="Corbel"/>
                <a:cs typeface="Corbel"/>
              </a:rPr>
              <a:t> </a:t>
            </a:r>
            <a:r>
              <a:rPr sz="1400" dirty="0">
                <a:latin typeface="Corbel"/>
                <a:cs typeface="Corbel"/>
              </a:rPr>
              <a:t>or</a:t>
            </a:r>
            <a:r>
              <a:rPr sz="1400" spc="-25" dirty="0">
                <a:latin typeface="Corbel"/>
                <a:cs typeface="Corbel"/>
              </a:rPr>
              <a:t> </a:t>
            </a:r>
            <a:r>
              <a:rPr sz="1400" spc="-10" dirty="0">
                <a:latin typeface="Corbel"/>
                <a:cs typeface="Corbel"/>
              </a:rPr>
              <a:t>"drones").</a:t>
            </a:r>
            <a:endParaRPr sz="1400" dirty="0">
              <a:latin typeface="Corbel"/>
              <a:cs typeface="Corbel"/>
            </a:endParaRPr>
          </a:p>
          <a:p>
            <a:pPr marL="481330">
              <a:lnSpc>
                <a:spcPts val="1905"/>
              </a:lnSpc>
              <a:spcBef>
                <a:spcPts val="955"/>
              </a:spcBef>
            </a:pPr>
            <a:r>
              <a:rPr sz="1600" b="1" spc="-20" dirty="0">
                <a:latin typeface="Corbel"/>
                <a:cs typeface="Corbel"/>
              </a:rPr>
              <a:t>Portable</a:t>
            </a:r>
            <a:r>
              <a:rPr sz="1600" b="1" spc="-30" dirty="0">
                <a:latin typeface="Corbel"/>
                <a:cs typeface="Corbel"/>
              </a:rPr>
              <a:t> </a:t>
            </a:r>
            <a:r>
              <a:rPr sz="1600" b="1" spc="-25" dirty="0">
                <a:latin typeface="Corbel"/>
                <a:cs typeface="Corbel"/>
              </a:rPr>
              <a:t>GCS</a:t>
            </a:r>
            <a:endParaRPr sz="1600" dirty="0">
              <a:latin typeface="Corbel"/>
              <a:cs typeface="Corbel"/>
            </a:endParaRPr>
          </a:p>
          <a:p>
            <a:pPr marL="650875" lvl="1" indent="-169545">
              <a:lnSpc>
                <a:spcPts val="1425"/>
              </a:lnSpc>
              <a:buFont typeface="Corbel"/>
              <a:buChar char="-"/>
              <a:tabLst>
                <a:tab pos="650875" algn="l"/>
              </a:tabLst>
            </a:pPr>
            <a:r>
              <a:rPr sz="1200" i="1" spc="-10" dirty="0">
                <a:latin typeface="Corbel"/>
                <a:cs typeface="Corbel"/>
              </a:rPr>
              <a:t>Smaller</a:t>
            </a:r>
            <a:r>
              <a:rPr sz="1200" i="1" spc="-50" dirty="0">
                <a:latin typeface="Corbel"/>
                <a:cs typeface="Corbel"/>
              </a:rPr>
              <a:t> </a:t>
            </a:r>
            <a:r>
              <a:rPr sz="1200" i="1" dirty="0">
                <a:latin typeface="Corbel"/>
                <a:cs typeface="Corbel"/>
              </a:rPr>
              <a:t>UAs</a:t>
            </a:r>
            <a:r>
              <a:rPr sz="1200" i="1" spc="-40" dirty="0">
                <a:latin typeface="Corbel"/>
                <a:cs typeface="Corbel"/>
              </a:rPr>
              <a:t> </a:t>
            </a:r>
            <a:r>
              <a:rPr sz="1200" i="1" dirty="0">
                <a:latin typeface="Corbel"/>
                <a:cs typeface="Corbel"/>
              </a:rPr>
              <a:t>can</a:t>
            </a:r>
            <a:r>
              <a:rPr sz="1200" i="1" spc="-15" dirty="0">
                <a:latin typeface="Corbel"/>
                <a:cs typeface="Corbel"/>
              </a:rPr>
              <a:t> </a:t>
            </a:r>
            <a:r>
              <a:rPr sz="1200" i="1" dirty="0">
                <a:latin typeface="Corbel"/>
                <a:cs typeface="Corbel"/>
              </a:rPr>
              <a:t>be</a:t>
            </a:r>
            <a:r>
              <a:rPr sz="1200" i="1" spc="-20" dirty="0">
                <a:latin typeface="Corbel"/>
                <a:cs typeface="Corbel"/>
              </a:rPr>
              <a:t> </a:t>
            </a:r>
            <a:r>
              <a:rPr sz="1200" i="1" dirty="0">
                <a:latin typeface="Corbel"/>
                <a:cs typeface="Corbel"/>
              </a:rPr>
              <a:t>operated</a:t>
            </a:r>
            <a:r>
              <a:rPr sz="1200" i="1" spc="-25" dirty="0">
                <a:latin typeface="Corbel"/>
                <a:cs typeface="Corbel"/>
              </a:rPr>
              <a:t> </a:t>
            </a:r>
            <a:r>
              <a:rPr sz="1200" i="1" dirty="0">
                <a:latin typeface="Corbel"/>
                <a:cs typeface="Corbel"/>
              </a:rPr>
              <a:t>with</a:t>
            </a:r>
            <a:r>
              <a:rPr sz="1200" i="1" spc="-20" dirty="0">
                <a:latin typeface="Corbel"/>
                <a:cs typeface="Corbel"/>
              </a:rPr>
              <a:t> </a:t>
            </a:r>
            <a:r>
              <a:rPr sz="1200" i="1" dirty="0">
                <a:latin typeface="Corbel"/>
                <a:cs typeface="Corbel"/>
              </a:rPr>
              <a:t>a</a:t>
            </a:r>
            <a:r>
              <a:rPr sz="1200" i="1" spc="-15" dirty="0">
                <a:latin typeface="Corbel"/>
                <a:cs typeface="Corbel"/>
              </a:rPr>
              <a:t> </a:t>
            </a:r>
            <a:r>
              <a:rPr sz="1200" i="1" dirty="0">
                <a:latin typeface="Corbel"/>
                <a:cs typeface="Corbel"/>
              </a:rPr>
              <a:t>traditional</a:t>
            </a:r>
            <a:r>
              <a:rPr sz="1200" i="1" spc="-20" dirty="0">
                <a:latin typeface="Corbel"/>
                <a:cs typeface="Corbel"/>
              </a:rPr>
              <a:t> </a:t>
            </a:r>
            <a:r>
              <a:rPr sz="1200" i="1" spc="-10" dirty="0">
                <a:latin typeface="Corbel"/>
                <a:cs typeface="Corbel"/>
              </a:rPr>
              <a:t>"twin-</a:t>
            </a:r>
            <a:r>
              <a:rPr sz="1200" i="1" dirty="0">
                <a:latin typeface="Corbel"/>
                <a:cs typeface="Corbel"/>
              </a:rPr>
              <a:t>stick".</a:t>
            </a:r>
            <a:r>
              <a:rPr sz="1200" i="1" spc="-25" dirty="0">
                <a:latin typeface="Corbel"/>
                <a:cs typeface="Corbel"/>
              </a:rPr>
              <a:t> </a:t>
            </a:r>
            <a:r>
              <a:rPr sz="1200" i="1" spc="-10" dirty="0">
                <a:latin typeface="Corbel"/>
                <a:cs typeface="Corbel"/>
              </a:rPr>
              <a:t>Extending</a:t>
            </a:r>
            <a:endParaRPr sz="1200" dirty="0">
              <a:latin typeface="Corbel"/>
              <a:cs typeface="Corbel"/>
            </a:endParaRPr>
          </a:p>
          <a:p>
            <a:pPr marL="652780" marR="5017770">
              <a:lnSpc>
                <a:spcPts val="1390"/>
              </a:lnSpc>
              <a:spcBef>
                <a:spcPts val="160"/>
              </a:spcBef>
            </a:pPr>
            <a:r>
              <a:rPr sz="1200" i="1" dirty="0">
                <a:latin typeface="Corbel"/>
                <a:cs typeface="Corbel"/>
              </a:rPr>
              <a:t>this</a:t>
            </a:r>
            <a:r>
              <a:rPr sz="1200" i="1" spc="-30" dirty="0">
                <a:latin typeface="Corbel"/>
                <a:cs typeface="Corbel"/>
              </a:rPr>
              <a:t> </a:t>
            </a:r>
            <a:r>
              <a:rPr sz="1200" i="1" dirty="0">
                <a:latin typeface="Corbel"/>
                <a:cs typeface="Corbel"/>
              </a:rPr>
              <a:t>setup</a:t>
            </a:r>
            <a:r>
              <a:rPr sz="1200" i="1" spc="-20" dirty="0">
                <a:latin typeface="Corbel"/>
                <a:cs typeface="Corbel"/>
              </a:rPr>
              <a:t> </a:t>
            </a:r>
            <a:r>
              <a:rPr sz="1200" i="1" dirty="0">
                <a:latin typeface="Corbel"/>
                <a:cs typeface="Corbel"/>
              </a:rPr>
              <a:t>with</a:t>
            </a:r>
            <a:r>
              <a:rPr sz="1200" i="1" spc="-20" dirty="0">
                <a:latin typeface="Corbel"/>
                <a:cs typeface="Corbel"/>
              </a:rPr>
              <a:t> </a:t>
            </a:r>
            <a:r>
              <a:rPr sz="1200" i="1" dirty="0">
                <a:latin typeface="Corbel"/>
                <a:cs typeface="Corbel"/>
              </a:rPr>
              <a:t>a</a:t>
            </a:r>
            <a:r>
              <a:rPr sz="1200" i="1" spc="-20" dirty="0">
                <a:latin typeface="Corbel"/>
                <a:cs typeface="Corbel"/>
              </a:rPr>
              <a:t> </a:t>
            </a:r>
            <a:r>
              <a:rPr sz="1200" i="1" dirty="0">
                <a:latin typeface="Corbel"/>
                <a:cs typeface="Corbel"/>
              </a:rPr>
              <a:t>laptop</a:t>
            </a:r>
            <a:r>
              <a:rPr sz="1200" i="1" spc="-20" dirty="0">
                <a:latin typeface="Corbel"/>
                <a:cs typeface="Corbel"/>
              </a:rPr>
              <a:t> </a:t>
            </a:r>
            <a:r>
              <a:rPr sz="1200" i="1" dirty="0">
                <a:latin typeface="Corbel"/>
                <a:cs typeface="Corbel"/>
              </a:rPr>
              <a:t>or</a:t>
            </a:r>
            <a:r>
              <a:rPr sz="1200" i="1" spc="-15" dirty="0">
                <a:latin typeface="Corbel"/>
                <a:cs typeface="Corbel"/>
              </a:rPr>
              <a:t> </a:t>
            </a:r>
            <a:r>
              <a:rPr sz="1200" i="1" dirty="0">
                <a:latin typeface="Corbel"/>
                <a:cs typeface="Corbel"/>
              </a:rPr>
              <a:t>tablet</a:t>
            </a:r>
            <a:r>
              <a:rPr sz="1200" i="1" spc="-20" dirty="0">
                <a:latin typeface="Corbel"/>
                <a:cs typeface="Corbel"/>
              </a:rPr>
              <a:t> </a:t>
            </a:r>
            <a:r>
              <a:rPr sz="1200" i="1" spc="-10" dirty="0">
                <a:latin typeface="Corbel"/>
                <a:cs typeface="Corbel"/>
              </a:rPr>
              <a:t>computer,</a:t>
            </a:r>
            <a:r>
              <a:rPr sz="1200" i="1" spc="-25" dirty="0">
                <a:latin typeface="Corbel"/>
                <a:cs typeface="Corbel"/>
              </a:rPr>
              <a:t> </a:t>
            </a:r>
            <a:r>
              <a:rPr sz="1200" i="1" dirty="0">
                <a:latin typeface="Corbel"/>
                <a:cs typeface="Corbel"/>
              </a:rPr>
              <a:t>data</a:t>
            </a:r>
            <a:r>
              <a:rPr sz="1200" i="1" spc="-1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video</a:t>
            </a:r>
            <a:r>
              <a:rPr sz="1200" i="1" spc="-20" dirty="0">
                <a:latin typeface="Corbel"/>
                <a:cs typeface="Corbel"/>
              </a:rPr>
              <a:t> </a:t>
            </a:r>
            <a:r>
              <a:rPr sz="1200" i="1" spc="-10" dirty="0">
                <a:latin typeface="Corbel"/>
                <a:cs typeface="Corbel"/>
              </a:rPr>
              <a:t>telemetry, </a:t>
            </a:r>
            <a:r>
              <a:rPr sz="1200" i="1" dirty="0">
                <a:latin typeface="Corbel"/>
                <a:cs typeface="Corbel"/>
              </a:rPr>
              <a:t>and</a:t>
            </a:r>
            <a:r>
              <a:rPr sz="1200" i="1" spc="-40" dirty="0">
                <a:latin typeface="Corbel"/>
                <a:cs typeface="Corbel"/>
              </a:rPr>
              <a:t> </a:t>
            </a:r>
            <a:r>
              <a:rPr sz="1200" i="1" dirty="0">
                <a:latin typeface="Corbel"/>
                <a:cs typeface="Corbel"/>
              </a:rPr>
              <a:t>aerials,</a:t>
            </a:r>
            <a:r>
              <a:rPr sz="1200" i="1" spc="-20" dirty="0">
                <a:latin typeface="Corbel"/>
                <a:cs typeface="Corbel"/>
              </a:rPr>
              <a:t> </a:t>
            </a:r>
            <a:r>
              <a:rPr sz="1200" i="1" dirty="0">
                <a:latin typeface="Corbel"/>
                <a:cs typeface="Corbel"/>
              </a:rPr>
              <a:t>creates</a:t>
            </a:r>
            <a:r>
              <a:rPr sz="1200" i="1" spc="-20" dirty="0">
                <a:latin typeface="Corbel"/>
                <a:cs typeface="Corbel"/>
              </a:rPr>
              <a:t> </a:t>
            </a:r>
            <a:r>
              <a:rPr sz="1200" i="1" dirty="0">
                <a:latin typeface="Corbel"/>
                <a:cs typeface="Corbel"/>
              </a:rPr>
              <a:t>what</a:t>
            </a:r>
            <a:r>
              <a:rPr sz="1200" i="1" spc="-15" dirty="0">
                <a:latin typeface="Corbel"/>
                <a:cs typeface="Corbel"/>
              </a:rPr>
              <a:t> </a:t>
            </a:r>
            <a:r>
              <a:rPr sz="1200" i="1" dirty="0">
                <a:latin typeface="Corbel"/>
                <a:cs typeface="Corbel"/>
              </a:rPr>
              <a:t>is</a:t>
            </a:r>
            <a:r>
              <a:rPr sz="1200" i="1" spc="-20" dirty="0">
                <a:latin typeface="Corbel"/>
                <a:cs typeface="Corbel"/>
              </a:rPr>
              <a:t> </a:t>
            </a:r>
            <a:r>
              <a:rPr sz="1200" i="1" dirty="0">
                <a:latin typeface="Corbel"/>
                <a:cs typeface="Corbel"/>
              </a:rPr>
              <a:t>effectively</a:t>
            </a:r>
            <a:r>
              <a:rPr sz="1200" i="1" spc="-15" dirty="0">
                <a:latin typeface="Corbel"/>
                <a:cs typeface="Corbel"/>
              </a:rPr>
              <a:t> </a:t>
            </a:r>
            <a:r>
              <a:rPr sz="1200" i="1" dirty="0">
                <a:latin typeface="Corbel"/>
                <a:cs typeface="Corbel"/>
              </a:rPr>
              <a:t>a</a:t>
            </a:r>
            <a:r>
              <a:rPr sz="1200" i="1" spc="-60" dirty="0">
                <a:latin typeface="Corbel"/>
                <a:cs typeface="Corbel"/>
              </a:rPr>
              <a:t> </a:t>
            </a:r>
            <a:r>
              <a:rPr sz="1200" i="1" spc="-10" dirty="0">
                <a:latin typeface="Corbel"/>
                <a:cs typeface="Corbel"/>
              </a:rPr>
              <a:t>Ground</a:t>
            </a:r>
            <a:r>
              <a:rPr sz="1200" i="1" spc="-60" dirty="0">
                <a:latin typeface="Corbel"/>
                <a:cs typeface="Corbel"/>
              </a:rPr>
              <a:t> </a:t>
            </a:r>
            <a:r>
              <a:rPr sz="1200" i="1" spc="-10" dirty="0">
                <a:latin typeface="Corbel"/>
                <a:cs typeface="Corbel"/>
              </a:rPr>
              <a:t>Control</a:t>
            </a:r>
            <a:r>
              <a:rPr sz="1200" i="1" spc="-55" dirty="0">
                <a:latin typeface="Corbel"/>
                <a:cs typeface="Corbel"/>
              </a:rPr>
              <a:t> </a:t>
            </a:r>
            <a:r>
              <a:rPr sz="1200" i="1" spc="-10" dirty="0">
                <a:latin typeface="Corbel"/>
                <a:cs typeface="Corbel"/>
              </a:rPr>
              <a:t>Station.</a:t>
            </a:r>
            <a:endParaRPr sz="1200" dirty="0">
              <a:latin typeface="Corbel"/>
              <a:cs typeface="Corbel"/>
            </a:endParaRPr>
          </a:p>
          <a:p>
            <a:pPr marL="650875" lvl="1" indent="-169545">
              <a:lnSpc>
                <a:spcPct val="100000"/>
              </a:lnSpc>
              <a:spcBef>
                <a:spcPts val="35"/>
              </a:spcBef>
              <a:buFont typeface="Corbel"/>
              <a:buChar char="-"/>
              <a:tabLst>
                <a:tab pos="650875" algn="l"/>
              </a:tabLst>
            </a:pPr>
            <a:r>
              <a:rPr sz="1200" i="1" dirty="0">
                <a:latin typeface="Corbel"/>
                <a:cs typeface="Corbel"/>
              </a:rPr>
              <a:t>The</a:t>
            </a:r>
            <a:r>
              <a:rPr sz="1200" i="1" spc="-25" dirty="0">
                <a:latin typeface="Corbel"/>
                <a:cs typeface="Corbel"/>
              </a:rPr>
              <a:t> </a:t>
            </a:r>
            <a:r>
              <a:rPr sz="1200" i="1" dirty="0">
                <a:latin typeface="Corbel"/>
                <a:cs typeface="Corbel"/>
              </a:rPr>
              <a:t>minimum</a:t>
            </a:r>
            <a:r>
              <a:rPr sz="1200" i="1" spc="-20" dirty="0">
                <a:latin typeface="Corbel"/>
                <a:cs typeface="Corbel"/>
              </a:rPr>
              <a:t> </a:t>
            </a:r>
            <a:r>
              <a:rPr sz="1200" i="1" dirty="0">
                <a:latin typeface="Corbel"/>
                <a:cs typeface="Corbel"/>
              </a:rPr>
              <a:t>channel</a:t>
            </a:r>
            <a:r>
              <a:rPr sz="1200" i="1" spc="-25" dirty="0">
                <a:latin typeface="Corbel"/>
                <a:cs typeface="Corbel"/>
              </a:rPr>
              <a:t> </a:t>
            </a:r>
            <a:r>
              <a:rPr sz="1200" i="1" dirty="0">
                <a:latin typeface="Corbel"/>
                <a:cs typeface="Corbel"/>
              </a:rPr>
              <a:t>required</a:t>
            </a:r>
            <a:r>
              <a:rPr sz="1200" i="1" spc="-25" dirty="0">
                <a:latin typeface="Corbel"/>
                <a:cs typeface="Corbel"/>
              </a:rPr>
              <a:t> </a:t>
            </a:r>
            <a:r>
              <a:rPr sz="1200" i="1" dirty="0">
                <a:latin typeface="Corbel"/>
                <a:cs typeface="Corbel"/>
              </a:rPr>
              <a:t>to</a:t>
            </a:r>
            <a:r>
              <a:rPr sz="1200" i="1" spc="-20" dirty="0">
                <a:latin typeface="Corbel"/>
                <a:cs typeface="Corbel"/>
              </a:rPr>
              <a:t> </a:t>
            </a:r>
            <a:r>
              <a:rPr sz="1200" i="1" dirty="0">
                <a:latin typeface="Corbel"/>
                <a:cs typeface="Corbel"/>
              </a:rPr>
              <a:t>pilot</a:t>
            </a:r>
            <a:r>
              <a:rPr sz="1200" i="1" spc="-20" dirty="0">
                <a:latin typeface="Corbel"/>
                <a:cs typeface="Corbel"/>
              </a:rPr>
              <a:t> </a:t>
            </a:r>
            <a:r>
              <a:rPr sz="1200" i="1" dirty="0">
                <a:latin typeface="Corbel"/>
                <a:cs typeface="Corbel"/>
              </a:rPr>
              <a:t>a</a:t>
            </a:r>
            <a:r>
              <a:rPr sz="1200" i="1" spc="-15" dirty="0">
                <a:latin typeface="Corbel"/>
                <a:cs typeface="Corbel"/>
              </a:rPr>
              <a:t> </a:t>
            </a:r>
            <a:r>
              <a:rPr sz="1200" i="1" spc="-10" dirty="0">
                <a:latin typeface="Corbel"/>
                <a:cs typeface="Corbel"/>
              </a:rPr>
              <a:t>multi-</a:t>
            </a:r>
            <a:r>
              <a:rPr sz="1200" i="1" dirty="0">
                <a:latin typeface="Corbel"/>
                <a:cs typeface="Corbel"/>
              </a:rPr>
              <a:t>rotor</a:t>
            </a:r>
            <a:r>
              <a:rPr sz="1200" i="1" spc="-20" dirty="0">
                <a:latin typeface="Corbel"/>
                <a:cs typeface="Corbel"/>
              </a:rPr>
              <a:t> </a:t>
            </a:r>
            <a:r>
              <a:rPr sz="1200" i="1" dirty="0">
                <a:latin typeface="Corbel"/>
                <a:cs typeface="Corbel"/>
              </a:rPr>
              <a:t>is</a:t>
            </a:r>
            <a:r>
              <a:rPr sz="1200" i="1" spc="-25" dirty="0">
                <a:latin typeface="Corbel"/>
                <a:cs typeface="Corbel"/>
              </a:rPr>
              <a:t> </a:t>
            </a:r>
            <a:r>
              <a:rPr sz="1200" b="1" i="1" u="sng" dirty="0">
                <a:uFill>
                  <a:solidFill>
                    <a:srgbClr val="000000"/>
                  </a:solidFill>
                </a:uFill>
                <a:latin typeface="Corbel"/>
                <a:cs typeface="Corbel"/>
              </a:rPr>
              <a:t>four</a:t>
            </a:r>
            <a:r>
              <a:rPr sz="1200" b="1" i="1" u="sng" spc="-25" dirty="0">
                <a:uFill>
                  <a:solidFill>
                    <a:srgbClr val="000000"/>
                  </a:solidFill>
                </a:uFill>
                <a:latin typeface="Corbel"/>
                <a:cs typeface="Corbel"/>
              </a:rPr>
              <a:t> </a:t>
            </a:r>
            <a:r>
              <a:rPr sz="1200" b="1" i="1" u="sng" spc="-10" dirty="0">
                <a:uFill>
                  <a:solidFill>
                    <a:srgbClr val="000000"/>
                  </a:solidFill>
                </a:uFill>
                <a:latin typeface="Corbel"/>
                <a:cs typeface="Corbel"/>
              </a:rPr>
              <a:t>channels.</a:t>
            </a:r>
            <a:endParaRPr sz="1200" dirty="0">
              <a:latin typeface="Corbel"/>
              <a:cs typeface="Corbel"/>
            </a:endParaRPr>
          </a:p>
        </p:txBody>
      </p:sp>
      <p:pic>
        <p:nvPicPr>
          <p:cNvPr id="6" name="object 6"/>
          <p:cNvPicPr/>
          <p:nvPr/>
        </p:nvPicPr>
        <p:blipFill>
          <a:blip r:embed="rId5" cstate="print"/>
          <a:stretch>
            <a:fillRect/>
          </a:stretch>
        </p:blipFill>
        <p:spPr>
          <a:xfrm>
            <a:off x="7035206" y="5390940"/>
            <a:ext cx="1133404" cy="1351666"/>
          </a:xfrm>
          <a:prstGeom prst="rect">
            <a:avLst/>
          </a:prstGeom>
        </p:spPr>
      </p:pic>
      <p:pic>
        <p:nvPicPr>
          <p:cNvPr id="7" name="object 7"/>
          <p:cNvPicPr/>
          <p:nvPr/>
        </p:nvPicPr>
        <p:blipFill>
          <a:blip r:embed="rId6" cstate="print"/>
          <a:stretch>
            <a:fillRect/>
          </a:stretch>
        </p:blipFill>
        <p:spPr>
          <a:xfrm>
            <a:off x="8571175" y="5335836"/>
            <a:ext cx="1508352" cy="1403339"/>
          </a:xfrm>
          <a:prstGeom prst="rect">
            <a:avLst/>
          </a:prstGeom>
        </p:spPr>
      </p:pic>
      <p:sp>
        <p:nvSpPr>
          <p:cNvPr id="8" name="object 8"/>
          <p:cNvSpPr txBox="1"/>
          <p:nvPr/>
        </p:nvSpPr>
        <p:spPr>
          <a:xfrm>
            <a:off x="1862872" y="1638300"/>
            <a:ext cx="9323705" cy="1130300"/>
          </a:xfrm>
          <a:prstGeom prst="rect">
            <a:avLst/>
          </a:prstGeom>
        </p:spPr>
        <p:txBody>
          <a:bodyPr vert="horz" wrap="square" lIns="0" tIns="12700" rIns="0" bIns="0" rtlCol="0">
            <a:spAutoFit/>
          </a:bodyPr>
          <a:lstStyle/>
          <a:p>
            <a:pPr marL="12700">
              <a:lnSpc>
                <a:spcPct val="100000"/>
              </a:lnSpc>
              <a:spcBef>
                <a:spcPts val="100"/>
              </a:spcBef>
            </a:pPr>
            <a:r>
              <a:rPr sz="1400" dirty="0">
                <a:latin typeface="Corbel"/>
                <a:cs typeface="Corbel"/>
              </a:rPr>
              <a:t>The</a:t>
            </a:r>
            <a:r>
              <a:rPr sz="1400" spc="-20" dirty="0">
                <a:latin typeface="Corbel"/>
                <a:cs typeface="Corbel"/>
              </a:rPr>
              <a:t> </a:t>
            </a:r>
            <a:r>
              <a:rPr sz="1400" dirty="0">
                <a:latin typeface="Corbel"/>
                <a:cs typeface="Corbel"/>
              </a:rPr>
              <a:t>commonly</a:t>
            </a:r>
            <a:r>
              <a:rPr sz="1400" spc="-20" dirty="0">
                <a:latin typeface="Corbel"/>
                <a:cs typeface="Corbel"/>
              </a:rPr>
              <a:t> </a:t>
            </a:r>
            <a:r>
              <a:rPr sz="1400" dirty="0">
                <a:latin typeface="Corbel"/>
                <a:cs typeface="Corbel"/>
              </a:rPr>
              <a:t>used</a:t>
            </a:r>
            <a:r>
              <a:rPr sz="1400" spc="-20" dirty="0">
                <a:latin typeface="Corbel"/>
                <a:cs typeface="Corbel"/>
              </a:rPr>
              <a:t> </a:t>
            </a:r>
            <a:r>
              <a:rPr sz="1400" dirty="0">
                <a:latin typeface="Corbel"/>
                <a:cs typeface="Corbel"/>
              </a:rPr>
              <a:t>radio</a:t>
            </a:r>
            <a:r>
              <a:rPr sz="1400" spc="-20" dirty="0">
                <a:latin typeface="Corbel"/>
                <a:cs typeface="Corbel"/>
              </a:rPr>
              <a:t> </a:t>
            </a:r>
            <a:r>
              <a:rPr sz="1400" spc="-10" dirty="0">
                <a:latin typeface="Corbel"/>
                <a:cs typeface="Corbel"/>
              </a:rPr>
              <a:t>frequencies</a:t>
            </a:r>
            <a:r>
              <a:rPr sz="1400" spc="-30" dirty="0">
                <a:latin typeface="Corbel"/>
                <a:cs typeface="Corbel"/>
              </a:rPr>
              <a:t> </a:t>
            </a:r>
            <a:r>
              <a:rPr sz="1400" dirty="0">
                <a:latin typeface="Corbel"/>
                <a:cs typeface="Corbel"/>
              </a:rPr>
              <a:t>and</a:t>
            </a:r>
            <a:r>
              <a:rPr sz="1400" spc="-20" dirty="0">
                <a:latin typeface="Corbel"/>
                <a:cs typeface="Corbel"/>
              </a:rPr>
              <a:t> </a:t>
            </a:r>
            <a:r>
              <a:rPr sz="1400" dirty="0">
                <a:latin typeface="Corbel"/>
                <a:cs typeface="Corbel"/>
              </a:rPr>
              <a:t>their</a:t>
            </a:r>
            <a:r>
              <a:rPr sz="1400" spc="-20" dirty="0">
                <a:latin typeface="Corbel"/>
                <a:cs typeface="Corbel"/>
              </a:rPr>
              <a:t> </a:t>
            </a:r>
            <a:r>
              <a:rPr sz="1400" spc="-10" dirty="0">
                <a:latin typeface="Corbel"/>
                <a:cs typeface="Corbel"/>
              </a:rPr>
              <a:t>corresponding</a:t>
            </a:r>
            <a:r>
              <a:rPr sz="1400" spc="-25" dirty="0">
                <a:latin typeface="Corbel"/>
                <a:cs typeface="Corbel"/>
              </a:rPr>
              <a:t> </a:t>
            </a:r>
            <a:r>
              <a:rPr sz="1400" dirty="0">
                <a:latin typeface="Corbel"/>
                <a:cs typeface="Corbel"/>
              </a:rPr>
              <a:t>power</a:t>
            </a:r>
            <a:r>
              <a:rPr sz="1400" spc="-15" dirty="0">
                <a:latin typeface="Corbel"/>
                <a:cs typeface="Corbel"/>
              </a:rPr>
              <a:t> </a:t>
            </a:r>
            <a:r>
              <a:rPr sz="1400" dirty="0">
                <a:latin typeface="Corbel"/>
                <a:cs typeface="Corbel"/>
              </a:rPr>
              <a:t>limits</a:t>
            </a:r>
            <a:r>
              <a:rPr sz="1400" spc="-25" dirty="0">
                <a:latin typeface="Corbel"/>
                <a:cs typeface="Corbel"/>
              </a:rPr>
              <a:t> </a:t>
            </a:r>
            <a:r>
              <a:rPr sz="1400" dirty="0">
                <a:latin typeface="Corbel"/>
                <a:cs typeface="Corbel"/>
              </a:rPr>
              <a:t>are</a:t>
            </a:r>
            <a:r>
              <a:rPr sz="1400" spc="-20" dirty="0">
                <a:latin typeface="Corbel"/>
                <a:cs typeface="Corbel"/>
              </a:rPr>
              <a:t> </a:t>
            </a:r>
            <a:r>
              <a:rPr sz="1400" dirty="0">
                <a:latin typeface="Corbel"/>
                <a:cs typeface="Corbel"/>
              </a:rPr>
              <a:t>as</a:t>
            </a:r>
            <a:r>
              <a:rPr sz="1400" spc="-25" dirty="0">
                <a:latin typeface="Corbel"/>
                <a:cs typeface="Corbel"/>
              </a:rPr>
              <a:t> </a:t>
            </a:r>
            <a:r>
              <a:rPr sz="1400" spc="-10" dirty="0">
                <a:latin typeface="Corbel"/>
                <a:cs typeface="Corbel"/>
              </a:rPr>
              <a:t>follows:</a:t>
            </a:r>
            <a:endParaRPr sz="1400" dirty="0">
              <a:latin typeface="Corbel"/>
              <a:cs typeface="Corbel"/>
            </a:endParaRPr>
          </a:p>
          <a:p>
            <a:pPr>
              <a:lnSpc>
                <a:spcPct val="100000"/>
              </a:lnSpc>
              <a:spcBef>
                <a:spcPts val="465"/>
              </a:spcBef>
            </a:pPr>
            <a:endParaRPr sz="1400" dirty="0">
              <a:latin typeface="Corbel"/>
              <a:cs typeface="Corbel"/>
            </a:endParaRPr>
          </a:p>
          <a:p>
            <a:pPr marR="2106295" algn="r">
              <a:lnSpc>
                <a:spcPts val="1914"/>
              </a:lnSpc>
            </a:pPr>
            <a:r>
              <a:rPr sz="1600" b="1" spc="-10" dirty="0">
                <a:latin typeface="Corbel"/>
                <a:cs typeface="Corbel"/>
              </a:rPr>
              <a:t>Receiver</a:t>
            </a:r>
            <a:endParaRPr sz="1600" dirty="0">
              <a:latin typeface="Corbel"/>
              <a:cs typeface="Corbel"/>
            </a:endParaRPr>
          </a:p>
          <a:p>
            <a:pPr marL="6632575" marR="5080" indent="-171450">
              <a:lnSpc>
                <a:spcPts val="1490"/>
              </a:lnSpc>
              <a:spcBef>
                <a:spcPts val="5"/>
              </a:spcBef>
            </a:pPr>
            <a:r>
              <a:rPr sz="1200" dirty="0">
                <a:latin typeface="Corbel"/>
                <a:cs typeface="Corbel"/>
              </a:rPr>
              <a:t>-</a:t>
            </a:r>
            <a:r>
              <a:rPr sz="1200" spc="200" dirty="0">
                <a:latin typeface="Corbel"/>
                <a:cs typeface="Corbel"/>
              </a:rPr>
              <a:t>  </a:t>
            </a:r>
            <a:r>
              <a:rPr sz="1200" i="1" dirty="0">
                <a:latin typeface="Corbel"/>
                <a:cs typeface="Corbel"/>
              </a:rPr>
              <a:t>Is</a:t>
            </a:r>
            <a:r>
              <a:rPr sz="1200" i="1" spc="-2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device</a:t>
            </a:r>
            <a:r>
              <a:rPr sz="1200" i="1" spc="-20" dirty="0">
                <a:latin typeface="Corbel"/>
                <a:cs typeface="Corbel"/>
              </a:rPr>
              <a:t> </a:t>
            </a:r>
            <a:r>
              <a:rPr sz="1200" i="1" dirty="0">
                <a:latin typeface="Corbel"/>
                <a:cs typeface="Corbel"/>
              </a:rPr>
              <a:t>capable</a:t>
            </a:r>
            <a:r>
              <a:rPr sz="1200" i="1" spc="-20" dirty="0">
                <a:latin typeface="Corbel"/>
                <a:cs typeface="Corbel"/>
              </a:rPr>
              <a:t> </a:t>
            </a:r>
            <a:r>
              <a:rPr sz="1200" i="1" dirty="0">
                <a:latin typeface="Corbel"/>
                <a:cs typeface="Corbel"/>
              </a:rPr>
              <a:t>of</a:t>
            </a:r>
            <a:r>
              <a:rPr sz="1200" i="1" spc="-25" dirty="0">
                <a:latin typeface="Corbel"/>
                <a:cs typeface="Corbel"/>
              </a:rPr>
              <a:t> </a:t>
            </a:r>
            <a:r>
              <a:rPr sz="1200" i="1" dirty="0">
                <a:latin typeface="Corbel"/>
                <a:cs typeface="Corbel"/>
              </a:rPr>
              <a:t>receiving</a:t>
            </a:r>
            <a:r>
              <a:rPr sz="1200" i="1" spc="-20" dirty="0">
                <a:latin typeface="Corbel"/>
                <a:cs typeface="Corbel"/>
              </a:rPr>
              <a:t> </a:t>
            </a:r>
            <a:r>
              <a:rPr sz="1200" i="1" spc="-10" dirty="0">
                <a:latin typeface="Corbel"/>
                <a:cs typeface="Corbel"/>
              </a:rPr>
              <a:t>commands </a:t>
            </a:r>
            <a:r>
              <a:rPr sz="1200" i="1" dirty="0">
                <a:latin typeface="Corbel"/>
                <a:cs typeface="Corbel"/>
              </a:rPr>
              <a:t>from</a:t>
            </a:r>
            <a:r>
              <a:rPr sz="1200" i="1" spc="-10" dirty="0">
                <a:latin typeface="Corbel"/>
                <a:cs typeface="Corbel"/>
              </a:rPr>
              <a:t> </a:t>
            </a:r>
            <a:r>
              <a:rPr sz="1200" i="1" dirty="0">
                <a:latin typeface="Corbel"/>
                <a:cs typeface="Corbel"/>
              </a:rPr>
              <a:t>the</a:t>
            </a:r>
            <a:r>
              <a:rPr sz="1200" i="1" spc="-5" dirty="0">
                <a:latin typeface="Corbel"/>
                <a:cs typeface="Corbel"/>
              </a:rPr>
              <a:t> </a:t>
            </a:r>
            <a:r>
              <a:rPr sz="1200" i="1" spc="-10" dirty="0">
                <a:latin typeface="Corbel"/>
                <a:cs typeface="Corbel"/>
              </a:rPr>
              <a:t>Radio</a:t>
            </a:r>
            <a:r>
              <a:rPr sz="1200" i="1" spc="-135" dirty="0">
                <a:latin typeface="Corbel"/>
                <a:cs typeface="Corbel"/>
              </a:rPr>
              <a:t> </a:t>
            </a:r>
            <a:r>
              <a:rPr sz="1200" i="1" spc="-10" dirty="0">
                <a:latin typeface="Corbel"/>
                <a:cs typeface="Corbel"/>
              </a:rPr>
              <a:t>Transmitter</a:t>
            </a:r>
            <a:endParaRPr sz="1200" dirty="0">
              <a:latin typeface="Corbel"/>
              <a:cs typeface="Corbel"/>
            </a:endParaRPr>
          </a:p>
        </p:txBody>
      </p:sp>
      <p:pic>
        <p:nvPicPr>
          <p:cNvPr id="9" name="object 9"/>
          <p:cNvPicPr/>
          <p:nvPr/>
        </p:nvPicPr>
        <p:blipFill>
          <a:blip r:embed="rId7" cstate="print"/>
          <a:stretch>
            <a:fillRect/>
          </a:stretch>
        </p:blipFill>
        <p:spPr>
          <a:xfrm>
            <a:off x="9976977" y="2922941"/>
            <a:ext cx="1641699" cy="12666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81200" y="1186626"/>
            <a:ext cx="1624965" cy="1782445"/>
            <a:chOff x="1981200" y="1186626"/>
            <a:chExt cx="1624965" cy="1782445"/>
          </a:xfrm>
        </p:grpSpPr>
        <p:pic>
          <p:nvPicPr>
            <p:cNvPr id="3" name="object 3"/>
            <p:cNvPicPr/>
            <p:nvPr/>
          </p:nvPicPr>
          <p:blipFill>
            <a:blip r:embed="rId3" cstate="print"/>
            <a:stretch>
              <a:fillRect/>
            </a:stretch>
          </p:blipFill>
          <p:spPr>
            <a:xfrm>
              <a:off x="2405691" y="1186626"/>
              <a:ext cx="1200054" cy="1782066"/>
            </a:xfrm>
            <a:prstGeom prst="rect">
              <a:avLst/>
            </a:prstGeom>
          </p:spPr>
        </p:pic>
        <p:pic>
          <p:nvPicPr>
            <p:cNvPr id="4" name="object 4"/>
            <p:cNvPicPr/>
            <p:nvPr/>
          </p:nvPicPr>
          <p:blipFill>
            <a:blip r:embed="rId4" cstate="print"/>
            <a:stretch>
              <a:fillRect/>
            </a:stretch>
          </p:blipFill>
          <p:spPr>
            <a:xfrm>
              <a:off x="2640004" y="1605603"/>
              <a:ext cx="244535" cy="423489"/>
            </a:xfrm>
            <a:prstGeom prst="rect">
              <a:avLst/>
            </a:prstGeom>
          </p:spPr>
        </p:pic>
        <p:pic>
          <p:nvPicPr>
            <p:cNvPr id="5" name="object 5"/>
            <p:cNvPicPr/>
            <p:nvPr/>
          </p:nvPicPr>
          <p:blipFill>
            <a:blip r:embed="rId5" cstate="print"/>
            <a:stretch>
              <a:fillRect/>
            </a:stretch>
          </p:blipFill>
          <p:spPr>
            <a:xfrm>
              <a:off x="1981200" y="1776984"/>
              <a:ext cx="670560" cy="685800"/>
            </a:xfrm>
            <a:prstGeom prst="rect">
              <a:avLst/>
            </a:prstGeom>
          </p:spPr>
        </p:pic>
        <p:pic>
          <p:nvPicPr>
            <p:cNvPr id="6" name="object 6"/>
            <p:cNvPicPr/>
            <p:nvPr/>
          </p:nvPicPr>
          <p:blipFill>
            <a:blip r:embed="rId6" cstate="print"/>
            <a:stretch>
              <a:fillRect/>
            </a:stretch>
          </p:blipFill>
          <p:spPr>
            <a:xfrm>
              <a:off x="2796174" y="2004347"/>
              <a:ext cx="612566" cy="248112"/>
            </a:xfrm>
            <a:prstGeom prst="rect">
              <a:avLst/>
            </a:prstGeom>
          </p:spPr>
        </p:pic>
        <p:pic>
          <p:nvPicPr>
            <p:cNvPr id="7" name="object 7"/>
            <p:cNvPicPr/>
            <p:nvPr/>
          </p:nvPicPr>
          <p:blipFill>
            <a:blip r:embed="rId7" cstate="print"/>
            <a:stretch>
              <a:fillRect/>
            </a:stretch>
          </p:blipFill>
          <p:spPr>
            <a:xfrm>
              <a:off x="2500909" y="2128266"/>
              <a:ext cx="412419" cy="749738"/>
            </a:xfrm>
            <a:prstGeom prst="rect">
              <a:avLst/>
            </a:prstGeom>
          </p:spPr>
        </p:pic>
      </p:grpSp>
      <p:sp>
        <p:nvSpPr>
          <p:cNvPr id="8" name="object 8"/>
          <p:cNvSpPr txBox="1"/>
          <p:nvPr/>
        </p:nvSpPr>
        <p:spPr>
          <a:xfrm>
            <a:off x="2519155" y="1432052"/>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9" name="object 9"/>
          <p:cNvSpPr txBox="1"/>
          <p:nvPr/>
        </p:nvSpPr>
        <p:spPr>
          <a:xfrm>
            <a:off x="2362984" y="2879852"/>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10" name="object 10"/>
          <p:cNvSpPr txBox="1"/>
          <p:nvPr/>
        </p:nvSpPr>
        <p:spPr>
          <a:xfrm>
            <a:off x="1660470" y="1870964"/>
            <a:ext cx="298450" cy="397510"/>
          </a:xfrm>
          <a:prstGeom prst="rect">
            <a:avLst/>
          </a:prstGeom>
        </p:spPr>
        <p:txBody>
          <a:bodyPr vert="horz" wrap="square" lIns="0" tIns="6350" rIns="0" bIns="0" rtlCol="0">
            <a:spAutoFit/>
          </a:bodyPr>
          <a:lstStyle/>
          <a:p>
            <a:pPr marL="14604" marR="5080" indent="-2540">
              <a:lnSpc>
                <a:spcPct val="103299"/>
              </a:lnSpc>
              <a:spcBef>
                <a:spcPts val="50"/>
              </a:spcBef>
            </a:pPr>
            <a:r>
              <a:rPr sz="1200" b="1" i="1" spc="-35" dirty="0">
                <a:solidFill>
                  <a:srgbClr val="00B050"/>
                </a:solidFill>
                <a:latin typeface="Corbel"/>
                <a:cs typeface="Corbel"/>
              </a:rPr>
              <a:t>Yaw </a:t>
            </a:r>
            <a:r>
              <a:rPr sz="1200" b="1" i="1" spc="-20" dirty="0">
                <a:solidFill>
                  <a:srgbClr val="00B050"/>
                </a:solidFill>
                <a:latin typeface="Corbel"/>
                <a:cs typeface="Corbel"/>
              </a:rPr>
              <a:t>Left</a:t>
            </a:r>
            <a:endParaRPr sz="1200">
              <a:latin typeface="Corbel"/>
              <a:cs typeface="Corbel"/>
            </a:endParaRPr>
          </a:p>
        </p:txBody>
      </p:sp>
      <p:sp>
        <p:nvSpPr>
          <p:cNvPr id="11" name="object 11"/>
          <p:cNvSpPr txBox="1"/>
          <p:nvPr/>
        </p:nvSpPr>
        <p:spPr>
          <a:xfrm>
            <a:off x="3419213" y="1901444"/>
            <a:ext cx="373380" cy="397510"/>
          </a:xfrm>
          <a:prstGeom prst="rect">
            <a:avLst/>
          </a:prstGeom>
        </p:spPr>
        <p:txBody>
          <a:bodyPr vert="horz" wrap="square" lIns="0" tIns="6350" rIns="0" bIns="0" rtlCol="0">
            <a:spAutoFit/>
          </a:bodyPr>
          <a:lstStyle/>
          <a:p>
            <a:pPr marL="12700" marR="5080" indent="37465">
              <a:lnSpc>
                <a:spcPct val="103299"/>
              </a:lnSpc>
              <a:spcBef>
                <a:spcPts val="50"/>
              </a:spcBef>
            </a:pPr>
            <a:r>
              <a:rPr sz="1200" b="1" i="1" spc="-25" dirty="0">
                <a:solidFill>
                  <a:srgbClr val="00B050"/>
                </a:solidFill>
                <a:latin typeface="Corbel"/>
                <a:cs typeface="Corbel"/>
              </a:rPr>
              <a:t>Yaw </a:t>
            </a:r>
            <a:r>
              <a:rPr sz="1200" b="1" i="1" spc="-10" dirty="0">
                <a:solidFill>
                  <a:srgbClr val="00B050"/>
                </a:solidFill>
                <a:latin typeface="Corbel"/>
                <a:cs typeface="Corbel"/>
              </a:rPr>
              <a:t>Right</a:t>
            </a:r>
            <a:endParaRPr sz="1200">
              <a:latin typeface="Corbel"/>
              <a:cs typeface="Corbel"/>
            </a:endParaRPr>
          </a:p>
        </p:txBody>
      </p:sp>
      <p:grpSp>
        <p:nvGrpSpPr>
          <p:cNvPr id="12" name="object 12"/>
          <p:cNvGrpSpPr/>
          <p:nvPr/>
        </p:nvGrpSpPr>
        <p:grpSpPr>
          <a:xfrm>
            <a:off x="4548870" y="1220716"/>
            <a:ext cx="1507490" cy="1782445"/>
            <a:chOff x="4548870" y="1220716"/>
            <a:chExt cx="1507490" cy="1782445"/>
          </a:xfrm>
        </p:grpSpPr>
        <p:pic>
          <p:nvPicPr>
            <p:cNvPr id="13" name="object 13"/>
            <p:cNvPicPr/>
            <p:nvPr/>
          </p:nvPicPr>
          <p:blipFill>
            <a:blip r:embed="rId3" cstate="print"/>
            <a:stretch>
              <a:fillRect/>
            </a:stretch>
          </p:blipFill>
          <p:spPr>
            <a:xfrm>
              <a:off x="4548870" y="1220716"/>
              <a:ext cx="1200054" cy="1782067"/>
            </a:xfrm>
            <a:prstGeom prst="rect">
              <a:avLst/>
            </a:prstGeom>
          </p:spPr>
        </p:pic>
        <p:pic>
          <p:nvPicPr>
            <p:cNvPr id="14" name="object 14"/>
            <p:cNvPicPr/>
            <p:nvPr/>
          </p:nvPicPr>
          <p:blipFill>
            <a:blip r:embed="rId8" cstate="print"/>
            <a:stretch>
              <a:fillRect/>
            </a:stretch>
          </p:blipFill>
          <p:spPr>
            <a:xfrm>
              <a:off x="5228019" y="1639444"/>
              <a:ext cx="262769" cy="414411"/>
            </a:xfrm>
            <a:prstGeom prst="rect">
              <a:avLst/>
            </a:prstGeom>
          </p:spPr>
        </p:pic>
        <p:pic>
          <p:nvPicPr>
            <p:cNvPr id="15" name="object 15"/>
            <p:cNvPicPr/>
            <p:nvPr/>
          </p:nvPicPr>
          <p:blipFill>
            <a:blip r:embed="rId9" cstate="print"/>
            <a:stretch>
              <a:fillRect/>
            </a:stretch>
          </p:blipFill>
          <p:spPr>
            <a:xfrm>
              <a:off x="4608575" y="1828800"/>
              <a:ext cx="685800" cy="670560"/>
            </a:xfrm>
            <a:prstGeom prst="rect">
              <a:avLst/>
            </a:prstGeom>
          </p:spPr>
        </p:pic>
        <p:pic>
          <p:nvPicPr>
            <p:cNvPr id="16" name="object 16"/>
            <p:cNvPicPr/>
            <p:nvPr/>
          </p:nvPicPr>
          <p:blipFill>
            <a:blip r:embed="rId10" cstate="print"/>
            <a:stretch>
              <a:fillRect/>
            </a:stretch>
          </p:blipFill>
          <p:spPr>
            <a:xfrm>
              <a:off x="5441797" y="2041440"/>
              <a:ext cx="614252" cy="244374"/>
            </a:xfrm>
            <a:prstGeom prst="rect">
              <a:avLst/>
            </a:prstGeom>
          </p:spPr>
        </p:pic>
        <p:pic>
          <p:nvPicPr>
            <p:cNvPr id="17" name="object 17"/>
            <p:cNvPicPr/>
            <p:nvPr/>
          </p:nvPicPr>
          <p:blipFill>
            <a:blip r:embed="rId11" cstate="print"/>
            <a:stretch>
              <a:fillRect/>
            </a:stretch>
          </p:blipFill>
          <p:spPr>
            <a:xfrm>
              <a:off x="5184477" y="2165443"/>
              <a:ext cx="385837" cy="745834"/>
            </a:xfrm>
            <a:prstGeom prst="rect">
              <a:avLst/>
            </a:prstGeom>
          </p:spPr>
        </p:pic>
      </p:grpSp>
      <p:sp>
        <p:nvSpPr>
          <p:cNvPr id="18" name="object 18"/>
          <p:cNvSpPr txBox="1"/>
          <p:nvPr/>
        </p:nvSpPr>
        <p:spPr>
          <a:xfrm>
            <a:off x="5177731" y="1456435"/>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19" name="object 19"/>
          <p:cNvSpPr txBox="1"/>
          <p:nvPr/>
        </p:nvSpPr>
        <p:spPr>
          <a:xfrm>
            <a:off x="5177731" y="2876803"/>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20" name="object 20"/>
          <p:cNvSpPr txBox="1"/>
          <p:nvPr/>
        </p:nvSpPr>
        <p:spPr>
          <a:xfrm>
            <a:off x="4341708" y="1925828"/>
            <a:ext cx="294005" cy="400685"/>
          </a:xfrm>
          <a:prstGeom prst="rect">
            <a:avLst/>
          </a:prstGeom>
        </p:spPr>
        <p:txBody>
          <a:bodyPr vert="horz" wrap="square" lIns="0" tIns="3175" rIns="0" bIns="0" rtlCol="0">
            <a:spAutoFit/>
          </a:bodyPr>
          <a:lstStyle/>
          <a:p>
            <a:pPr marL="12700" marR="5080" indent="8255">
              <a:lnSpc>
                <a:spcPct val="105000"/>
              </a:lnSpc>
              <a:spcBef>
                <a:spcPts val="25"/>
              </a:spcBef>
            </a:pPr>
            <a:r>
              <a:rPr sz="1200" b="1" i="1" spc="-20" dirty="0">
                <a:solidFill>
                  <a:srgbClr val="7030A0"/>
                </a:solidFill>
                <a:latin typeface="Corbel"/>
                <a:cs typeface="Corbel"/>
              </a:rPr>
              <a:t>Roll Left</a:t>
            </a:r>
            <a:endParaRPr sz="1200">
              <a:latin typeface="Corbel"/>
              <a:cs typeface="Corbel"/>
            </a:endParaRPr>
          </a:p>
        </p:txBody>
      </p:sp>
      <p:sp>
        <p:nvSpPr>
          <p:cNvPr id="21" name="object 21"/>
          <p:cNvSpPr txBox="1"/>
          <p:nvPr/>
        </p:nvSpPr>
        <p:spPr>
          <a:xfrm>
            <a:off x="6069653" y="1953259"/>
            <a:ext cx="373380" cy="397510"/>
          </a:xfrm>
          <a:prstGeom prst="rect">
            <a:avLst/>
          </a:prstGeom>
        </p:spPr>
        <p:txBody>
          <a:bodyPr vert="horz" wrap="square" lIns="0" tIns="6350" rIns="0" bIns="0" rtlCol="0">
            <a:spAutoFit/>
          </a:bodyPr>
          <a:lstStyle/>
          <a:p>
            <a:pPr marL="12700" marR="5080" indent="48260">
              <a:lnSpc>
                <a:spcPct val="103299"/>
              </a:lnSpc>
              <a:spcBef>
                <a:spcPts val="50"/>
              </a:spcBef>
            </a:pPr>
            <a:r>
              <a:rPr sz="1200" b="1" i="1" spc="-20" dirty="0">
                <a:solidFill>
                  <a:srgbClr val="7030A0"/>
                </a:solidFill>
                <a:latin typeface="Corbel"/>
                <a:cs typeface="Corbel"/>
              </a:rPr>
              <a:t>Roll </a:t>
            </a:r>
            <a:r>
              <a:rPr sz="1200" b="1" i="1" spc="-10" dirty="0">
                <a:solidFill>
                  <a:srgbClr val="7030A0"/>
                </a:solidFill>
                <a:latin typeface="Corbel"/>
                <a:cs typeface="Corbel"/>
              </a:rPr>
              <a:t>Right</a:t>
            </a:r>
            <a:endParaRPr sz="1200">
              <a:latin typeface="Corbel"/>
              <a:cs typeface="Corbel"/>
            </a:endParaRPr>
          </a:p>
        </p:txBody>
      </p:sp>
      <p:sp>
        <p:nvSpPr>
          <p:cNvPr id="22" name="object 22"/>
          <p:cNvSpPr txBox="1">
            <a:spLocks noGrp="1"/>
          </p:cNvSpPr>
          <p:nvPr>
            <p:ph type="title"/>
          </p:nvPr>
        </p:nvSpPr>
        <p:spPr>
          <a:xfrm>
            <a:off x="1563049" y="280924"/>
            <a:ext cx="1313815" cy="720725"/>
          </a:xfrm>
          <a:prstGeom prst="rect">
            <a:avLst/>
          </a:prstGeom>
        </p:spPr>
        <p:txBody>
          <a:bodyPr vert="horz" wrap="square" lIns="0" tIns="12700" rIns="0" bIns="0" rtlCol="0">
            <a:spAutoFit/>
          </a:bodyPr>
          <a:lstStyle/>
          <a:p>
            <a:pPr marL="337185" marR="5080" indent="-325120">
              <a:lnSpc>
                <a:spcPct val="142500"/>
              </a:lnSpc>
              <a:spcBef>
                <a:spcPts val="100"/>
              </a:spcBef>
            </a:pPr>
            <a:r>
              <a:rPr sz="1600" b="1" dirty="0">
                <a:latin typeface="Corbel"/>
                <a:cs typeface="Corbel"/>
              </a:rPr>
              <a:t>Control</a:t>
            </a:r>
            <a:r>
              <a:rPr sz="1600" b="1" spc="-45" dirty="0">
                <a:latin typeface="Corbel"/>
                <a:cs typeface="Corbel"/>
              </a:rPr>
              <a:t> </a:t>
            </a:r>
            <a:r>
              <a:rPr sz="1600" b="1" spc="-20" dirty="0">
                <a:latin typeface="Corbel"/>
                <a:cs typeface="Corbel"/>
              </a:rPr>
              <a:t>modes </a:t>
            </a:r>
            <a:r>
              <a:rPr sz="1600" b="1" dirty="0">
                <a:latin typeface="Corbel"/>
                <a:cs typeface="Corbel"/>
              </a:rPr>
              <a:t>Mode</a:t>
            </a:r>
            <a:r>
              <a:rPr sz="1600" b="1" spc="-45" dirty="0">
                <a:latin typeface="Corbel"/>
                <a:cs typeface="Corbel"/>
              </a:rPr>
              <a:t> </a:t>
            </a:r>
            <a:r>
              <a:rPr sz="1600" b="1" spc="-50" dirty="0">
                <a:latin typeface="Corbel"/>
                <a:cs typeface="Corbel"/>
              </a:rPr>
              <a:t>2</a:t>
            </a:r>
            <a:endParaRPr sz="1600">
              <a:latin typeface="Corbel"/>
              <a:cs typeface="Corbel"/>
            </a:endParaRPr>
          </a:p>
        </p:txBody>
      </p:sp>
      <p:sp>
        <p:nvSpPr>
          <p:cNvPr id="23" name="object 23"/>
          <p:cNvSpPr txBox="1"/>
          <p:nvPr/>
        </p:nvSpPr>
        <p:spPr>
          <a:xfrm>
            <a:off x="1888120" y="3472179"/>
            <a:ext cx="66484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Mode</a:t>
            </a:r>
            <a:r>
              <a:rPr sz="1600" b="1" spc="-45" dirty="0">
                <a:latin typeface="Corbel"/>
                <a:cs typeface="Corbel"/>
              </a:rPr>
              <a:t> </a:t>
            </a:r>
            <a:r>
              <a:rPr sz="1600" b="1" spc="-50" dirty="0">
                <a:latin typeface="Corbel"/>
                <a:cs typeface="Corbel"/>
              </a:rPr>
              <a:t>3</a:t>
            </a:r>
            <a:endParaRPr sz="1600">
              <a:latin typeface="Corbel"/>
              <a:cs typeface="Corbel"/>
            </a:endParaRPr>
          </a:p>
        </p:txBody>
      </p:sp>
      <p:grpSp>
        <p:nvGrpSpPr>
          <p:cNvPr id="24" name="object 24"/>
          <p:cNvGrpSpPr/>
          <p:nvPr/>
        </p:nvGrpSpPr>
        <p:grpSpPr>
          <a:xfrm>
            <a:off x="1981200" y="3872749"/>
            <a:ext cx="1624965" cy="1837055"/>
            <a:chOff x="1981200" y="3872749"/>
            <a:chExt cx="1624965" cy="1837055"/>
          </a:xfrm>
        </p:grpSpPr>
        <p:pic>
          <p:nvPicPr>
            <p:cNvPr id="25" name="object 25"/>
            <p:cNvPicPr/>
            <p:nvPr/>
          </p:nvPicPr>
          <p:blipFill>
            <a:blip r:embed="rId12" cstate="print"/>
            <a:stretch>
              <a:fillRect/>
            </a:stretch>
          </p:blipFill>
          <p:spPr>
            <a:xfrm>
              <a:off x="2338128" y="3872749"/>
              <a:ext cx="1267617" cy="1836850"/>
            </a:xfrm>
            <a:prstGeom prst="rect">
              <a:avLst/>
            </a:prstGeom>
          </p:spPr>
        </p:pic>
        <p:pic>
          <p:nvPicPr>
            <p:cNvPr id="26" name="object 26"/>
            <p:cNvPicPr/>
            <p:nvPr/>
          </p:nvPicPr>
          <p:blipFill>
            <a:blip r:embed="rId4" cstate="print"/>
            <a:stretch>
              <a:fillRect/>
            </a:stretch>
          </p:blipFill>
          <p:spPr>
            <a:xfrm>
              <a:off x="2640004" y="4346510"/>
              <a:ext cx="244535" cy="423489"/>
            </a:xfrm>
            <a:prstGeom prst="rect">
              <a:avLst/>
            </a:prstGeom>
          </p:spPr>
        </p:pic>
        <p:pic>
          <p:nvPicPr>
            <p:cNvPr id="27" name="object 27"/>
            <p:cNvPicPr/>
            <p:nvPr/>
          </p:nvPicPr>
          <p:blipFill>
            <a:blip r:embed="rId13" cstate="print"/>
            <a:stretch>
              <a:fillRect/>
            </a:stretch>
          </p:blipFill>
          <p:spPr>
            <a:xfrm>
              <a:off x="1981200" y="4520183"/>
              <a:ext cx="670560" cy="685800"/>
            </a:xfrm>
            <a:prstGeom prst="rect">
              <a:avLst/>
            </a:prstGeom>
          </p:spPr>
        </p:pic>
        <p:pic>
          <p:nvPicPr>
            <p:cNvPr id="28" name="object 28"/>
            <p:cNvPicPr/>
            <p:nvPr/>
          </p:nvPicPr>
          <p:blipFill>
            <a:blip r:embed="rId6" cstate="print"/>
            <a:stretch>
              <a:fillRect/>
            </a:stretch>
          </p:blipFill>
          <p:spPr>
            <a:xfrm>
              <a:off x="2796174" y="4745253"/>
              <a:ext cx="612566" cy="248112"/>
            </a:xfrm>
            <a:prstGeom prst="rect">
              <a:avLst/>
            </a:prstGeom>
          </p:spPr>
        </p:pic>
        <p:pic>
          <p:nvPicPr>
            <p:cNvPr id="29" name="object 29"/>
            <p:cNvPicPr/>
            <p:nvPr/>
          </p:nvPicPr>
          <p:blipFill>
            <a:blip r:embed="rId7" cstate="print"/>
            <a:stretch>
              <a:fillRect/>
            </a:stretch>
          </p:blipFill>
          <p:spPr>
            <a:xfrm>
              <a:off x="2500909" y="4869172"/>
              <a:ext cx="412419" cy="749738"/>
            </a:xfrm>
            <a:prstGeom prst="rect">
              <a:avLst/>
            </a:prstGeom>
          </p:spPr>
        </p:pic>
      </p:grpSp>
      <p:sp>
        <p:nvSpPr>
          <p:cNvPr id="30" name="object 30"/>
          <p:cNvSpPr txBox="1"/>
          <p:nvPr/>
        </p:nvSpPr>
        <p:spPr>
          <a:xfrm>
            <a:off x="2616786" y="4172204"/>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31" name="object 31"/>
          <p:cNvSpPr txBox="1"/>
          <p:nvPr/>
        </p:nvSpPr>
        <p:spPr>
          <a:xfrm>
            <a:off x="2460616" y="5620003"/>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32" name="object 32"/>
          <p:cNvSpPr txBox="1"/>
          <p:nvPr/>
        </p:nvSpPr>
        <p:spPr>
          <a:xfrm>
            <a:off x="1662692" y="4611116"/>
            <a:ext cx="294005" cy="400685"/>
          </a:xfrm>
          <a:prstGeom prst="rect">
            <a:avLst/>
          </a:prstGeom>
        </p:spPr>
        <p:txBody>
          <a:bodyPr vert="horz" wrap="square" lIns="0" tIns="3175" rIns="0" bIns="0" rtlCol="0">
            <a:spAutoFit/>
          </a:bodyPr>
          <a:lstStyle/>
          <a:p>
            <a:pPr marL="12700" marR="5080" indent="8255">
              <a:lnSpc>
                <a:spcPct val="105000"/>
              </a:lnSpc>
              <a:spcBef>
                <a:spcPts val="25"/>
              </a:spcBef>
            </a:pPr>
            <a:r>
              <a:rPr sz="1200" b="1" i="1" spc="-20" dirty="0">
                <a:solidFill>
                  <a:srgbClr val="7030A0"/>
                </a:solidFill>
                <a:latin typeface="Corbel"/>
                <a:cs typeface="Corbel"/>
              </a:rPr>
              <a:t>Roll Left</a:t>
            </a:r>
            <a:endParaRPr sz="1200">
              <a:latin typeface="Corbel"/>
              <a:cs typeface="Corbel"/>
            </a:endParaRPr>
          </a:p>
        </p:txBody>
      </p:sp>
      <p:sp>
        <p:nvSpPr>
          <p:cNvPr id="33" name="object 33"/>
          <p:cNvSpPr txBox="1"/>
          <p:nvPr/>
        </p:nvSpPr>
        <p:spPr>
          <a:xfrm>
            <a:off x="3419213" y="4632451"/>
            <a:ext cx="373380" cy="409575"/>
          </a:xfrm>
          <a:prstGeom prst="rect">
            <a:avLst/>
          </a:prstGeom>
        </p:spPr>
        <p:txBody>
          <a:bodyPr vert="horz" wrap="square" lIns="0" tIns="12700" rIns="0" bIns="0" rtlCol="0">
            <a:spAutoFit/>
          </a:bodyPr>
          <a:lstStyle/>
          <a:p>
            <a:pPr marL="12700" marR="5080" indent="48260">
              <a:lnSpc>
                <a:spcPct val="105000"/>
              </a:lnSpc>
              <a:spcBef>
                <a:spcPts val="100"/>
              </a:spcBef>
            </a:pPr>
            <a:r>
              <a:rPr sz="1200" b="1" i="1" spc="-20" dirty="0">
                <a:solidFill>
                  <a:srgbClr val="7030A0"/>
                </a:solidFill>
                <a:latin typeface="Corbel"/>
                <a:cs typeface="Corbel"/>
              </a:rPr>
              <a:t>Roll </a:t>
            </a:r>
            <a:r>
              <a:rPr sz="1200" b="1" i="1" spc="-10" dirty="0">
                <a:solidFill>
                  <a:srgbClr val="7030A0"/>
                </a:solidFill>
                <a:latin typeface="Corbel"/>
                <a:cs typeface="Corbel"/>
              </a:rPr>
              <a:t>Right</a:t>
            </a:r>
            <a:endParaRPr sz="1200">
              <a:latin typeface="Corbel"/>
              <a:cs typeface="Corbel"/>
            </a:endParaRPr>
          </a:p>
        </p:txBody>
      </p:sp>
      <p:grpSp>
        <p:nvGrpSpPr>
          <p:cNvPr id="34" name="object 34"/>
          <p:cNvGrpSpPr/>
          <p:nvPr/>
        </p:nvGrpSpPr>
        <p:grpSpPr>
          <a:xfrm>
            <a:off x="4548870" y="3961624"/>
            <a:ext cx="1507490" cy="1782445"/>
            <a:chOff x="4548870" y="3961624"/>
            <a:chExt cx="1507490" cy="1782445"/>
          </a:xfrm>
        </p:grpSpPr>
        <p:pic>
          <p:nvPicPr>
            <p:cNvPr id="35" name="object 35"/>
            <p:cNvPicPr/>
            <p:nvPr/>
          </p:nvPicPr>
          <p:blipFill>
            <a:blip r:embed="rId3" cstate="print"/>
            <a:stretch>
              <a:fillRect/>
            </a:stretch>
          </p:blipFill>
          <p:spPr>
            <a:xfrm>
              <a:off x="4548870" y="3961624"/>
              <a:ext cx="1200054" cy="1782066"/>
            </a:xfrm>
            <a:prstGeom prst="rect">
              <a:avLst/>
            </a:prstGeom>
          </p:spPr>
        </p:pic>
        <p:pic>
          <p:nvPicPr>
            <p:cNvPr id="36" name="object 36"/>
            <p:cNvPicPr/>
            <p:nvPr/>
          </p:nvPicPr>
          <p:blipFill>
            <a:blip r:embed="rId8" cstate="print"/>
            <a:stretch>
              <a:fillRect/>
            </a:stretch>
          </p:blipFill>
          <p:spPr>
            <a:xfrm>
              <a:off x="5228019" y="4380351"/>
              <a:ext cx="262769" cy="414409"/>
            </a:xfrm>
            <a:prstGeom prst="rect">
              <a:avLst/>
            </a:prstGeom>
          </p:spPr>
        </p:pic>
        <p:pic>
          <p:nvPicPr>
            <p:cNvPr id="37" name="object 37"/>
            <p:cNvPicPr/>
            <p:nvPr/>
          </p:nvPicPr>
          <p:blipFill>
            <a:blip r:embed="rId14" cstate="print"/>
            <a:stretch>
              <a:fillRect/>
            </a:stretch>
          </p:blipFill>
          <p:spPr>
            <a:xfrm>
              <a:off x="4608575" y="4571999"/>
              <a:ext cx="685800" cy="670560"/>
            </a:xfrm>
            <a:prstGeom prst="rect">
              <a:avLst/>
            </a:prstGeom>
          </p:spPr>
        </p:pic>
        <p:pic>
          <p:nvPicPr>
            <p:cNvPr id="38" name="object 38"/>
            <p:cNvPicPr/>
            <p:nvPr/>
          </p:nvPicPr>
          <p:blipFill>
            <a:blip r:embed="rId10" cstate="print"/>
            <a:stretch>
              <a:fillRect/>
            </a:stretch>
          </p:blipFill>
          <p:spPr>
            <a:xfrm>
              <a:off x="5441797" y="4782348"/>
              <a:ext cx="614252" cy="244374"/>
            </a:xfrm>
            <a:prstGeom prst="rect">
              <a:avLst/>
            </a:prstGeom>
          </p:spPr>
        </p:pic>
        <p:pic>
          <p:nvPicPr>
            <p:cNvPr id="39" name="object 39"/>
            <p:cNvPicPr/>
            <p:nvPr/>
          </p:nvPicPr>
          <p:blipFill>
            <a:blip r:embed="rId11" cstate="print"/>
            <a:stretch>
              <a:fillRect/>
            </a:stretch>
          </p:blipFill>
          <p:spPr>
            <a:xfrm>
              <a:off x="5184477" y="4906350"/>
              <a:ext cx="385837" cy="745834"/>
            </a:xfrm>
            <a:prstGeom prst="rect">
              <a:avLst/>
            </a:prstGeom>
          </p:spPr>
        </p:pic>
      </p:grpSp>
      <p:sp>
        <p:nvSpPr>
          <p:cNvPr id="40" name="object 40"/>
          <p:cNvSpPr txBox="1"/>
          <p:nvPr/>
        </p:nvSpPr>
        <p:spPr>
          <a:xfrm>
            <a:off x="5080100" y="4196588"/>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41" name="object 41"/>
          <p:cNvSpPr txBox="1"/>
          <p:nvPr/>
        </p:nvSpPr>
        <p:spPr>
          <a:xfrm>
            <a:off x="5080100" y="5620003"/>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42" name="object 42"/>
          <p:cNvSpPr txBox="1"/>
          <p:nvPr/>
        </p:nvSpPr>
        <p:spPr>
          <a:xfrm>
            <a:off x="4339485" y="4656835"/>
            <a:ext cx="298450" cy="409575"/>
          </a:xfrm>
          <a:prstGeom prst="rect">
            <a:avLst/>
          </a:prstGeom>
        </p:spPr>
        <p:txBody>
          <a:bodyPr vert="horz" wrap="square" lIns="0" tIns="12700" rIns="0" bIns="0" rtlCol="0">
            <a:spAutoFit/>
          </a:bodyPr>
          <a:lstStyle/>
          <a:p>
            <a:pPr marL="14604" marR="5080" indent="-2540">
              <a:lnSpc>
                <a:spcPct val="105000"/>
              </a:lnSpc>
              <a:spcBef>
                <a:spcPts val="100"/>
              </a:spcBef>
            </a:pPr>
            <a:r>
              <a:rPr sz="1200" b="1" i="1" spc="-35" dirty="0">
                <a:solidFill>
                  <a:srgbClr val="00B050"/>
                </a:solidFill>
                <a:latin typeface="Corbel"/>
                <a:cs typeface="Corbel"/>
              </a:rPr>
              <a:t>Yaw </a:t>
            </a:r>
            <a:r>
              <a:rPr sz="1200" b="1" i="1" spc="-20" dirty="0">
                <a:solidFill>
                  <a:srgbClr val="00B050"/>
                </a:solidFill>
                <a:latin typeface="Corbel"/>
                <a:cs typeface="Corbel"/>
              </a:rPr>
              <a:t>Left</a:t>
            </a:r>
            <a:endParaRPr sz="1200">
              <a:latin typeface="Corbel"/>
              <a:cs typeface="Corbel"/>
            </a:endParaRPr>
          </a:p>
        </p:txBody>
      </p:sp>
      <p:sp>
        <p:nvSpPr>
          <p:cNvPr id="43" name="object 43"/>
          <p:cNvSpPr txBox="1"/>
          <p:nvPr/>
        </p:nvSpPr>
        <p:spPr>
          <a:xfrm>
            <a:off x="6069653" y="4653788"/>
            <a:ext cx="373380" cy="400685"/>
          </a:xfrm>
          <a:prstGeom prst="rect">
            <a:avLst/>
          </a:prstGeom>
        </p:spPr>
        <p:txBody>
          <a:bodyPr vert="horz" wrap="square" lIns="0" tIns="3175" rIns="0" bIns="0" rtlCol="0">
            <a:spAutoFit/>
          </a:bodyPr>
          <a:lstStyle/>
          <a:p>
            <a:pPr marL="12700" marR="5080" indent="37465">
              <a:lnSpc>
                <a:spcPct val="105000"/>
              </a:lnSpc>
              <a:spcBef>
                <a:spcPts val="25"/>
              </a:spcBef>
            </a:pPr>
            <a:r>
              <a:rPr sz="1200" b="1" i="1" spc="-25" dirty="0">
                <a:solidFill>
                  <a:srgbClr val="00B050"/>
                </a:solidFill>
                <a:latin typeface="Corbel"/>
                <a:cs typeface="Corbel"/>
              </a:rPr>
              <a:t>Yaw </a:t>
            </a:r>
            <a:r>
              <a:rPr sz="1200" b="1" i="1" spc="-10" dirty="0">
                <a:solidFill>
                  <a:srgbClr val="00B050"/>
                </a:solidFill>
                <a:latin typeface="Corbel"/>
                <a:cs typeface="Corbel"/>
              </a:rPr>
              <a:t>Right</a:t>
            </a:r>
            <a:endParaRPr sz="1200">
              <a:latin typeface="Corbel"/>
              <a:cs typeface="Corbel"/>
            </a:endParaRPr>
          </a:p>
        </p:txBody>
      </p:sp>
      <p:sp>
        <p:nvSpPr>
          <p:cNvPr id="44" name="object 44"/>
          <p:cNvSpPr txBox="1"/>
          <p:nvPr/>
        </p:nvSpPr>
        <p:spPr>
          <a:xfrm>
            <a:off x="7069720" y="732027"/>
            <a:ext cx="66611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Mode</a:t>
            </a:r>
            <a:r>
              <a:rPr sz="1600" b="1" spc="-45" dirty="0">
                <a:latin typeface="Corbel"/>
                <a:cs typeface="Corbel"/>
              </a:rPr>
              <a:t> </a:t>
            </a:r>
            <a:r>
              <a:rPr sz="1600" b="1" spc="-50" dirty="0">
                <a:latin typeface="Corbel"/>
                <a:cs typeface="Corbel"/>
              </a:rPr>
              <a:t>1</a:t>
            </a:r>
            <a:endParaRPr sz="1600">
              <a:latin typeface="Corbel"/>
              <a:cs typeface="Corbel"/>
            </a:endParaRPr>
          </a:p>
        </p:txBody>
      </p:sp>
      <p:grpSp>
        <p:nvGrpSpPr>
          <p:cNvPr id="45" name="object 45"/>
          <p:cNvGrpSpPr/>
          <p:nvPr/>
        </p:nvGrpSpPr>
        <p:grpSpPr>
          <a:xfrm>
            <a:off x="7162800" y="1186626"/>
            <a:ext cx="1624965" cy="1782445"/>
            <a:chOff x="7162800" y="1186626"/>
            <a:chExt cx="1624965" cy="1782445"/>
          </a:xfrm>
        </p:grpSpPr>
        <p:pic>
          <p:nvPicPr>
            <p:cNvPr id="46" name="object 46"/>
            <p:cNvPicPr/>
            <p:nvPr/>
          </p:nvPicPr>
          <p:blipFill>
            <a:blip r:embed="rId3" cstate="print"/>
            <a:stretch>
              <a:fillRect/>
            </a:stretch>
          </p:blipFill>
          <p:spPr>
            <a:xfrm>
              <a:off x="7587290" y="1186626"/>
              <a:ext cx="1200055" cy="1782066"/>
            </a:xfrm>
            <a:prstGeom prst="rect">
              <a:avLst/>
            </a:prstGeom>
          </p:spPr>
        </p:pic>
        <p:pic>
          <p:nvPicPr>
            <p:cNvPr id="47" name="object 47"/>
            <p:cNvPicPr/>
            <p:nvPr/>
          </p:nvPicPr>
          <p:blipFill>
            <a:blip r:embed="rId4" cstate="print"/>
            <a:stretch>
              <a:fillRect/>
            </a:stretch>
          </p:blipFill>
          <p:spPr>
            <a:xfrm>
              <a:off x="7821603" y="1605603"/>
              <a:ext cx="244536" cy="423489"/>
            </a:xfrm>
            <a:prstGeom prst="rect">
              <a:avLst/>
            </a:prstGeom>
          </p:spPr>
        </p:pic>
        <p:pic>
          <p:nvPicPr>
            <p:cNvPr id="48" name="object 48"/>
            <p:cNvPicPr/>
            <p:nvPr/>
          </p:nvPicPr>
          <p:blipFill>
            <a:blip r:embed="rId5" cstate="print"/>
            <a:stretch>
              <a:fillRect/>
            </a:stretch>
          </p:blipFill>
          <p:spPr>
            <a:xfrm>
              <a:off x="7162800" y="1776984"/>
              <a:ext cx="670559" cy="685800"/>
            </a:xfrm>
            <a:prstGeom prst="rect">
              <a:avLst/>
            </a:prstGeom>
          </p:spPr>
        </p:pic>
        <p:pic>
          <p:nvPicPr>
            <p:cNvPr id="49" name="object 49"/>
            <p:cNvPicPr/>
            <p:nvPr/>
          </p:nvPicPr>
          <p:blipFill>
            <a:blip r:embed="rId6" cstate="print"/>
            <a:stretch>
              <a:fillRect/>
            </a:stretch>
          </p:blipFill>
          <p:spPr>
            <a:xfrm>
              <a:off x="7977773" y="2004347"/>
              <a:ext cx="612565" cy="248112"/>
            </a:xfrm>
            <a:prstGeom prst="rect">
              <a:avLst/>
            </a:prstGeom>
          </p:spPr>
        </p:pic>
        <p:pic>
          <p:nvPicPr>
            <p:cNvPr id="50" name="object 50"/>
            <p:cNvPicPr/>
            <p:nvPr/>
          </p:nvPicPr>
          <p:blipFill>
            <a:blip r:embed="rId7" cstate="print"/>
            <a:stretch>
              <a:fillRect/>
            </a:stretch>
          </p:blipFill>
          <p:spPr>
            <a:xfrm>
              <a:off x="7682509" y="2128266"/>
              <a:ext cx="412419" cy="749738"/>
            </a:xfrm>
            <a:prstGeom prst="rect">
              <a:avLst/>
            </a:prstGeom>
          </p:spPr>
        </p:pic>
      </p:grpSp>
      <p:sp>
        <p:nvSpPr>
          <p:cNvPr id="51" name="object 51"/>
          <p:cNvSpPr txBox="1"/>
          <p:nvPr/>
        </p:nvSpPr>
        <p:spPr>
          <a:xfrm>
            <a:off x="7798386" y="1432052"/>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52" name="object 52"/>
          <p:cNvSpPr txBox="1"/>
          <p:nvPr/>
        </p:nvSpPr>
        <p:spPr>
          <a:xfrm>
            <a:off x="7642216" y="2879852"/>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53" name="object 53"/>
          <p:cNvSpPr txBox="1"/>
          <p:nvPr/>
        </p:nvSpPr>
        <p:spPr>
          <a:xfrm>
            <a:off x="6842070" y="1870964"/>
            <a:ext cx="298450" cy="397510"/>
          </a:xfrm>
          <a:prstGeom prst="rect">
            <a:avLst/>
          </a:prstGeom>
        </p:spPr>
        <p:txBody>
          <a:bodyPr vert="horz" wrap="square" lIns="0" tIns="6350" rIns="0" bIns="0" rtlCol="0">
            <a:spAutoFit/>
          </a:bodyPr>
          <a:lstStyle/>
          <a:p>
            <a:pPr marL="14604" marR="5080" indent="-2540">
              <a:lnSpc>
                <a:spcPct val="103299"/>
              </a:lnSpc>
              <a:spcBef>
                <a:spcPts val="50"/>
              </a:spcBef>
            </a:pPr>
            <a:r>
              <a:rPr sz="1200" b="1" i="1" spc="-35" dirty="0">
                <a:solidFill>
                  <a:srgbClr val="00B050"/>
                </a:solidFill>
                <a:latin typeface="Corbel"/>
                <a:cs typeface="Corbel"/>
              </a:rPr>
              <a:t>Yaw </a:t>
            </a:r>
            <a:r>
              <a:rPr sz="1200" b="1" i="1" spc="-20" dirty="0">
                <a:solidFill>
                  <a:srgbClr val="00B050"/>
                </a:solidFill>
                <a:latin typeface="Corbel"/>
                <a:cs typeface="Corbel"/>
              </a:rPr>
              <a:t>Left</a:t>
            </a:r>
            <a:endParaRPr sz="1200">
              <a:latin typeface="Corbel"/>
              <a:cs typeface="Corbel"/>
            </a:endParaRPr>
          </a:p>
        </p:txBody>
      </p:sp>
      <p:sp>
        <p:nvSpPr>
          <p:cNvPr id="54" name="object 54"/>
          <p:cNvSpPr txBox="1"/>
          <p:nvPr/>
        </p:nvSpPr>
        <p:spPr>
          <a:xfrm>
            <a:off x="8600813" y="1901444"/>
            <a:ext cx="373380" cy="397510"/>
          </a:xfrm>
          <a:prstGeom prst="rect">
            <a:avLst/>
          </a:prstGeom>
        </p:spPr>
        <p:txBody>
          <a:bodyPr vert="horz" wrap="square" lIns="0" tIns="6350" rIns="0" bIns="0" rtlCol="0">
            <a:spAutoFit/>
          </a:bodyPr>
          <a:lstStyle/>
          <a:p>
            <a:pPr marL="12700" marR="5080" indent="37465">
              <a:lnSpc>
                <a:spcPct val="103299"/>
              </a:lnSpc>
              <a:spcBef>
                <a:spcPts val="50"/>
              </a:spcBef>
            </a:pPr>
            <a:r>
              <a:rPr sz="1200" b="1" i="1" spc="-25" dirty="0">
                <a:solidFill>
                  <a:srgbClr val="00B050"/>
                </a:solidFill>
                <a:latin typeface="Corbel"/>
                <a:cs typeface="Corbel"/>
              </a:rPr>
              <a:t>Yaw </a:t>
            </a:r>
            <a:r>
              <a:rPr sz="1200" b="1" i="1" spc="-10" dirty="0">
                <a:solidFill>
                  <a:srgbClr val="00B050"/>
                </a:solidFill>
                <a:latin typeface="Corbel"/>
                <a:cs typeface="Corbel"/>
              </a:rPr>
              <a:t>Right</a:t>
            </a:r>
            <a:endParaRPr sz="1200">
              <a:latin typeface="Corbel"/>
              <a:cs typeface="Corbel"/>
            </a:endParaRPr>
          </a:p>
        </p:txBody>
      </p:sp>
      <p:grpSp>
        <p:nvGrpSpPr>
          <p:cNvPr id="55" name="object 55"/>
          <p:cNvGrpSpPr/>
          <p:nvPr/>
        </p:nvGrpSpPr>
        <p:grpSpPr>
          <a:xfrm>
            <a:off x="9730470" y="1220716"/>
            <a:ext cx="1507490" cy="1782445"/>
            <a:chOff x="9730470" y="1220716"/>
            <a:chExt cx="1507490" cy="1782445"/>
          </a:xfrm>
        </p:grpSpPr>
        <p:pic>
          <p:nvPicPr>
            <p:cNvPr id="56" name="object 56"/>
            <p:cNvPicPr/>
            <p:nvPr/>
          </p:nvPicPr>
          <p:blipFill>
            <a:blip r:embed="rId3" cstate="print"/>
            <a:stretch>
              <a:fillRect/>
            </a:stretch>
          </p:blipFill>
          <p:spPr>
            <a:xfrm>
              <a:off x="9730470" y="1220716"/>
              <a:ext cx="1200054" cy="1782067"/>
            </a:xfrm>
            <a:prstGeom prst="rect">
              <a:avLst/>
            </a:prstGeom>
          </p:spPr>
        </p:pic>
        <p:pic>
          <p:nvPicPr>
            <p:cNvPr id="57" name="object 57"/>
            <p:cNvPicPr/>
            <p:nvPr/>
          </p:nvPicPr>
          <p:blipFill>
            <a:blip r:embed="rId8" cstate="print"/>
            <a:stretch>
              <a:fillRect/>
            </a:stretch>
          </p:blipFill>
          <p:spPr>
            <a:xfrm>
              <a:off x="10409620" y="1639444"/>
              <a:ext cx="262769" cy="414411"/>
            </a:xfrm>
            <a:prstGeom prst="rect">
              <a:avLst/>
            </a:prstGeom>
          </p:spPr>
        </p:pic>
        <p:pic>
          <p:nvPicPr>
            <p:cNvPr id="58" name="object 58"/>
            <p:cNvPicPr/>
            <p:nvPr/>
          </p:nvPicPr>
          <p:blipFill>
            <a:blip r:embed="rId14" cstate="print"/>
            <a:stretch>
              <a:fillRect/>
            </a:stretch>
          </p:blipFill>
          <p:spPr>
            <a:xfrm>
              <a:off x="9790176" y="1828800"/>
              <a:ext cx="685800" cy="670560"/>
            </a:xfrm>
            <a:prstGeom prst="rect">
              <a:avLst/>
            </a:prstGeom>
          </p:spPr>
        </p:pic>
        <p:pic>
          <p:nvPicPr>
            <p:cNvPr id="59" name="object 59"/>
            <p:cNvPicPr/>
            <p:nvPr/>
          </p:nvPicPr>
          <p:blipFill>
            <a:blip r:embed="rId10" cstate="print"/>
            <a:stretch>
              <a:fillRect/>
            </a:stretch>
          </p:blipFill>
          <p:spPr>
            <a:xfrm>
              <a:off x="10623397" y="2041440"/>
              <a:ext cx="614252" cy="244374"/>
            </a:xfrm>
            <a:prstGeom prst="rect">
              <a:avLst/>
            </a:prstGeom>
          </p:spPr>
        </p:pic>
        <p:pic>
          <p:nvPicPr>
            <p:cNvPr id="60" name="object 60"/>
            <p:cNvPicPr/>
            <p:nvPr/>
          </p:nvPicPr>
          <p:blipFill>
            <a:blip r:embed="rId11" cstate="print"/>
            <a:stretch>
              <a:fillRect/>
            </a:stretch>
          </p:blipFill>
          <p:spPr>
            <a:xfrm>
              <a:off x="10366078" y="2165443"/>
              <a:ext cx="385837" cy="745834"/>
            </a:xfrm>
            <a:prstGeom prst="rect">
              <a:avLst/>
            </a:prstGeom>
          </p:spPr>
        </p:pic>
      </p:grpSp>
      <p:sp>
        <p:nvSpPr>
          <p:cNvPr id="61" name="object 61"/>
          <p:cNvSpPr txBox="1"/>
          <p:nvPr/>
        </p:nvSpPr>
        <p:spPr>
          <a:xfrm>
            <a:off x="10261699" y="1456435"/>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62" name="object 62"/>
          <p:cNvSpPr txBox="1"/>
          <p:nvPr/>
        </p:nvSpPr>
        <p:spPr>
          <a:xfrm>
            <a:off x="10261699" y="2876803"/>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63" name="object 63"/>
          <p:cNvSpPr txBox="1"/>
          <p:nvPr/>
        </p:nvSpPr>
        <p:spPr>
          <a:xfrm>
            <a:off x="9523308" y="1925828"/>
            <a:ext cx="294005" cy="400685"/>
          </a:xfrm>
          <a:prstGeom prst="rect">
            <a:avLst/>
          </a:prstGeom>
        </p:spPr>
        <p:txBody>
          <a:bodyPr vert="horz" wrap="square" lIns="0" tIns="3175" rIns="0" bIns="0" rtlCol="0">
            <a:spAutoFit/>
          </a:bodyPr>
          <a:lstStyle/>
          <a:p>
            <a:pPr marL="12700" marR="5080" indent="8255">
              <a:lnSpc>
                <a:spcPct val="105000"/>
              </a:lnSpc>
              <a:spcBef>
                <a:spcPts val="25"/>
              </a:spcBef>
            </a:pPr>
            <a:r>
              <a:rPr sz="1200" b="1" i="1" spc="-20" dirty="0">
                <a:solidFill>
                  <a:srgbClr val="7030A0"/>
                </a:solidFill>
                <a:latin typeface="Corbel"/>
                <a:cs typeface="Corbel"/>
              </a:rPr>
              <a:t>Roll Left</a:t>
            </a:r>
            <a:endParaRPr sz="1200">
              <a:latin typeface="Corbel"/>
              <a:cs typeface="Corbel"/>
            </a:endParaRPr>
          </a:p>
        </p:txBody>
      </p:sp>
      <p:sp>
        <p:nvSpPr>
          <p:cNvPr id="64" name="object 64"/>
          <p:cNvSpPr txBox="1"/>
          <p:nvPr/>
        </p:nvSpPr>
        <p:spPr>
          <a:xfrm>
            <a:off x="11251253" y="1953259"/>
            <a:ext cx="373380" cy="397510"/>
          </a:xfrm>
          <a:prstGeom prst="rect">
            <a:avLst/>
          </a:prstGeom>
        </p:spPr>
        <p:txBody>
          <a:bodyPr vert="horz" wrap="square" lIns="0" tIns="6350" rIns="0" bIns="0" rtlCol="0">
            <a:spAutoFit/>
          </a:bodyPr>
          <a:lstStyle/>
          <a:p>
            <a:pPr marL="12700" marR="5080" indent="48260">
              <a:lnSpc>
                <a:spcPct val="103299"/>
              </a:lnSpc>
              <a:spcBef>
                <a:spcPts val="50"/>
              </a:spcBef>
            </a:pPr>
            <a:r>
              <a:rPr sz="1200" b="1" i="1" spc="-20" dirty="0">
                <a:solidFill>
                  <a:srgbClr val="7030A0"/>
                </a:solidFill>
                <a:latin typeface="Corbel"/>
                <a:cs typeface="Corbel"/>
              </a:rPr>
              <a:t>Roll </a:t>
            </a:r>
            <a:r>
              <a:rPr sz="1200" b="1" i="1" spc="-10" dirty="0">
                <a:solidFill>
                  <a:srgbClr val="7030A0"/>
                </a:solidFill>
                <a:latin typeface="Corbel"/>
                <a:cs typeface="Corbel"/>
              </a:rPr>
              <a:t>Right</a:t>
            </a:r>
            <a:endParaRPr sz="1200">
              <a:latin typeface="Corbel"/>
              <a:cs typeface="Corbel"/>
            </a:endParaRPr>
          </a:p>
        </p:txBody>
      </p:sp>
      <p:sp>
        <p:nvSpPr>
          <p:cNvPr id="65" name="object 65"/>
          <p:cNvSpPr txBox="1"/>
          <p:nvPr/>
        </p:nvSpPr>
        <p:spPr>
          <a:xfrm>
            <a:off x="7069720" y="3472179"/>
            <a:ext cx="67246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Mode</a:t>
            </a:r>
            <a:r>
              <a:rPr sz="1600" b="1" spc="-45" dirty="0">
                <a:latin typeface="Corbel"/>
                <a:cs typeface="Corbel"/>
              </a:rPr>
              <a:t> </a:t>
            </a:r>
            <a:r>
              <a:rPr sz="1600" b="1" spc="-50" dirty="0">
                <a:latin typeface="Corbel"/>
                <a:cs typeface="Corbel"/>
              </a:rPr>
              <a:t>4</a:t>
            </a:r>
            <a:endParaRPr sz="1600">
              <a:latin typeface="Corbel"/>
              <a:cs typeface="Corbel"/>
            </a:endParaRPr>
          </a:p>
        </p:txBody>
      </p:sp>
      <p:grpSp>
        <p:nvGrpSpPr>
          <p:cNvPr id="66" name="object 66"/>
          <p:cNvGrpSpPr/>
          <p:nvPr/>
        </p:nvGrpSpPr>
        <p:grpSpPr>
          <a:xfrm>
            <a:off x="7162800" y="3927532"/>
            <a:ext cx="1624965" cy="1782445"/>
            <a:chOff x="7162800" y="3927532"/>
            <a:chExt cx="1624965" cy="1782445"/>
          </a:xfrm>
        </p:grpSpPr>
        <p:pic>
          <p:nvPicPr>
            <p:cNvPr id="67" name="object 67"/>
            <p:cNvPicPr/>
            <p:nvPr/>
          </p:nvPicPr>
          <p:blipFill>
            <a:blip r:embed="rId3" cstate="print"/>
            <a:stretch>
              <a:fillRect/>
            </a:stretch>
          </p:blipFill>
          <p:spPr>
            <a:xfrm>
              <a:off x="7587290" y="3927532"/>
              <a:ext cx="1200055" cy="1782067"/>
            </a:xfrm>
            <a:prstGeom prst="rect">
              <a:avLst/>
            </a:prstGeom>
          </p:spPr>
        </p:pic>
        <p:pic>
          <p:nvPicPr>
            <p:cNvPr id="68" name="object 68"/>
            <p:cNvPicPr/>
            <p:nvPr/>
          </p:nvPicPr>
          <p:blipFill>
            <a:blip r:embed="rId4" cstate="print"/>
            <a:stretch>
              <a:fillRect/>
            </a:stretch>
          </p:blipFill>
          <p:spPr>
            <a:xfrm>
              <a:off x="7821603" y="4346510"/>
              <a:ext cx="244536" cy="423489"/>
            </a:xfrm>
            <a:prstGeom prst="rect">
              <a:avLst/>
            </a:prstGeom>
          </p:spPr>
        </p:pic>
        <p:pic>
          <p:nvPicPr>
            <p:cNvPr id="69" name="object 69"/>
            <p:cNvPicPr/>
            <p:nvPr/>
          </p:nvPicPr>
          <p:blipFill>
            <a:blip r:embed="rId5" cstate="print"/>
            <a:stretch>
              <a:fillRect/>
            </a:stretch>
          </p:blipFill>
          <p:spPr>
            <a:xfrm>
              <a:off x="7162800" y="4520184"/>
              <a:ext cx="670559" cy="685800"/>
            </a:xfrm>
            <a:prstGeom prst="rect">
              <a:avLst/>
            </a:prstGeom>
          </p:spPr>
        </p:pic>
        <p:pic>
          <p:nvPicPr>
            <p:cNvPr id="70" name="object 70"/>
            <p:cNvPicPr/>
            <p:nvPr/>
          </p:nvPicPr>
          <p:blipFill>
            <a:blip r:embed="rId6" cstate="print"/>
            <a:stretch>
              <a:fillRect/>
            </a:stretch>
          </p:blipFill>
          <p:spPr>
            <a:xfrm>
              <a:off x="7977773" y="4745253"/>
              <a:ext cx="612565" cy="248112"/>
            </a:xfrm>
            <a:prstGeom prst="rect">
              <a:avLst/>
            </a:prstGeom>
          </p:spPr>
        </p:pic>
        <p:pic>
          <p:nvPicPr>
            <p:cNvPr id="71" name="object 71"/>
            <p:cNvPicPr/>
            <p:nvPr/>
          </p:nvPicPr>
          <p:blipFill>
            <a:blip r:embed="rId7" cstate="print"/>
            <a:stretch>
              <a:fillRect/>
            </a:stretch>
          </p:blipFill>
          <p:spPr>
            <a:xfrm>
              <a:off x="7682509" y="4869172"/>
              <a:ext cx="412419" cy="749738"/>
            </a:xfrm>
            <a:prstGeom prst="rect">
              <a:avLst/>
            </a:prstGeom>
          </p:spPr>
        </p:pic>
      </p:grpSp>
      <p:sp>
        <p:nvSpPr>
          <p:cNvPr id="72" name="object 72"/>
          <p:cNvSpPr txBox="1"/>
          <p:nvPr/>
        </p:nvSpPr>
        <p:spPr>
          <a:xfrm>
            <a:off x="7700755" y="4172204"/>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73" name="object 73"/>
          <p:cNvSpPr txBox="1"/>
          <p:nvPr/>
        </p:nvSpPr>
        <p:spPr>
          <a:xfrm>
            <a:off x="7544585" y="5620003"/>
            <a:ext cx="55499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00B050"/>
                </a:solidFill>
                <a:latin typeface="Corbel"/>
                <a:cs typeface="Corbel"/>
              </a:rPr>
              <a:t>Throttle</a:t>
            </a:r>
            <a:endParaRPr sz="1200">
              <a:latin typeface="Corbel"/>
              <a:cs typeface="Corbel"/>
            </a:endParaRPr>
          </a:p>
        </p:txBody>
      </p:sp>
      <p:sp>
        <p:nvSpPr>
          <p:cNvPr id="74" name="object 74"/>
          <p:cNvSpPr txBox="1"/>
          <p:nvPr/>
        </p:nvSpPr>
        <p:spPr>
          <a:xfrm>
            <a:off x="6844293" y="4611116"/>
            <a:ext cx="294005" cy="400685"/>
          </a:xfrm>
          <a:prstGeom prst="rect">
            <a:avLst/>
          </a:prstGeom>
        </p:spPr>
        <p:txBody>
          <a:bodyPr vert="horz" wrap="square" lIns="0" tIns="3175" rIns="0" bIns="0" rtlCol="0">
            <a:spAutoFit/>
          </a:bodyPr>
          <a:lstStyle/>
          <a:p>
            <a:pPr marL="12700" marR="5080" indent="8255">
              <a:lnSpc>
                <a:spcPct val="105000"/>
              </a:lnSpc>
              <a:spcBef>
                <a:spcPts val="25"/>
              </a:spcBef>
            </a:pPr>
            <a:r>
              <a:rPr sz="1200" b="1" i="1" spc="-20" dirty="0">
                <a:solidFill>
                  <a:srgbClr val="7030A0"/>
                </a:solidFill>
                <a:latin typeface="Corbel"/>
                <a:cs typeface="Corbel"/>
              </a:rPr>
              <a:t>Roll Left</a:t>
            </a:r>
            <a:endParaRPr sz="1200">
              <a:latin typeface="Corbel"/>
              <a:cs typeface="Corbel"/>
            </a:endParaRPr>
          </a:p>
        </p:txBody>
      </p:sp>
      <p:sp>
        <p:nvSpPr>
          <p:cNvPr id="75" name="object 75"/>
          <p:cNvSpPr txBox="1"/>
          <p:nvPr/>
        </p:nvSpPr>
        <p:spPr>
          <a:xfrm>
            <a:off x="8600813" y="4632451"/>
            <a:ext cx="373380" cy="409575"/>
          </a:xfrm>
          <a:prstGeom prst="rect">
            <a:avLst/>
          </a:prstGeom>
        </p:spPr>
        <p:txBody>
          <a:bodyPr vert="horz" wrap="square" lIns="0" tIns="12700" rIns="0" bIns="0" rtlCol="0">
            <a:spAutoFit/>
          </a:bodyPr>
          <a:lstStyle/>
          <a:p>
            <a:pPr marL="12700" marR="5080" indent="48260">
              <a:lnSpc>
                <a:spcPct val="105000"/>
              </a:lnSpc>
              <a:spcBef>
                <a:spcPts val="100"/>
              </a:spcBef>
            </a:pPr>
            <a:r>
              <a:rPr sz="1200" b="1" i="1" spc="-20" dirty="0">
                <a:solidFill>
                  <a:srgbClr val="7030A0"/>
                </a:solidFill>
                <a:latin typeface="Corbel"/>
                <a:cs typeface="Corbel"/>
              </a:rPr>
              <a:t>Roll </a:t>
            </a:r>
            <a:r>
              <a:rPr sz="1200" b="1" i="1" spc="-10" dirty="0">
                <a:solidFill>
                  <a:srgbClr val="7030A0"/>
                </a:solidFill>
                <a:latin typeface="Corbel"/>
                <a:cs typeface="Corbel"/>
              </a:rPr>
              <a:t>Right</a:t>
            </a:r>
            <a:endParaRPr sz="1200">
              <a:latin typeface="Corbel"/>
              <a:cs typeface="Corbel"/>
            </a:endParaRPr>
          </a:p>
        </p:txBody>
      </p:sp>
      <p:grpSp>
        <p:nvGrpSpPr>
          <p:cNvPr id="76" name="object 76"/>
          <p:cNvGrpSpPr/>
          <p:nvPr/>
        </p:nvGrpSpPr>
        <p:grpSpPr>
          <a:xfrm>
            <a:off x="9730470" y="3961624"/>
            <a:ext cx="1507490" cy="1782445"/>
            <a:chOff x="9730470" y="3961624"/>
            <a:chExt cx="1507490" cy="1782445"/>
          </a:xfrm>
        </p:grpSpPr>
        <p:pic>
          <p:nvPicPr>
            <p:cNvPr id="77" name="object 77"/>
            <p:cNvPicPr/>
            <p:nvPr/>
          </p:nvPicPr>
          <p:blipFill>
            <a:blip r:embed="rId3" cstate="print"/>
            <a:stretch>
              <a:fillRect/>
            </a:stretch>
          </p:blipFill>
          <p:spPr>
            <a:xfrm>
              <a:off x="9730470" y="3961624"/>
              <a:ext cx="1200054" cy="1782066"/>
            </a:xfrm>
            <a:prstGeom prst="rect">
              <a:avLst/>
            </a:prstGeom>
          </p:spPr>
        </p:pic>
        <p:pic>
          <p:nvPicPr>
            <p:cNvPr id="78" name="object 78"/>
            <p:cNvPicPr/>
            <p:nvPr/>
          </p:nvPicPr>
          <p:blipFill>
            <a:blip r:embed="rId8" cstate="print"/>
            <a:stretch>
              <a:fillRect/>
            </a:stretch>
          </p:blipFill>
          <p:spPr>
            <a:xfrm>
              <a:off x="10409620" y="4380351"/>
              <a:ext cx="262769" cy="414409"/>
            </a:xfrm>
            <a:prstGeom prst="rect">
              <a:avLst/>
            </a:prstGeom>
          </p:spPr>
        </p:pic>
        <p:pic>
          <p:nvPicPr>
            <p:cNvPr id="79" name="object 79"/>
            <p:cNvPicPr/>
            <p:nvPr/>
          </p:nvPicPr>
          <p:blipFill>
            <a:blip r:embed="rId14" cstate="print"/>
            <a:stretch>
              <a:fillRect/>
            </a:stretch>
          </p:blipFill>
          <p:spPr>
            <a:xfrm>
              <a:off x="9790176" y="4571999"/>
              <a:ext cx="685800" cy="670560"/>
            </a:xfrm>
            <a:prstGeom prst="rect">
              <a:avLst/>
            </a:prstGeom>
          </p:spPr>
        </p:pic>
        <p:pic>
          <p:nvPicPr>
            <p:cNvPr id="80" name="object 80"/>
            <p:cNvPicPr/>
            <p:nvPr/>
          </p:nvPicPr>
          <p:blipFill>
            <a:blip r:embed="rId10" cstate="print"/>
            <a:stretch>
              <a:fillRect/>
            </a:stretch>
          </p:blipFill>
          <p:spPr>
            <a:xfrm>
              <a:off x="10623397" y="4782348"/>
              <a:ext cx="614252" cy="244374"/>
            </a:xfrm>
            <a:prstGeom prst="rect">
              <a:avLst/>
            </a:prstGeom>
          </p:spPr>
        </p:pic>
        <p:pic>
          <p:nvPicPr>
            <p:cNvPr id="81" name="object 81"/>
            <p:cNvPicPr/>
            <p:nvPr/>
          </p:nvPicPr>
          <p:blipFill>
            <a:blip r:embed="rId11" cstate="print"/>
            <a:stretch>
              <a:fillRect/>
            </a:stretch>
          </p:blipFill>
          <p:spPr>
            <a:xfrm>
              <a:off x="10366078" y="4906350"/>
              <a:ext cx="385837" cy="745834"/>
            </a:xfrm>
            <a:prstGeom prst="rect">
              <a:avLst/>
            </a:prstGeom>
          </p:spPr>
        </p:pic>
      </p:grpSp>
      <p:sp>
        <p:nvSpPr>
          <p:cNvPr id="82" name="object 82"/>
          <p:cNvSpPr txBox="1"/>
          <p:nvPr/>
        </p:nvSpPr>
        <p:spPr>
          <a:xfrm>
            <a:off x="10359331" y="4196588"/>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83" name="object 83"/>
          <p:cNvSpPr txBox="1"/>
          <p:nvPr/>
        </p:nvSpPr>
        <p:spPr>
          <a:xfrm>
            <a:off x="10359331" y="5620003"/>
            <a:ext cx="359410" cy="208279"/>
          </a:xfrm>
          <a:prstGeom prst="rect">
            <a:avLst/>
          </a:prstGeom>
        </p:spPr>
        <p:txBody>
          <a:bodyPr vert="horz" wrap="square" lIns="0" tIns="12700" rIns="0" bIns="0" rtlCol="0">
            <a:spAutoFit/>
          </a:bodyPr>
          <a:lstStyle/>
          <a:p>
            <a:pPr marL="12700">
              <a:lnSpc>
                <a:spcPct val="100000"/>
              </a:lnSpc>
              <a:spcBef>
                <a:spcPts val="100"/>
              </a:spcBef>
            </a:pPr>
            <a:r>
              <a:rPr sz="1200" b="1" i="1" spc="-10" dirty="0">
                <a:solidFill>
                  <a:srgbClr val="7030A0"/>
                </a:solidFill>
                <a:latin typeface="Corbel"/>
                <a:cs typeface="Corbel"/>
              </a:rPr>
              <a:t>Pitch</a:t>
            </a:r>
            <a:endParaRPr sz="1200">
              <a:latin typeface="Corbel"/>
              <a:cs typeface="Corbel"/>
            </a:endParaRPr>
          </a:p>
        </p:txBody>
      </p:sp>
      <p:sp>
        <p:nvSpPr>
          <p:cNvPr id="84" name="object 84"/>
          <p:cNvSpPr txBox="1"/>
          <p:nvPr/>
        </p:nvSpPr>
        <p:spPr>
          <a:xfrm>
            <a:off x="9521085" y="4656835"/>
            <a:ext cx="298450" cy="409575"/>
          </a:xfrm>
          <a:prstGeom prst="rect">
            <a:avLst/>
          </a:prstGeom>
        </p:spPr>
        <p:txBody>
          <a:bodyPr vert="horz" wrap="square" lIns="0" tIns="12700" rIns="0" bIns="0" rtlCol="0">
            <a:spAutoFit/>
          </a:bodyPr>
          <a:lstStyle/>
          <a:p>
            <a:pPr marL="14604" marR="5080" indent="-2540">
              <a:lnSpc>
                <a:spcPct val="105000"/>
              </a:lnSpc>
              <a:spcBef>
                <a:spcPts val="100"/>
              </a:spcBef>
            </a:pPr>
            <a:r>
              <a:rPr sz="1200" b="1" i="1" spc="-35" dirty="0">
                <a:solidFill>
                  <a:srgbClr val="00B050"/>
                </a:solidFill>
                <a:latin typeface="Corbel"/>
                <a:cs typeface="Corbel"/>
              </a:rPr>
              <a:t>Yaw </a:t>
            </a:r>
            <a:r>
              <a:rPr sz="1200" b="1" i="1" spc="-20" dirty="0">
                <a:solidFill>
                  <a:srgbClr val="00B050"/>
                </a:solidFill>
                <a:latin typeface="Corbel"/>
                <a:cs typeface="Corbel"/>
              </a:rPr>
              <a:t>Left</a:t>
            </a:r>
            <a:endParaRPr sz="1200">
              <a:latin typeface="Corbel"/>
              <a:cs typeface="Corbel"/>
            </a:endParaRPr>
          </a:p>
        </p:txBody>
      </p:sp>
      <p:sp>
        <p:nvSpPr>
          <p:cNvPr id="85" name="object 85"/>
          <p:cNvSpPr txBox="1"/>
          <p:nvPr/>
        </p:nvSpPr>
        <p:spPr>
          <a:xfrm>
            <a:off x="11251253" y="4653788"/>
            <a:ext cx="373380" cy="400685"/>
          </a:xfrm>
          <a:prstGeom prst="rect">
            <a:avLst/>
          </a:prstGeom>
        </p:spPr>
        <p:txBody>
          <a:bodyPr vert="horz" wrap="square" lIns="0" tIns="3175" rIns="0" bIns="0" rtlCol="0">
            <a:spAutoFit/>
          </a:bodyPr>
          <a:lstStyle/>
          <a:p>
            <a:pPr marL="12700" marR="5080" indent="37465">
              <a:lnSpc>
                <a:spcPct val="105000"/>
              </a:lnSpc>
              <a:spcBef>
                <a:spcPts val="25"/>
              </a:spcBef>
            </a:pPr>
            <a:r>
              <a:rPr sz="1200" b="1" i="1" spc="-25" dirty="0">
                <a:solidFill>
                  <a:srgbClr val="00B050"/>
                </a:solidFill>
                <a:latin typeface="Corbel"/>
                <a:cs typeface="Corbel"/>
              </a:rPr>
              <a:t>Yaw </a:t>
            </a:r>
            <a:r>
              <a:rPr sz="1200" b="1" i="1" spc="-10" dirty="0">
                <a:solidFill>
                  <a:srgbClr val="00B050"/>
                </a:solidFill>
                <a:latin typeface="Corbel"/>
                <a:cs typeface="Corbel"/>
              </a:rPr>
              <a:t>Right</a:t>
            </a:r>
            <a:endParaRPr sz="1200">
              <a:latin typeface="Corbel"/>
              <a:cs typeface="Corbel"/>
            </a:endParaRPr>
          </a:p>
        </p:txBody>
      </p:sp>
      <p:sp>
        <p:nvSpPr>
          <p:cNvPr id="86" name="object 86"/>
          <p:cNvSpPr/>
          <p:nvPr/>
        </p:nvSpPr>
        <p:spPr>
          <a:xfrm>
            <a:off x="1564029" y="3469837"/>
            <a:ext cx="4968875" cy="2623185"/>
          </a:xfrm>
          <a:custGeom>
            <a:avLst/>
            <a:gdLst/>
            <a:ahLst/>
            <a:cxnLst/>
            <a:rect l="l" t="t" r="r" b="b"/>
            <a:pathLst>
              <a:path w="4968875" h="2623185">
                <a:moveTo>
                  <a:pt x="0" y="230518"/>
                </a:moveTo>
                <a:lnTo>
                  <a:pt x="4683" y="184060"/>
                </a:lnTo>
                <a:lnTo>
                  <a:pt x="18115" y="140790"/>
                </a:lnTo>
                <a:lnTo>
                  <a:pt x="39368" y="101633"/>
                </a:lnTo>
                <a:lnTo>
                  <a:pt x="67517" y="67517"/>
                </a:lnTo>
                <a:lnTo>
                  <a:pt x="101633" y="39368"/>
                </a:lnTo>
                <a:lnTo>
                  <a:pt x="140790" y="18115"/>
                </a:lnTo>
                <a:lnTo>
                  <a:pt x="184060" y="4683"/>
                </a:lnTo>
                <a:lnTo>
                  <a:pt x="230518" y="0"/>
                </a:lnTo>
                <a:lnTo>
                  <a:pt x="4737920" y="0"/>
                </a:lnTo>
                <a:lnTo>
                  <a:pt x="4784377" y="4683"/>
                </a:lnTo>
                <a:lnTo>
                  <a:pt x="4827647" y="18115"/>
                </a:lnTo>
                <a:lnTo>
                  <a:pt x="4866804" y="39368"/>
                </a:lnTo>
                <a:lnTo>
                  <a:pt x="4900920" y="67517"/>
                </a:lnTo>
                <a:lnTo>
                  <a:pt x="4929069" y="101633"/>
                </a:lnTo>
                <a:lnTo>
                  <a:pt x="4950322" y="140790"/>
                </a:lnTo>
                <a:lnTo>
                  <a:pt x="4963754" y="184060"/>
                </a:lnTo>
                <a:lnTo>
                  <a:pt x="4968438" y="230518"/>
                </a:lnTo>
                <a:lnTo>
                  <a:pt x="4968438" y="2392284"/>
                </a:lnTo>
                <a:lnTo>
                  <a:pt x="4963754" y="2438741"/>
                </a:lnTo>
                <a:lnTo>
                  <a:pt x="4950322" y="2482011"/>
                </a:lnTo>
                <a:lnTo>
                  <a:pt x="4929069" y="2521168"/>
                </a:lnTo>
                <a:lnTo>
                  <a:pt x="4900920" y="2555284"/>
                </a:lnTo>
                <a:lnTo>
                  <a:pt x="4866804" y="2583433"/>
                </a:lnTo>
                <a:lnTo>
                  <a:pt x="4827647" y="2604686"/>
                </a:lnTo>
                <a:lnTo>
                  <a:pt x="4784377" y="2618118"/>
                </a:lnTo>
                <a:lnTo>
                  <a:pt x="4737920" y="2622802"/>
                </a:lnTo>
                <a:lnTo>
                  <a:pt x="230518" y="2622802"/>
                </a:lnTo>
                <a:lnTo>
                  <a:pt x="184060" y="2618118"/>
                </a:lnTo>
                <a:lnTo>
                  <a:pt x="140790" y="2604686"/>
                </a:lnTo>
                <a:lnTo>
                  <a:pt x="101633" y="2583433"/>
                </a:lnTo>
                <a:lnTo>
                  <a:pt x="67517" y="2555284"/>
                </a:lnTo>
                <a:lnTo>
                  <a:pt x="39368" y="2521168"/>
                </a:lnTo>
                <a:lnTo>
                  <a:pt x="18115" y="2482011"/>
                </a:lnTo>
                <a:lnTo>
                  <a:pt x="4683" y="2438741"/>
                </a:lnTo>
                <a:lnTo>
                  <a:pt x="0" y="2392284"/>
                </a:lnTo>
                <a:lnTo>
                  <a:pt x="0" y="230518"/>
                </a:lnTo>
                <a:close/>
              </a:path>
            </a:pathLst>
          </a:custGeom>
          <a:ln w="50800">
            <a:solidFill>
              <a:srgbClr val="FF0000"/>
            </a:solidFill>
          </a:ln>
        </p:spPr>
        <p:txBody>
          <a:bodyPr wrap="square" lIns="0" tIns="0" rIns="0" bIns="0" rtlCol="0"/>
          <a:lstStyle/>
          <a:p>
            <a:endParaRPr/>
          </a:p>
        </p:txBody>
      </p:sp>
      <p:sp>
        <p:nvSpPr>
          <p:cNvPr id="87" name="object 87"/>
          <p:cNvSpPr/>
          <p:nvPr/>
        </p:nvSpPr>
        <p:spPr>
          <a:xfrm>
            <a:off x="1564029" y="714095"/>
            <a:ext cx="4968875" cy="2623185"/>
          </a:xfrm>
          <a:custGeom>
            <a:avLst/>
            <a:gdLst/>
            <a:ahLst/>
            <a:cxnLst/>
            <a:rect l="l" t="t" r="r" b="b"/>
            <a:pathLst>
              <a:path w="4968875" h="2623185">
                <a:moveTo>
                  <a:pt x="0" y="230518"/>
                </a:moveTo>
                <a:lnTo>
                  <a:pt x="4683" y="184060"/>
                </a:lnTo>
                <a:lnTo>
                  <a:pt x="18115" y="140790"/>
                </a:lnTo>
                <a:lnTo>
                  <a:pt x="39368" y="101633"/>
                </a:lnTo>
                <a:lnTo>
                  <a:pt x="67517" y="67517"/>
                </a:lnTo>
                <a:lnTo>
                  <a:pt x="101633" y="39368"/>
                </a:lnTo>
                <a:lnTo>
                  <a:pt x="140790" y="18115"/>
                </a:lnTo>
                <a:lnTo>
                  <a:pt x="184060" y="4683"/>
                </a:lnTo>
                <a:lnTo>
                  <a:pt x="230518" y="0"/>
                </a:lnTo>
                <a:lnTo>
                  <a:pt x="4737920" y="0"/>
                </a:lnTo>
                <a:lnTo>
                  <a:pt x="4784377" y="4683"/>
                </a:lnTo>
                <a:lnTo>
                  <a:pt x="4827647" y="18115"/>
                </a:lnTo>
                <a:lnTo>
                  <a:pt x="4866804" y="39368"/>
                </a:lnTo>
                <a:lnTo>
                  <a:pt x="4900920" y="67517"/>
                </a:lnTo>
                <a:lnTo>
                  <a:pt x="4929069" y="101633"/>
                </a:lnTo>
                <a:lnTo>
                  <a:pt x="4950322" y="140790"/>
                </a:lnTo>
                <a:lnTo>
                  <a:pt x="4963754" y="184060"/>
                </a:lnTo>
                <a:lnTo>
                  <a:pt x="4968438" y="230518"/>
                </a:lnTo>
                <a:lnTo>
                  <a:pt x="4968438" y="2392284"/>
                </a:lnTo>
                <a:lnTo>
                  <a:pt x="4963754" y="2438741"/>
                </a:lnTo>
                <a:lnTo>
                  <a:pt x="4950322" y="2482011"/>
                </a:lnTo>
                <a:lnTo>
                  <a:pt x="4929069" y="2521168"/>
                </a:lnTo>
                <a:lnTo>
                  <a:pt x="4900920" y="2555284"/>
                </a:lnTo>
                <a:lnTo>
                  <a:pt x="4866804" y="2583433"/>
                </a:lnTo>
                <a:lnTo>
                  <a:pt x="4827647" y="2604686"/>
                </a:lnTo>
                <a:lnTo>
                  <a:pt x="4784377" y="2618118"/>
                </a:lnTo>
                <a:lnTo>
                  <a:pt x="4737920" y="2622802"/>
                </a:lnTo>
                <a:lnTo>
                  <a:pt x="230518" y="2622802"/>
                </a:lnTo>
                <a:lnTo>
                  <a:pt x="184060" y="2618118"/>
                </a:lnTo>
                <a:lnTo>
                  <a:pt x="140790" y="2604686"/>
                </a:lnTo>
                <a:lnTo>
                  <a:pt x="101633" y="2583433"/>
                </a:lnTo>
                <a:lnTo>
                  <a:pt x="67517" y="2555284"/>
                </a:lnTo>
                <a:lnTo>
                  <a:pt x="39368" y="2521168"/>
                </a:lnTo>
                <a:lnTo>
                  <a:pt x="18115" y="2482011"/>
                </a:lnTo>
                <a:lnTo>
                  <a:pt x="4683" y="2438741"/>
                </a:lnTo>
                <a:lnTo>
                  <a:pt x="0" y="2392284"/>
                </a:lnTo>
                <a:lnTo>
                  <a:pt x="0" y="230518"/>
                </a:lnTo>
                <a:close/>
              </a:path>
            </a:pathLst>
          </a:custGeom>
          <a:ln w="50800">
            <a:solidFill>
              <a:srgbClr val="FF0000"/>
            </a:solidFill>
          </a:ln>
        </p:spPr>
        <p:txBody>
          <a:bodyPr wrap="square" lIns="0" tIns="0" rIns="0" bIns="0" rtlCol="0"/>
          <a:lstStyle/>
          <a:p>
            <a:endParaRPr/>
          </a:p>
        </p:txBody>
      </p:sp>
      <p:sp>
        <p:nvSpPr>
          <p:cNvPr id="88" name="object 88"/>
          <p:cNvSpPr/>
          <p:nvPr/>
        </p:nvSpPr>
        <p:spPr>
          <a:xfrm>
            <a:off x="6771029" y="3469837"/>
            <a:ext cx="4968875" cy="2623185"/>
          </a:xfrm>
          <a:custGeom>
            <a:avLst/>
            <a:gdLst/>
            <a:ahLst/>
            <a:cxnLst/>
            <a:rect l="l" t="t" r="r" b="b"/>
            <a:pathLst>
              <a:path w="4968875" h="2623185">
                <a:moveTo>
                  <a:pt x="0" y="230518"/>
                </a:moveTo>
                <a:lnTo>
                  <a:pt x="4683" y="184060"/>
                </a:lnTo>
                <a:lnTo>
                  <a:pt x="18115" y="140790"/>
                </a:lnTo>
                <a:lnTo>
                  <a:pt x="39368" y="101633"/>
                </a:lnTo>
                <a:lnTo>
                  <a:pt x="67517" y="67517"/>
                </a:lnTo>
                <a:lnTo>
                  <a:pt x="101633" y="39368"/>
                </a:lnTo>
                <a:lnTo>
                  <a:pt x="140790" y="18115"/>
                </a:lnTo>
                <a:lnTo>
                  <a:pt x="184060" y="4683"/>
                </a:lnTo>
                <a:lnTo>
                  <a:pt x="230518" y="0"/>
                </a:lnTo>
                <a:lnTo>
                  <a:pt x="4737920" y="0"/>
                </a:lnTo>
                <a:lnTo>
                  <a:pt x="4784377" y="4683"/>
                </a:lnTo>
                <a:lnTo>
                  <a:pt x="4827647" y="18115"/>
                </a:lnTo>
                <a:lnTo>
                  <a:pt x="4866804" y="39368"/>
                </a:lnTo>
                <a:lnTo>
                  <a:pt x="4900920" y="67517"/>
                </a:lnTo>
                <a:lnTo>
                  <a:pt x="4929069" y="101633"/>
                </a:lnTo>
                <a:lnTo>
                  <a:pt x="4950322" y="140790"/>
                </a:lnTo>
                <a:lnTo>
                  <a:pt x="4963754" y="184060"/>
                </a:lnTo>
                <a:lnTo>
                  <a:pt x="4968438" y="230518"/>
                </a:lnTo>
                <a:lnTo>
                  <a:pt x="4968438" y="2392284"/>
                </a:lnTo>
                <a:lnTo>
                  <a:pt x="4963754" y="2438741"/>
                </a:lnTo>
                <a:lnTo>
                  <a:pt x="4950322" y="2482011"/>
                </a:lnTo>
                <a:lnTo>
                  <a:pt x="4929069" y="2521168"/>
                </a:lnTo>
                <a:lnTo>
                  <a:pt x="4900920" y="2555284"/>
                </a:lnTo>
                <a:lnTo>
                  <a:pt x="4866804" y="2583433"/>
                </a:lnTo>
                <a:lnTo>
                  <a:pt x="4827647" y="2604686"/>
                </a:lnTo>
                <a:lnTo>
                  <a:pt x="4784377" y="2618118"/>
                </a:lnTo>
                <a:lnTo>
                  <a:pt x="4737920" y="2622802"/>
                </a:lnTo>
                <a:lnTo>
                  <a:pt x="230518" y="2622802"/>
                </a:lnTo>
                <a:lnTo>
                  <a:pt x="184060" y="2618118"/>
                </a:lnTo>
                <a:lnTo>
                  <a:pt x="140790" y="2604686"/>
                </a:lnTo>
                <a:lnTo>
                  <a:pt x="101633" y="2583433"/>
                </a:lnTo>
                <a:lnTo>
                  <a:pt x="67517" y="2555284"/>
                </a:lnTo>
                <a:lnTo>
                  <a:pt x="39368" y="2521168"/>
                </a:lnTo>
                <a:lnTo>
                  <a:pt x="18115" y="2482011"/>
                </a:lnTo>
                <a:lnTo>
                  <a:pt x="4683" y="2438741"/>
                </a:lnTo>
                <a:lnTo>
                  <a:pt x="0" y="2392284"/>
                </a:lnTo>
                <a:lnTo>
                  <a:pt x="0" y="230518"/>
                </a:lnTo>
                <a:close/>
              </a:path>
            </a:pathLst>
          </a:custGeom>
          <a:ln w="50800">
            <a:solidFill>
              <a:srgbClr val="FF0000"/>
            </a:solidFill>
          </a:ln>
        </p:spPr>
        <p:txBody>
          <a:bodyPr wrap="square" lIns="0" tIns="0" rIns="0" bIns="0" rtlCol="0"/>
          <a:lstStyle/>
          <a:p>
            <a:endParaRPr/>
          </a:p>
        </p:txBody>
      </p:sp>
      <p:sp>
        <p:nvSpPr>
          <p:cNvPr id="89" name="object 89"/>
          <p:cNvSpPr/>
          <p:nvPr/>
        </p:nvSpPr>
        <p:spPr>
          <a:xfrm>
            <a:off x="6771029" y="714095"/>
            <a:ext cx="4968875" cy="2623185"/>
          </a:xfrm>
          <a:custGeom>
            <a:avLst/>
            <a:gdLst/>
            <a:ahLst/>
            <a:cxnLst/>
            <a:rect l="l" t="t" r="r" b="b"/>
            <a:pathLst>
              <a:path w="4968875" h="2623185">
                <a:moveTo>
                  <a:pt x="0" y="230518"/>
                </a:moveTo>
                <a:lnTo>
                  <a:pt x="4683" y="184060"/>
                </a:lnTo>
                <a:lnTo>
                  <a:pt x="18115" y="140790"/>
                </a:lnTo>
                <a:lnTo>
                  <a:pt x="39368" y="101633"/>
                </a:lnTo>
                <a:lnTo>
                  <a:pt x="67517" y="67517"/>
                </a:lnTo>
                <a:lnTo>
                  <a:pt x="101633" y="39368"/>
                </a:lnTo>
                <a:lnTo>
                  <a:pt x="140790" y="18115"/>
                </a:lnTo>
                <a:lnTo>
                  <a:pt x="184060" y="4683"/>
                </a:lnTo>
                <a:lnTo>
                  <a:pt x="230518" y="0"/>
                </a:lnTo>
                <a:lnTo>
                  <a:pt x="4737920" y="0"/>
                </a:lnTo>
                <a:lnTo>
                  <a:pt x="4784377" y="4683"/>
                </a:lnTo>
                <a:lnTo>
                  <a:pt x="4827647" y="18115"/>
                </a:lnTo>
                <a:lnTo>
                  <a:pt x="4866804" y="39368"/>
                </a:lnTo>
                <a:lnTo>
                  <a:pt x="4900920" y="67517"/>
                </a:lnTo>
                <a:lnTo>
                  <a:pt x="4929069" y="101633"/>
                </a:lnTo>
                <a:lnTo>
                  <a:pt x="4950322" y="140790"/>
                </a:lnTo>
                <a:lnTo>
                  <a:pt x="4963754" y="184060"/>
                </a:lnTo>
                <a:lnTo>
                  <a:pt x="4968438" y="230518"/>
                </a:lnTo>
                <a:lnTo>
                  <a:pt x="4968438" y="2392284"/>
                </a:lnTo>
                <a:lnTo>
                  <a:pt x="4963754" y="2438741"/>
                </a:lnTo>
                <a:lnTo>
                  <a:pt x="4950322" y="2482011"/>
                </a:lnTo>
                <a:lnTo>
                  <a:pt x="4929069" y="2521168"/>
                </a:lnTo>
                <a:lnTo>
                  <a:pt x="4900920" y="2555284"/>
                </a:lnTo>
                <a:lnTo>
                  <a:pt x="4866804" y="2583433"/>
                </a:lnTo>
                <a:lnTo>
                  <a:pt x="4827647" y="2604686"/>
                </a:lnTo>
                <a:lnTo>
                  <a:pt x="4784377" y="2618118"/>
                </a:lnTo>
                <a:lnTo>
                  <a:pt x="4737920" y="2622802"/>
                </a:lnTo>
                <a:lnTo>
                  <a:pt x="230518" y="2622802"/>
                </a:lnTo>
                <a:lnTo>
                  <a:pt x="184060" y="2618118"/>
                </a:lnTo>
                <a:lnTo>
                  <a:pt x="140790" y="2604686"/>
                </a:lnTo>
                <a:lnTo>
                  <a:pt x="101633" y="2583433"/>
                </a:lnTo>
                <a:lnTo>
                  <a:pt x="67517" y="2555284"/>
                </a:lnTo>
                <a:lnTo>
                  <a:pt x="39368" y="2521168"/>
                </a:lnTo>
                <a:lnTo>
                  <a:pt x="18115" y="2482011"/>
                </a:lnTo>
                <a:lnTo>
                  <a:pt x="4683" y="2438741"/>
                </a:lnTo>
                <a:lnTo>
                  <a:pt x="0" y="2392284"/>
                </a:lnTo>
                <a:lnTo>
                  <a:pt x="0" y="230518"/>
                </a:lnTo>
                <a:close/>
              </a:path>
            </a:pathLst>
          </a:custGeom>
          <a:ln w="50800">
            <a:solidFill>
              <a:srgbClr val="FF0000"/>
            </a:solidFill>
          </a:ln>
        </p:spPr>
        <p:txBody>
          <a:bodyPr wrap="square" lIns="0" tIns="0" rIns="0" bIns="0" rtlCol="0"/>
          <a:lstStyle/>
          <a:p>
            <a:endParaRPr/>
          </a:p>
        </p:txBody>
      </p:sp>
      <p:sp>
        <p:nvSpPr>
          <p:cNvPr id="90" name="object 90"/>
          <p:cNvSpPr txBox="1"/>
          <p:nvPr/>
        </p:nvSpPr>
        <p:spPr>
          <a:xfrm>
            <a:off x="1563049" y="6211316"/>
            <a:ext cx="9860280" cy="577215"/>
          </a:xfrm>
          <a:prstGeom prst="rect">
            <a:avLst/>
          </a:prstGeom>
        </p:spPr>
        <p:txBody>
          <a:bodyPr vert="horz" wrap="square" lIns="0" tIns="10795" rIns="0" bIns="0" rtlCol="0">
            <a:spAutoFit/>
          </a:bodyPr>
          <a:lstStyle/>
          <a:p>
            <a:pPr marL="12700" marR="5080" algn="just">
              <a:lnSpc>
                <a:spcPct val="100800"/>
              </a:lnSpc>
              <a:spcBef>
                <a:spcPts val="85"/>
              </a:spcBef>
            </a:pPr>
            <a:r>
              <a:rPr sz="1200" b="1" i="1" u="sng" dirty="0">
                <a:solidFill>
                  <a:srgbClr val="335B74"/>
                </a:solidFill>
                <a:uFill>
                  <a:solidFill>
                    <a:srgbClr val="335B74"/>
                  </a:solidFill>
                </a:uFill>
                <a:latin typeface="Corbel"/>
                <a:cs typeface="Corbel"/>
              </a:rPr>
              <a:t>Headless</a:t>
            </a:r>
            <a:r>
              <a:rPr sz="1200" b="1" i="1" u="sng" spc="100" dirty="0">
                <a:solidFill>
                  <a:srgbClr val="335B74"/>
                </a:solidFill>
                <a:uFill>
                  <a:solidFill>
                    <a:srgbClr val="335B74"/>
                  </a:solidFill>
                </a:uFill>
                <a:latin typeface="Corbel"/>
                <a:cs typeface="Corbel"/>
              </a:rPr>
              <a:t> </a:t>
            </a:r>
            <a:r>
              <a:rPr sz="1200" b="1" i="1" u="sng" dirty="0">
                <a:solidFill>
                  <a:srgbClr val="335B74"/>
                </a:solidFill>
                <a:uFill>
                  <a:solidFill>
                    <a:srgbClr val="335B74"/>
                  </a:solidFill>
                </a:uFill>
                <a:latin typeface="Corbel"/>
                <a:cs typeface="Corbel"/>
              </a:rPr>
              <a:t>mode</a:t>
            </a:r>
            <a:r>
              <a:rPr sz="1200" b="1" i="1" spc="100" dirty="0">
                <a:solidFill>
                  <a:srgbClr val="335B74"/>
                </a:solidFill>
                <a:latin typeface="Corbel"/>
                <a:cs typeface="Corbel"/>
              </a:rPr>
              <a:t> </a:t>
            </a:r>
            <a:r>
              <a:rPr sz="1200" i="1" dirty="0">
                <a:solidFill>
                  <a:srgbClr val="335B74"/>
                </a:solidFill>
                <a:latin typeface="Corbel"/>
                <a:cs typeface="Corbel"/>
              </a:rPr>
              <a:t>is</a:t>
            </a:r>
            <a:r>
              <a:rPr sz="1200" i="1" spc="105" dirty="0">
                <a:solidFill>
                  <a:srgbClr val="335B74"/>
                </a:solidFill>
                <a:latin typeface="Corbel"/>
                <a:cs typeface="Corbel"/>
              </a:rPr>
              <a:t> </a:t>
            </a:r>
            <a:r>
              <a:rPr sz="1200" i="1" dirty="0">
                <a:solidFill>
                  <a:srgbClr val="335B74"/>
                </a:solidFill>
                <a:latin typeface="Corbel"/>
                <a:cs typeface="Corbel"/>
              </a:rPr>
              <a:t>a</a:t>
            </a:r>
            <a:r>
              <a:rPr sz="1200" i="1" spc="105" dirty="0">
                <a:solidFill>
                  <a:srgbClr val="335B74"/>
                </a:solidFill>
                <a:latin typeface="Corbel"/>
                <a:cs typeface="Corbel"/>
              </a:rPr>
              <a:t> </a:t>
            </a:r>
            <a:r>
              <a:rPr sz="1200" i="1" spc="-10" dirty="0">
                <a:solidFill>
                  <a:srgbClr val="335B74"/>
                </a:solidFill>
                <a:latin typeface="Corbel"/>
                <a:cs typeface="Corbel"/>
              </a:rPr>
              <a:t>built-</a:t>
            </a:r>
            <a:r>
              <a:rPr sz="1200" i="1" dirty="0">
                <a:solidFill>
                  <a:srgbClr val="335B74"/>
                </a:solidFill>
                <a:latin typeface="Corbel"/>
                <a:cs typeface="Corbel"/>
              </a:rPr>
              <a:t>in</a:t>
            </a:r>
            <a:r>
              <a:rPr sz="1200" i="1" spc="110" dirty="0">
                <a:solidFill>
                  <a:srgbClr val="335B74"/>
                </a:solidFill>
                <a:latin typeface="Corbel"/>
                <a:cs typeface="Corbel"/>
              </a:rPr>
              <a:t> </a:t>
            </a:r>
            <a:r>
              <a:rPr sz="1200" i="1" dirty="0">
                <a:solidFill>
                  <a:srgbClr val="335B74"/>
                </a:solidFill>
                <a:latin typeface="Corbel"/>
                <a:cs typeface="Corbel"/>
              </a:rPr>
              <a:t>setting</a:t>
            </a:r>
            <a:r>
              <a:rPr sz="1200" i="1" spc="110" dirty="0">
                <a:solidFill>
                  <a:srgbClr val="335B74"/>
                </a:solidFill>
                <a:latin typeface="Corbel"/>
                <a:cs typeface="Corbel"/>
              </a:rPr>
              <a:t> </a:t>
            </a:r>
            <a:r>
              <a:rPr sz="1200" i="1" dirty="0">
                <a:solidFill>
                  <a:srgbClr val="335B74"/>
                </a:solidFill>
                <a:latin typeface="Corbel"/>
                <a:cs typeface="Corbel"/>
              </a:rPr>
              <a:t>that</a:t>
            </a:r>
            <a:r>
              <a:rPr sz="1200" i="1" spc="110" dirty="0">
                <a:solidFill>
                  <a:srgbClr val="335B74"/>
                </a:solidFill>
                <a:latin typeface="Corbel"/>
                <a:cs typeface="Corbel"/>
              </a:rPr>
              <a:t> </a:t>
            </a:r>
            <a:r>
              <a:rPr sz="1200" i="1" dirty="0">
                <a:solidFill>
                  <a:srgbClr val="335B74"/>
                </a:solidFill>
                <a:latin typeface="Corbel"/>
                <a:cs typeface="Corbel"/>
              </a:rPr>
              <a:t>makes</a:t>
            </a:r>
            <a:r>
              <a:rPr sz="1200" i="1" spc="100" dirty="0">
                <a:solidFill>
                  <a:srgbClr val="335B74"/>
                </a:solidFill>
                <a:latin typeface="Corbel"/>
                <a:cs typeface="Corbel"/>
              </a:rPr>
              <a:t> </a:t>
            </a:r>
            <a:r>
              <a:rPr sz="1200" i="1" dirty="0">
                <a:solidFill>
                  <a:srgbClr val="335B74"/>
                </a:solidFill>
                <a:latin typeface="Corbel"/>
                <a:cs typeface="Corbel"/>
              </a:rPr>
              <a:t>it</a:t>
            </a:r>
            <a:r>
              <a:rPr sz="1200" i="1" spc="110" dirty="0">
                <a:solidFill>
                  <a:srgbClr val="335B74"/>
                </a:solidFill>
                <a:latin typeface="Corbel"/>
                <a:cs typeface="Corbel"/>
              </a:rPr>
              <a:t> </a:t>
            </a:r>
            <a:r>
              <a:rPr sz="1200" i="1" dirty="0">
                <a:solidFill>
                  <a:srgbClr val="335B74"/>
                </a:solidFill>
                <a:latin typeface="Corbel"/>
                <a:cs typeface="Corbel"/>
              </a:rPr>
              <a:t>easy</a:t>
            </a:r>
            <a:r>
              <a:rPr sz="1200" i="1" spc="110" dirty="0">
                <a:solidFill>
                  <a:srgbClr val="335B74"/>
                </a:solidFill>
                <a:latin typeface="Corbel"/>
                <a:cs typeface="Corbel"/>
              </a:rPr>
              <a:t> </a:t>
            </a:r>
            <a:r>
              <a:rPr sz="1200" i="1" dirty="0">
                <a:solidFill>
                  <a:srgbClr val="335B74"/>
                </a:solidFill>
                <a:latin typeface="Corbel"/>
                <a:cs typeface="Corbel"/>
              </a:rPr>
              <a:t>to</a:t>
            </a:r>
            <a:r>
              <a:rPr sz="1200" i="1" spc="105" dirty="0">
                <a:solidFill>
                  <a:srgbClr val="335B74"/>
                </a:solidFill>
                <a:latin typeface="Corbel"/>
                <a:cs typeface="Corbel"/>
              </a:rPr>
              <a:t> </a:t>
            </a:r>
            <a:r>
              <a:rPr sz="1200" i="1" dirty="0">
                <a:solidFill>
                  <a:srgbClr val="335B74"/>
                </a:solidFill>
                <a:latin typeface="Corbel"/>
                <a:cs typeface="Corbel"/>
              </a:rPr>
              <a:t>know</a:t>
            </a:r>
            <a:r>
              <a:rPr sz="1200" i="1" spc="105" dirty="0">
                <a:solidFill>
                  <a:srgbClr val="335B74"/>
                </a:solidFill>
                <a:latin typeface="Corbel"/>
                <a:cs typeface="Corbel"/>
              </a:rPr>
              <a:t> </a:t>
            </a:r>
            <a:r>
              <a:rPr sz="1200" i="1" dirty="0">
                <a:solidFill>
                  <a:srgbClr val="335B74"/>
                </a:solidFill>
                <a:latin typeface="Corbel"/>
                <a:cs typeface="Corbel"/>
              </a:rPr>
              <a:t>the</a:t>
            </a:r>
            <a:r>
              <a:rPr sz="1200" i="1" spc="105" dirty="0">
                <a:solidFill>
                  <a:srgbClr val="335B74"/>
                </a:solidFill>
                <a:latin typeface="Corbel"/>
                <a:cs typeface="Corbel"/>
              </a:rPr>
              <a:t> </a:t>
            </a:r>
            <a:r>
              <a:rPr sz="1200" i="1" dirty="0">
                <a:solidFill>
                  <a:srgbClr val="335B74"/>
                </a:solidFill>
                <a:latin typeface="Corbel"/>
                <a:cs typeface="Corbel"/>
              </a:rPr>
              <a:t>orientation</a:t>
            </a:r>
            <a:r>
              <a:rPr sz="1200" i="1" spc="110" dirty="0">
                <a:solidFill>
                  <a:srgbClr val="335B74"/>
                </a:solidFill>
                <a:latin typeface="Corbel"/>
                <a:cs typeface="Corbel"/>
              </a:rPr>
              <a:t> </a:t>
            </a:r>
            <a:r>
              <a:rPr sz="1200" i="1" dirty="0">
                <a:solidFill>
                  <a:srgbClr val="335B74"/>
                </a:solidFill>
                <a:latin typeface="Corbel"/>
                <a:cs typeface="Corbel"/>
              </a:rPr>
              <a:t>of</a:t>
            </a:r>
            <a:r>
              <a:rPr sz="1200" i="1" spc="105" dirty="0">
                <a:solidFill>
                  <a:srgbClr val="335B74"/>
                </a:solidFill>
                <a:latin typeface="Corbel"/>
                <a:cs typeface="Corbel"/>
              </a:rPr>
              <a:t> </a:t>
            </a:r>
            <a:r>
              <a:rPr sz="1200" i="1" dirty="0">
                <a:solidFill>
                  <a:srgbClr val="335B74"/>
                </a:solidFill>
                <a:latin typeface="Corbel"/>
                <a:cs typeface="Corbel"/>
              </a:rPr>
              <a:t>your</a:t>
            </a:r>
            <a:r>
              <a:rPr sz="1200" i="1" spc="110" dirty="0">
                <a:solidFill>
                  <a:srgbClr val="335B74"/>
                </a:solidFill>
                <a:latin typeface="Corbel"/>
                <a:cs typeface="Corbel"/>
              </a:rPr>
              <a:t> </a:t>
            </a:r>
            <a:r>
              <a:rPr sz="1200" i="1" dirty="0">
                <a:solidFill>
                  <a:srgbClr val="335B74"/>
                </a:solidFill>
                <a:latin typeface="Corbel"/>
                <a:cs typeface="Corbel"/>
              </a:rPr>
              <a:t>drone.</a:t>
            </a:r>
            <a:r>
              <a:rPr sz="1200" i="1" spc="105" dirty="0">
                <a:solidFill>
                  <a:srgbClr val="335B74"/>
                </a:solidFill>
                <a:latin typeface="Corbel"/>
                <a:cs typeface="Corbel"/>
              </a:rPr>
              <a:t> </a:t>
            </a:r>
            <a:r>
              <a:rPr sz="1200" i="1" dirty="0">
                <a:solidFill>
                  <a:srgbClr val="335B74"/>
                </a:solidFill>
                <a:latin typeface="Corbel"/>
                <a:cs typeface="Corbel"/>
              </a:rPr>
              <a:t>Flying</a:t>
            </a:r>
            <a:r>
              <a:rPr sz="1200" i="1" spc="110" dirty="0">
                <a:solidFill>
                  <a:srgbClr val="335B74"/>
                </a:solidFill>
                <a:latin typeface="Corbel"/>
                <a:cs typeface="Corbel"/>
              </a:rPr>
              <a:t> </a:t>
            </a:r>
            <a:r>
              <a:rPr sz="1200" i="1" dirty="0">
                <a:solidFill>
                  <a:srgbClr val="335B74"/>
                </a:solidFill>
                <a:latin typeface="Corbel"/>
                <a:cs typeface="Corbel"/>
              </a:rPr>
              <a:t>a</a:t>
            </a:r>
            <a:r>
              <a:rPr sz="1200" i="1" spc="114" dirty="0">
                <a:solidFill>
                  <a:srgbClr val="335B74"/>
                </a:solidFill>
                <a:latin typeface="Corbel"/>
                <a:cs typeface="Corbel"/>
              </a:rPr>
              <a:t> </a:t>
            </a:r>
            <a:r>
              <a:rPr sz="1200" i="1" dirty="0">
                <a:solidFill>
                  <a:srgbClr val="335B74"/>
                </a:solidFill>
                <a:latin typeface="Corbel"/>
                <a:cs typeface="Corbel"/>
              </a:rPr>
              <a:t>drone</a:t>
            </a:r>
            <a:r>
              <a:rPr sz="1200" i="1" spc="105" dirty="0">
                <a:solidFill>
                  <a:srgbClr val="335B74"/>
                </a:solidFill>
                <a:latin typeface="Corbel"/>
                <a:cs typeface="Corbel"/>
              </a:rPr>
              <a:t> </a:t>
            </a:r>
            <a:r>
              <a:rPr sz="1200" i="1" dirty="0">
                <a:solidFill>
                  <a:srgbClr val="335B74"/>
                </a:solidFill>
                <a:latin typeface="Corbel"/>
                <a:cs typeface="Corbel"/>
              </a:rPr>
              <a:t>in</a:t>
            </a:r>
            <a:r>
              <a:rPr sz="1200" i="1" spc="110" dirty="0">
                <a:solidFill>
                  <a:srgbClr val="335B74"/>
                </a:solidFill>
                <a:latin typeface="Corbel"/>
                <a:cs typeface="Corbel"/>
              </a:rPr>
              <a:t> </a:t>
            </a:r>
            <a:r>
              <a:rPr sz="1200" i="1" dirty="0">
                <a:solidFill>
                  <a:srgbClr val="335B74"/>
                </a:solidFill>
                <a:latin typeface="Corbel"/>
                <a:cs typeface="Corbel"/>
              </a:rPr>
              <a:t>headless</a:t>
            </a:r>
            <a:r>
              <a:rPr sz="1200" i="1" spc="100" dirty="0">
                <a:solidFill>
                  <a:srgbClr val="335B74"/>
                </a:solidFill>
                <a:latin typeface="Corbel"/>
                <a:cs typeface="Corbel"/>
              </a:rPr>
              <a:t> </a:t>
            </a:r>
            <a:r>
              <a:rPr sz="1200" i="1" dirty="0">
                <a:solidFill>
                  <a:srgbClr val="335B74"/>
                </a:solidFill>
                <a:latin typeface="Corbel"/>
                <a:cs typeface="Corbel"/>
              </a:rPr>
              <a:t>mode</a:t>
            </a:r>
            <a:r>
              <a:rPr sz="1200" i="1" spc="110" dirty="0">
                <a:solidFill>
                  <a:srgbClr val="335B74"/>
                </a:solidFill>
                <a:latin typeface="Corbel"/>
                <a:cs typeface="Corbel"/>
              </a:rPr>
              <a:t> </a:t>
            </a:r>
            <a:r>
              <a:rPr sz="1200" i="1" dirty="0">
                <a:solidFill>
                  <a:srgbClr val="335B74"/>
                </a:solidFill>
                <a:latin typeface="Corbel"/>
                <a:cs typeface="Corbel"/>
              </a:rPr>
              <a:t>means</a:t>
            </a:r>
            <a:r>
              <a:rPr sz="1200" i="1" spc="105" dirty="0">
                <a:solidFill>
                  <a:srgbClr val="335B74"/>
                </a:solidFill>
                <a:latin typeface="Corbel"/>
                <a:cs typeface="Corbel"/>
              </a:rPr>
              <a:t> </a:t>
            </a:r>
            <a:r>
              <a:rPr sz="1200" i="1" dirty="0">
                <a:solidFill>
                  <a:srgbClr val="335B74"/>
                </a:solidFill>
                <a:latin typeface="Corbel"/>
                <a:cs typeface="Corbel"/>
              </a:rPr>
              <a:t>that</a:t>
            </a:r>
            <a:r>
              <a:rPr sz="1200" i="1" spc="105" dirty="0">
                <a:solidFill>
                  <a:srgbClr val="335B74"/>
                </a:solidFill>
                <a:latin typeface="Corbel"/>
                <a:cs typeface="Corbel"/>
              </a:rPr>
              <a:t> </a:t>
            </a:r>
            <a:r>
              <a:rPr sz="1200" i="1" dirty="0">
                <a:solidFill>
                  <a:srgbClr val="335B74"/>
                </a:solidFill>
                <a:latin typeface="Corbel"/>
                <a:cs typeface="Corbel"/>
              </a:rPr>
              <a:t>your</a:t>
            </a:r>
            <a:r>
              <a:rPr sz="1200" i="1" spc="114" dirty="0">
                <a:solidFill>
                  <a:srgbClr val="335B74"/>
                </a:solidFill>
                <a:latin typeface="Corbel"/>
                <a:cs typeface="Corbel"/>
              </a:rPr>
              <a:t> </a:t>
            </a:r>
            <a:r>
              <a:rPr sz="1200" i="1" dirty="0">
                <a:solidFill>
                  <a:srgbClr val="335B74"/>
                </a:solidFill>
                <a:latin typeface="Corbel"/>
                <a:cs typeface="Corbel"/>
              </a:rPr>
              <a:t>drone</a:t>
            </a:r>
            <a:r>
              <a:rPr sz="1200" i="1" spc="110" dirty="0">
                <a:solidFill>
                  <a:srgbClr val="335B74"/>
                </a:solidFill>
                <a:latin typeface="Corbel"/>
                <a:cs typeface="Corbel"/>
              </a:rPr>
              <a:t> </a:t>
            </a:r>
            <a:r>
              <a:rPr sz="1200" i="1" spc="-10" dirty="0">
                <a:solidFill>
                  <a:srgbClr val="335B74"/>
                </a:solidFill>
                <a:latin typeface="Corbel"/>
                <a:cs typeface="Corbel"/>
              </a:rPr>
              <a:t>“faces </a:t>
            </a:r>
            <a:r>
              <a:rPr sz="1200" i="1" dirty="0">
                <a:solidFill>
                  <a:srgbClr val="335B74"/>
                </a:solidFill>
                <a:latin typeface="Corbel"/>
                <a:cs typeface="Corbel"/>
              </a:rPr>
              <a:t>forward”</a:t>
            </a:r>
            <a:r>
              <a:rPr sz="1200" i="1" spc="15" dirty="0">
                <a:solidFill>
                  <a:srgbClr val="335B74"/>
                </a:solidFill>
                <a:latin typeface="Corbel"/>
                <a:cs typeface="Corbel"/>
              </a:rPr>
              <a:t> </a:t>
            </a:r>
            <a:r>
              <a:rPr sz="1200" i="1" dirty="0">
                <a:solidFill>
                  <a:srgbClr val="335B74"/>
                </a:solidFill>
                <a:latin typeface="Corbel"/>
                <a:cs typeface="Corbel"/>
              </a:rPr>
              <a:t>no</a:t>
            </a:r>
            <a:r>
              <a:rPr sz="1200" i="1" spc="15" dirty="0">
                <a:solidFill>
                  <a:srgbClr val="335B74"/>
                </a:solidFill>
                <a:latin typeface="Corbel"/>
                <a:cs typeface="Corbel"/>
              </a:rPr>
              <a:t> </a:t>
            </a:r>
            <a:r>
              <a:rPr sz="1200" i="1" dirty="0">
                <a:solidFill>
                  <a:srgbClr val="335B74"/>
                </a:solidFill>
                <a:latin typeface="Corbel"/>
                <a:cs typeface="Corbel"/>
              </a:rPr>
              <a:t>matter</a:t>
            </a:r>
            <a:r>
              <a:rPr sz="1200" i="1" spc="20" dirty="0">
                <a:solidFill>
                  <a:srgbClr val="335B74"/>
                </a:solidFill>
                <a:latin typeface="Corbel"/>
                <a:cs typeface="Corbel"/>
              </a:rPr>
              <a:t> </a:t>
            </a:r>
            <a:r>
              <a:rPr sz="1200" i="1" dirty="0">
                <a:solidFill>
                  <a:srgbClr val="335B74"/>
                </a:solidFill>
                <a:latin typeface="Corbel"/>
                <a:cs typeface="Corbel"/>
              </a:rPr>
              <a:t>your</a:t>
            </a:r>
            <a:r>
              <a:rPr sz="1200" i="1" spc="25" dirty="0">
                <a:solidFill>
                  <a:srgbClr val="335B74"/>
                </a:solidFill>
                <a:latin typeface="Corbel"/>
                <a:cs typeface="Corbel"/>
              </a:rPr>
              <a:t> </a:t>
            </a:r>
            <a:r>
              <a:rPr sz="1200" i="1" dirty="0">
                <a:solidFill>
                  <a:srgbClr val="335B74"/>
                </a:solidFill>
                <a:latin typeface="Corbel"/>
                <a:cs typeface="Corbel"/>
              </a:rPr>
              <a:t>position</a:t>
            </a:r>
            <a:r>
              <a:rPr sz="1200" i="1" spc="20" dirty="0">
                <a:solidFill>
                  <a:srgbClr val="335B74"/>
                </a:solidFill>
                <a:latin typeface="Corbel"/>
                <a:cs typeface="Corbel"/>
              </a:rPr>
              <a:t> </a:t>
            </a:r>
            <a:r>
              <a:rPr sz="1200" i="1" dirty="0">
                <a:solidFill>
                  <a:srgbClr val="335B74"/>
                </a:solidFill>
                <a:latin typeface="Corbel"/>
                <a:cs typeface="Corbel"/>
              </a:rPr>
              <a:t>on</a:t>
            </a:r>
            <a:r>
              <a:rPr sz="1200" i="1" spc="20" dirty="0">
                <a:solidFill>
                  <a:srgbClr val="335B74"/>
                </a:solidFill>
                <a:latin typeface="Corbel"/>
                <a:cs typeface="Corbel"/>
              </a:rPr>
              <a:t> </a:t>
            </a:r>
            <a:r>
              <a:rPr sz="1200" i="1" dirty="0">
                <a:solidFill>
                  <a:srgbClr val="335B74"/>
                </a:solidFill>
                <a:latin typeface="Corbel"/>
                <a:cs typeface="Corbel"/>
              </a:rPr>
              <a:t>the</a:t>
            </a:r>
            <a:r>
              <a:rPr sz="1200" i="1" spc="20" dirty="0">
                <a:solidFill>
                  <a:srgbClr val="335B74"/>
                </a:solidFill>
                <a:latin typeface="Corbel"/>
                <a:cs typeface="Corbel"/>
              </a:rPr>
              <a:t> </a:t>
            </a:r>
            <a:r>
              <a:rPr sz="1200" i="1" dirty="0">
                <a:solidFill>
                  <a:srgbClr val="335B74"/>
                </a:solidFill>
                <a:latin typeface="Corbel"/>
                <a:cs typeface="Corbel"/>
              </a:rPr>
              <a:t>ground.</a:t>
            </a:r>
            <a:r>
              <a:rPr sz="1200" i="1" spc="10" dirty="0">
                <a:solidFill>
                  <a:srgbClr val="335B74"/>
                </a:solidFill>
                <a:latin typeface="Corbel"/>
                <a:cs typeface="Corbel"/>
              </a:rPr>
              <a:t> </a:t>
            </a:r>
            <a:r>
              <a:rPr sz="1200" i="1" dirty="0">
                <a:solidFill>
                  <a:srgbClr val="335B74"/>
                </a:solidFill>
                <a:latin typeface="Corbel"/>
                <a:cs typeface="Corbel"/>
              </a:rPr>
              <a:t>The</a:t>
            </a:r>
            <a:r>
              <a:rPr sz="1200" i="1" spc="20" dirty="0">
                <a:solidFill>
                  <a:srgbClr val="335B74"/>
                </a:solidFill>
                <a:latin typeface="Corbel"/>
                <a:cs typeface="Corbel"/>
              </a:rPr>
              <a:t> </a:t>
            </a:r>
            <a:r>
              <a:rPr sz="1200" i="1" dirty="0">
                <a:solidFill>
                  <a:srgbClr val="335B74"/>
                </a:solidFill>
                <a:latin typeface="Corbel"/>
                <a:cs typeface="Corbel"/>
              </a:rPr>
              <a:t>headless</a:t>
            </a:r>
            <a:r>
              <a:rPr sz="1200" i="1" spc="10" dirty="0">
                <a:solidFill>
                  <a:srgbClr val="335B74"/>
                </a:solidFill>
                <a:latin typeface="Corbel"/>
                <a:cs typeface="Corbel"/>
              </a:rPr>
              <a:t> </a:t>
            </a:r>
            <a:r>
              <a:rPr sz="1200" i="1" dirty="0">
                <a:solidFill>
                  <a:srgbClr val="335B74"/>
                </a:solidFill>
                <a:latin typeface="Corbel"/>
                <a:cs typeface="Corbel"/>
              </a:rPr>
              <a:t>mode</a:t>
            </a:r>
            <a:r>
              <a:rPr sz="1200" i="1" spc="20" dirty="0">
                <a:solidFill>
                  <a:srgbClr val="335B74"/>
                </a:solidFill>
                <a:latin typeface="Corbel"/>
                <a:cs typeface="Corbel"/>
              </a:rPr>
              <a:t> </a:t>
            </a:r>
            <a:r>
              <a:rPr sz="1200" i="1" dirty="0">
                <a:solidFill>
                  <a:srgbClr val="335B74"/>
                </a:solidFill>
                <a:latin typeface="Corbel"/>
                <a:cs typeface="Corbel"/>
              </a:rPr>
              <a:t>makes</a:t>
            </a:r>
            <a:r>
              <a:rPr sz="1200" i="1" spc="15" dirty="0">
                <a:solidFill>
                  <a:srgbClr val="335B74"/>
                </a:solidFill>
                <a:latin typeface="Corbel"/>
                <a:cs typeface="Corbel"/>
              </a:rPr>
              <a:t> </a:t>
            </a:r>
            <a:r>
              <a:rPr sz="1200" i="1" dirty="0">
                <a:solidFill>
                  <a:srgbClr val="335B74"/>
                </a:solidFill>
                <a:latin typeface="Corbel"/>
                <a:cs typeface="Corbel"/>
              </a:rPr>
              <a:t>the</a:t>
            </a:r>
            <a:r>
              <a:rPr sz="1200" i="1" spc="20" dirty="0">
                <a:solidFill>
                  <a:srgbClr val="335B74"/>
                </a:solidFill>
                <a:latin typeface="Corbel"/>
                <a:cs typeface="Corbel"/>
              </a:rPr>
              <a:t> </a:t>
            </a:r>
            <a:r>
              <a:rPr sz="1200" i="1" dirty="0">
                <a:solidFill>
                  <a:srgbClr val="335B74"/>
                </a:solidFill>
                <a:latin typeface="Corbel"/>
                <a:cs typeface="Corbel"/>
              </a:rPr>
              <a:t>drone</a:t>
            </a:r>
            <a:r>
              <a:rPr sz="1200" i="1" spc="20" dirty="0">
                <a:solidFill>
                  <a:srgbClr val="335B74"/>
                </a:solidFill>
                <a:latin typeface="Corbel"/>
                <a:cs typeface="Corbel"/>
              </a:rPr>
              <a:t> </a:t>
            </a:r>
            <a:r>
              <a:rPr sz="1200" i="1" dirty="0">
                <a:solidFill>
                  <a:srgbClr val="335B74"/>
                </a:solidFill>
                <a:latin typeface="Corbel"/>
                <a:cs typeface="Corbel"/>
              </a:rPr>
              <a:t>respond</a:t>
            </a:r>
            <a:r>
              <a:rPr sz="1200" i="1" spc="15" dirty="0">
                <a:solidFill>
                  <a:srgbClr val="335B74"/>
                </a:solidFill>
                <a:latin typeface="Corbel"/>
                <a:cs typeface="Corbel"/>
              </a:rPr>
              <a:t> </a:t>
            </a:r>
            <a:r>
              <a:rPr sz="1200" i="1" dirty="0">
                <a:solidFill>
                  <a:srgbClr val="335B74"/>
                </a:solidFill>
                <a:latin typeface="Corbel"/>
                <a:cs typeface="Corbel"/>
              </a:rPr>
              <a:t>to</a:t>
            </a:r>
            <a:r>
              <a:rPr sz="1200" i="1" spc="15" dirty="0">
                <a:solidFill>
                  <a:srgbClr val="335B74"/>
                </a:solidFill>
                <a:latin typeface="Corbel"/>
                <a:cs typeface="Corbel"/>
              </a:rPr>
              <a:t> </a:t>
            </a:r>
            <a:r>
              <a:rPr sz="1200" i="1" dirty="0">
                <a:solidFill>
                  <a:srgbClr val="335B74"/>
                </a:solidFill>
                <a:latin typeface="Corbel"/>
                <a:cs typeface="Corbel"/>
              </a:rPr>
              <a:t>your</a:t>
            </a:r>
            <a:r>
              <a:rPr sz="1200" i="1" spc="25" dirty="0">
                <a:solidFill>
                  <a:srgbClr val="335B74"/>
                </a:solidFill>
                <a:latin typeface="Corbel"/>
                <a:cs typeface="Corbel"/>
              </a:rPr>
              <a:t> </a:t>
            </a:r>
            <a:r>
              <a:rPr sz="1200" i="1" dirty="0">
                <a:solidFill>
                  <a:srgbClr val="335B74"/>
                </a:solidFill>
                <a:latin typeface="Corbel"/>
                <a:cs typeface="Corbel"/>
              </a:rPr>
              <a:t>controls</a:t>
            </a:r>
            <a:r>
              <a:rPr sz="1200" i="1" spc="15" dirty="0">
                <a:solidFill>
                  <a:srgbClr val="335B74"/>
                </a:solidFill>
                <a:latin typeface="Corbel"/>
                <a:cs typeface="Corbel"/>
              </a:rPr>
              <a:t> </a:t>
            </a:r>
            <a:r>
              <a:rPr sz="1200" i="1" dirty="0">
                <a:solidFill>
                  <a:srgbClr val="335B74"/>
                </a:solidFill>
                <a:latin typeface="Corbel"/>
                <a:cs typeface="Corbel"/>
              </a:rPr>
              <a:t>irrelative</a:t>
            </a:r>
            <a:r>
              <a:rPr sz="1200" i="1" spc="20" dirty="0">
                <a:solidFill>
                  <a:srgbClr val="335B74"/>
                </a:solidFill>
                <a:latin typeface="Corbel"/>
                <a:cs typeface="Corbel"/>
              </a:rPr>
              <a:t> </a:t>
            </a:r>
            <a:r>
              <a:rPr sz="1200" i="1" dirty="0">
                <a:solidFill>
                  <a:srgbClr val="335B74"/>
                </a:solidFill>
                <a:latin typeface="Corbel"/>
                <a:cs typeface="Corbel"/>
              </a:rPr>
              <a:t>to</a:t>
            </a:r>
            <a:r>
              <a:rPr sz="1200" i="1" spc="15" dirty="0">
                <a:solidFill>
                  <a:srgbClr val="335B74"/>
                </a:solidFill>
                <a:latin typeface="Corbel"/>
                <a:cs typeface="Corbel"/>
              </a:rPr>
              <a:t> </a:t>
            </a:r>
            <a:r>
              <a:rPr sz="1200" i="1" dirty="0">
                <a:solidFill>
                  <a:srgbClr val="335B74"/>
                </a:solidFill>
                <a:latin typeface="Corbel"/>
                <a:cs typeface="Corbel"/>
              </a:rPr>
              <a:t>which</a:t>
            </a:r>
            <a:r>
              <a:rPr sz="1200" i="1" spc="15" dirty="0">
                <a:solidFill>
                  <a:srgbClr val="335B74"/>
                </a:solidFill>
                <a:latin typeface="Corbel"/>
                <a:cs typeface="Corbel"/>
              </a:rPr>
              <a:t> </a:t>
            </a:r>
            <a:r>
              <a:rPr sz="1200" i="1" dirty="0">
                <a:solidFill>
                  <a:srgbClr val="335B74"/>
                </a:solidFill>
                <a:latin typeface="Corbel"/>
                <a:cs typeface="Corbel"/>
              </a:rPr>
              <a:t>way</a:t>
            </a:r>
            <a:r>
              <a:rPr sz="1200" i="1" spc="20" dirty="0">
                <a:solidFill>
                  <a:srgbClr val="335B74"/>
                </a:solidFill>
                <a:latin typeface="Corbel"/>
                <a:cs typeface="Corbel"/>
              </a:rPr>
              <a:t> </a:t>
            </a:r>
            <a:r>
              <a:rPr sz="1200" i="1" dirty="0">
                <a:solidFill>
                  <a:srgbClr val="335B74"/>
                </a:solidFill>
                <a:latin typeface="Corbel"/>
                <a:cs typeface="Corbel"/>
              </a:rPr>
              <a:t>it’s</a:t>
            </a:r>
            <a:r>
              <a:rPr sz="1200" i="1" spc="15" dirty="0">
                <a:solidFill>
                  <a:srgbClr val="335B74"/>
                </a:solidFill>
                <a:latin typeface="Corbel"/>
                <a:cs typeface="Corbel"/>
              </a:rPr>
              <a:t> </a:t>
            </a:r>
            <a:r>
              <a:rPr sz="1200" i="1" dirty="0">
                <a:solidFill>
                  <a:srgbClr val="335B74"/>
                </a:solidFill>
                <a:latin typeface="Corbel"/>
                <a:cs typeface="Corbel"/>
              </a:rPr>
              <a:t>actually</a:t>
            </a:r>
            <a:r>
              <a:rPr sz="1200" i="1" spc="15" dirty="0">
                <a:solidFill>
                  <a:srgbClr val="335B74"/>
                </a:solidFill>
                <a:latin typeface="Corbel"/>
                <a:cs typeface="Corbel"/>
              </a:rPr>
              <a:t> </a:t>
            </a:r>
            <a:r>
              <a:rPr sz="1200" i="1" dirty="0">
                <a:solidFill>
                  <a:srgbClr val="335B74"/>
                </a:solidFill>
                <a:latin typeface="Corbel"/>
                <a:cs typeface="Corbel"/>
              </a:rPr>
              <a:t>facing,</a:t>
            </a:r>
            <a:r>
              <a:rPr sz="1200" i="1" spc="10" dirty="0">
                <a:solidFill>
                  <a:srgbClr val="335B74"/>
                </a:solidFill>
                <a:latin typeface="Corbel"/>
                <a:cs typeface="Corbel"/>
              </a:rPr>
              <a:t> </a:t>
            </a:r>
            <a:r>
              <a:rPr sz="1200" i="1" dirty="0">
                <a:solidFill>
                  <a:srgbClr val="335B74"/>
                </a:solidFill>
                <a:latin typeface="Corbel"/>
                <a:cs typeface="Corbel"/>
              </a:rPr>
              <a:t>so</a:t>
            </a:r>
            <a:r>
              <a:rPr sz="1200" i="1" spc="15" dirty="0">
                <a:solidFill>
                  <a:srgbClr val="335B74"/>
                </a:solidFill>
                <a:latin typeface="Corbel"/>
                <a:cs typeface="Corbel"/>
              </a:rPr>
              <a:t> </a:t>
            </a:r>
            <a:r>
              <a:rPr sz="1200" i="1" spc="-20" dirty="0">
                <a:solidFill>
                  <a:srgbClr val="335B74"/>
                </a:solidFill>
                <a:latin typeface="Corbel"/>
                <a:cs typeface="Corbel"/>
              </a:rPr>
              <a:t>that </a:t>
            </a:r>
            <a:r>
              <a:rPr sz="1200" i="1" dirty="0">
                <a:solidFill>
                  <a:srgbClr val="335B74"/>
                </a:solidFill>
                <a:latin typeface="Corbel"/>
                <a:cs typeface="Corbel"/>
              </a:rPr>
              <a:t>you</a:t>
            </a:r>
            <a:r>
              <a:rPr sz="1200" i="1" spc="-15" dirty="0">
                <a:solidFill>
                  <a:srgbClr val="335B74"/>
                </a:solidFill>
                <a:latin typeface="Corbel"/>
                <a:cs typeface="Corbel"/>
              </a:rPr>
              <a:t> </a:t>
            </a:r>
            <a:r>
              <a:rPr sz="1200" i="1" dirty="0">
                <a:solidFill>
                  <a:srgbClr val="335B74"/>
                </a:solidFill>
                <a:latin typeface="Corbel"/>
                <a:cs typeface="Corbel"/>
              </a:rPr>
              <a:t>don’t</a:t>
            </a:r>
            <a:r>
              <a:rPr sz="1200" i="1" spc="-10" dirty="0">
                <a:solidFill>
                  <a:srgbClr val="335B74"/>
                </a:solidFill>
                <a:latin typeface="Corbel"/>
                <a:cs typeface="Corbel"/>
              </a:rPr>
              <a:t> </a:t>
            </a:r>
            <a:r>
              <a:rPr sz="1200" i="1" dirty="0">
                <a:solidFill>
                  <a:srgbClr val="335B74"/>
                </a:solidFill>
                <a:latin typeface="Corbel"/>
                <a:cs typeface="Corbel"/>
              </a:rPr>
              <a:t>have</a:t>
            </a:r>
            <a:r>
              <a:rPr sz="1200" i="1" spc="-15" dirty="0">
                <a:solidFill>
                  <a:srgbClr val="335B74"/>
                </a:solidFill>
                <a:latin typeface="Corbel"/>
                <a:cs typeface="Corbel"/>
              </a:rPr>
              <a:t> </a:t>
            </a:r>
            <a:r>
              <a:rPr sz="1200" i="1" dirty="0">
                <a:solidFill>
                  <a:srgbClr val="335B74"/>
                </a:solidFill>
                <a:latin typeface="Corbel"/>
                <a:cs typeface="Corbel"/>
              </a:rPr>
              <a:t>to</a:t>
            </a:r>
            <a:r>
              <a:rPr sz="1200" i="1" spc="-10" dirty="0">
                <a:solidFill>
                  <a:srgbClr val="335B74"/>
                </a:solidFill>
                <a:latin typeface="Corbel"/>
                <a:cs typeface="Corbel"/>
              </a:rPr>
              <a:t> </a:t>
            </a:r>
            <a:r>
              <a:rPr sz="1200" i="1" dirty="0">
                <a:solidFill>
                  <a:srgbClr val="335B74"/>
                </a:solidFill>
                <a:latin typeface="Corbel"/>
                <a:cs typeface="Corbel"/>
              </a:rPr>
              <a:t>keep</a:t>
            </a:r>
            <a:r>
              <a:rPr sz="1200" i="1" spc="-15" dirty="0">
                <a:solidFill>
                  <a:srgbClr val="335B74"/>
                </a:solidFill>
                <a:latin typeface="Corbel"/>
                <a:cs typeface="Corbel"/>
              </a:rPr>
              <a:t> </a:t>
            </a:r>
            <a:r>
              <a:rPr sz="1200" i="1" dirty="0">
                <a:solidFill>
                  <a:srgbClr val="335B74"/>
                </a:solidFill>
                <a:latin typeface="Corbel"/>
                <a:cs typeface="Corbel"/>
              </a:rPr>
              <a:t>track</a:t>
            </a:r>
            <a:r>
              <a:rPr sz="1200" i="1" spc="-10" dirty="0">
                <a:solidFill>
                  <a:srgbClr val="335B74"/>
                </a:solidFill>
                <a:latin typeface="Corbel"/>
                <a:cs typeface="Corbel"/>
              </a:rPr>
              <a:t> </a:t>
            </a:r>
            <a:r>
              <a:rPr sz="1200" i="1" dirty="0">
                <a:solidFill>
                  <a:srgbClr val="335B74"/>
                </a:solidFill>
                <a:latin typeface="Corbel"/>
                <a:cs typeface="Corbel"/>
              </a:rPr>
              <a:t>of</a:t>
            </a:r>
            <a:r>
              <a:rPr sz="1200" i="1" spc="-15" dirty="0">
                <a:solidFill>
                  <a:srgbClr val="335B74"/>
                </a:solidFill>
                <a:latin typeface="Corbel"/>
                <a:cs typeface="Corbel"/>
              </a:rPr>
              <a:t> </a:t>
            </a:r>
            <a:r>
              <a:rPr sz="1200" i="1" dirty="0">
                <a:solidFill>
                  <a:srgbClr val="335B74"/>
                </a:solidFill>
                <a:latin typeface="Corbel"/>
                <a:cs typeface="Corbel"/>
              </a:rPr>
              <a:t>the</a:t>
            </a:r>
            <a:r>
              <a:rPr sz="1200" i="1" spc="-5" dirty="0">
                <a:solidFill>
                  <a:srgbClr val="335B74"/>
                </a:solidFill>
                <a:latin typeface="Corbel"/>
                <a:cs typeface="Corbel"/>
              </a:rPr>
              <a:t> </a:t>
            </a:r>
            <a:r>
              <a:rPr sz="1200" i="1" spc="-10" dirty="0">
                <a:solidFill>
                  <a:srgbClr val="335B74"/>
                </a:solidFill>
                <a:latin typeface="Corbel"/>
                <a:cs typeface="Corbel"/>
              </a:rPr>
              <a:t>drone’s</a:t>
            </a:r>
            <a:r>
              <a:rPr sz="1200" i="1" spc="-20" dirty="0">
                <a:solidFill>
                  <a:srgbClr val="335B74"/>
                </a:solidFill>
                <a:latin typeface="Corbel"/>
                <a:cs typeface="Corbel"/>
              </a:rPr>
              <a:t> </a:t>
            </a:r>
            <a:r>
              <a:rPr sz="1200" i="1" spc="-10" dirty="0">
                <a:solidFill>
                  <a:srgbClr val="335B74"/>
                </a:solidFill>
                <a:latin typeface="Corbel"/>
                <a:cs typeface="Corbel"/>
              </a:rPr>
              <a:t>orientation</a:t>
            </a:r>
            <a:r>
              <a:rPr sz="1200" i="1" spc="-15" dirty="0">
                <a:solidFill>
                  <a:srgbClr val="335B74"/>
                </a:solidFill>
                <a:latin typeface="Corbel"/>
                <a:cs typeface="Corbel"/>
              </a:rPr>
              <a:t> </a:t>
            </a:r>
            <a:r>
              <a:rPr sz="1200" i="1" dirty="0">
                <a:solidFill>
                  <a:srgbClr val="335B74"/>
                </a:solidFill>
                <a:latin typeface="Corbel"/>
                <a:cs typeface="Corbel"/>
              </a:rPr>
              <a:t>in</a:t>
            </a:r>
            <a:r>
              <a:rPr sz="1200" i="1" spc="-10" dirty="0">
                <a:solidFill>
                  <a:srgbClr val="335B74"/>
                </a:solidFill>
                <a:latin typeface="Corbel"/>
                <a:cs typeface="Corbel"/>
              </a:rPr>
              <a:t> flight.</a:t>
            </a:r>
            <a:endParaRPr sz="1200">
              <a:latin typeface="Corbel"/>
              <a:cs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90056" y="1526504"/>
            <a:ext cx="3850639" cy="1853921"/>
          </a:xfrm>
          <a:prstGeom prst="rect">
            <a:avLst/>
          </a:prstGeom>
        </p:spPr>
      </p:pic>
      <p:grpSp>
        <p:nvGrpSpPr>
          <p:cNvPr id="3" name="object 3"/>
          <p:cNvGrpSpPr/>
          <p:nvPr/>
        </p:nvGrpSpPr>
        <p:grpSpPr>
          <a:xfrm>
            <a:off x="1918406" y="634386"/>
            <a:ext cx="2642870" cy="2006600"/>
            <a:chOff x="1918406" y="634386"/>
            <a:chExt cx="2642870" cy="2006600"/>
          </a:xfrm>
        </p:grpSpPr>
        <p:pic>
          <p:nvPicPr>
            <p:cNvPr id="4" name="object 4"/>
            <p:cNvPicPr/>
            <p:nvPr/>
          </p:nvPicPr>
          <p:blipFill>
            <a:blip r:embed="rId3" cstate="print"/>
            <a:stretch>
              <a:fillRect/>
            </a:stretch>
          </p:blipFill>
          <p:spPr>
            <a:xfrm>
              <a:off x="1918406" y="915195"/>
              <a:ext cx="2642487" cy="1725179"/>
            </a:xfrm>
            <a:prstGeom prst="rect">
              <a:avLst/>
            </a:prstGeom>
          </p:spPr>
        </p:pic>
        <p:sp>
          <p:nvSpPr>
            <p:cNvPr id="5" name="object 5"/>
            <p:cNvSpPr/>
            <p:nvPr/>
          </p:nvSpPr>
          <p:spPr>
            <a:xfrm>
              <a:off x="3963153" y="634386"/>
              <a:ext cx="367030" cy="366395"/>
            </a:xfrm>
            <a:custGeom>
              <a:avLst/>
              <a:gdLst/>
              <a:ahLst/>
              <a:cxnLst/>
              <a:rect l="l" t="t" r="r" b="b"/>
              <a:pathLst>
                <a:path w="367029" h="366394">
                  <a:moveTo>
                    <a:pt x="0" y="281101"/>
                  </a:moveTo>
                  <a:lnTo>
                    <a:pt x="3949" y="366204"/>
                  </a:lnTo>
                  <a:lnTo>
                    <a:pt x="65546" y="315379"/>
                  </a:lnTo>
                  <a:lnTo>
                    <a:pt x="30317" y="315379"/>
                  </a:lnTo>
                  <a:lnTo>
                    <a:pt x="23905" y="312536"/>
                  </a:lnTo>
                  <a:lnTo>
                    <a:pt x="22457" y="308785"/>
                  </a:lnTo>
                  <a:lnTo>
                    <a:pt x="29025" y="293968"/>
                  </a:lnTo>
                  <a:lnTo>
                    <a:pt x="0" y="281101"/>
                  </a:lnTo>
                  <a:close/>
                </a:path>
                <a:path w="367029" h="366394">
                  <a:moveTo>
                    <a:pt x="29025" y="293968"/>
                  </a:moveTo>
                  <a:lnTo>
                    <a:pt x="22457" y="308785"/>
                  </a:lnTo>
                  <a:lnTo>
                    <a:pt x="23905" y="312536"/>
                  </a:lnTo>
                  <a:lnTo>
                    <a:pt x="30317" y="315379"/>
                  </a:lnTo>
                  <a:lnTo>
                    <a:pt x="34067" y="313932"/>
                  </a:lnTo>
                  <a:lnTo>
                    <a:pt x="40636" y="299115"/>
                  </a:lnTo>
                  <a:lnTo>
                    <a:pt x="29025" y="293968"/>
                  </a:lnTo>
                  <a:close/>
                </a:path>
                <a:path w="367029" h="366394">
                  <a:moveTo>
                    <a:pt x="40636" y="299115"/>
                  </a:moveTo>
                  <a:lnTo>
                    <a:pt x="34067" y="313932"/>
                  </a:lnTo>
                  <a:lnTo>
                    <a:pt x="30317" y="315379"/>
                  </a:lnTo>
                  <a:lnTo>
                    <a:pt x="65546" y="315379"/>
                  </a:lnTo>
                  <a:lnTo>
                    <a:pt x="69662" y="311983"/>
                  </a:lnTo>
                  <a:lnTo>
                    <a:pt x="40636" y="299115"/>
                  </a:lnTo>
                  <a:close/>
                </a:path>
                <a:path w="367029" h="366394">
                  <a:moveTo>
                    <a:pt x="291494" y="31794"/>
                  </a:moveTo>
                  <a:lnTo>
                    <a:pt x="146786" y="31970"/>
                  </a:lnTo>
                  <a:lnTo>
                    <a:pt x="144514" y="33450"/>
                  </a:lnTo>
                  <a:lnTo>
                    <a:pt x="29025" y="293968"/>
                  </a:lnTo>
                  <a:lnTo>
                    <a:pt x="40636" y="299115"/>
                  </a:lnTo>
                  <a:lnTo>
                    <a:pt x="153433" y="44667"/>
                  </a:lnTo>
                  <a:lnTo>
                    <a:pt x="149310" y="44667"/>
                  </a:lnTo>
                  <a:lnTo>
                    <a:pt x="155107" y="40891"/>
                  </a:lnTo>
                  <a:lnTo>
                    <a:pt x="290778" y="40891"/>
                  </a:lnTo>
                  <a:lnTo>
                    <a:pt x="290220" y="38145"/>
                  </a:lnTo>
                  <a:lnTo>
                    <a:pt x="291459" y="31970"/>
                  </a:lnTo>
                  <a:lnTo>
                    <a:pt x="291494" y="31794"/>
                  </a:lnTo>
                  <a:close/>
                </a:path>
                <a:path w="367029" h="366394">
                  <a:moveTo>
                    <a:pt x="328273" y="0"/>
                  </a:moveTo>
                  <a:lnTo>
                    <a:pt x="313447" y="3012"/>
                  </a:lnTo>
                  <a:lnTo>
                    <a:pt x="301346" y="11191"/>
                  </a:lnTo>
                  <a:lnTo>
                    <a:pt x="293196" y="23312"/>
                  </a:lnTo>
                  <a:lnTo>
                    <a:pt x="290220" y="38145"/>
                  </a:lnTo>
                  <a:lnTo>
                    <a:pt x="293232" y="52972"/>
                  </a:lnTo>
                  <a:lnTo>
                    <a:pt x="301412" y="65073"/>
                  </a:lnTo>
                  <a:lnTo>
                    <a:pt x="313532" y="73223"/>
                  </a:lnTo>
                  <a:lnTo>
                    <a:pt x="328366" y="76200"/>
                  </a:lnTo>
                  <a:lnTo>
                    <a:pt x="343013" y="73223"/>
                  </a:lnTo>
                  <a:lnTo>
                    <a:pt x="355196" y="65073"/>
                  </a:lnTo>
                  <a:lnTo>
                    <a:pt x="363386" y="52972"/>
                  </a:lnTo>
                  <a:lnTo>
                    <a:pt x="365093" y="44667"/>
                  </a:lnTo>
                  <a:lnTo>
                    <a:pt x="365128" y="44494"/>
                  </a:lnTo>
                  <a:lnTo>
                    <a:pt x="331784" y="44494"/>
                  </a:lnTo>
                  <a:lnTo>
                    <a:pt x="334674" y="41598"/>
                  </a:lnTo>
                  <a:lnTo>
                    <a:pt x="334666" y="34584"/>
                  </a:lnTo>
                  <a:lnTo>
                    <a:pt x="331869" y="31794"/>
                  </a:lnTo>
                  <a:lnTo>
                    <a:pt x="365149" y="31794"/>
                  </a:lnTo>
                  <a:lnTo>
                    <a:pt x="363425" y="23312"/>
                  </a:lnTo>
                  <a:lnTo>
                    <a:pt x="355272" y="11191"/>
                  </a:lnTo>
                  <a:lnTo>
                    <a:pt x="343161" y="3012"/>
                  </a:lnTo>
                  <a:lnTo>
                    <a:pt x="343289" y="3012"/>
                  </a:lnTo>
                  <a:lnTo>
                    <a:pt x="328273" y="0"/>
                  </a:lnTo>
                  <a:close/>
                </a:path>
                <a:path w="367029" h="366394">
                  <a:moveTo>
                    <a:pt x="155107" y="40891"/>
                  </a:moveTo>
                  <a:lnTo>
                    <a:pt x="149310" y="44667"/>
                  </a:lnTo>
                  <a:lnTo>
                    <a:pt x="153433" y="44667"/>
                  </a:lnTo>
                  <a:lnTo>
                    <a:pt x="155107" y="40891"/>
                  </a:lnTo>
                  <a:close/>
                </a:path>
                <a:path w="367029" h="366394">
                  <a:moveTo>
                    <a:pt x="290778" y="40891"/>
                  </a:moveTo>
                  <a:lnTo>
                    <a:pt x="155107" y="40891"/>
                  </a:lnTo>
                  <a:lnTo>
                    <a:pt x="153510" y="44494"/>
                  </a:lnTo>
                  <a:lnTo>
                    <a:pt x="153433" y="44667"/>
                  </a:lnTo>
                  <a:lnTo>
                    <a:pt x="149310" y="44667"/>
                  </a:lnTo>
                  <a:lnTo>
                    <a:pt x="291510" y="44494"/>
                  </a:lnTo>
                  <a:lnTo>
                    <a:pt x="290778" y="40891"/>
                  </a:lnTo>
                  <a:close/>
                </a:path>
                <a:path w="367029" h="366394">
                  <a:moveTo>
                    <a:pt x="365149" y="31794"/>
                  </a:moveTo>
                  <a:lnTo>
                    <a:pt x="331869" y="31794"/>
                  </a:lnTo>
                  <a:lnTo>
                    <a:pt x="334666" y="34584"/>
                  </a:lnTo>
                  <a:lnTo>
                    <a:pt x="334674" y="41598"/>
                  </a:lnTo>
                  <a:lnTo>
                    <a:pt x="331784" y="44494"/>
                  </a:lnTo>
                  <a:lnTo>
                    <a:pt x="365128" y="44494"/>
                  </a:lnTo>
                  <a:lnTo>
                    <a:pt x="366401" y="38145"/>
                  </a:lnTo>
                  <a:lnTo>
                    <a:pt x="365715" y="34584"/>
                  </a:lnTo>
                  <a:lnTo>
                    <a:pt x="365184" y="31970"/>
                  </a:lnTo>
                  <a:lnTo>
                    <a:pt x="365149" y="31794"/>
                  </a:lnTo>
                  <a:close/>
                </a:path>
              </a:pathLst>
            </a:custGeom>
            <a:solidFill>
              <a:srgbClr val="7F7F7F"/>
            </a:solidFill>
          </p:spPr>
          <p:txBody>
            <a:bodyPr wrap="square" lIns="0" tIns="0" rIns="0" bIns="0" rtlCol="0"/>
            <a:lstStyle/>
            <a:p>
              <a:endParaRPr/>
            </a:p>
          </p:txBody>
        </p:sp>
      </p:grpSp>
      <p:sp>
        <p:nvSpPr>
          <p:cNvPr id="6" name="object 6"/>
          <p:cNvSpPr txBox="1"/>
          <p:nvPr/>
        </p:nvSpPr>
        <p:spPr>
          <a:xfrm>
            <a:off x="4301440" y="619011"/>
            <a:ext cx="1134110" cy="286385"/>
          </a:xfrm>
          <a:prstGeom prst="rect">
            <a:avLst/>
          </a:prstGeom>
          <a:ln w="12700">
            <a:solidFill>
              <a:srgbClr val="7F7F7F"/>
            </a:solidFill>
          </a:ln>
        </p:spPr>
        <p:txBody>
          <a:bodyPr vert="horz" wrap="square" lIns="0" tIns="55244" rIns="0" bIns="0" rtlCol="0">
            <a:spAutoFit/>
          </a:bodyPr>
          <a:lstStyle/>
          <a:p>
            <a:pPr marL="90805">
              <a:lnSpc>
                <a:spcPct val="100000"/>
              </a:lnSpc>
              <a:spcBef>
                <a:spcPts val="434"/>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sp>
        <p:nvSpPr>
          <p:cNvPr id="7" name="object 7"/>
          <p:cNvSpPr/>
          <p:nvPr/>
        </p:nvSpPr>
        <p:spPr>
          <a:xfrm>
            <a:off x="3952147" y="1106304"/>
            <a:ext cx="377825" cy="328295"/>
          </a:xfrm>
          <a:custGeom>
            <a:avLst/>
            <a:gdLst/>
            <a:ahLst/>
            <a:cxnLst/>
            <a:rect l="l" t="t" r="r" b="b"/>
            <a:pathLst>
              <a:path w="377825" h="328294">
                <a:moveTo>
                  <a:pt x="3521" y="243178"/>
                </a:moveTo>
                <a:lnTo>
                  <a:pt x="0" y="328298"/>
                </a:lnTo>
                <a:lnTo>
                  <a:pt x="70210" y="280045"/>
                </a:lnTo>
                <a:lnTo>
                  <a:pt x="30835" y="280045"/>
                </a:lnTo>
                <a:lnTo>
                  <a:pt x="24580" y="276586"/>
                </a:lnTo>
                <a:lnTo>
                  <a:pt x="23468" y="272722"/>
                </a:lnTo>
                <a:lnTo>
                  <a:pt x="31308" y="258539"/>
                </a:lnTo>
                <a:lnTo>
                  <a:pt x="3521" y="243178"/>
                </a:lnTo>
                <a:close/>
              </a:path>
              <a:path w="377825" h="328294">
                <a:moveTo>
                  <a:pt x="31308" y="258539"/>
                </a:moveTo>
                <a:lnTo>
                  <a:pt x="23468" y="272722"/>
                </a:lnTo>
                <a:lnTo>
                  <a:pt x="24580" y="276586"/>
                </a:lnTo>
                <a:lnTo>
                  <a:pt x="30835" y="280045"/>
                </a:lnTo>
                <a:lnTo>
                  <a:pt x="30493" y="280045"/>
                </a:lnTo>
                <a:lnTo>
                  <a:pt x="34582" y="278867"/>
                </a:lnTo>
                <a:lnTo>
                  <a:pt x="42423" y="264683"/>
                </a:lnTo>
                <a:lnTo>
                  <a:pt x="31308" y="258539"/>
                </a:lnTo>
                <a:close/>
              </a:path>
              <a:path w="377825" h="328294">
                <a:moveTo>
                  <a:pt x="42423" y="264683"/>
                </a:moveTo>
                <a:lnTo>
                  <a:pt x="34582" y="278867"/>
                </a:lnTo>
                <a:lnTo>
                  <a:pt x="30493" y="280045"/>
                </a:lnTo>
                <a:lnTo>
                  <a:pt x="70210" y="280045"/>
                </a:lnTo>
                <a:lnTo>
                  <a:pt x="42423" y="264683"/>
                </a:lnTo>
                <a:close/>
              </a:path>
              <a:path w="377825" h="328294">
                <a:moveTo>
                  <a:pt x="302500" y="31794"/>
                </a:moveTo>
                <a:lnTo>
                  <a:pt x="157993" y="31970"/>
                </a:lnTo>
                <a:lnTo>
                  <a:pt x="155868" y="33225"/>
                </a:lnTo>
                <a:lnTo>
                  <a:pt x="31308" y="258539"/>
                </a:lnTo>
                <a:lnTo>
                  <a:pt x="42423" y="264683"/>
                </a:lnTo>
                <a:lnTo>
                  <a:pt x="164054" y="44667"/>
                </a:lnTo>
                <a:lnTo>
                  <a:pt x="160315" y="44667"/>
                </a:lnTo>
                <a:lnTo>
                  <a:pt x="165865" y="41390"/>
                </a:lnTo>
                <a:lnTo>
                  <a:pt x="301885" y="41390"/>
                </a:lnTo>
                <a:lnTo>
                  <a:pt x="301226" y="38145"/>
                </a:lnTo>
                <a:lnTo>
                  <a:pt x="302465" y="31970"/>
                </a:lnTo>
                <a:lnTo>
                  <a:pt x="302500" y="31794"/>
                </a:lnTo>
                <a:close/>
              </a:path>
              <a:path w="377825" h="328294">
                <a:moveTo>
                  <a:pt x="339279" y="0"/>
                </a:moveTo>
                <a:lnTo>
                  <a:pt x="324453" y="3012"/>
                </a:lnTo>
                <a:lnTo>
                  <a:pt x="312352" y="11191"/>
                </a:lnTo>
                <a:lnTo>
                  <a:pt x="304202" y="23312"/>
                </a:lnTo>
                <a:lnTo>
                  <a:pt x="301226" y="38145"/>
                </a:lnTo>
                <a:lnTo>
                  <a:pt x="304238" y="52972"/>
                </a:lnTo>
                <a:lnTo>
                  <a:pt x="312418" y="65073"/>
                </a:lnTo>
                <a:lnTo>
                  <a:pt x="324538" y="73223"/>
                </a:lnTo>
                <a:lnTo>
                  <a:pt x="339371" y="76200"/>
                </a:lnTo>
                <a:lnTo>
                  <a:pt x="354019" y="73223"/>
                </a:lnTo>
                <a:lnTo>
                  <a:pt x="366202" y="65073"/>
                </a:lnTo>
                <a:lnTo>
                  <a:pt x="374392" y="52972"/>
                </a:lnTo>
                <a:lnTo>
                  <a:pt x="376099" y="44667"/>
                </a:lnTo>
                <a:lnTo>
                  <a:pt x="376133" y="44494"/>
                </a:lnTo>
                <a:lnTo>
                  <a:pt x="342790" y="44494"/>
                </a:lnTo>
                <a:lnTo>
                  <a:pt x="345680" y="41598"/>
                </a:lnTo>
                <a:lnTo>
                  <a:pt x="345672" y="34584"/>
                </a:lnTo>
                <a:lnTo>
                  <a:pt x="342875" y="31794"/>
                </a:lnTo>
                <a:lnTo>
                  <a:pt x="376154" y="31794"/>
                </a:lnTo>
                <a:lnTo>
                  <a:pt x="374431" y="23312"/>
                </a:lnTo>
                <a:lnTo>
                  <a:pt x="366279" y="11191"/>
                </a:lnTo>
                <a:lnTo>
                  <a:pt x="354167" y="3012"/>
                </a:lnTo>
                <a:lnTo>
                  <a:pt x="354296" y="3012"/>
                </a:lnTo>
                <a:lnTo>
                  <a:pt x="339279" y="0"/>
                </a:lnTo>
                <a:close/>
              </a:path>
              <a:path w="377825" h="328294">
                <a:moveTo>
                  <a:pt x="165865" y="41390"/>
                </a:moveTo>
                <a:lnTo>
                  <a:pt x="160315" y="44667"/>
                </a:lnTo>
                <a:lnTo>
                  <a:pt x="164054" y="44667"/>
                </a:lnTo>
                <a:lnTo>
                  <a:pt x="165750" y="41598"/>
                </a:lnTo>
                <a:lnTo>
                  <a:pt x="165865" y="41390"/>
                </a:lnTo>
                <a:close/>
              </a:path>
              <a:path w="377825" h="328294">
                <a:moveTo>
                  <a:pt x="301885" y="41390"/>
                </a:moveTo>
                <a:lnTo>
                  <a:pt x="165865" y="41390"/>
                </a:lnTo>
                <a:lnTo>
                  <a:pt x="164149" y="44494"/>
                </a:lnTo>
                <a:lnTo>
                  <a:pt x="164054" y="44667"/>
                </a:lnTo>
                <a:lnTo>
                  <a:pt x="160315" y="44667"/>
                </a:lnTo>
                <a:lnTo>
                  <a:pt x="302515" y="44494"/>
                </a:lnTo>
                <a:lnTo>
                  <a:pt x="301927" y="41598"/>
                </a:lnTo>
                <a:lnTo>
                  <a:pt x="301885" y="41390"/>
                </a:lnTo>
                <a:close/>
              </a:path>
              <a:path w="377825" h="328294">
                <a:moveTo>
                  <a:pt x="376154" y="31794"/>
                </a:moveTo>
                <a:lnTo>
                  <a:pt x="342875" y="31794"/>
                </a:lnTo>
                <a:lnTo>
                  <a:pt x="345672" y="34584"/>
                </a:lnTo>
                <a:lnTo>
                  <a:pt x="345680" y="41598"/>
                </a:lnTo>
                <a:lnTo>
                  <a:pt x="342790" y="44494"/>
                </a:lnTo>
                <a:lnTo>
                  <a:pt x="376133" y="44494"/>
                </a:lnTo>
                <a:lnTo>
                  <a:pt x="377407" y="38145"/>
                </a:lnTo>
                <a:lnTo>
                  <a:pt x="376721" y="34584"/>
                </a:lnTo>
                <a:lnTo>
                  <a:pt x="376190" y="31970"/>
                </a:lnTo>
                <a:lnTo>
                  <a:pt x="376154" y="31794"/>
                </a:lnTo>
                <a:close/>
              </a:path>
            </a:pathLst>
          </a:custGeom>
          <a:solidFill>
            <a:srgbClr val="7F7F7F"/>
          </a:solidFill>
        </p:spPr>
        <p:txBody>
          <a:bodyPr wrap="square" lIns="0" tIns="0" rIns="0" bIns="0" rtlCol="0"/>
          <a:lstStyle/>
          <a:p>
            <a:endParaRPr/>
          </a:p>
        </p:txBody>
      </p:sp>
      <p:sp>
        <p:nvSpPr>
          <p:cNvPr id="8" name="object 8"/>
          <p:cNvSpPr txBox="1"/>
          <p:nvPr/>
        </p:nvSpPr>
        <p:spPr>
          <a:xfrm>
            <a:off x="4301440" y="1090930"/>
            <a:ext cx="1134110" cy="286385"/>
          </a:xfrm>
          <a:prstGeom prst="rect">
            <a:avLst/>
          </a:prstGeom>
          <a:ln w="12700">
            <a:solidFill>
              <a:srgbClr val="7F7F7F"/>
            </a:solidFill>
          </a:ln>
        </p:spPr>
        <p:txBody>
          <a:bodyPr vert="horz" wrap="square" lIns="0" tIns="52705" rIns="0" bIns="0" rtlCol="0">
            <a:spAutoFit/>
          </a:bodyPr>
          <a:lstStyle/>
          <a:p>
            <a:pPr marL="90805">
              <a:lnSpc>
                <a:spcPct val="100000"/>
              </a:lnSpc>
              <a:spcBef>
                <a:spcPts val="415"/>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sp>
        <p:nvSpPr>
          <p:cNvPr id="9" name="object 9"/>
          <p:cNvSpPr/>
          <p:nvPr/>
        </p:nvSpPr>
        <p:spPr>
          <a:xfrm>
            <a:off x="3986322" y="1599760"/>
            <a:ext cx="343535" cy="409575"/>
          </a:xfrm>
          <a:custGeom>
            <a:avLst/>
            <a:gdLst/>
            <a:ahLst/>
            <a:cxnLst/>
            <a:rect l="l" t="t" r="r" b="b"/>
            <a:pathLst>
              <a:path w="343535" h="409575">
                <a:moveTo>
                  <a:pt x="0" y="325367"/>
                </a:moveTo>
                <a:lnTo>
                  <a:pt x="14535" y="409313"/>
                </a:lnTo>
                <a:lnTo>
                  <a:pt x="65167" y="355596"/>
                </a:lnTo>
                <a:lnTo>
                  <a:pt x="34356" y="355596"/>
                </a:lnTo>
                <a:lnTo>
                  <a:pt x="28027" y="353692"/>
                </a:lnTo>
                <a:lnTo>
                  <a:pt x="27701" y="353692"/>
                </a:lnTo>
                <a:lnTo>
                  <a:pt x="25735" y="350033"/>
                </a:lnTo>
                <a:lnTo>
                  <a:pt x="30403" y="334513"/>
                </a:lnTo>
                <a:lnTo>
                  <a:pt x="0" y="325367"/>
                </a:lnTo>
                <a:close/>
              </a:path>
              <a:path w="343535" h="409575">
                <a:moveTo>
                  <a:pt x="30403" y="334513"/>
                </a:moveTo>
                <a:lnTo>
                  <a:pt x="25735" y="350033"/>
                </a:lnTo>
                <a:lnTo>
                  <a:pt x="27701" y="353692"/>
                </a:lnTo>
                <a:lnTo>
                  <a:pt x="28027" y="353692"/>
                </a:lnTo>
                <a:lnTo>
                  <a:pt x="34356" y="355596"/>
                </a:lnTo>
                <a:lnTo>
                  <a:pt x="37898" y="353692"/>
                </a:lnTo>
                <a:lnTo>
                  <a:pt x="42566" y="338172"/>
                </a:lnTo>
                <a:lnTo>
                  <a:pt x="30403" y="334513"/>
                </a:lnTo>
                <a:close/>
              </a:path>
              <a:path w="343535" h="409575">
                <a:moveTo>
                  <a:pt x="42566" y="338172"/>
                </a:moveTo>
                <a:lnTo>
                  <a:pt x="37898" y="353692"/>
                </a:lnTo>
                <a:lnTo>
                  <a:pt x="34356" y="355596"/>
                </a:lnTo>
                <a:lnTo>
                  <a:pt x="65167" y="355596"/>
                </a:lnTo>
                <a:lnTo>
                  <a:pt x="72970" y="347318"/>
                </a:lnTo>
                <a:lnTo>
                  <a:pt x="42566" y="338172"/>
                </a:lnTo>
                <a:close/>
              </a:path>
              <a:path w="343535" h="409575">
                <a:moveTo>
                  <a:pt x="268323" y="31795"/>
                </a:moveTo>
                <a:lnTo>
                  <a:pt x="123324" y="31972"/>
                </a:lnTo>
                <a:lnTo>
                  <a:pt x="120858" y="33808"/>
                </a:lnTo>
                <a:lnTo>
                  <a:pt x="30403" y="334513"/>
                </a:lnTo>
                <a:lnTo>
                  <a:pt x="42566" y="338172"/>
                </a:lnTo>
                <a:lnTo>
                  <a:pt x="130853" y="44668"/>
                </a:lnTo>
                <a:lnTo>
                  <a:pt x="126140" y="44668"/>
                </a:lnTo>
                <a:lnTo>
                  <a:pt x="132213" y="40148"/>
                </a:lnTo>
                <a:lnTo>
                  <a:pt x="267455" y="40148"/>
                </a:lnTo>
                <a:lnTo>
                  <a:pt x="267049" y="38146"/>
                </a:lnTo>
                <a:lnTo>
                  <a:pt x="268288" y="31972"/>
                </a:lnTo>
                <a:lnTo>
                  <a:pt x="268323" y="31795"/>
                </a:lnTo>
                <a:close/>
              </a:path>
              <a:path w="343535" h="409575">
                <a:moveTo>
                  <a:pt x="305103" y="0"/>
                </a:moveTo>
                <a:lnTo>
                  <a:pt x="290276" y="3012"/>
                </a:lnTo>
                <a:lnTo>
                  <a:pt x="278175" y="11192"/>
                </a:lnTo>
                <a:lnTo>
                  <a:pt x="270025" y="23312"/>
                </a:lnTo>
                <a:lnTo>
                  <a:pt x="267049" y="38146"/>
                </a:lnTo>
                <a:lnTo>
                  <a:pt x="270061" y="52973"/>
                </a:lnTo>
                <a:lnTo>
                  <a:pt x="278241" y="65074"/>
                </a:lnTo>
                <a:lnTo>
                  <a:pt x="290362" y="73224"/>
                </a:lnTo>
                <a:lnTo>
                  <a:pt x="305196" y="76200"/>
                </a:lnTo>
                <a:lnTo>
                  <a:pt x="319842" y="73224"/>
                </a:lnTo>
                <a:lnTo>
                  <a:pt x="332025" y="65074"/>
                </a:lnTo>
                <a:lnTo>
                  <a:pt x="340215" y="52973"/>
                </a:lnTo>
                <a:lnTo>
                  <a:pt x="341922" y="44668"/>
                </a:lnTo>
                <a:lnTo>
                  <a:pt x="341957" y="44494"/>
                </a:lnTo>
                <a:lnTo>
                  <a:pt x="308615" y="44494"/>
                </a:lnTo>
                <a:lnTo>
                  <a:pt x="311504" y="41600"/>
                </a:lnTo>
                <a:lnTo>
                  <a:pt x="311495" y="34585"/>
                </a:lnTo>
                <a:lnTo>
                  <a:pt x="308698" y="31795"/>
                </a:lnTo>
                <a:lnTo>
                  <a:pt x="341977" y="31795"/>
                </a:lnTo>
                <a:lnTo>
                  <a:pt x="340254" y="23312"/>
                </a:lnTo>
                <a:lnTo>
                  <a:pt x="332101" y="11192"/>
                </a:lnTo>
                <a:lnTo>
                  <a:pt x="319991" y="3012"/>
                </a:lnTo>
                <a:lnTo>
                  <a:pt x="320118" y="3012"/>
                </a:lnTo>
                <a:lnTo>
                  <a:pt x="305103" y="0"/>
                </a:lnTo>
                <a:close/>
              </a:path>
              <a:path w="343535" h="409575">
                <a:moveTo>
                  <a:pt x="132213" y="40148"/>
                </a:moveTo>
                <a:lnTo>
                  <a:pt x="126140" y="44668"/>
                </a:lnTo>
                <a:lnTo>
                  <a:pt x="130853" y="44668"/>
                </a:lnTo>
                <a:lnTo>
                  <a:pt x="132213" y="40148"/>
                </a:lnTo>
                <a:close/>
              </a:path>
              <a:path w="343535" h="409575">
                <a:moveTo>
                  <a:pt x="267455" y="40148"/>
                </a:moveTo>
                <a:lnTo>
                  <a:pt x="132213" y="40148"/>
                </a:lnTo>
                <a:lnTo>
                  <a:pt x="130905" y="44494"/>
                </a:lnTo>
                <a:lnTo>
                  <a:pt x="130853" y="44668"/>
                </a:lnTo>
                <a:lnTo>
                  <a:pt x="126140" y="44668"/>
                </a:lnTo>
                <a:lnTo>
                  <a:pt x="268339" y="44494"/>
                </a:lnTo>
                <a:lnTo>
                  <a:pt x="267455" y="40148"/>
                </a:lnTo>
                <a:close/>
              </a:path>
              <a:path w="343535" h="409575">
                <a:moveTo>
                  <a:pt x="341977" y="31795"/>
                </a:moveTo>
                <a:lnTo>
                  <a:pt x="308698" y="31795"/>
                </a:lnTo>
                <a:lnTo>
                  <a:pt x="311495" y="34585"/>
                </a:lnTo>
                <a:lnTo>
                  <a:pt x="311504" y="41600"/>
                </a:lnTo>
                <a:lnTo>
                  <a:pt x="308615" y="44494"/>
                </a:lnTo>
                <a:lnTo>
                  <a:pt x="341957" y="44494"/>
                </a:lnTo>
                <a:lnTo>
                  <a:pt x="343230" y="38146"/>
                </a:lnTo>
                <a:lnTo>
                  <a:pt x="342544" y="34585"/>
                </a:lnTo>
                <a:lnTo>
                  <a:pt x="342013" y="31972"/>
                </a:lnTo>
                <a:lnTo>
                  <a:pt x="341977" y="31795"/>
                </a:lnTo>
                <a:close/>
              </a:path>
            </a:pathLst>
          </a:custGeom>
          <a:solidFill>
            <a:srgbClr val="7F7F7F"/>
          </a:solidFill>
        </p:spPr>
        <p:txBody>
          <a:bodyPr wrap="square" lIns="0" tIns="0" rIns="0" bIns="0" rtlCol="0"/>
          <a:lstStyle/>
          <a:p>
            <a:endParaRPr/>
          </a:p>
        </p:txBody>
      </p:sp>
      <p:sp>
        <p:nvSpPr>
          <p:cNvPr id="10" name="object 10"/>
          <p:cNvSpPr txBox="1"/>
          <p:nvPr/>
        </p:nvSpPr>
        <p:spPr>
          <a:xfrm>
            <a:off x="4301439" y="1584387"/>
            <a:ext cx="1134110" cy="286385"/>
          </a:xfrm>
          <a:prstGeom prst="rect">
            <a:avLst/>
          </a:prstGeom>
          <a:ln w="12701">
            <a:solidFill>
              <a:srgbClr val="7F7F7F"/>
            </a:solidFill>
          </a:ln>
        </p:spPr>
        <p:txBody>
          <a:bodyPr vert="horz" wrap="square" lIns="0" tIns="53340" rIns="0" bIns="0" rtlCol="0">
            <a:spAutoFit/>
          </a:bodyPr>
          <a:lstStyle/>
          <a:p>
            <a:pPr marL="91440">
              <a:lnSpc>
                <a:spcPct val="100000"/>
              </a:lnSpc>
              <a:spcBef>
                <a:spcPts val="420"/>
              </a:spcBef>
            </a:pPr>
            <a:r>
              <a:rPr sz="1000" dirty="0">
                <a:solidFill>
                  <a:srgbClr val="595959"/>
                </a:solidFill>
                <a:latin typeface="Corbel"/>
                <a:cs typeface="Corbel"/>
              </a:rPr>
              <a:t>Ailerons</a:t>
            </a:r>
            <a:r>
              <a:rPr sz="1000" spc="-25"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grpSp>
        <p:nvGrpSpPr>
          <p:cNvPr id="11" name="object 11"/>
          <p:cNvGrpSpPr/>
          <p:nvPr/>
        </p:nvGrpSpPr>
        <p:grpSpPr>
          <a:xfrm>
            <a:off x="687700" y="3499758"/>
            <a:ext cx="1022985" cy="504190"/>
            <a:chOff x="687700" y="3499758"/>
            <a:chExt cx="1022985" cy="504190"/>
          </a:xfrm>
        </p:grpSpPr>
        <p:sp>
          <p:nvSpPr>
            <p:cNvPr id="12" name="object 12"/>
            <p:cNvSpPr/>
            <p:nvPr/>
          </p:nvSpPr>
          <p:spPr>
            <a:xfrm>
              <a:off x="695637" y="3507695"/>
              <a:ext cx="1007110" cy="488315"/>
            </a:xfrm>
            <a:custGeom>
              <a:avLst/>
              <a:gdLst/>
              <a:ahLst/>
              <a:cxnLst/>
              <a:rect l="l" t="t" r="r" b="b"/>
              <a:pathLst>
                <a:path w="1007110" h="488314">
                  <a:moveTo>
                    <a:pt x="925207" y="0"/>
                  </a:moveTo>
                  <a:lnTo>
                    <a:pt x="81380" y="0"/>
                  </a:lnTo>
                  <a:lnTo>
                    <a:pt x="49703" y="6395"/>
                  </a:lnTo>
                  <a:lnTo>
                    <a:pt x="23835" y="23835"/>
                  </a:lnTo>
                  <a:lnTo>
                    <a:pt x="6395" y="49703"/>
                  </a:lnTo>
                  <a:lnTo>
                    <a:pt x="0" y="81380"/>
                  </a:lnTo>
                  <a:lnTo>
                    <a:pt x="0" y="406894"/>
                  </a:lnTo>
                  <a:lnTo>
                    <a:pt x="6395" y="438571"/>
                  </a:lnTo>
                  <a:lnTo>
                    <a:pt x="23835" y="464438"/>
                  </a:lnTo>
                  <a:lnTo>
                    <a:pt x="49703" y="481879"/>
                  </a:lnTo>
                  <a:lnTo>
                    <a:pt x="81380" y="488274"/>
                  </a:lnTo>
                  <a:lnTo>
                    <a:pt x="925207" y="488274"/>
                  </a:lnTo>
                  <a:lnTo>
                    <a:pt x="956884" y="481879"/>
                  </a:lnTo>
                  <a:lnTo>
                    <a:pt x="982751" y="464438"/>
                  </a:lnTo>
                  <a:lnTo>
                    <a:pt x="1000192" y="438571"/>
                  </a:lnTo>
                  <a:lnTo>
                    <a:pt x="1006587" y="406894"/>
                  </a:lnTo>
                  <a:lnTo>
                    <a:pt x="1006587" y="81380"/>
                  </a:lnTo>
                  <a:lnTo>
                    <a:pt x="1000192" y="49703"/>
                  </a:lnTo>
                  <a:lnTo>
                    <a:pt x="982751" y="23835"/>
                  </a:lnTo>
                  <a:lnTo>
                    <a:pt x="956884" y="6395"/>
                  </a:lnTo>
                  <a:lnTo>
                    <a:pt x="925207" y="0"/>
                  </a:lnTo>
                  <a:close/>
                </a:path>
              </a:pathLst>
            </a:custGeom>
            <a:solidFill>
              <a:srgbClr val="FFFFFF"/>
            </a:solidFill>
          </p:spPr>
          <p:txBody>
            <a:bodyPr wrap="square" lIns="0" tIns="0" rIns="0" bIns="0" rtlCol="0"/>
            <a:lstStyle/>
            <a:p>
              <a:endParaRPr/>
            </a:p>
          </p:txBody>
        </p:sp>
        <p:sp>
          <p:nvSpPr>
            <p:cNvPr id="13" name="object 13"/>
            <p:cNvSpPr/>
            <p:nvPr/>
          </p:nvSpPr>
          <p:spPr>
            <a:xfrm>
              <a:off x="695637" y="3507695"/>
              <a:ext cx="1007110" cy="488315"/>
            </a:xfrm>
            <a:custGeom>
              <a:avLst/>
              <a:gdLst/>
              <a:ahLst/>
              <a:cxnLst/>
              <a:rect l="l" t="t" r="r" b="b"/>
              <a:pathLst>
                <a:path w="1007110" h="488314">
                  <a:moveTo>
                    <a:pt x="0" y="81380"/>
                  </a:moveTo>
                  <a:lnTo>
                    <a:pt x="6395" y="49703"/>
                  </a:lnTo>
                  <a:lnTo>
                    <a:pt x="23835" y="23835"/>
                  </a:lnTo>
                  <a:lnTo>
                    <a:pt x="49703" y="6395"/>
                  </a:lnTo>
                  <a:lnTo>
                    <a:pt x="81380" y="0"/>
                  </a:lnTo>
                  <a:lnTo>
                    <a:pt x="925206" y="0"/>
                  </a:lnTo>
                  <a:lnTo>
                    <a:pt x="956883" y="6395"/>
                  </a:lnTo>
                  <a:lnTo>
                    <a:pt x="982751" y="23835"/>
                  </a:lnTo>
                  <a:lnTo>
                    <a:pt x="1000191" y="49703"/>
                  </a:lnTo>
                  <a:lnTo>
                    <a:pt x="1006587" y="81380"/>
                  </a:lnTo>
                  <a:lnTo>
                    <a:pt x="1006587" y="406893"/>
                  </a:lnTo>
                  <a:lnTo>
                    <a:pt x="1000191" y="438570"/>
                  </a:lnTo>
                  <a:lnTo>
                    <a:pt x="982751" y="464438"/>
                  </a:lnTo>
                  <a:lnTo>
                    <a:pt x="956883" y="481878"/>
                  </a:lnTo>
                  <a:lnTo>
                    <a:pt x="925206" y="488274"/>
                  </a:lnTo>
                  <a:lnTo>
                    <a:pt x="81380" y="488274"/>
                  </a:lnTo>
                  <a:lnTo>
                    <a:pt x="49703" y="481878"/>
                  </a:lnTo>
                  <a:lnTo>
                    <a:pt x="23835" y="464438"/>
                  </a:lnTo>
                  <a:lnTo>
                    <a:pt x="6395" y="438570"/>
                  </a:lnTo>
                  <a:lnTo>
                    <a:pt x="0" y="406893"/>
                  </a:lnTo>
                  <a:lnTo>
                    <a:pt x="0" y="81380"/>
                  </a:lnTo>
                  <a:close/>
                </a:path>
              </a:pathLst>
            </a:custGeom>
            <a:ln w="15875">
              <a:solidFill>
                <a:srgbClr val="2683C6"/>
              </a:solidFill>
            </a:ln>
          </p:spPr>
          <p:txBody>
            <a:bodyPr wrap="square" lIns="0" tIns="0" rIns="0" bIns="0" rtlCol="0"/>
            <a:lstStyle/>
            <a:p>
              <a:endParaRPr/>
            </a:p>
          </p:txBody>
        </p:sp>
      </p:grpSp>
      <p:sp>
        <p:nvSpPr>
          <p:cNvPr id="14" name="object 14"/>
          <p:cNvSpPr/>
          <p:nvPr/>
        </p:nvSpPr>
        <p:spPr>
          <a:xfrm>
            <a:off x="2669197" y="361251"/>
            <a:ext cx="1660525" cy="1315085"/>
          </a:xfrm>
          <a:custGeom>
            <a:avLst/>
            <a:gdLst/>
            <a:ahLst/>
            <a:cxnLst/>
            <a:rect l="l" t="t" r="r" b="b"/>
            <a:pathLst>
              <a:path w="1660525" h="1315085">
                <a:moveTo>
                  <a:pt x="1193165" y="635203"/>
                </a:moveTo>
                <a:lnTo>
                  <a:pt x="1161694" y="639406"/>
                </a:lnTo>
                <a:lnTo>
                  <a:pt x="1082421" y="44704"/>
                </a:lnTo>
                <a:lnTo>
                  <a:pt x="1081684" y="39192"/>
                </a:lnTo>
                <a:lnTo>
                  <a:pt x="1081074" y="34582"/>
                </a:lnTo>
                <a:lnTo>
                  <a:pt x="1081036" y="34366"/>
                </a:lnTo>
                <a:lnTo>
                  <a:pt x="1078357" y="32004"/>
                </a:lnTo>
                <a:lnTo>
                  <a:pt x="878763" y="31788"/>
                </a:lnTo>
                <a:lnTo>
                  <a:pt x="877062" y="23304"/>
                </a:lnTo>
                <a:lnTo>
                  <a:pt x="868908" y="11188"/>
                </a:lnTo>
                <a:lnTo>
                  <a:pt x="856805" y="3009"/>
                </a:lnTo>
                <a:lnTo>
                  <a:pt x="841971" y="0"/>
                </a:lnTo>
                <a:lnTo>
                  <a:pt x="827087" y="3009"/>
                </a:lnTo>
                <a:lnTo>
                  <a:pt x="814984" y="11188"/>
                </a:lnTo>
                <a:lnTo>
                  <a:pt x="806831" y="23304"/>
                </a:lnTo>
                <a:lnTo>
                  <a:pt x="804583" y="34366"/>
                </a:lnTo>
                <a:lnTo>
                  <a:pt x="803846" y="38138"/>
                </a:lnTo>
                <a:lnTo>
                  <a:pt x="805129" y="44488"/>
                </a:lnTo>
                <a:lnTo>
                  <a:pt x="806869" y="52959"/>
                </a:lnTo>
                <a:lnTo>
                  <a:pt x="815047" y="65062"/>
                </a:lnTo>
                <a:lnTo>
                  <a:pt x="827227" y="73215"/>
                </a:lnTo>
                <a:lnTo>
                  <a:pt x="841895" y="76187"/>
                </a:lnTo>
                <a:lnTo>
                  <a:pt x="856729" y="73215"/>
                </a:lnTo>
                <a:lnTo>
                  <a:pt x="868845" y="65062"/>
                </a:lnTo>
                <a:lnTo>
                  <a:pt x="877023" y="52959"/>
                </a:lnTo>
                <a:lnTo>
                  <a:pt x="878700" y="44704"/>
                </a:lnTo>
                <a:lnTo>
                  <a:pt x="878738" y="44488"/>
                </a:lnTo>
                <a:lnTo>
                  <a:pt x="1069594" y="44704"/>
                </a:lnTo>
                <a:lnTo>
                  <a:pt x="1149108" y="641083"/>
                </a:lnTo>
                <a:lnTo>
                  <a:pt x="1117638" y="645274"/>
                </a:lnTo>
                <a:lnTo>
                  <a:pt x="1165466" y="715772"/>
                </a:lnTo>
                <a:lnTo>
                  <a:pt x="1184783" y="659587"/>
                </a:lnTo>
                <a:lnTo>
                  <a:pt x="1193165" y="635203"/>
                </a:lnTo>
                <a:close/>
              </a:path>
              <a:path w="1660525" h="1315085">
                <a:moveTo>
                  <a:pt x="1660347" y="1276667"/>
                </a:moveTo>
                <a:lnTo>
                  <a:pt x="1659661" y="1273098"/>
                </a:lnTo>
                <a:lnTo>
                  <a:pt x="1659140" y="1270558"/>
                </a:lnTo>
                <a:lnTo>
                  <a:pt x="1659089" y="1270304"/>
                </a:lnTo>
                <a:lnTo>
                  <a:pt x="1657375" y="1261833"/>
                </a:lnTo>
                <a:lnTo>
                  <a:pt x="1649222" y="1249705"/>
                </a:lnTo>
                <a:lnTo>
                  <a:pt x="1637106" y="1241526"/>
                </a:lnTo>
                <a:lnTo>
                  <a:pt x="1637233" y="1241526"/>
                </a:lnTo>
                <a:lnTo>
                  <a:pt x="1622221" y="1238516"/>
                </a:lnTo>
                <a:lnTo>
                  <a:pt x="1607400" y="1241526"/>
                </a:lnTo>
                <a:lnTo>
                  <a:pt x="1595297" y="1249705"/>
                </a:lnTo>
                <a:lnTo>
                  <a:pt x="1587144" y="1261833"/>
                </a:lnTo>
                <a:lnTo>
                  <a:pt x="1585442" y="1270304"/>
                </a:lnTo>
                <a:lnTo>
                  <a:pt x="1443710" y="1270482"/>
                </a:lnTo>
                <a:lnTo>
                  <a:pt x="76276" y="1058430"/>
                </a:lnTo>
                <a:lnTo>
                  <a:pt x="76657" y="1055941"/>
                </a:lnTo>
                <a:lnTo>
                  <a:pt x="81140" y="1027049"/>
                </a:lnTo>
                <a:lnTo>
                  <a:pt x="0" y="1053020"/>
                </a:lnTo>
                <a:lnTo>
                  <a:pt x="69469" y="1102347"/>
                </a:lnTo>
                <a:lnTo>
                  <a:pt x="74333" y="1070978"/>
                </a:lnTo>
                <a:lnTo>
                  <a:pt x="1442758" y="1283182"/>
                </a:lnTo>
                <a:lnTo>
                  <a:pt x="1585493" y="1283182"/>
                </a:lnTo>
                <a:lnTo>
                  <a:pt x="1587182" y="1291488"/>
                </a:lnTo>
                <a:lnTo>
                  <a:pt x="1595361" y="1303591"/>
                </a:lnTo>
                <a:lnTo>
                  <a:pt x="1607477" y="1311744"/>
                </a:lnTo>
                <a:lnTo>
                  <a:pt x="1622310" y="1314716"/>
                </a:lnTo>
                <a:lnTo>
                  <a:pt x="1636966" y="1311744"/>
                </a:lnTo>
                <a:lnTo>
                  <a:pt x="1649145" y="1303591"/>
                </a:lnTo>
                <a:lnTo>
                  <a:pt x="1657337" y="1291488"/>
                </a:lnTo>
                <a:lnTo>
                  <a:pt x="1659039" y="1283182"/>
                </a:lnTo>
                <a:lnTo>
                  <a:pt x="1660347" y="1276667"/>
                </a:lnTo>
                <a:close/>
              </a:path>
            </a:pathLst>
          </a:custGeom>
          <a:solidFill>
            <a:srgbClr val="7F7F7F"/>
          </a:solidFill>
        </p:spPr>
        <p:txBody>
          <a:bodyPr wrap="square" lIns="0" tIns="0" rIns="0" bIns="0" rtlCol="0"/>
          <a:lstStyle/>
          <a:p>
            <a:endParaRPr/>
          </a:p>
        </p:txBody>
      </p:sp>
      <p:sp>
        <p:nvSpPr>
          <p:cNvPr id="15" name="object 15"/>
          <p:cNvSpPr txBox="1"/>
          <p:nvPr/>
        </p:nvSpPr>
        <p:spPr>
          <a:xfrm>
            <a:off x="871112" y="3635755"/>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sp>
        <p:nvSpPr>
          <p:cNvPr id="16" name="object 16"/>
          <p:cNvSpPr/>
          <p:nvPr/>
        </p:nvSpPr>
        <p:spPr>
          <a:xfrm>
            <a:off x="2043174" y="3600912"/>
            <a:ext cx="1220470" cy="302260"/>
          </a:xfrm>
          <a:custGeom>
            <a:avLst/>
            <a:gdLst/>
            <a:ahLst/>
            <a:cxnLst/>
            <a:rect l="l" t="t" r="r" b="b"/>
            <a:pathLst>
              <a:path w="1220470" h="302260">
                <a:moveTo>
                  <a:pt x="0" y="50307"/>
                </a:moveTo>
                <a:lnTo>
                  <a:pt x="3953" y="30725"/>
                </a:lnTo>
                <a:lnTo>
                  <a:pt x="14734" y="14734"/>
                </a:lnTo>
                <a:lnTo>
                  <a:pt x="30725" y="3953"/>
                </a:lnTo>
                <a:lnTo>
                  <a:pt x="50307" y="0"/>
                </a:lnTo>
                <a:lnTo>
                  <a:pt x="1170113" y="0"/>
                </a:lnTo>
                <a:lnTo>
                  <a:pt x="1189695" y="3953"/>
                </a:lnTo>
                <a:lnTo>
                  <a:pt x="1205686" y="14734"/>
                </a:lnTo>
                <a:lnTo>
                  <a:pt x="1216467" y="30725"/>
                </a:lnTo>
                <a:lnTo>
                  <a:pt x="1220421" y="50307"/>
                </a:lnTo>
                <a:lnTo>
                  <a:pt x="1220421" y="251532"/>
                </a:lnTo>
                <a:lnTo>
                  <a:pt x="1216467" y="271114"/>
                </a:lnTo>
                <a:lnTo>
                  <a:pt x="1205686" y="287105"/>
                </a:lnTo>
                <a:lnTo>
                  <a:pt x="1189695" y="297886"/>
                </a:lnTo>
                <a:lnTo>
                  <a:pt x="1170113"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17" name="object 17"/>
          <p:cNvSpPr txBox="1"/>
          <p:nvPr/>
        </p:nvSpPr>
        <p:spPr>
          <a:xfrm>
            <a:off x="2169198" y="3635755"/>
            <a:ext cx="96901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BEC</a:t>
            </a:r>
            <a:r>
              <a:rPr sz="1200" spc="-75" dirty="0">
                <a:latin typeface="Corbel"/>
                <a:cs typeface="Corbel"/>
              </a:rPr>
              <a:t> </a:t>
            </a:r>
            <a:r>
              <a:rPr sz="1200" baseline="27777" dirty="0">
                <a:latin typeface="Corbel"/>
                <a:cs typeface="Corbel"/>
              </a:rPr>
              <a:t>[1]</a:t>
            </a:r>
            <a:r>
              <a:rPr sz="1200" spc="112" baseline="27777" dirty="0">
                <a:latin typeface="Corbel"/>
                <a:cs typeface="Corbel"/>
              </a:rPr>
              <a:t> </a:t>
            </a:r>
            <a:r>
              <a:rPr sz="1200" dirty="0">
                <a:latin typeface="Corbel"/>
                <a:cs typeface="Corbel"/>
              </a:rPr>
              <a:t>/</a:t>
            </a:r>
            <a:r>
              <a:rPr sz="1200" spc="-10" dirty="0">
                <a:latin typeface="Corbel"/>
                <a:cs typeface="Corbel"/>
              </a:rPr>
              <a:t> ESC</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8" name="object 18"/>
          <p:cNvSpPr/>
          <p:nvPr/>
        </p:nvSpPr>
        <p:spPr>
          <a:xfrm>
            <a:off x="3522550" y="3600912"/>
            <a:ext cx="868680" cy="302260"/>
          </a:xfrm>
          <a:custGeom>
            <a:avLst/>
            <a:gdLst/>
            <a:ahLst/>
            <a:cxnLst/>
            <a:rect l="l" t="t" r="r" b="b"/>
            <a:pathLst>
              <a:path w="868679" h="302260">
                <a:moveTo>
                  <a:pt x="0" y="50307"/>
                </a:moveTo>
                <a:lnTo>
                  <a:pt x="3953" y="30725"/>
                </a:lnTo>
                <a:lnTo>
                  <a:pt x="14734" y="14734"/>
                </a:lnTo>
                <a:lnTo>
                  <a:pt x="30725" y="3953"/>
                </a:lnTo>
                <a:lnTo>
                  <a:pt x="50307" y="0"/>
                </a:lnTo>
                <a:lnTo>
                  <a:pt x="817965" y="0"/>
                </a:lnTo>
                <a:lnTo>
                  <a:pt x="837547" y="3953"/>
                </a:lnTo>
                <a:lnTo>
                  <a:pt x="853538" y="14734"/>
                </a:lnTo>
                <a:lnTo>
                  <a:pt x="864319" y="30725"/>
                </a:lnTo>
                <a:lnTo>
                  <a:pt x="868273" y="50307"/>
                </a:lnTo>
                <a:lnTo>
                  <a:pt x="868273" y="251532"/>
                </a:lnTo>
                <a:lnTo>
                  <a:pt x="864319" y="271114"/>
                </a:lnTo>
                <a:lnTo>
                  <a:pt x="853538" y="287105"/>
                </a:lnTo>
                <a:lnTo>
                  <a:pt x="837547" y="297886"/>
                </a:lnTo>
                <a:lnTo>
                  <a:pt x="817965"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19" name="object 19"/>
          <p:cNvSpPr txBox="1"/>
          <p:nvPr/>
        </p:nvSpPr>
        <p:spPr>
          <a:xfrm>
            <a:off x="3770156" y="3583940"/>
            <a:ext cx="374015"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FC</a:t>
            </a:r>
            <a:r>
              <a:rPr sz="1800" spc="-97" baseline="-18518" dirty="0">
                <a:latin typeface="Corbel"/>
                <a:cs typeface="Corbel"/>
              </a:rPr>
              <a:t> </a:t>
            </a:r>
            <a:r>
              <a:rPr sz="800" spc="-25" dirty="0">
                <a:latin typeface="Corbel"/>
                <a:cs typeface="Corbel"/>
              </a:rPr>
              <a:t>[3]</a:t>
            </a:r>
            <a:endParaRPr sz="800">
              <a:latin typeface="Corbel"/>
              <a:cs typeface="Corbel"/>
            </a:endParaRPr>
          </a:p>
        </p:txBody>
      </p:sp>
      <p:sp>
        <p:nvSpPr>
          <p:cNvPr id="20" name="object 20"/>
          <p:cNvSpPr/>
          <p:nvPr/>
        </p:nvSpPr>
        <p:spPr>
          <a:xfrm>
            <a:off x="2375114" y="4319201"/>
            <a:ext cx="868680" cy="367030"/>
          </a:xfrm>
          <a:custGeom>
            <a:avLst/>
            <a:gdLst/>
            <a:ahLst/>
            <a:cxnLst/>
            <a:rect l="l" t="t" r="r" b="b"/>
            <a:pathLst>
              <a:path w="868680"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sp>
        <p:nvSpPr>
          <p:cNvPr id="21" name="object 21"/>
          <p:cNvSpPr txBox="1"/>
          <p:nvPr/>
        </p:nvSpPr>
        <p:spPr>
          <a:xfrm>
            <a:off x="2466351" y="4294123"/>
            <a:ext cx="685800" cy="397510"/>
          </a:xfrm>
          <a:prstGeom prst="rect">
            <a:avLst/>
          </a:prstGeom>
        </p:spPr>
        <p:txBody>
          <a:bodyPr vert="horz" wrap="square" lIns="0" tIns="12700" rIns="0" bIns="0" rtlCol="0">
            <a:spAutoFit/>
          </a:bodyPr>
          <a:lstStyle/>
          <a:p>
            <a:pPr marL="47625">
              <a:lnSpc>
                <a:spcPct val="100000"/>
              </a:lnSpc>
              <a:spcBef>
                <a:spcPts val="100"/>
              </a:spcBef>
            </a:pPr>
            <a:r>
              <a:rPr sz="1200" dirty="0">
                <a:latin typeface="Corbel"/>
                <a:cs typeface="Corbel"/>
              </a:rPr>
              <a:t>Servo</a:t>
            </a:r>
            <a:r>
              <a:rPr sz="1200" spc="-30"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45"/>
              </a:spcBef>
            </a:pPr>
            <a:r>
              <a:rPr sz="1200" spc="-10" dirty="0">
                <a:latin typeface="Corbel"/>
                <a:cs typeface="Corbel"/>
              </a:rPr>
              <a:t>(Ailerons)</a:t>
            </a:r>
            <a:endParaRPr sz="1200">
              <a:latin typeface="Corbel"/>
              <a:cs typeface="Corbel"/>
            </a:endParaRPr>
          </a:p>
        </p:txBody>
      </p:sp>
      <p:sp>
        <p:nvSpPr>
          <p:cNvPr id="22" name="object 22"/>
          <p:cNvSpPr/>
          <p:nvPr/>
        </p:nvSpPr>
        <p:spPr>
          <a:xfrm>
            <a:off x="3522549" y="4319202"/>
            <a:ext cx="868680" cy="367030"/>
          </a:xfrm>
          <a:custGeom>
            <a:avLst/>
            <a:gdLst/>
            <a:ahLst/>
            <a:cxnLst/>
            <a:rect l="l" t="t" r="r" b="b"/>
            <a:pathLst>
              <a:path w="868679"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sp>
        <p:nvSpPr>
          <p:cNvPr id="23" name="object 23"/>
          <p:cNvSpPr txBox="1"/>
          <p:nvPr/>
        </p:nvSpPr>
        <p:spPr>
          <a:xfrm>
            <a:off x="3610992" y="4284979"/>
            <a:ext cx="690880" cy="409575"/>
          </a:xfrm>
          <a:prstGeom prst="rect">
            <a:avLst/>
          </a:prstGeom>
        </p:spPr>
        <p:txBody>
          <a:bodyPr vert="horz" wrap="square" lIns="0" tIns="21590" rIns="0" bIns="0" rtlCol="0">
            <a:spAutoFit/>
          </a:bodyPr>
          <a:lstStyle/>
          <a:p>
            <a:pPr marL="45085">
              <a:lnSpc>
                <a:spcPct val="100000"/>
              </a:lnSpc>
              <a:spcBef>
                <a:spcPts val="170"/>
              </a:spcBef>
            </a:pPr>
            <a:r>
              <a:rPr sz="1200" dirty="0">
                <a:latin typeface="Corbel"/>
                <a:cs typeface="Corbel"/>
              </a:rPr>
              <a:t>Servo</a:t>
            </a:r>
            <a:r>
              <a:rPr sz="1200" spc="-30"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75"/>
              </a:spcBef>
            </a:pPr>
            <a:r>
              <a:rPr sz="1200" spc="-10" dirty="0">
                <a:latin typeface="Corbel"/>
                <a:cs typeface="Corbel"/>
              </a:rPr>
              <a:t>(Elevator)</a:t>
            </a:r>
            <a:endParaRPr sz="1200">
              <a:latin typeface="Corbel"/>
              <a:cs typeface="Corbel"/>
            </a:endParaRPr>
          </a:p>
        </p:txBody>
      </p:sp>
      <p:sp>
        <p:nvSpPr>
          <p:cNvPr id="24" name="object 24"/>
          <p:cNvSpPr/>
          <p:nvPr/>
        </p:nvSpPr>
        <p:spPr>
          <a:xfrm>
            <a:off x="4591800" y="4319201"/>
            <a:ext cx="868680" cy="367030"/>
          </a:xfrm>
          <a:custGeom>
            <a:avLst/>
            <a:gdLst/>
            <a:ahLst/>
            <a:cxnLst/>
            <a:rect l="l" t="t" r="r" b="b"/>
            <a:pathLst>
              <a:path w="868679"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sp>
        <p:nvSpPr>
          <p:cNvPr id="25" name="object 25"/>
          <p:cNvSpPr txBox="1"/>
          <p:nvPr/>
        </p:nvSpPr>
        <p:spPr>
          <a:xfrm>
            <a:off x="4691768" y="4294123"/>
            <a:ext cx="669290" cy="397510"/>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Servo</a:t>
            </a:r>
            <a:r>
              <a:rPr sz="1200" spc="-20" dirty="0">
                <a:latin typeface="Corbel"/>
                <a:cs typeface="Corbel"/>
              </a:rPr>
              <a:t> 3</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marL="59690">
              <a:lnSpc>
                <a:spcPct val="100000"/>
              </a:lnSpc>
              <a:spcBef>
                <a:spcPts val="45"/>
              </a:spcBef>
            </a:pPr>
            <a:r>
              <a:rPr sz="1200" spc="-10" dirty="0">
                <a:latin typeface="Corbel"/>
                <a:cs typeface="Corbel"/>
              </a:rPr>
              <a:t>(Rudder)</a:t>
            </a:r>
            <a:endParaRPr sz="1200">
              <a:latin typeface="Corbel"/>
              <a:cs typeface="Corbel"/>
            </a:endParaRPr>
          </a:p>
        </p:txBody>
      </p:sp>
      <p:sp>
        <p:nvSpPr>
          <p:cNvPr id="26" name="object 26"/>
          <p:cNvSpPr/>
          <p:nvPr/>
        </p:nvSpPr>
        <p:spPr>
          <a:xfrm>
            <a:off x="3482841" y="2884535"/>
            <a:ext cx="948055" cy="302260"/>
          </a:xfrm>
          <a:custGeom>
            <a:avLst/>
            <a:gdLst/>
            <a:ahLst/>
            <a:cxnLst/>
            <a:rect l="l" t="t" r="r" b="b"/>
            <a:pathLst>
              <a:path w="948054" h="302260">
                <a:moveTo>
                  <a:pt x="0" y="50307"/>
                </a:moveTo>
                <a:lnTo>
                  <a:pt x="3953" y="30725"/>
                </a:lnTo>
                <a:lnTo>
                  <a:pt x="14734" y="14734"/>
                </a:lnTo>
                <a:lnTo>
                  <a:pt x="30725" y="3953"/>
                </a:lnTo>
                <a:lnTo>
                  <a:pt x="50307" y="0"/>
                </a:lnTo>
                <a:lnTo>
                  <a:pt x="897384" y="0"/>
                </a:lnTo>
                <a:lnTo>
                  <a:pt x="916966" y="3953"/>
                </a:lnTo>
                <a:lnTo>
                  <a:pt x="932957" y="14734"/>
                </a:lnTo>
                <a:lnTo>
                  <a:pt x="943738" y="30725"/>
                </a:lnTo>
                <a:lnTo>
                  <a:pt x="947692" y="50307"/>
                </a:lnTo>
                <a:lnTo>
                  <a:pt x="947692" y="251532"/>
                </a:lnTo>
                <a:lnTo>
                  <a:pt x="943738" y="271114"/>
                </a:lnTo>
                <a:lnTo>
                  <a:pt x="932957" y="287105"/>
                </a:lnTo>
                <a:lnTo>
                  <a:pt x="916966" y="297886"/>
                </a:lnTo>
                <a:lnTo>
                  <a:pt x="897384"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27" name="object 27"/>
          <p:cNvSpPr txBox="1"/>
          <p:nvPr/>
        </p:nvSpPr>
        <p:spPr>
          <a:xfrm>
            <a:off x="3581148" y="2919476"/>
            <a:ext cx="75184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p:txBody>
      </p:sp>
      <p:sp>
        <p:nvSpPr>
          <p:cNvPr id="28" name="object 28"/>
          <p:cNvSpPr/>
          <p:nvPr/>
        </p:nvSpPr>
        <p:spPr>
          <a:xfrm>
            <a:off x="2219248" y="2884535"/>
            <a:ext cx="868680" cy="302260"/>
          </a:xfrm>
          <a:custGeom>
            <a:avLst/>
            <a:gdLst/>
            <a:ahLst/>
            <a:cxnLst/>
            <a:rect l="l" t="t" r="r" b="b"/>
            <a:pathLst>
              <a:path w="868680" h="302260">
                <a:moveTo>
                  <a:pt x="0" y="50307"/>
                </a:moveTo>
                <a:lnTo>
                  <a:pt x="3953" y="30725"/>
                </a:lnTo>
                <a:lnTo>
                  <a:pt x="14734" y="14734"/>
                </a:lnTo>
                <a:lnTo>
                  <a:pt x="30725" y="3953"/>
                </a:lnTo>
                <a:lnTo>
                  <a:pt x="50307" y="0"/>
                </a:lnTo>
                <a:lnTo>
                  <a:pt x="817965" y="0"/>
                </a:lnTo>
                <a:lnTo>
                  <a:pt x="837547" y="3953"/>
                </a:lnTo>
                <a:lnTo>
                  <a:pt x="853538" y="14734"/>
                </a:lnTo>
                <a:lnTo>
                  <a:pt x="864319" y="30725"/>
                </a:lnTo>
                <a:lnTo>
                  <a:pt x="868273" y="50307"/>
                </a:lnTo>
                <a:lnTo>
                  <a:pt x="868273" y="251532"/>
                </a:lnTo>
                <a:lnTo>
                  <a:pt x="864319" y="271114"/>
                </a:lnTo>
                <a:lnTo>
                  <a:pt x="853538" y="287105"/>
                </a:lnTo>
                <a:lnTo>
                  <a:pt x="837547" y="297886"/>
                </a:lnTo>
                <a:lnTo>
                  <a:pt x="817965"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29" name="object 29"/>
          <p:cNvSpPr txBox="1"/>
          <p:nvPr/>
        </p:nvSpPr>
        <p:spPr>
          <a:xfrm>
            <a:off x="2351760" y="2919476"/>
            <a:ext cx="60388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Motor</a:t>
            </a:r>
            <a:r>
              <a:rPr sz="1200" spc="-45" dirty="0">
                <a:latin typeface="Corbel"/>
                <a:cs typeface="Corbel"/>
              </a:rPr>
              <a:t> </a:t>
            </a:r>
            <a:r>
              <a:rPr sz="1200" spc="-37" baseline="27777" dirty="0">
                <a:latin typeface="Corbel"/>
                <a:cs typeface="Corbel"/>
              </a:rPr>
              <a:t>[2]</a:t>
            </a:r>
            <a:endParaRPr sz="1200" baseline="27777">
              <a:latin typeface="Corbel"/>
              <a:cs typeface="Corbel"/>
            </a:endParaRPr>
          </a:p>
        </p:txBody>
      </p:sp>
      <p:grpSp>
        <p:nvGrpSpPr>
          <p:cNvPr id="30" name="object 30"/>
          <p:cNvGrpSpPr/>
          <p:nvPr/>
        </p:nvGrpSpPr>
        <p:grpSpPr>
          <a:xfrm>
            <a:off x="1676825" y="3160975"/>
            <a:ext cx="3998595" cy="1183640"/>
            <a:chOff x="1676825" y="3160975"/>
            <a:chExt cx="3998595" cy="1183640"/>
          </a:xfrm>
        </p:grpSpPr>
        <p:sp>
          <p:nvSpPr>
            <p:cNvPr id="31" name="object 31"/>
            <p:cNvSpPr/>
            <p:nvPr/>
          </p:nvSpPr>
          <p:spPr>
            <a:xfrm>
              <a:off x="1676819" y="3160979"/>
              <a:ext cx="3375025" cy="1183640"/>
            </a:xfrm>
            <a:custGeom>
              <a:avLst/>
              <a:gdLst/>
              <a:ahLst/>
              <a:cxnLst/>
              <a:rect l="l" t="t" r="r" b="b"/>
              <a:pathLst>
                <a:path w="3375025" h="1183639">
                  <a:moveTo>
                    <a:pt x="391744" y="590854"/>
                  </a:moveTo>
                  <a:lnTo>
                    <a:pt x="390461" y="584504"/>
                  </a:lnTo>
                  <a:lnTo>
                    <a:pt x="389750" y="580974"/>
                  </a:lnTo>
                  <a:lnTo>
                    <a:pt x="384314" y="572897"/>
                  </a:lnTo>
                  <a:lnTo>
                    <a:pt x="376237" y="567461"/>
                  </a:lnTo>
                  <a:lnTo>
                    <a:pt x="366344" y="565454"/>
                  </a:lnTo>
                  <a:lnTo>
                    <a:pt x="356463" y="567461"/>
                  </a:lnTo>
                  <a:lnTo>
                    <a:pt x="348386" y="572897"/>
                  </a:lnTo>
                  <a:lnTo>
                    <a:pt x="342950" y="580974"/>
                  </a:lnTo>
                  <a:lnTo>
                    <a:pt x="342226" y="584504"/>
                  </a:lnTo>
                  <a:lnTo>
                    <a:pt x="49517" y="584504"/>
                  </a:lnTo>
                  <a:lnTo>
                    <a:pt x="48806" y="580974"/>
                  </a:lnTo>
                  <a:lnTo>
                    <a:pt x="43357" y="572897"/>
                  </a:lnTo>
                  <a:lnTo>
                    <a:pt x="35293" y="567461"/>
                  </a:lnTo>
                  <a:lnTo>
                    <a:pt x="25400" y="565454"/>
                  </a:lnTo>
                  <a:lnTo>
                    <a:pt x="15506" y="567461"/>
                  </a:lnTo>
                  <a:lnTo>
                    <a:pt x="7442" y="572897"/>
                  </a:lnTo>
                  <a:lnTo>
                    <a:pt x="1993" y="580974"/>
                  </a:lnTo>
                  <a:lnTo>
                    <a:pt x="0" y="590854"/>
                  </a:lnTo>
                  <a:lnTo>
                    <a:pt x="1993" y="600748"/>
                  </a:lnTo>
                  <a:lnTo>
                    <a:pt x="7442" y="608825"/>
                  </a:lnTo>
                  <a:lnTo>
                    <a:pt x="15519" y="614260"/>
                  </a:lnTo>
                  <a:lnTo>
                    <a:pt x="25400" y="616254"/>
                  </a:lnTo>
                  <a:lnTo>
                    <a:pt x="35280" y="614260"/>
                  </a:lnTo>
                  <a:lnTo>
                    <a:pt x="43357" y="608825"/>
                  </a:lnTo>
                  <a:lnTo>
                    <a:pt x="48806" y="600748"/>
                  </a:lnTo>
                  <a:lnTo>
                    <a:pt x="49517" y="597204"/>
                  </a:lnTo>
                  <a:lnTo>
                    <a:pt x="342226" y="597204"/>
                  </a:lnTo>
                  <a:lnTo>
                    <a:pt x="342950" y="600748"/>
                  </a:lnTo>
                  <a:lnTo>
                    <a:pt x="348386" y="608825"/>
                  </a:lnTo>
                  <a:lnTo>
                    <a:pt x="356463" y="614260"/>
                  </a:lnTo>
                  <a:lnTo>
                    <a:pt x="366344" y="616254"/>
                  </a:lnTo>
                  <a:lnTo>
                    <a:pt x="376237" y="614260"/>
                  </a:lnTo>
                  <a:lnTo>
                    <a:pt x="384314" y="608825"/>
                  </a:lnTo>
                  <a:lnTo>
                    <a:pt x="389750" y="600748"/>
                  </a:lnTo>
                  <a:lnTo>
                    <a:pt x="390461" y="597204"/>
                  </a:lnTo>
                  <a:lnTo>
                    <a:pt x="391744" y="590854"/>
                  </a:lnTo>
                  <a:close/>
                </a:path>
                <a:path w="3375025" h="1183639">
                  <a:moveTo>
                    <a:pt x="1001966" y="25400"/>
                  </a:moveTo>
                  <a:lnTo>
                    <a:pt x="976566" y="0"/>
                  </a:lnTo>
                  <a:lnTo>
                    <a:pt x="966673" y="1993"/>
                  </a:lnTo>
                  <a:lnTo>
                    <a:pt x="958596" y="7442"/>
                  </a:lnTo>
                  <a:lnTo>
                    <a:pt x="953160" y="15519"/>
                  </a:lnTo>
                  <a:lnTo>
                    <a:pt x="951166" y="25400"/>
                  </a:lnTo>
                  <a:lnTo>
                    <a:pt x="953160" y="35293"/>
                  </a:lnTo>
                  <a:lnTo>
                    <a:pt x="958596" y="43357"/>
                  </a:lnTo>
                  <a:lnTo>
                    <a:pt x="966673" y="48806"/>
                  </a:lnTo>
                  <a:lnTo>
                    <a:pt x="970216" y="49517"/>
                  </a:lnTo>
                  <a:lnTo>
                    <a:pt x="970216" y="415823"/>
                  </a:lnTo>
                  <a:lnTo>
                    <a:pt x="966673" y="416534"/>
                  </a:lnTo>
                  <a:lnTo>
                    <a:pt x="958596" y="421982"/>
                  </a:lnTo>
                  <a:lnTo>
                    <a:pt x="953160" y="430047"/>
                  </a:lnTo>
                  <a:lnTo>
                    <a:pt x="951166" y="439940"/>
                  </a:lnTo>
                  <a:lnTo>
                    <a:pt x="953160" y="449821"/>
                  </a:lnTo>
                  <a:lnTo>
                    <a:pt x="958596" y="457898"/>
                  </a:lnTo>
                  <a:lnTo>
                    <a:pt x="966673" y="463346"/>
                  </a:lnTo>
                  <a:lnTo>
                    <a:pt x="976566" y="465340"/>
                  </a:lnTo>
                  <a:lnTo>
                    <a:pt x="986447" y="463346"/>
                  </a:lnTo>
                  <a:lnTo>
                    <a:pt x="994524" y="457898"/>
                  </a:lnTo>
                  <a:lnTo>
                    <a:pt x="999959" y="449821"/>
                  </a:lnTo>
                  <a:lnTo>
                    <a:pt x="1000683" y="446290"/>
                  </a:lnTo>
                  <a:lnTo>
                    <a:pt x="1001966" y="439940"/>
                  </a:lnTo>
                  <a:lnTo>
                    <a:pt x="999959" y="430047"/>
                  </a:lnTo>
                  <a:lnTo>
                    <a:pt x="994524" y="421982"/>
                  </a:lnTo>
                  <a:lnTo>
                    <a:pt x="986447" y="416534"/>
                  </a:lnTo>
                  <a:lnTo>
                    <a:pt x="982916" y="415823"/>
                  </a:lnTo>
                  <a:lnTo>
                    <a:pt x="982916" y="414540"/>
                  </a:lnTo>
                  <a:lnTo>
                    <a:pt x="982916" y="50800"/>
                  </a:lnTo>
                  <a:lnTo>
                    <a:pt x="982916" y="49517"/>
                  </a:lnTo>
                  <a:lnTo>
                    <a:pt x="986447" y="48806"/>
                  </a:lnTo>
                  <a:lnTo>
                    <a:pt x="994524" y="43357"/>
                  </a:lnTo>
                  <a:lnTo>
                    <a:pt x="999959" y="35293"/>
                  </a:lnTo>
                  <a:lnTo>
                    <a:pt x="1001966" y="25400"/>
                  </a:lnTo>
                  <a:close/>
                </a:path>
                <a:path w="3375025" h="1183639">
                  <a:moveTo>
                    <a:pt x="1871129" y="590854"/>
                  </a:moveTo>
                  <a:lnTo>
                    <a:pt x="1869846" y="584504"/>
                  </a:lnTo>
                  <a:lnTo>
                    <a:pt x="1869135" y="580974"/>
                  </a:lnTo>
                  <a:lnTo>
                    <a:pt x="1863686" y="572897"/>
                  </a:lnTo>
                  <a:lnTo>
                    <a:pt x="1855609" y="567461"/>
                  </a:lnTo>
                  <a:lnTo>
                    <a:pt x="1845729" y="565454"/>
                  </a:lnTo>
                  <a:lnTo>
                    <a:pt x="1835835" y="567461"/>
                  </a:lnTo>
                  <a:lnTo>
                    <a:pt x="1827771" y="572897"/>
                  </a:lnTo>
                  <a:lnTo>
                    <a:pt x="1822323" y="580974"/>
                  </a:lnTo>
                  <a:lnTo>
                    <a:pt x="1821611" y="584504"/>
                  </a:lnTo>
                  <a:lnTo>
                    <a:pt x="1610893" y="584504"/>
                  </a:lnTo>
                  <a:lnTo>
                    <a:pt x="1610169" y="580974"/>
                  </a:lnTo>
                  <a:lnTo>
                    <a:pt x="1604733" y="572897"/>
                  </a:lnTo>
                  <a:lnTo>
                    <a:pt x="1596656" y="567461"/>
                  </a:lnTo>
                  <a:lnTo>
                    <a:pt x="1586776" y="565454"/>
                  </a:lnTo>
                  <a:lnTo>
                    <a:pt x="1576882" y="567461"/>
                  </a:lnTo>
                  <a:lnTo>
                    <a:pt x="1568805" y="572897"/>
                  </a:lnTo>
                  <a:lnTo>
                    <a:pt x="1563370" y="580974"/>
                  </a:lnTo>
                  <a:lnTo>
                    <a:pt x="1561376" y="590854"/>
                  </a:lnTo>
                  <a:lnTo>
                    <a:pt x="1563370" y="600748"/>
                  </a:lnTo>
                  <a:lnTo>
                    <a:pt x="1568818" y="608825"/>
                  </a:lnTo>
                  <a:lnTo>
                    <a:pt x="1576895" y="614260"/>
                  </a:lnTo>
                  <a:lnTo>
                    <a:pt x="1586776" y="616254"/>
                  </a:lnTo>
                  <a:lnTo>
                    <a:pt x="1596656" y="614260"/>
                  </a:lnTo>
                  <a:lnTo>
                    <a:pt x="1604733" y="608825"/>
                  </a:lnTo>
                  <a:lnTo>
                    <a:pt x="1610169" y="600748"/>
                  </a:lnTo>
                  <a:lnTo>
                    <a:pt x="1610893" y="597204"/>
                  </a:lnTo>
                  <a:lnTo>
                    <a:pt x="1821599" y="597204"/>
                  </a:lnTo>
                  <a:lnTo>
                    <a:pt x="1822323" y="600748"/>
                  </a:lnTo>
                  <a:lnTo>
                    <a:pt x="1827758" y="608825"/>
                  </a:lnTo>
                  <a:lnTo>
                    <a:pt x="1835835" y="614260"/>
                  </a:lnTo>
                  <a:lnTo>
                    <a:pt x="1845729" y="616254"/>
                  </a:lnTo>
                  <a:lnTo>
                    <a:pt x="1855609" y="614260"/>
                  </a:lnTo>
                  <a:lnTo>
                    <a:pt x="1863686" y="608825"/>
                  </a:lnTo>
                  <a:lnTo>
                    <a:pt x="1869135" y="600748"/>
                  </a:lnTo>
                  <a:lnTo>
                    <a:pt x="1869846" y="597204"/>
                  </a:lnTo>
                  <a:lnTo>
                    <a:pt x="1871129" y="590854"/>
                  </a:lnTo>
                  <a:close/>
                </a:path>
                <a:path w="3375025" h="1183639">
                  <a:moveTo>
                    <a:pt x="2305266" y="25400"/>
                  </a:moveTo>
                  <a:lnTo>
                    <a:pt x="2303983" y="19050"/>
                  </a:lnTo>
                  <a:lnTo>
                    <a:pt x="2303272" y="15519"/>
                  </a:lnTo>
                  <a:lnTo>
                    <a:pt x="2297823" y="7442"/>
                  </a:lnTo>
                  <a:lnTo>
                    <a:pt x="2289746" y="1993"/>
                  </a:lnTo>
                  <a:lnTo>
                    <a:pt x="2279866" y="0"/>
                  </a:lnTo>
                  <a:lnTo>
                    <a:pt x="2269972" y="1993"/>
                  </a:lnTo>
                  <a:lnTo>
                    <a:pt x="2261908" y="7442"/>
                  </a:lnTo>
                  <a:lnTo>
                    <a:pt x="2256459" y="15519"/>
                  </a:lnTo>
                  <a:lnTo>
                    <a:pt x="2254466" y="25400"/>
                  </a:lnTo>
                  <a:lnTo>
                    <a:pt x="2256459" y="35293"/>
                  </a:lnTo>
                  <a:lnTo>
                    <a:pt x="2261908" y="43357"/>
                  </a:lnTo>
                  <a:lnTo>
                    <a:pt x="2269972" y="48806"/>
                  </a:lnTo>
                  <a:lnTo>
                    <a:pt x="2273516" y="49517"/>
                  </a:lnTo>
                  <a:lnTo>
                    <a:pt x="2273516" y="415823"/>
                  </a:lnTo>
                  <a:lnTo>
                    <a:pt x="2269972" y="416534"/>
                  </a:lnTo>
                  <a:lnTo>
                    <a:pt x="2261908" y="421982"/>
                  </a:lnTo>
                  <a:lnTo>
                    <a:pt x="2256459" y="430047"/>
                  </a:lnTo>
                  <a:lnTo>
                    <a:pt x="2254466" y="439940"/>
                  </a:lnTo>
                  <a:lnTo>
                    <a:pt x="2256459" y="449821"/>
                  </a:lnTo>
                  <a:lnTo>
                    <a:pt x="2261908" y="457898"/>
                  </a:lnTo>
                  <a:lnTo>
                    <a:pt x="2269972" y="463346"/>
                  </a:lnTo>
                  <a:lnTo>
                    <a:pt x="2279866" y="465340"/>
                  </a:lnTo>
                  <a:lnTo>
                    <a:pt x="2289746" y="463346"/>
                  </a:lnTo>
                  <a:lnTo>
                    <a:pt x="2297823" y="457898"/>
                  </a:lnTo>
                  <a:lnTo>
                    <a:pt x="2303272" y="449821"/>
                  </a:lnTo>
                  <a:lnTo>
                    <a:pt x="2303983" y="446290"/>
                  </a:lnTo>
                  <a:lnTo>
                    <a:pt x="2305266" y="439940"/>
                  </a:lnTo>
                  <a:lnTo>
                    <a:pt x="2303272" y="430047"/>
                  </a:lnTo>
                  <a:lnTo>
                    <a:pt x="2297823" y="421982"/>
                  </a:lnTo>
                  <a:lnTo>
                    <a:pt x="2289746" y="416534"/>
                  </a:lnTo>
                  <a:lnTo>
                    <a:pt x="2286216" y="415823"/>
                  </a:lnTo>
                  <a:lnTo>
                    <a:pt x="2286216" y="414540"/>
                  </a:lnTo>
                  <a:lnTo>
                    <a:pt x="2286216" y="50800"/>
                  </a:lnTo>
                  <a:lnTo>
                    <a:pt x="2286216" y="49517"/>
                  </a:lnTo>
                  <a:lnTo>
                    <a:pt x="2289746" y="48806"/>
                  </a:lnTo>
                  <a:lnTo>
                    <a:pt x="2297823" y="43357"/>
                  </a:lnTo>
                  <a:lnTo>
                    <a:pt x="2303272" y="35293"/>
                  </a:lnTo>
                  <a:lnTo>
                    <a:pt x="2305266" y="25400"/>
                  </a:lnTo>
                  <a:close/>
                </a:path>
                <a:path w="3375025" h="1183639">
                  <a:moveTo>
                    <a:pt x="3374504" y="1157516"/>
                  </a:moveTo>
                  <a:lnTo>
                    <a:pt x="3372370" y="1148016"/>
                  </a:lnTo>
                  <a:lnTo>
                    <a:pt x="3366820" y="1140002"/>
                  </a:lnTo>
                  <a:lnTo>
                    <a:pt x="3358337" y="1134554"/>
                  </a:lnTo>
                  <a:lnTo>
                    <a:pt x="3348393" y="1132827"/>
                  </a:lnTo>
                  <a:lnTo>
                    <a:pt x="3338893" y="1134973"/>
                  </a:lnTo>
                  <a:lnTo>
                    <a:pt x="3330892" y="1140523"/>
                  </a:lnTo>
                  <a:lnTo>
                    <a:pt x="3328949" y="1143558"/>
                  </a:lnTo>
                  <a:lnTo>
                    <a:pt x="2304834" y="744689"/>
                  </a:lnTo>
                  <a:lnTo>
                    <a:pt x="2305240" y="743089"/>
                  </a:lnTo>
                  <a:lnTo>
                    <a:pt x="2305126" y="742416"/>
                  </a:lnTo>
                  <a:lnTo>
                    <a:pt x="2305266" y="741781"/>
                  </a:lnTo>
                  <a:lnTo>
                    <a:pt x="2305189" y="741426"/>
                  </a:lnTo>
                  <a:lnTo>
                    <a:pt x="2305253" y="741057"/>
                  </a:lnTo>
                  <a:lnTo>
                    <a:pt x="2304237" y="736549"/>
                  </a:lnTo>
                  <a:lnTo>
                    <a:pt x="2303957" y="734618"/>
                  </a:lnTo>
                  <a:lnTo>
                    <a:pt x="2303742" y="733120"/>
                  </a:lnTo>
                  <a:lnTo>
                    <a:pt x="2303399" y="732586"/>
                  </a:lnTo>
                  <a:lnTo>
                    <a:pt x="2303272" y="731888"/>
                  </a:lnTo>
                  <a:lnTo>
                    <a:pt x="2303145" y="731723"/>
                  </a:lnTo>
                  <a:lnTo>
                    <a:pt x="2303119" y="731558"/>
                  </a:lnTo>
                  <a:lnTo>
                    <a:pt x="2300376" y="727621"/>
                  </a:lnTo>
                  <a:lnTo>
                    <a:pt x="2300287" y="727481"/>
                  </a:lnTo>
                  <a:lnTo>
                    <a:pt x="2298484" y="724496"/>
                  </a:lnTo>
                  <a:lnTo>
                    <a:pt x="2298077" y="724204"/>
                  </a:lnTo>
                  <a:lnTo>
                    <a:pt x="2297823" y="723823"/>
                  </a:lnTo>
                  <a:lnTo>
                    <a:pt x="2297684" y="723747"/>
                  </a:lnTo>
                  <a:lnTo>
                    <a:pt x="2297569" y="723557"/>
                  </a:lnTo>
                  <a:lnTo>
                    <a:pt x="2294267" y="721448"/>
                  </a:lnTo>
                  <a:lnTo>
                    <a:pt x="2290622" y="718769"/>
                  </a:lnTo>
                  <a:lnTo>
                    <a:pt x="2290153" y="718654"/>
                  </a:lnTo>
                  <a:lnTo>
                    <a:pt x="2289746" y="718375"/>
                  </a:lnTo>
                  <a:lnTo>
                    <a:pt x="2289391" y="718312"/>
                  </a:lnTo>
                  <a:lnTo>
                    <a:pt x="2289086" y="718108"/>
                  </a:lnTo>
                  <a:lnTo>
                    <a:pt x="2285352" y="717473"/>
                  </a:lnTo>
                  <a:lnTo>
                    <a:pt x="2281174" y="716407"/>
                  </a:lnTo>
                  <a:lnTo>
                    <a:pt x="2280488" y="716521"/>
                  </a:lnTo>
                  <a:lnTo>
                    <a:pt x="2279866" y="716381"/>
                  </a:lnTo>
                  <a:lnTo>
                    <a:pt x="2279523" y="716457"/>
                  </a:lnTo>
                  <a:lnTo>
                    <a:pt x="2279142" y="716381"/>
                  </a:lnTo>
                  <a:lnTo>
                    <a:pt x="2274709" y="717384"/>
                  </a:lnTo>
                  <a:lnTo>
                    <a:pt x="2271191" y="717905"/>
                  </a:lnTo>
                  <a:lnTo>
                    <a:pt x="2270633" y="718248"/>
                  </a:lnTo>
                  <a:lnTo>
                    <a:pt x="2269972" y="718375"/>
                  </a:lnTo>
                  <a:lnTo>
                    <a:pt x="2269794" y="718502"/>
                  </a:lnTo>
                  <a:lnTo>
                    <a:pt x="2269642" y="718527"/>
                  </a:lnTo>
                  <a:lnTo>
                    <a:pt x="2265857" y="721156"/>
                  </a:lnTo>
                  <a:lnTo>
                    <a:pt x="2262581" y="723150"/>
                  </a:lnTo>
                  <a:lnTo>
                    <a:pt x="2262263" y="723582"/>
                  </a:lnTo>
                  <a:lnTo>
                    <a:pt x="2261908" y="723823"/>
                  </a:lnTo>
                  <a:lnTo>
                    <a:pt x="2261819" y="723963"/>
                  </a:lnTo>
                  <a:lnTo>
                    <a:pt x="2261641" y="724077"/>
                  </a:lnTo>
                  <a:lnTo>
                    <a:pt x="2259914" y="726770"/>
                  </a:lnTo>
                  <a:lnTo>
                    <a:pt x="2259507" y="727367"/>
                  </a:lnTo>
                  <a:lnTo>
                    <a:pt x="2256853" y="731024"/>
                  </a:lnTo>
                  <a:lnTo>
                    <a:pt x="2256739" y="731481"/>
                  </a:lnTo>
                  <a:lnTo>
                    <a:pt x="2256459" y="731888"/>
                  </a:lnTo>
                  <a:lnTo>
                    <a:pt x="2256371" y="732269"/>
                  </a:lnTo>
                  <a:lnTo>
                    <a:pt x="2256193" y="732561"/>
                  </a:lnTo>
                  <a:lnTo>
                    <a:pt x="2255570" y="736092"/>
                  </a:lnTo>
                  <a:lnTo>
                    <a:pt x="2254491" y="740473"/>
                  </a:lnTo>
                  <a:lnTo>
                    <a:pt x="2254580" y="741159"/>
                  </a:lnTo>
                  <a:lnTo>
                    <a:pt x="2254466" y="741781"/>
                  </a:lnTo>
                  <a:lnTo>
                    <a:pt x="2254529" y="742124"/>
                  </a:lnTo>
                  <a:lnTo>
                    <a:pt x="2254466" y="742492"/>
                  </a:lnTo>
                  <a:lnTo>
                    <a:pt x="2254821" y="744118"/>
                  </a:lnTo>
                  <a:lnTo>
                    <a:pt x="1152931" y="1144028"/>
                  </a:lnTo>
                  <a:lnTo>
                    <a:pt x="1151051" y="1140955"/>
                  </a:lnTo>
                  <a:lnTo>
                    <a:pt x="1143177" y="1135214"/>
                  </a:lnTo>
                  <a:lnTo>
                    <a:pt x="1133741" y="1132852"/>
                  </a:lnTo>
                  <a:lnTo>
                    <a:pt x="1123759" y="1134351"/>
                  </a:lnTo>
                  <a:lnTo>
                    <a:pt x="1115148" y="1139596"/>
                  </a:lnTo>
                  <a:lnTo>
                    <a:pt x="1109421" y="1147470"/>
                  </a:lnTo>
                  <a:lnTo>
                    <a:pt x="1107059" y="1156919"/>
                  </a:lnTo>
                  <a:lnTo>
                    <a:pt x="1108544" y="1166888"/>
                  </a:lnTo>
                  <a:lnTo>
                    <a:pt x="1113802" y="1175512"/>
                  </a:lnTo>
                  <a:lnTo>
                    <a:pt x="1121676" y="1181239"/>
                  </a:lnTo>
                  <a:lnTo>
                    <a:pt x="1131112" y="1183601"/>
                  </a:lnTo>
                  <a:lnTo>
                    <a:pt x="1141095" y="1182103"/>
                  </a:lnTo>
                  <a:lnTo>
                    <a:pt x="1149705" y="1176858"/>
                  </a:lnTo>
                  <a:lnTo>
                    <a:pt x="1155433" y="1168984"/>
                  </a:lnTo>
                  <a:lnTo>
                    <a:pt x="1156335" y="1165390"/>
                  </a:lnTo>
                  <a:lnTo>
                    <a:pt x="1157795" y="1159535"/>
                  </a:lnTo>
                  <a:lnTo>
                    <a:pt x="1157262" y="1155966"/>
                  </a:lnTo>
                  <a:lnTo>
                    <a:pt x="2259355" y="755980"/>
                  </a:lnTo>
                  <a:lnTo>
                    <a:pt x="2261235" y="759053"/>
                  </a:lnTo>
                  <a:lnTo>
                    <a:pt x="2261616" y="759345"/>
                  </a:lnTo>
                  <a:lnTo>
                    <a:pt x="2261895" y="759739"/>
                  </a:lnTo>
                  <a:lnTo>
                    <a:pt x="2262047" y="759853"/>
                  </a:lnTo>
                  <a:lnTo>
                    <a:pt x="2262162" y="760006"/>
                  </a:lnTo>
                  <a:lnTo>
                    <a:pt x="2264460" y="761492"/>
                  </a:lnTo>
                  <a:lnTo>
                    <a:pt x="2265642" y="762279"/>
                  </a:lnTo>
                  <a:lnTo>
                    <a:pt x="2269109" y="764794"/>
                  </a:lnTo>
                  <a:lnTo>
                    <a:pt x="2269553" y="764908"/>
                  </a:lnTo>
                  <a:lnTo>
                    <a:pt x="2269972" y="765187"/>
                  </a:lnTo>
                  <a:lnTo>
                    <a:pt x="2270366" y="765276"/>
                  </a:lnTo>
                  <a:lnTo>
                    <a:pt x="2270645" y="765441"/>
                  </a:lnTo>
                  <a:lnTo>
                    <a:pt x="2273516" y="765949"/>
                  </a:lnTo>
                  <a:lnTo>
                    <a:pt x="2273516" y="1134110"/>
                  </a:lnTo>
                  <a:lnTo>
                    <a:pt x="2269972" y="1134821"/>
                  </a:lnTo>
                  <a:lnTo>
                    <a:pt x="2261895" y="1140269"/>
                  </a:lnTo>
                  <a:lnTo>
                    <a:pt x="2256459" y="1148346"/>
                  </a:lnTo>
                  <a:lnTo>
                    <a:pt x="2254466" y="1158227"/>
                  </a:lnTo>
                  <a:lnTo>
                    <a:pt x="2256459" y="1168120"/>
                  </a:lnTo>
                  <a:lnTo>
                    <a:pt x="2261895" y="1176185"/>
                  </a:lnTo>
                  <a:lnTo>
                    <a:pt x="2269972" y="1181633"/>
                  </a:lnTo>
                  <a:lnTo>
                    <a:pt x="2279866" y="1183627"/>
                  </a:lnTo>
                  <a:lnTo>
                    <a:pt x="2289746" y="1181633"/>
                  </a:lnTo>
                  <a:lnTo>
                    <a:pt x="2297823" y="1176185"/>
                  </a:lnTo>
                  <a:lnTo>
                    <a:pt x="2303259" y="1168120"/>
                  </a:lnTo>
                  <a:lnTo>
                    <a:pt x="2303983" y="1164577"/>
                  </a:lnTo>
                  <a:lnTo>
                    <a:pt x="2305266" y="1158227"/>
                  </a:lnTo>
                  <a:lnTo>
                    <a:pt x="2303259" y="1148346"/>
                  </a:lnTo>
                  <a:lnTo>
                    <a:pt x="2297823" y="1140269"/>
                  </a:lnTo>
                  <a:lnTo>
                    <a:pt x="2289746" y="1134821"/>
                  </a:lnTo>
                  <a:lnTo>
                    <a:pt x="2286216" y="1134110"/>
                  </a:lnTo>
                  <a:lnTo>
                    <a:pt x="2286216" y="1132827"/>
                  </a:lnTo>
                  <a:lnTo>
                    <a:pt x="2286216" y="767181"/>
                  </a:lnTo>
                  <a:lnTo>
                    <a:pt x="2286216" y="766013"/>
                  </a:lnTo>
                  <a:lnTo>
                    <a:pt x="2288527" y="765657"/>
                  </a:lnTo>
                  <a:lnTo>
                    <a:pt x="2289073" y="765327"/>
                  </a:lnTo>
                  <a:lnTo>
                    <a:pt x="2289746" y="765187"/>
                  </a:lnTo>
                  <a:lnTo>
                    <a:pt x="2289911" y="765073"/>
                  </a:lnTo>
                  <a:lnTo>
                    <a:pt x="2290076" y="765035"/>
                  </a:lnTo>
                  <a:lnTo>
                    <a:pt x="2293594" y="762596"/>
                  </a:lnTo>
                  <a:lnTo>
                    <a:pt x="2293912" y="762381"/>
                  </a:lnTo>
                  <a:lnTo>
                    <a:pt x="2297138" y="760412"/>
                  </a:lnTo>
                  <a:lnTo>
                    <a:pt x="2297430" y="760006"/>
                  </a:lnTo>
                  <a:lnTo>
                    <a:pt x="2297823" y="759739"/>
                  </a:lnTo>
                  <a:lnTo>
                    <a:pt x="2297912" y="759599"/>
                  </a:lnTo>
                  <a:lnTo>
                    <a:pt x="2298077" y="759485"/>
                  </a:lnTo>
                  <a:lnTo>
                    <a:pt x="2299741" y="756907"/>
                  </a:lnTo>
                  <a:lnTo>
                    <a:pt x="2300033" y="756462"/>
                  </a:lnTo>
                  <a:lnTo>
                    <a:pt x="3324339" y="1155395"/>
                  </a:lnTo>
                  <a:lnTo>
                    <a:pt x="3323717" y="1158951"/>
                  </a:lnTo>
                  <a:lnTo>
                    <a:pt x="3325863" y="1168450"/>
                  </a:lnTo>
                  <a:lnTo>
                    <a:pt x="3331400" y="1176451"/>
                  </a:lnTo>
                  <a:lnTo>
                    <a:pt x="3339896" y="1181900"/>
                  </a:lnTo>
                  <a:lnTo>
                    <a:pt x="3349828" y="1183627"/>
                  </a:lnTo>
                  <a:lnTo>
                    <a:pt x="3359327" y="1181481"/>
                  </a:lnTo>
                  <a:lnTo>
                    <a:pt x="3367328" y="1175931"/>
                  </a:lnTo>
                  <a:lnTo>
                    <a:pt x="3372777" y="1167447"/>
                  </a:lnTo>
                  <a:lnTo>
                    <a:pt x="3373132" y="1165415"/>
                  </a:lnTo>
                  <a:lnTo>
                    <a:pt x="3374504" y="1157516"/>
                  </a:lnTo>
                  <a:close/>
                </a:path>
              </a:pathLst>
            </a:custGeom>
            <a:solidFill>
              <a:srgbClr val="FF0000">
                <a:alpha val="79998"/>
              </a:srgbClr>
            </a:solidFill>
          </p:spPr>
          <p:txBody>
            <a:bodyPr wrap="square" lIns="0" tIns="0" rIns="0" bIns="0" rtlCol="0"/>
            <a:lstStyle/>
            <a:p>
              <a:endParaRPr/>
            </a:p>
          </p:txBody>
        </p:sp>
        <p:sp>
          <p:nvSpPr>
            <p:cNvPr id="32" name="object 32"/>
            <p:cNvSpPr/>
            <p:nvPr/>
          </p:nvSpPr>
          <p:spPr>
            <a:xfrm>
              <a:off x="4719615" y="3600912"/>
              <a:ext cx="948055" cy="302260"/>
            </a:xfrm>
            <a:custGeom>
              <a:avLst/>
              <a:gdLst/>
              <a:ahLst/>
              <a:cxnLst/>
              <a:rect l="l" t="t" r="r" b="b"/>
              <a:pathLst>
                <a:path w="948054" h="302260">
                  <a:moveTo>
                    <a:pt x="897384" y="0"/>
                  </a:moveTo>
                  <a:lnTo>
                    <a:pt x="50307" y="0"/>
                  </a:lnTo>
                  <a:lnTo>
                    <a:pt x="30725" y="3953"/>
                  </a:lnTo>
                  <a:lnTo>
                    <a:pt x="14734" y="14734"/>
                  </a:lnTo>
                  <a:lnTo>
                    <a:pt x="3953" y="30725"/>
                  </a:lnTo>
                  <a:lnTo>
                    <a:pt x="0" y="50307"/>
                  </a:lnTo>
                  <a:lnTo>
                    <a:pt x="0" y="251532"/>
                  </a:lnTo>
                  <a:lnTo>
                    <a:pt x="3953" y="271114"/>
                  </a:lnTo>
                  <a:lnTo>
                    <a:pt x="14734" y="287104"/>
                  </a:lnTo>
                  <a:lnTo>
                    <a:pt x="30725" y="297886"/>
                  </a:lnTo>
                  <a:lnTo>
                    <a:pt x="50307" y="301839"/>
                  </a:lnTo>
                  <a:lnTo>
                    <a:pt x="897384" y="301839"/>
                  </a:lnTo>
                  <a:lnTo>
                    <a:pt x="916966" y="297886"/>
                  </a:lnTo>
                  <a:lnTo>
                    <a:pt x="932957" y="287104"/>
                  </a:lnTo>
                  <a:lnTo>
                    <a:pt x="943738" y="271114"/>
                  </a:lnTo>
                  <a:lnTo>
                    <a:pt x="947691" y="251532"/>
                  </a:lnTo>
                  <a:lnTo>
                    <a:pt x="947691" y="50307"/>
                  </a:lnTo>
                  <a:lnTo>
                    <a:pt x="943738" y="30725"/>
                  </a:lnTo>
                  <a:lnTo>
                    <a:pt x="932957" y="14734"/>
                  </a:lnTo>
                  <a:lnTo>
                    <a:pt x="916966" y="3953"/>
                  </a:lnTo>
                  <a:lnTo>
                    <a:pt x="897384" y="0"/>
                  </a:lnTo>
                  <a:close/>
                </a:path>
              </a:pathLst>
            </a:custGeom>
            <a:solidFill>
              <a:srgbClr val="FFFFFF"/>
            </a:solidFill>
          </p:spPr>
          <p:txBody>
            <a:bodyPr wrap="square" lIns="0" tIns="0" rIns="0" bIns="0" rtlCol="0"/>
            <a:lstStyle/>
            <a:p>
              <a:endParaRPr/>
            </a:p>
          </p:txBody>
        </p:sp>
        <p:sp>
          <p:nvSpPr>
            <p:cNvPr id="33" name="object 33"/>
            <p:cNvSpPr/>
            <p:nvPr/>
          </p:nvSpPr>
          <p:spPr>
            <a:xfrm>
              <a:off x="4719615" y="3600912"/>
              <a:ext cx="948055" cy="302260"/>
            </a:xfrm>
            <a:custGeom>
              <a:avLst/>
              <a:gdLst/>
              <a:ahLst/>
              <a:cxnLst/>
              <a:rect l="l" t="t" r="r" b="b"/>
              <a:pathLst>
                <a:path w="948054" h="302260">
                  <a:moveTo>
                    <a:pt x="0" y="50307"/>
                  </a:moveTo>
                  <a:lnTo>
                    <a:pt x="3953" y="30725"/>
                  </a:lnTo>
                  <a:lnTo>
                    <a:pt x="14734" y="14734"/>
                  </a:lnTo>
                  <a:lnTo>
                    <a:pt x="30725" y="3953"/>
                  </a:lnTo>
                  <a:lnTo>
                    <a:pt x="50307" y="0"/>
                  </a:lnTo>
                  <a:lnTo>
                    <a:pt x="897384" y="0"/>
                  </a:lnTo>
                  <a:lnTo>
                    <a:pt x="916966" y="3953"/>
                  </a:lnTo>
                  <a:lnTo>
                    <a:pt x="932957" y="14734"/>
                  </a:lnTo>
                  <a:lnTo>
                    <a:pt x="943738" y="30725"/>
                  </a:lnTo>
                  <a:lnTo>
                    <a:pt x="947692" y="50307"/>
                  </a:lnTo>
                  <a:lnTo>
                    <a:pt x="947692" y="251532"/>
                  </a:lnTo>
                  <a:lnTo>
                    <a:pt x="943738" y="271114"/>
                  </a:lnTo>
                  <a:lnTo>
                    <a:pt x="932957" y="287105"/>
                  </a:lnTo>
                  <a:lnTo>
                    <a:pt x="916966" y="297886"/>
                  </a:lnTo>
                  <a:lnTo>
                    <a:pt x="897384"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grpSp>
      <p:sp>
        <p:nvSpPr>
          <p:cNvPr id="34" name="object 34"/>
          <p:cNvSpPr txBox="1"/>
          <p:nvPr/>
        </p:nvSpPr>
        <p:spPr>
          <a:xfrm>
            <a:off x="2020877" y="336085"/>
            <a:ext cx="1477645" cy="339090"/>
          </a:xfrm>
          <a:prstGeom prst="rect">
            <a:avLst/>
          </a:prstGeom>
          <a:ln w="12701">
            <a:solidFill>
              <a:srgbClr val="7F7F7F"/>
            </a:solidFill>
          </a:ln>
        </p:spPr>
        <p:txBody>
          <a:bodyPr vert="horz" wrap="square" lIns="0" tIns="3175" rIns="0" bIns="0" rtlCol="0">
            <a:spAutoFit/>
          </a:bodyPr>
          <a:lstStyle/>
          <a:p>
            <a:pPr marL="90805">
              <a:lnSpc>
                <a:spcPct val="100000"/>
              </a:lnSpc>
              <a:spcBef>
                <a:spcPts val="25"/>
              </a:spcBef>
            </a:pPr>
            <a:r>
              <a:rPr sz="1000" spc="-10" dirty="0">
                <a:solidFill>
                  <a:srgbClr val="595959"/>
                </a:solidFill>
                <a:latin typeface="Corbel"/>
                <a:cs typeface="Corbel"/>
              </a:rPr>
              <a:t>Stabilizer</a:t>
            </a:r>
            <a:endParaRPr sz="1000">
              <a:latin typeface="Corbel"/>
              <a:cs typeface="Corbel"/>
            </a:endParaRPr>
          </a:p>
          <a:p>
            <a:pPr marL="90805">
              <a:lnSpc>
                <a:spcPct val="100000"/>
              </a:lnSpc>
            </a:pPr>
            <a:r>
              <a:rPr sz="1000" dirty="0">
                <a:solidFill>
                  <a:srgbClr val="595959"/>
                </a:solidFill>
                <a:latin typeface="Corbel"/>
                <a:cs typeface="Corbel"/>
              </a:rPr>
              <a:t>(Vertical</a:t>
            </a:r>
            <a:r>
              <a:rPr sz="1000" spc="-20" dirty="0">
                <a:solidFill>
                  <a:srgbClr val="595959"/>
                </a:solidFill>
                <a:latin typeface="Corbel"/>
                <a:cs typeface="Corbel"/>
              </a:rPr>
              <a:t> </a:t>
            </a:r>
            <a:r>
              <a:rPr sz="1000" dirty="0">
                <a:solidFill>
                  <a:srgbClr val="595959"/>
                </a:solidFill>
                <a:latin typeface="Corbel"/>
                <a:cs typeface="Corbel"/>
              </a:rPr>
              <a:t>&amp;</a:t>
            </a:r>
            <a:r>
              <a:rPr sz="1000" spc="-15" dirty="0">
                <a:solidFill>
                  <a:srgbClr val="595959"/>
                </a:solidFill>
                <a:latin typeface="Corbel"/>
                <a:cs typeface="Corbel"/>
              </a:rPr>
              <a:t> </a:t>
            </a:r>
            <a:r>
              <a:rPr sz="1000" spc="-10" dirty="0">
                <a:solidFill>
                  <a:srgbClr val="595959"/>
                </a:solidFill>
                <a:latin typeface="Corbel"/>
                <a:cs typeface="Corbel"/>
              </a:rPr>
              <a:t>Horizontal)</a:t>
            </a:r>
            <a:endParaRPr sz="1000">
              <a:latin typeface="Corbel"/>
              <a:cs typeface="Corbel"/>
            </a:endParaRPr>
          </a:p>
        </p:txBody>
      </p:sp>
      <p:sp>
        <p:nvSpPr>
          <p:cNvPr id="35" name="object 35"/>
          <p:cNvSpPr/>
          <p:nvPr/>
        </p:nvSpPr>
        <p:spPr>
          <a:xfrm>
            <a:off x="2372817" y="361251"/>
            <a:ext cx="1378585" cy="1129030"/>
          </a:xfrm>
          <a:custGeom>
            <a:avLst/>
            <a:gdLst/>
            <a:ahLst/>
            <a:cxnLst/>
            <a:rect l="l" t="t" r="r" b="b"/>
            <a:pathLst>
              <a:path w="1378585" h="1129030">
                <a:moveTo>
                  <a:pt x="193725" y="1052576"/>
                </a:moveTo>
                <a:lnTo>
                  <a:pt x="161975" y="1052410"/>
                </a:lnTo>
                <a:lnTo>
                  <a:pt x="165252" y="492163"/>
                </a:lnTo>
                <a:lnTo>
                  <a:pt x="165315" y="481050"/>
                </a:lnTo>
                <a:lnTo>
                  <a:pt x="165442" y="460629"/>
                </a:lnTo>
                <a:lnTo>
                  <a:pt x="165481" y="454317"/>
                </a:lnTo>
                <a:lnTo>
                  <a:pt x="165481" y="452628"/>
                </a:lnTo>
                <a:lnTo>
                  <a:pt x="164820" y="451002"/>
                </a:lnTo>
                <a:lnTo>
                  <a:pt x="162445" y="448614"/>
                </a:lnTo>
                <a:lnTo>
                  <a:pt x="160832" y="447929"/>
                </a:lnTo>
                <a:lnTo>
                  <a:pt x="152857" y="447916"/>
                </a:lnTo>
                <a:lnTo>
                  <a:pt x="152857" y="454317"/>
                </a:lnTo>
                <a:lnTo>
                  <a:pt x="152742" y="460413"/>
                </a:lnTo>
                <a:lnTo>
                  <a:pt x="152781" y="454317"/>
                </a:lnTo>
                <a:lnTo>
                  <a:pt x="152857" y="447916"/>
                </a:lnTo>
                <a:lnTo>
                  <a:pt x="74930" y="447776"/>
                </a:lnTo>
                <a:lnTo>
                  <a:pt x="73228" y="439293"/>
                </a:lnTo>
                <a:lnTo>
                  <a:pt x="65087" y="427164"/>
                </a:lnTo>
                <a:lnTo>
                  <a:pt x="52984" y="418985"/>
                </a:lnTo>
                <a:lnTo>
                  <a:pt x="38163" y="415963"/>
                </a:lnTo>
                <a:lnTo>
                  <a:pt x="23063" y="418985"/>
                </a:lnTo>
                <a:lnTo>
                  <a:pt x="23253" y="418985"/>
                </a:lnTo>
                <a:lnTo>
                  <a:pt x="11137" y="427164"/>
                </a:lnTo>
                <a:lnTo>
                  <a:pt x="2984" y="439293"/>
                </a:lnTo>
                <a:lnTo>
                  <a:pt x="0" y="453999"/>
                </a:lnTo>
                <a:lnTo>
                  <a:pt x="1295" y="460476"/>
                </a:lnTo>
                <a:lnTo>
                  <a:pt x="3048" y="468960"/>
                </a:lnTo>
                <a:lnTo>
                  <a:pt x="11252" y="481050"/>
                </a:lnTo>
                <a:lnTo>
                  <a:pt x="23279" y="489191"/>
                </a:lnTo>
                <a:lnTo>
                  <a:pt x="23469" y="489191"/>
                </a:lnTo>
                <a:lnTo>
                  <a:pt x="38023" y="492163"/>
                </a:lnTo>
                <a:lnTo>
                  <a:pt x="52857" y="489191"/>
                </a:lnTo>
                <a:lnTo>
                  <a:pt x="64985" y="481050"/>
                </a:lnTo>
                <a:lnTo>
                  <a:pt x="73177" y="468960"/>
                </a:lnTo>
                <a:lnTo>
                  <a:pt x="74866" y="460629"/>
                </a:lnTo>
                <a:lnTo>
                  <a:pt x="74904" y="460476"/>
                </a:lnTo>
                <a:lnTo>
                  <a:pt x="152730" y="460629"/>
                </a:lnTo>
                <a:lnTo>
                  <a:pt x="149288" y="1052131"/>
                </a:lnTo>
                <a:lnTo>
                  <a:pt x="149275" y="1052334"/>
                </a:lnTo>
                <a:lnTo>
                  <a:pt x="117538" y="1052131"/>
                </a:lnTo>
                <a:lnTo>
                  <a:pt x="155181" y="1128560"/>
                </a:lnTo>
                <a:lnTo>
                  <a:pt x="184162" y="1071422"/>
                </a:lnTo>
                <a:lnTo>
                  <a:pt x="193725" y="1052576"/>
                </a:lnTo>
                <a:close/>
              </a:path>
              <a:path w="1378585" h="1129030">
                <a:moveTo>
                  <a:pt x="1378165" y="37896"/>
                </a:moveTo>
                <a:lnTo>
                  <a:pt x="1175143" y="31788"/>
                </a:lnTo>
                <a:lnTo>
                  <a:pt x="1173429" y="23304"/>
                </a:lnTo>
                <a:lnTo>
                  <a:pt x="1165288" y="11188"/>
                </a:lnTo>
                <a:lnTo>
                  <a:pt x="1153185" y="3009"/>
                </a:lnTo>
                <a:lnTo>
                  <a:pt x="1138351" y="0"/>
                </a:lnTo>
                <a:lnTo>
                  <a:pt x="1123467" y="3009"/>
                </a:lnTo>
                <a:lnTo>
                  <a:pt x="1111364" y="11188"/>
                </a:lnTo>
                <a:lnTo>
                  <a:pt x="1103210" y="23304"/>
                </a:lnTo>
                <a:lnTo>
                  <a:pt x="1100239" y="37896"/>
                </a:lnTo>
                <a:lnTo>
                  <a:pt x="1100226" y="38138"/>
                </a:lnTo>
                <a:lnTo>
                  <a:pt x="1101509" y="44488"/>
                </a:lnTo>
                <a:lnTo>
                  <a:pt x="1103236" y="52959"/>
                </a:lnTo>
                <a:lnTo>
                  <a:pt x="1111427" y="65062"/>
                </a:lnTo>
                <a:lnTo>
                  <a:pt x="1123607" y="73215"/>
                </a:lnTo>
                <a:lnTo>
                  <a:pt x="1138275" y="76187"/>
                </a:lnTo>
                <a:lnTo>
                  <a:pt x="1153109" y="73215"/>
                </a:lnTo>
                <a:lnTo>
                  <a:pt x="1165225" y="65062"/>
                </a:lnTo>
                <a:lnTo>
                  <a:pt x="1173403" y="52959"/>
                </a:lnTo>
                <a:lnTo>
                  <a:pt x="1175080" y="44704"/>
                </a:lnTo>
                <a:lnTo>
                  <a:pt x="1175118" y="44488"/>
                </a:lnTo>
                <a:lnTo>
                  <a:pt x="1363560" y="44704"/>
                </a:lnTo>
                <a:lnTo>
                  <a:pt x="1152728" y="960132"/>
                </a:lnTo>
                <a:lnTo>
                  <a:pt x="1121791" y="953008"/>
                </a:lnTo>
                <a:lnTo>
                  <a:pt x="1141818" y="1035812"/>
                </a:lnTo>
                <a:lnTo>
                  <a:pt x="1187132" y="980909"/>
                </a:lnTo>
                <a:lnTo>
                  <a:pt x="1196047" y="970102"/>
                </a:lnTo>
                <a:lnTo>
                  <a:pt x="1165098" y="962977"/>
                </a:lnTo>
                <a:lnTo>
                  <a:pt x="1376603" y="44704"/>
                </a:lnTo>
                <a:lnTo>
                  <a:pt x="1378115" y="38138"/>
                </a:lnTo>
                <a:lnTo>
                  <a:pt x="1378165" y="37896"/>
                </a:lnTo>
                <a:close/>
              </a:path>
            </a:pathLst>
          </a:custGeom>
          <a:solidFill>
            <a:srgbClr val="7F7F7F"/>
          </a:solidFill>
        </p:spPr>
        <p:txBody>
          <a:bodyPr wrap="square" lIns="0" tIns="0" rIns="0" bIns="0" rtlCol="0"/>
          <a:lstStyle/>
          <a:p>
            <a:endParaRPr/>
          </a:p>
        </p:txBody>
      </p:sp>
      <p:sp>
        <p:nvSpPr>
          <p:cNvPr id="36" name="object 36"/>
          <p:cNvSpPr txBox="1"/>
          <p:nvPr/>
        </p:nvSpPr>
        <p:spPr>
          <a:xfrm>
            <a:off x="1637572" y="761833"/>
            <a:ext cx="767080" cy="286385"/>
          </a:xfrm>
          <a:prstGeom prst="rect">
            <a:avLst/>
          </a:prstGeom>
          <a:ln w="12700">
            <a:solidFill>
              <a:srgbClr val="7F7F7F"/>
            </a:solidFill>
          </a:ln>
        </p:spPr>
        <p:txBody>
          <a:bodyPr vert="horz" wrap="square" lIns="0" tIns="52705" rIns="0" bIns="0" rtlCol="0">
            <a:spAutoFit/>
          </a:bodyPr>
          <a:lstStyle/>
          <a:p>
            <a:pPr marL="91440">
              <a:lnSpc>
                <a:spcPct val="100000"/>
              </a:lnSpc>
              <a:spcBef>
                <a:spcPts val="415"/>
              </a:spcBef>
            </a:pPr>
            <a:r>
              <a:rPr sz="1000" spc="-20" dirty="0">
                <a:solidFill>
                  <a:srgbClr val="595959"/>
                </a:solidFill>
                <a:latin typeface="Corbel"/>
                <a:cs typeface="Corbel"/>
              </a:rPr>
              <a:t>Wing</a:t>
            </a:r>
            <a:endParaRPr sz="1000">
              <a:latin typeface="Corbel"/>
              <a:cs typeface="Corbel"/>
            </a:endParaRPr>
          </a:p>
        </p:txBody>
      </p:sp>
      <p:sp>
        <p:nvSpPr>
          <p:cNvPr id="37" name="object 37"/>
          <p:cNvSpPr/>
          <p:nvPr/>
        </p:nvSpPr>
        <p:spPr>
          <a:xfrm>
            <a:off x="2837065" y="2055126"/>
            <a:ext cx="178435" cy="497205"/>
          </a:xfrm>
          <a:custGeom>
            <a:avLst/>
            <a:gdLst/>
            <a:ahLst/>
            <a:cxnLst/>
            <a:rect l="l" t="t" r="r" b="b"/>
            <a:pathLst>
              <a:path w="178435" h="497205">
                <a:moveTo>
                  <a:pt x="139928" y="420998"/>
                </a:moveTo>
                <a:lnTo>
                  <a:pt x="125103" y="424016"/>
                </a:lnTo>
                <a:lnTo>
                  <a:pt x="113005" y="432201"/>
                </a:lnTo>
                <a:lnTo>
                  <a:pt x="104860" y="444325"/>
                </a:lnTo>
                <a:lnTo>
                  <a:pt x="101890" y="459160"/>
                </a:lnTo>
                <a:lnTo>
                  <a:pt x="104909" y="473985"/>
                </a:lnTo>
                <a:lnTo>
                  <a:pt x="113094" y="486083"/>
                </a:lnTo>
                <a:lnTo>
                  <a:pt x="125218" y="494228"/>
                </a:lnTo>
                <a:lnTo>
                  <a:pt x="140053" y="497198"/>
                </a:lnTo>
                <a:lnTo>
                  <a:pt x="154641" y="494228"/>
                </a:lnTo>
                <a:lnTo>
                  <a:pt x="154807" y="494228"/>
                </a:lnTo>
                <a:lnTo>
                  <a:pt x="166845" y="486083"/>
                </a:lnTo>
                <a:lnTo>
                  <a:pt x="175043" y="473985"/>
                </a:lnTo>
                <a:lnTo>
                  <a:pt x="176762" y="465669"/>
                </a:lnTo>
                <a:lnTo>
                  <a:pt x="176795" y="465508"/>
                </a:lnTo>
                <a:lnTo>
                  <a:pt x="143442" y="465508"/>
                </a:lnTo>
                <a:lnTo>
                  <a:pt x="146347" y="462594"/>
                </a:lnTo>
                <a:lnTo>
                  <a:pt x="146334" y="455580"/>
                </a:lnTo>
                <a:lnTo>
                  <a:pt x="143553" y="452808"/>
                </a:lnTo>
                <a:lnTo>
                  <a:pt x="176822" y="452808"/>
                </a:lnTo>
                <a:lnTo>
                  <a:pt x="175095" y="444325"/>
                </a:lnTo>
                <a:lnTo>
                  <a:pt x="166946" y="432201"/>
                </a:lnTo>
                <a:lnTo>
                  <a:pt x="154835" y="424016"/>
                </a:lnTo>
                <a:lnTo>
                  <a:pt x="155005" y="424016"/>
                </a:lnTo>
                <a:lnTo>
                  <a:pt x="139928" y="420998"/>
                </a:lnTo>
                <a:close/>
              </a:path>
              <a:path w="178435" h="497205">
                <a:moveTo>
                  <a:pt x="104283" y="71933"/>
                </a:moveTo>
                <a:lnTo>
                  <a:pt x="111" y="459160"/>
                </a:lnTo>
                <a:lnTo>
                  <a:pt x="0" y="459576"/>
                </a:lnTo>
                <a:lnTo>
                  <a:pt x="403" y="461615"/>
                </a:lnTo>
                <a:lnTo>
                  <a:pt x="2813" y="464751"/>
                </a:lnTo>
                <a:lnTo>
                  <a:pt x="4678" y="465669"/>
                </a:lnTo>
                <a:lnTo>
                  <a:pt x="4315" y="465669"/>
                </a:lnTo>
                <a:lnTo>
                  <a:pt x="103183" y="465508"/>
                </a:lnTo>
                <a:lnTo>
                  <a:pt x="102258" y="460965"/>
                </a:lnTo>
                <a:lnTo>
                  <a:pt x="12777" y="460965"/>
                </a:lnTo>
                <a:lnTo>
                  <a:pt x="6634" y="452965"/>
                </a:lnTo>
                <a:lnTo>
                  <a:pt x="14929" y="452965"/>
                </a:lnTo>
                <a:lnTo>
                  <a:pt x="116547" y="75233"/>
                </a:lnTo>
                <a:lnTo>
                  <a:pt x="104283" y="71933"/>
                </a:lnTo>
                <a:close/>
              </a:path>
              <a:path w="178435" h="497205">
                <a:moveTo>
                  <a:pt x="176822" y="452808"/>
                </a:moveTo>
                <a:lnTo>
                  <a:pt x="143553" y="452808"/>
                </a:lnTo>
                <a:lnTo>
                  <a:pt x="146334" y="455580"/>
                </a:lnTo>
                <a:lnTo>
                  <a:pt x="146347" y="462594"/>
                </a:lnTo>
                <a:lnTo>
                  <a:pt x="143442" y="465508"/>
                </a:lnTo>
                <a:lnTo>
                  <a:pt x="176795" y="465508"/>
                </a:lnTo>
                <a:lnTo>
                  <a:pt x="177982" y="459576"/>
                </a:lnTo>
                <a:lnTo>
                  <a:pt x="178065" y="459160"/>
                </a:lnTo>
                <a:lnTo>
                  <a:pt x="177387" y="455580"/>
                </a:lnTo>
                <a:lnTo>
                  <a:pt x="176854" y="452965"/>
                </a:lnTo>
                <a:lnTo>
                  <a:pt x="176822" y="452808"/>
                </a:lnTo>
                <a:close/>
              </a:path>
              <a:path w="178435" h="497205">
                <a:moveTo>
                  <a:pt x="103162" y="452808"/>
                </a:moveTo>
                <a:lnTo>
                  <a:pt x="6634" y="452965"/>
                </a:lnTo>
                <a:lnTo>
                  <a:pt x="12777" y="460965"/>
                </a:lnTo>
                <a:lnTo>
                  <a:pt x="14929" y="452965"/>
                </a:lnTo>
                <a:lnTo>
                  <a:pt x="103130" y="452965"/>
                </a:lnTo>
                <a:lnTo>
                  <a:pt x="103162" y="452808"/>
                </a:lnTo>
                <a:close/>
              </a:path>
              <a:path w="178435" h="497205">
                <a:moveTo>
                  <a:pt x="103130" y="452965"/>
                </a:moveTo>
                <a:lnTo>
                  <a:pt x="14929" y="452965"/>
                </a:lnTo>
                <a:lnTo>
                  <a:pt x="12777" y="460965"/>
                </a:lnTo>
                <a:lnTo>
                  <a:pt x="102258" y="460965"/>
                </a:lnTo>
                <a:lnTo>
                  <a:pt x="101975" y="459576"/>
                </a:lnTo>
                <a:lnTo>
                  <a:pt x="101890" y="459160"/>
                </a:lnTo>
                <a:lnTo>
                  <a:pt x="103130" y="452965"/>
                </a:lnTo>
                <a:close/>
              </a:path>
              <a:path w="178435" h="497205">
                <a:moveTo>
                  <a:pt x="141261" y="54277"/>
                </a:moveTo>
                <a:lnTo>
                  <a:pt x="111977" y="54277"/>
                </a:lnTo>
                <a:lnTo>
                  <a:pt x="118751" y="56098"/>
                </a:lnTo>
                <a:lnTo>
                  <a:pt x="120757" y="59583"/>
                </a:lnTo>
                <a:lnTo>
                  <a:pt x="116547" y="75233"/>
                </a:lnTo>
                <a:lnTo>
                  <a:pt x="147206" y="83480"/>
                </a:lnTo>
                <a:lnTo>
                  <a:pt x="141261" y="54277"/>
                </a:lnTo>
                <a:close/>
              </a:path>
              <a:path w="178435" h="497205">
                <a:moveTo>
                  <a:pt x="111977" y="54277"/>
                </a:moveTo>
                <a:lnTo>
                  <a:pt x="108493" y="56283"/>
                </a:lnTo>
                <a:lnTo>
                  <a:pt x="104283" y="71933"/>
                </a:lnTo>
                <a:lnTo>
                  <a:pt x="116547" y="75233"/>
                </a:lnTo>
                <a:lnTo>
                  <a:pt x="120757" y="59583"/>
                </a:lnTo>
                <a:lnTo>
                  <a:pt x="118858" y="56283"/>
                </a:lnTo>
                <a:lnTo>
                  <a:pt x="118751" y="56098"/>
                </a:lnTo>
                <a:lnTo>
                  <a:pt x="111977" y="54277"/>
                </a:lnTo>
                <a:close/>
              </a:path>
              <a:path w="178435" h="497205">
                <a:moveTo>
                  <a:pt x="130210" y="0"/>
                </a:moveTo>
                <a:lnTo>
                  <a:pt x="73623" y="63685"/>
                </a:lnTo>
                <a:lnTo>
                  <a:pt x="104283" y="71933"/>
                </a:lnTo>
                <a:lnTo>
                  <a:pt x="108493" y="56283"/>
                </a:lnTo>
                <a:lnTo>
                  <a:pt x="111977" y="54277"/>
                </a:lnTo>
                <a:lnTo>
                  <a:pt x="141261" y="54277"/>
                </a:lnTo>
                <a:lnTo>
                  <a:pt x="130210" y="0"/>
                </a:lnTo>
                <a:close/>
              </a:path>
            </a:pathLst>
          </a:custGeom>
          <a:solidFill>
            <a:srgbClr val="7F7F7F"/>
          </a:solidFill>
        </p:spPr>
        <p:txBody>
          <a:bodyPr wrap="square" lIns="0" tIns="0" rIns="0" bIns="0" rtlCol="0"/>
          <a:lstStyle/>
          <a:p>
            <a:endParaRPr/>
          </a:p>
        </p:txBody>
      </p:sp>
      <p:sp>
        <p:nvSpPr>
          <p:cNvPr id="38" name="object 38"/>
          <p:cNvSpPr txBox="1"/>
          <p:nvPr/>
        </p:nvSpPr>
        <p:spPr>
          <a:xfrm>
            <a:off x="2984481" y="2460750"/>
            <a:ext cx="845185" cy="286385"/>
          </a:xfrm>
          <a:prstGeom prst="rect">
            <a:avLst/>
          </a:prstGeom>
          <a:ln w="12700">
            <a:solidFill>
              <a:srgbClr val="7F7F7F"/>
            </a:solidFill>
          </a:ln>
        </p:spPr>
        <p:txBody>
          <a:bodyPr vert="horz" wrap="square" lIns="0" tIns="0" rIns="0" bIns="0" rtlCol="0">
            <a:spAutoFit/>
          </a:bodyPr>
          <a:lstStyle/>
          <a:p>
            <a:pPr marL="90805">
              <a:lnSpc>
                <a:spcPts val="1030"/>
              </a:lnSpc>
            </a:pPr>
            <a:r>
              <a:rPr sz="1000" spc="-10" dirty="0">
                <a:solidFill>
                  <a:srgbClr val="595959"/>
                </a:solidFill>
                <a:latin typeface="Corbel"/>
                <a:cs typeface="Corbel"/>
              </a:rPr>
              <a:t>Fuselage</a:t>
            </a:r>
            <a:endParaRPr sz="1000">
              <a:latin typeface="Corbel"/>
              <a:cs typeface="Corbel"/>
            </a:endParaRPr>
          </a:p>
          <a:p>
            <a:pPr marL="90805">
              <a:lnSpc>
                <a:spcPct val="100000"/>
              </a:lnSpc>
            </a:pPr>
            <a:r>
              <a:rPr sz="1000" spc="-10" dirty="0">
                <a:solidFill>
                  <a:srgbClr val="595959"/>
                </a:solidFill>
                <a:latin typeface="Corbel"/>
                <a:cs typeface="Corbel"/>
              </a:rPr>
              <a:t>(Body)</a:t>
            </a:r>
            <a:endParaRPr sz="1000">
              <a:latin typeface="Corbel"/>
              <a:cs typeface="Corbel"/>
            </a:endParaRPr>
          </a:p>
        </p:txBody>
      </p:sp>
      <p:pic>
        <p:nvPicPr>
          <p:cNvPr id="39" name="object 39"/>
          <p:cNvPicPr/>
          <p:nvPr/>
        </p:nvPicPr>
        <p:blipFill>
          <a:blip r:embed="rId4" cstate="print"/>
          <a:stretch>
            <a:fillRect/>
          </a:stretch>
        </p:blipFill>
        <p:spPr>
          <a:xfrm>
            <a:off x="6273980" y="4140602"/>
            <a:ext cx="5421795" cy="2514536"/>
          </a:xfrm>
          <a:prstGeom prst="rect">
            <a:avLst/>
          </a:prstGeom>
        </p:spPr>
      </p:pic>
      <p:sp>
        <p:nvSpPr>
          <p:cNvPr id="40" name="object 40"/>
          <p:cNvSpPr txBox="1"/>
          <p:nvPr/>
        </p:nvSpPr>
        <p:spPr>
          <a:xfrm>
            <a:off x="6512565" y="5543803"/>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sp>
        <p:nvSpPr>
          <p:cNvPr id="41" name="object 41"/>
          <p:cNvSpPr txBox="1"/>
          <p:nvPr/>
        </p:nvSpPr>
        <p:spPr>
          <a:xfrm>
            <a:off x="7948494" y="5491988"/>
            <a:ext cx="472440"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BEC</a:t>
            </a:r>
            <a:r>
              <a:rPr sz="1800" spc="-104" baseline="-18518" dirty="0">
                <a:latin typeface="Corbel"/>
                <a:cs typeface="Corbel"/>
              </a:rPr>
              <a:t> </a:t>
            </a:r>
            <a:r>
              <a:rPr sz="800" spc="-25" dirty="0">
                <a:latin typeface="Corbel"/>
                <a:cs typeface="Corbel"/>
              </a:rPr>
              <a:t>[1]</a:t>
            </a:r>
            <a:endParaRPr sz="800">
              <a:latin typeface="Corbel"/>
              <a:cs typeface="Corbel"/>
            </a:endParaRPr>
          </a:p>
        </p:txBody>
      </p:sp>
      <p:sp>
        <p:nvSpPr>
          <p:cNvPr id="42" name="object 42"/>
          <p:cNvSpPr txBox="1"/>
          <p:nvPr/>
        </p:nvSpPr>
        <p:spPr>
          <a:xfrm>
            <a:off x="9356812" y="5491988"/>
            <a:ext cx="374015"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FC</a:t>
            </a:r>
            <a:r>
              <a:rPr sz="1800" spc="-97" baseline="-18518" dirty="0">
                <a:latin typeface="Corbel"/>
                <a:cs typeface="Corbel"/>
              </a:rPr>
              <a:t> </a:t>
            </a:r>
            <a:r>
              <a:rPr sz="800" spc="-25" dirty="0">
                <a:latin typeface="Corbel"/>
                <a:cs typeface="Corbel"/>
              </a:rPr>
              <a:t>[3]</a:t>
            </a:r>
            <a:endParaRPr sz="800">
              <a:latin typeface="Corbel"/>
              <a:cs typeface="Corbel"/>
            </a:endParaRPr>
          </a:p>
        </p:txBody>
      </p:sp>
      <p:sp>
        <p:nvSpPr>
          <p:cNvPr id="43" name="object 43"/>
          <p:cNvSpPr txBox="1"/>
          <p:nvPr/>
        </p:nvSpPr>
        <p:spPr>
          <a:xfrm>
            <a:off x="8053009" y="6257035"/>
            <a:ext cx="685800" cy="397510"/>
          </a:xfrm>
          <a:prstGeom prst="rect">
            <a:avLst/>
          </a:prstGeom>
        </p:spPr>
        <p:txBody>
          <a:bodyPr vert="horz" wrap="square" lIns="0" tIns="12700" rIns="0" bIns="0" rtlCol="0">
            <a:spAutoFit/>
          </a:bodyPr>
          <a:lstStyle/>
          <a:p>
            <a:pPr marL="47625">
              <a:lnSpc>
                <a:spcPct val="100000"/>
              </a:lnSpc>
              <a:spcBef>
                <a:spcPts val="100"/>
              </a:spcBef>
            </a:pPr>
            <a:r>
              <a:rPr sz="1200" dirty="0">
                <a:latin typeface="Corbel"/>
                <a:cs typeface="Corbel"/>
              </a:rPr>
              <a:t>Servo</a:t>
            </a:r>
            <a:r>
              <a:rPr sz="1200" spc="-30"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45"/>
              </a:spcBef>
            </a:pPr>
            <a:r>
              <a:rPr sz="1200" spc="-10" dirty="0">
                <a:latin typeface="Corbel"/>
                <a:cs typeface="Corbel"/>
              </a:rPr>
              <a:t>(Ailerons)</a:t>
            </a:r>
            <a:endParaRPr sz="1200">
              <a:latin typeface="Corbel"/>
              <a:cs typeface="Corbel"/>
            </a:endParaRPr>
          </a:p>
        </p:txBody>
      </p:sp>
      <p:sp>
        <p:nvSpPr>
          <p:cNvPr id="44" name="object 44"/>
          <p:cNvSpPr txBox="1"/>
          <p:nvPr/>
        </p:nvSpPr>
        <p:spPr>
          <a:xfrm>
            <a:off x="9197650" y="6257035"/>
            <a:ext cx="690880" cy="397510"/>
          </a:xfrm>
          <a:prstGeom prst="rect">
            <a:avLst/>
          </a:prstGeom>
        </p:spPr>
        <p:txBody>
          <a:bodyPr vert="horz" wrap="square" lIns="0" tIns="12700" rIns="0" bIns="0" rtlCol="0">
            <a:spAutoFit/>
          </a:bodyPr>
          <a:lstStyle/>
          <a:p>
            <a:pPr marL="45085">
              <a:lnSpc>
                <a:spcPct val="100000"/>
              </a:lnSpc>
              <a:spcBef>
                <a:spcPts val="100"/>
              </a:spcBef>
            </a:pPr>
            <a:r>
              <a:rPr sz="1200" dirty="0">
                <a:latin typeface="Corbel"/>
                <a:cs typeface="Corbel"/>
              </a:rPr>
              <a:t>Servo</a:t>
            </a:r>
            <a:r>
              <a:rPr sz="1200" spc="-30"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45"/>
              </a:spcBef>
            </a:pPr>
            <a:r>
              <a:rPr sz="1200" spc="-10" dirty="0">
                <a:latin typeface="Corbel"/>
                <a:cs typeface="Corbel"/>
              </a:rPr>
              <a:t>(Elevator)</a:t>
            </a:r>
            <a:endParaRPr sz="1200">
              <a:latin typeface="Corbel"/>
              <a:cs typeface="Corbel"/>
            </a:endParaRPr>
          </a:p>
        </p:txBody>
      </p:sp>
      <p:sp>
        <p:nvSpPr>
          <p:cNvPr id="45" name="object 45"/>
          <p:cNvSpPr txBox="1"/>
          <p:nvPr/>
        </p:nvSpPr>
        <p:spPr>
          <a:xfrm>
            <a:off x="10278425" y="5885179"/>
            <a:ext cx="1311910" cy="769620"/>
          </a:xfrm>
          <a:prstGeom prst="rect">
            <a:avLst/>
          </a:prstGeom>
        </p:spPr>
        <p:txBody>
          <a:bodyPr vert="horz" wrap="square" lIns="0" tIns="107315" rIns="0" bIns="0" rtlCol="0">
            <a:spAutoFit/>
          </a:bodyPr>
          <a:lstStyle/>
          <a:p>
            <a:pPr marL="597535">
              <a:lnSpc>
                <a:spcPct val="100000"/>
              </a:lnSpc>
              <a:spcBef>
                <a:spcPts val="845"/>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a:p>
            <a:pPr marL="38100">
              <a:lnSpc>
                <a:spcPct val="100000"/>
              </a:lnSpc>
              <a:spcBef>
                <a:spcPts val="740"/>
              </a:spcBef>
            </a:pPr>
            <a:r>
              <a:rPr sz="1200" dirty="0">
                <a:latin typeface="Corbel"/>
                <a:cs typeface="Corbel"/>
              </a:rPr>
              <a:t>Servo</a:t>
            </a:r>
            <a:r>
              <a:rPr sz="1200" spc="-20" dirty="0">
                <a:latin typeface="Corbel"/>
                <a:cs typeface="Corbel"/>
              </a:rPr>
              <a:t> 3</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marL="59690">
              <a:lnSpc>
                <a:spcPct val="100000"/>
              </a:lnSpc>
              <a:spcBef>
                <a:spcPts val="50"/>
              </a:spcBef>
            </a:pPr>
            <a:r>
              <a:rPr sz="1200" spc="-10" dirty="0">
                <a:latin typeface="Corbel"/>
                <a:cs typeface="Corbel"/>
              </a:rPr>
              <a:t>(Rudder)</a:t>
            </a:r>
            <a:endParaRPr sz="1200">
              <a:latin typeface="Corbel"/>
              <a:cs typeface="Corbel"/>
            </a:endParaRPr>
          </a:p>
        </p:txBody>
      </p:sp>
      <p:sp>
        <p:nvSpPr>
          <p:cNvPr id="46" name="object 46"/>
          <p:cNvSpPr txBox="1"/>
          <p:nvPr/>
        </p:nvSpPr>
        <p:spPr>
          <a:xfrm>
            <a:off x="6365217" y="4187444"/>
            <a:ext cx="70231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47" name="object 47"/>
          <p:cNvSpPr txBox="1"/>
          <p:nvPr/>
        </p:nvSpPr>
        <p:spPr>
          <a:xfrm>
            <a:off x="6431098" y="4595876"/>
            <a:ext cx="57086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48" name="object 48"/>
          <p:cNvSpPr txBox="1"/>
          <p:nvPr/>
        </p:nvSpPr>
        <p:spPr>
          <a:xfrm>
            <a:off x="7299661" y="4181347"/>
            <a:ext cx="7118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49" name="object 49"/>
          <p:cNvSpPr txBox="1"/>
          <p:nvPr/>
        </p:nvSpPr>
        <p:spPr>
          <a:xfrm>
            <a:off x="7365542" y="4592828"/>
            <a:ext cx="58039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0" name="object 50"/>
          <p:cNvSpPr txBox="1"/>
          <p:nvPr/>
        </p:nvSpPr>
        <p:spPr>
          <a:xfrm>
            <a:off x="8253463" y="4181347"/>
            <a:ext cx="70421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0" dirty="0">
                <a:latin typeface="Corbel"/>
                <a:cs typeface="Corbel"/>
              </a:rPr>
              <a:t> 3</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1" name="object 51"/>
          <p:cNvSpPr txBox="1"/>
          <p:nvPr/>
        </p:nvSpPr>
        <p:spPr>
          <a:xfrm>
            <a:off x="8319344" y="4592828"/>
            <a:ext cx="5721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15" dirty="0">
                <a:latin typeface="Corbel"/>
                <a:cs typeface="Corbel"/>
              </a:rPr>
              <a:t> </a:t>
            </a:r>
            <a:r>
              <a:rPr sz="1200" spc="-20" dirty="0">
                <a:latin typeface="Corbel"/>
                <a:cs typeface="Corbel"/>
              </a:rPr>
              <a:t>3</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2" name="object 52"/>
          <p:cNvSpPr/>
          <p:nvPr/>
        </p:nvSpPr>
        <p:spPr>
          <a:xfrm>
            <a:off x="9109205" y="4148540"/>
            <a:ext cx="868680" cy="302260"/>
          </a:xfrm>
          <a:custGeom>
            <a:avLst/>
            <a:gdLst/>
            <a:ahLst/>
            <a:cxnLst/>
            <a:rect l="l" t="t" r="r" b="b"/>
            <a:pathLst>
              <a:path w="868679" h="302260">
                <a:moveTo>
                  <a:pt x="0" y="50307"/>
                </a:moveTo>
                <a:lnTo>
                  <a:pt x="3953" y="30725"/>
                </a:lnTo>
                <a:lnTo>
                  <a:pt x="14734" y="14734"/>
                </a:lnTo>
                <a:lnTo>
                  <a:pt x="30725" y="3953"/>
                </a:lnTo>
                <a:lnTo>
                  <a:pt x="50307" y="0"/>
                </a:lnTo>
                <a:lnTo>
                  <a:pt x="817965" y="0"/>
                </a:lnTo>
                <a:lnTo>
                  <a:pt x="837547" y="3953"/>
                </a:lnTo>
                <a:lnTo>
                  <a:pt x="853538" y="14734"/>
                </a:lnTo>
                <a:lnTo>
                  <a:pt x="864319" y="30725"/>
                </a:lnTo>
                <a:lnTo>
                  <a:pt x="868273" y="50307"/>
                </a:lnTo>
                <a:lnTo>
                  <a:pt x="868273" y="251532"/>
                </a:lnTo>
                <a:lnTo>
                  <a:pt x="864319" y="271114"/>
                </a:lnTo>
                <a:lnTo>
                  <a:pt x="853538" y="287105"/>
                </a:lnTo>
                <a:lnTo>
                  <a:pt x="837547" y="297886"/>
                </a:lnTo>
                <a:lnTo>
                  <a:pt x="817965"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53" name="object 53"/>
          <p:cNvSpPr txBox="1"/>
          <p:nvPr/>
        </p:nvSpPr>
        <p:spPr>
          <a:xfrm>
            <a:off x="9186948" y="4181347"/>
            <a:ext cx="71374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spc="-10" dirty="0">
                <a:latin typeface="Corbel"/>
                <a:cs typeface="Corbel"/>
              </a:rPr>
              <a:t>4</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4" name="object 54"/>
          <p:cNvSpPr/>
          <p:nvPr/>
        </p:nvSpPr>
        <p:spPr>
          <a:xfrm>
            <a:off x="9109205" y="4558703"/>
            <a:ext cx="868680" cy="302260"/>
          </a:xfrm>
          <a:custGeom>
            <a:avLst/>
            <a:gdLst/>
            <a:ahLst/>
            <a:cxnLst/>
            <a:rect l="l" t="t" r="r" b="b"/>
            <a:pathLst>
              <a:path w="868679" h="302260">
                <a:moveTo>
                  <a:pt x="0" y="50307"/>
                </a:moveTo>
                <a:lnTo>
                  <a:pt x="3953" y="30725"/>
                </a:lnTo>
                <a:lnTo>
                  <a:pt x="14734" y="14734"/>
                </a:lnTo>
                <a:lnTo>
                  <a:pt x="30725" y="3953"/>
                </a:lnTo>
                <a:lnTo>
                  <a:pt x="50307" y="0"/>
                </a:lnTo>
                <a:lnTo>
                  <a:pt x="817966" y="0"/>
                </a:lnTo>
                <a:lnTo>
                  <a:pt x="837548" y="3953"/>
                </a:lnTo>
                <a:lnTo>
                  <a:pt x="853539" y="14734"/>
                </a:lnTo>
                <a:lnTo>
                  <a:pt x="864320" y="30725"/>
                </a:lnTo>
                <a:lnTo>
                  <a:pt x="868274" y="50307"/>
                </a:lnTo>
                <a:lnTo>
                  <a:pt x="868274" y="251533"/>
                </a:lnTo>
                <a:lnTo>
                  <a:pt x="864320" y="271115"/>
                </a:lnTo>
                <a:lnTo>
                  <a:pt x="853539" y="287106"/>
                </a:lnTo>
                <a:lnTo>
                  <a:pt x="837548" y="297887"/>
                </a:lnTo>
                <a:lnTo>
                  <a:pt x="817966" y="301840"/>
                </a:lnTo>
                <a:lnTo>
                  <a:pt x="50307" y="301840"/>
                </a:lnTo>
                <a:lnTo>
                  <a:pt x="30725" y="297887"/>
                </a:lnTo>
                <a:lnTo>
                  <a:pt x="14734" y="287106"/>
                </a:lnTo>
                <a:lnTo>
                  <a:pt x="3953" y="271115"/>
                </a:lnTo>
                <a:lnTo>
                  <a:pt x="0" y="251533"/>
                </a:lnTo>
                <a:lnTo>
                  <a:pt x="0" y="50307"/>
                </a:lnTo>
                <a:close/>
              </a:path>
            </a:pathLst>
          </a:custGeom>
          <a:ln w="15875">
            <a:solidFill>
              <a:srgbClr val="2683C6"/>
            </a:solidFill>
          </a:ln>
        </p:spPr>
        <p:txBody>
          <a:bodyPr wrap="square" lIns="0" tIns="0" rIns="0" bIns="0" rtlCol="0"/>
          <a:lstStyle/>
          <a:p>
            <a:endParaRPr/>
          </a:p>
        </p:txBody>
      </p:sp>
      <p:sp>
        <p:nvSpPr>
          <p:cNvPr id="55" name="object 55"/>
          <p:cNvSpPr txBox="1"/>
          <p:nvPr/>
        </p:nvSpPr>
        <p:spPr>
          <a:xfrm>
            <a:off x="9252829" y="4592828"/>
            <a:ext cx="58166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0" dirty="0">
                <a:latin typeface="Corbel"/>
                <a:cs typeface="Corbel"/>
              </a:rPr>
              <a:t> </a:t>
            </a:r>
            <a:r>
              <a:rPr sz="1200" spc="-10" dirty="0">
                <a:latin typeface="Corbel"/>
                <a:cs typeface="Corbel"/>
              </a:rPr>
              <a:t>4</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6" name="object 56"/>
          <p:cNvSpPr/>
          <p:nvPr/>
        </p:nvSpPr>
        <p:spPr>
          <a:xfrm>
            <a:off x="10031734" y="4149514"/>
            <a:ext cx="868680" cy="302260"/>
          </a:xfrm>
          <a:custGeom>
            <a:avLst/>
            <a:gdLst/>
            <a:ahLst/>
            <a:cxnLst/>
            <a:rect l="l" t="t" r="r" b="b"/>
            <a:pathLst>
              <a:path w="868679" h="302260">
                <a:moveTo>
                  <a:pt x="0" y="50307"/>
                </a:moveTo>
                <a:lnTo>
                  <a:pt x="3953" y="30725"/>
                </a:lnTo>
                <a:lnTo>
                  <a:pt x="14734" y="14734"/>
                </a:lnTo>
                <a:lnTo>
                  <a:pt x="30725" y="3953"/>
                </a:lnTo>
                <a:lnTo>
                  <a:pt x="50307" y="0"/>
                </a:lnTo>
                <a:lnTo>
                  <a:pt x="817965" y="0"/>
                </a:lnTo>
                <a:lnTo>
                  <a:pt x="837547" y="3953"/>
                </a:lnTo>
                <a:lnTo>
                  <a:pt x="853538" y="14734"/>
                </a:lnTo>
                <a:lnTo>
                  <a:pt x="864319" y="30725"/>
                </a:lnTo>
                <a:lnTo>
                  <a:pt x="868273" y="50307"/>
                </a:lnTo>
                <a:lnTo>
                  <a:pt x="868273" y="251532"/>
                </a:lnTo>
                <a:lnTo>
                  <a:pt x="864319" y="271114"/>
                </a:lnTo>
                <a:lnTo>
                  <a:pt x="853538" y="287105"/>
                </a:lnTo>
                <a:lnTo>
                  <a:pt x="837547" y="297886"/>
                </a:lnTo>
                <a:lnTo>
                  <a:pt x="817965"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sp>
        <p:nvSpPr>
          <p:cNvPr id="57" name="object 57"/>
          <p:cNvSpPr txBox="1"/>
          <p:nvPr/>
        </p:nvSpPr>
        <p:spPr>
          <a:xfrm>
            <a:off x="10112651" y="4184395"/>
            <a:ext cx="70739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5</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58" name="object 58"/>
          <p:cNvSpPr/>
          <p:nvPr/>
        </p:nvSpPr>
        <p:spPr>
          <a:xfrm>
            <a:off x="10031734" y="4559677"/>
            <a:ext cx="868680" cy="302260"/>
          </a:xfrm>
          <a:custGeom>
            <a:avLst/>
            <a:gdLst/>
            <a:ahLst/>
            <a:cxnLst/>
            <a:rect l="l" t="t" r="r" b="b"/>
            <a:pathLst>
              <a:path w="868679" h="302260">
                <a:moveTo>
                  <a:pt x="0" y="50307"/>
                </a:moveTo>
                <a:lnTo>
                  <a:pt x="3953" y="30725"/>
                </a:lnTo>
                <a:lnTo>
                  <a:pt x="14734" y="14734"/>
                </a:lnTo>
                <a:lnTo>
                  <a:pt x="30725" y="3953"/>
                </a:lnTo>
                <a:lnTo>
                  <a:pt x="50307" y="0"/>
                </a:lnTo>
                <a:lnTo>
                  <a:pt x="817966" y="0"/>
                </a:lnTo>
                <a:lnTo>
                  <a:pt x="837548" y="3953"/>
                </a:lnTo>
                <a:lnTo>
                  <a:pt x="853539" y="14734"/>
                </a:lnTo>
                <a:lnTo>
                  <a:pt x="864320" y="30725"/>
                </a:lnTo>
                <a:lnTo>
                  <a:pt x="868274" y="50307"/>
                </a:lnTo>
                <a:lnTo>
                  <a:pt x="868274" y="251533"/>
                </a:lnTo>
                <a:lnTo>
                  <a:pt x="864320" y="271115"/>
                </a:lnTo>
                <a:lnTo>
                  <a:pt x="853539" y="287106"/>
                </a:lnTo>
                <a:lnTo>
                  <a:pt x="837548" y="297887"/>
                </a:lnTo>
                <a:lnTo>
                  <a:pt x="817966" y="301840"/>
                </a:lnTo>
                <a:lnTo>
                  <a:pt x="50307" y="301840"/>
                </a:lnTo>
                <a:lnTo>
                  <a:pt x="30725" y="297887"/>
                </a:lnTo>
                <a:lnTo>
                  <a:pt x="14734" y="287106"/>
                </a:lnTo>
                <a:lnTo>
                  <a:pt x="3953" y="271115"/>
                </a:lnTo>
                <a:lnTo>
                  <a:pt x="0" y="251533"/>
                </a:lnTo>
                <a:lnTo>
                  <a:pt x="0" y="50307"/>
                </a:lnTo>
                <a:close/>
              </a:path>
            </a:pathLst>
          </a:custGeom>
          <a:ln w="15875">
            <a:solidFill>
              <a:srgbClr val="2683C6"/>
            </a:solidFill>
          </a:ln>
        </p:spPr>
        <p:txBody>
          <a:bodyPr wrap="square" lIns="0" tIns="0" rIns="0" bIns="0" rtlCol="0"/>
          <a:lstStyle/>
          <a:p>
            <a:endParaRPr/>
          </a:p>
        </p:txBody>
      </p:sp>
      <p:sp>
        <p:nvSpPr>
          <p:cNvPr id="59" name="object 59"/>
          <p:cNvSpPr txBox="1"/>
          <p:nvPr/>
        </p:nvSpPr>
        <p:spPr>
          <a:xfrm>
            <a:off x="10178532" y="4592828"/>
            <a:ext cx="57531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5</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grpSp>
        <p:nvGrpSpPr>
          <p:cNvPr id="60" name="object 60"/>
          <p:cNvGrpSpPr/>
          <p:nvPr/>
        </p:nvGrpSpPr>
        <p:grpSpPr>
          <a:xfrm>
            <a:off x="7629862" y="4424979"/>
            <a:ext cx="4064635" cy="1063625"/>
            <a:chOff x="7629862" y="4424979"/>
            <a:chExt cx="4064635" cy="1063625"/>
          </a:xfrm>
        </p:grpSpPr>
        <p:sp>
          <p:nvSpPr>
            <p:cNvPr id="61" name="object 61"/>
            <p:cNvSpPr/>
            <p:nvPr/>
          </p:nvSpPr>
          <p:spPr>
            <a:xfrm>
              <a:off x="7629855" y="4424984"/>
              <a:ext cx="2861945" cy="1063625"/>
            </a:xfrm>
            <a:custGeom>
              <a:avLst/>
              <a:gdLst/>
              <a:ahLst/>
              <a:cxnLst/>
              <a:rect l="l" t="t" r="r" b="b"/>
              <a:pathLst>
                <a:path w="2861945" h="1063625">
                  <a:moveTo>
                    <a:pt x="1938883" y="25400"/>
                  </a:moveTo>
                  <a:lnTo>
                    <a:pt x="1937600" y="19050"/>
                  </a:lnTo>
                  <a:lnTo>
                    <a:pt x="1936889" y="15519"/>
                  </a:lnTo>
                  <a:lnTo>
                    <a:pt x="1931441" y="7442"/>
                  </a:lnTo>
                  <a:lnTo>
                    <a:pt x="1923364" y="1993"/>
                  </a:lnTo>
                  <a:lnTo>
                    <a:pt x="1913483" y="0"/>
                  </a:lnTo>
                  <a:lnTo>
                    <a:pt x="1903590" y="1993"/>
                  </a:lnTo>
                  <a:lnTo>
                    <a:pt x="1895525" y="7442"/>
                  </a:lnTo>
                  <a:lnTo>
                    <a:pt x="1890077" y="15519"/>
                  </a:lnTo>
                  <a:lnTo>
                    <a:pt x="1888083" y="25400"/>
                  </a:lnTo>
                  <a:lnTo>
                    <a:pt x="1890077" y="35293"/>
                  </a:lnTo>
                  <a:lnTo>
                    <a:pt x="1895525" y="43357"/>
                  </a:lnTo>
                  <a:lnTo>
                    <a:pt x="1903590" y="48806"/>
                  </a:lnTo>
                  <a:lnTo>
                    <a:pt x="1907133" y="49517"/>
                  </a:lnTo>
                  <a:lnTo>
                    <a:pt x="1907133" y="109601"/>
                  </a:lnTo>
                  <a:lnTo>
                    <a:pt x="1903590" y="110324"/>
                  </a:lnTo>
                  <a:lnTo>
                    <a:pt x="1895525" y="115760"/>
                  </a:lnTo>
                  <a:lnTo>
                    <a:pt x="1890077" y="123837"/>
                  </a:lnTo>
                  <a:lnTo>
                    <a:pt x="1888083" y="133718"/>
                  </a:lnTo>
                  <a:lnTo>
                    <a:pt x="1890077" y="143611"/>
                  </a:lnTo>
                  <a:lnTo>
                    <a:pt x="1895525" y="151688"/>
                  </a:lnTo>
                  <a:lnTo>
                    <a:pt x="1903590" y="157124"/>
                  </a:lnTo>
                  <a:lnTo>
                    <a:pt x="1913483" y="159118"/>
                  </a:lnTo>
                  <a:lnTo>
                    <a:pt x="1923364" y="157124"/>
                  </a:lnTo>
                  <a:lnTo>
                    <a:pt x="1931441" y="151688"/>
                  </a:lnTo>
                  <a:lnTo>
                    <a:pt x="1936889" y="143611"/>
                  </a:lnTo>
                  <a:lnTo>
                    <a:pt x="1937600" y="140068"/>
                  </a:lnTo>
                  <a:lnTo>
                    <a:pt x="1938883" y="133718"/>
                  </a:lnTo>
                  <a:lnTo>
                    <a:pt x="1936889" y="123837"/>
                  </a:lnTo>
                  <a:lnTo>
                    <a:pt x="1931441" y="115760"/>
                  </a:lnTo>
                  <a:lnTo>
                    <a:pt x="1923364" y="110324"/>
                  </a:lnTo>
                  <a:lnTo>
                    <a:pt x="1919833" y="109601"/>
                  </a:lnTo>
                  <a:lnTo>
                    <a:pt x="1919833" y="108318"/>
                  </a:lnTo>
                  <a:lnTo>
                    <a:pt x="1919833" y="50800"/>
                  </a:lnTo>
                  <a:lnTo>
                    <a:pt x="1919833" y="49517"/>
                  </a:lnTo>
                  <a:lnTo>
                    <a:pt x="1923364" y="48806"/>
                  </a:lnTo>
                  <a:lnTo>
                    <a:pt x="1931441" y="43357"/>
                  </a:lnTo>
                  <a:lnTo>
                    <a:pt x="1936889" y="35293"/>
                  </a:lnTo>
                  <a:lnTo>
                    <a:pt x="1938883" y="25400"/>
                  </a:lnTo>
                  <a:close/>
                </a:path>
                <a:path w="2861945" h="1063625">
                  <a:moveTo>
                    <a:pt x="2861411" y="436537"/>
                  </a:moveTo>
                  <a:lnTo>
                    <a:pt x="2860129" y="430187"/>
                  </a:lnTo>
                  <a:lnTo>
                    <a:pt x="2859417" y="426656"/>
                  </a:lnTo>
                  <a:lnTo>
                    <a:pt x="2853969" y="418579"/>
                  </a:lnTo>
                  <a:lnTo>
                    <a:pt x="2845892" y="413131"/>
                  </a:lnTo>
                  <a:lnTo>
                    <a:pt x="2836011" y="411137"/>
                  </a:lnTo>
                  <a:lnTo>
                    <a:pt x="2826118" y="413131"/>
                  </a:lnTo>
                  <a:lnTo>
                    <a:pt x="2818053" y="418579"/>
                  </a:lnTo>
                  <a:lnTo>
                    <a:pt x="2812605" y="426656"/>
                  </a:lnTo>
                  <a:lnTo>
                    <a:pt x="2810611" y="436537"/>
                  </a:lnTo>
                  <a:lnTo>
                    <a:pt x="2812605" y="446430"/>
                  </a:lnTo>
                  <a:lnTo>
                    <a:pt x="2818053" y="454494"/>
                  </a:lnTo>
                  <a:lnTo>
                    <a:pt x="2826118" y="459943"/>
                  </a:lnTo>
                  <a:lnTo>
                    <a:pt x="2829661" y="460654"/>
                  </a:lnTo>
                  <a:lnTo>
                    <a:pt x="2829661" y="659307"/>
                  </a:lnTo>
                  <a:lnTo>
                    <a:pt x="1919833" y="659307"/>
                  </a:lnTo>
                  <a:lnTo>
                    <a:pt x="1919833" y="460959"/>
                  </a:lnTo>
                  <a:lnTo>
                    <a:pt x="1919833" y="459689"/>
                  </a:lnTo>
                  <a:lnTo>
                    <a:pt x="1923364" y="458965"/>
                  </a:lnTo>
                  <a:lnTo>
                    <a:pt x="1931441" y="453529"/>
                  </a:lnTo>
                  <a:lnTo>
                    <a:pt x="1936889" y="445452"/>
                  </a:lnTo>
                  <a:lnTo>
                    <a:pt x="1938883" y="435559"/>
                  </a:lnTo>
                  <a:lnTo>
                    <a:pt x="1937600" y="429209"/>
                  </a:lnTo>
                  <a:lnTo>
                    <a:pt x="1936889" y="425678"/>
                  </a:lnTo>
                  <a:lnTo>
                    <a:pt x="1931441" y="417601"/>
                  </a:lnTo>
                  <a:lnTo>
                    <a:pt x="1923364" y="412165"/>
                  </a:lnTo>
                  <a:lnTo>
                    <a:pt x="1913483" y="410159"/>
                  </a:lnTo>
                  <a:lnTo>
                    <a:pt x="1903590" y="412165"/>
                  </a:lnTo>
                  <a:lnTo>
                    <a:pt x="1895525" y="417601"/>
                  </a:lnTo>
                  <a:lnTo>
                    <a:pt x="1890077" y="425678"/>
                  </a:lnTo>
                  <a:lnTo>
                    <a:pt x="1888083" y="435559"/>
                  </a:lnTo>
                  <a:lnTo>
                    <a:pt x="1890077" y="445452"/>
                  </a:lnTo>
                  <a:lnTo>
                    <a:pt x="1895525" y="453529"/>
                  </a:lnTo>
                  <a:lnTo>
                    <a:pt x="1903590" y="458965"/>
                  </a:lnTo>
                  <a:lnTo>
                    <a:pt x="1907133" y="459689"/>
                  </a:lnTo>
                  <a:lnTo>
                    <a:pt x="1907133" y="659307"/>
                  </a:lnTo>
                  <a:lnTo>
                    <a:pt x="981583" y="659307"/>
                  </a:lnTo>
                  <a:lnTo>
                    <a:pt x="981583" y="460959"/>
                  </a:lnTo>
                  <a:lnTo>
                    <a:pt x="981583" y="459689"/>
                  </a:lnTo>
                  <a:lnTo>
                    <a:pt x="985126" y="458965"/>
                  </a:lnTo>
                  <a:lnTo>
                    <a:pt x="993190" y="453529"/>
                  </a:lnTo>
                  <a:lnTo>
                    <a:pt x="998639" y="445452"/>
                  </a:lnTo>
                  <a:lnTo>
                    <a:pt x="1000633" y="435559"/>
                  </a:lnTo>
                  <a:lnTo>
                    <a:pt x="999350" y="429209"/>
                  </a:lnTo>
                  <a:lnTo>
                    <a:pt x="998639" y="425678"/>
                  </a:lnTo>
                  <a:lnTo>
                    <a:pt x="993190" y="417601"/>
                  </a:lnTo>
                  <a:lnTo>
                    <a:pt x="985126" y="412165"/>
                  </a:lnTo>
                  <a:lnTo>
                    <a:pt x="975233" y="410159"/>
                  </a:lnTo>
                  <a:lnTo>
                    <a:pt x="965352" y="412165"/>
                  </a:lnTo>
                  <a:lnTo>
                    <a:pt x="957275" y="417601"/>
                  </a:lnTo>
                  <a:lnTo>
                    <a:pt x="951826" y="425678"/>
                  </a:lnTo>
                  <a:lnTo>
                    <a:pt x="949833" y="435559"/>
                  </a:lnTo>
                  <a:lnTo>
                    <a:pt x="951826" y="445452"/>
                  </a:lnTo>
                  <a:lnTo>
                    <a:pt x="957275" y="453529"/>
                  </a:lnTo>
                  <a:lnTo>
                    <a:pt x="965352" y="458965"/>
                  </a:lnTo>
                  <a:lnTo>
                    <a:pt x="968883" y="459689"/>
                  </a:lnTo>
                  <a:lnTo>
                    <a:pt x="968883" y="659307"/>
                  </a:lnTo>
                  <a:lnTo>
                    <a:pt x="550875" y="659307"/>
                  </a:lnTo>
                  <a:lnTo>
                    <a:pt x="549770" y="660412"/>
                  </a:lnTo>
                  <a:lnTo>
                    <a:pt x="31750" y="660412"/>
                  </a:lnTo>
                  <a:lnTo>
                    <a:pt x="31750" y="460959"/>
                  </a:lnTo>
                  <a:lnTo>
                    <a:pt x="31750" y="459676"/>
                  </a:lnTo>
                  <a:lnTo>
                    <a:pt x="35293" y="458965"/>
                  </a:lnTo>
                  <a:lnTo>
                    <a:pt x="43357" y="453529"/>
                  </a:lnTo>
                  <a:lnTo>
                    <a:pt x="48806" y="445452"/>
                  </a:lnTo>
                  <a:lnTo>
                    <a:pt x="50800" y="435559"/>
                  </a:lnTo>
                  <a:lnTo>
                    <a:pt x="49517" y="429209"/>
                  </a:lnTo>
                  <a:lnTo>
                    <a:pt x="48806" y="425678"/>
                  </a:lnTo>
                  <a:lnTo>
                    <a:pt x="43357" y="417601"/>
                  </a:lnTo>
                  <a:lnTo>
                    <a:pt x="35293" y="412165"/>
                  </a:lnTo>
                  <a:lnTo>
                    <a:pt x="25400" y="410159"/>
                  </a:lnTo>
                  <a:lnTo>
                    <a:pt x="15519" y="412165"/>
                  </a:lnTo>
                  <a:lnTo>
                    <a:pt x="7442" y="417601"/>
                  </a:lnTo>
                  <a:lnTo>
                    <a:pt x="1993" y="425678"/>
                  </a:lnTo>
                  <a:lnTo>
                    <a:pt x="0" y="435559"/>
                  </a:lnTo>
                  <a:lnTo>
                    <a:pt x="1993" y="445452"/>
                  </a:lnTo>
                  <a:lnTo>
                    <a:pt x="7442" y="453529"/>
                  </a:lnTo>
                  <a:lnTo>
                    <a:pt x="15519" y="458965"/>
                  </a:lnTo>
                  <a:lnTo>
                    <a:pt x="19050" y="459676"/>
                  </a:lnTo>
                  <a:lnTo>
                    <a:pt x="19050" y="670267"/>
                  </a:lnTo>
                  <a:lnTo>
                    <a:pt x="21894" y="673112"/>
                  </a:lnTo>
                  <a:lnTo>
                    <a:pt x="548030" y="673112"/>
                  </a:lnTo>
                  <a:lnTo>
                    <a:pt x="548030" y="1013536"/>
                  </a:lnTo>
                  <a:lnTo>
                    <a:pt x="544487" y="1014247"/>
                  </a:lnTo>
                  <a:lnTo>
                    <a:pt x="536422" y="1019695"/>
                  </a:lnTo>
                  <a:lnTo>
                    <a:pt x="530974" y="1027760"/>
                  </a:lnTo>
                  <a:lnTo>
                    <a:pt x="528980" y="1037653"/>
                  </a:lnTo>
                  <a:lnTo>
                    <a:pt x="530974" y="1047546"/>
                  </a:lnTo>
                  <a:lnTo>
                    <a:pt x="536422" y="1055611"/>
                  </a:lnTo>
                  <a:lnTo>
                    <a:pt x="544487" y="1061059"/>
                  </a:lnTo>
                  <a:lnTo>
                    <a:pt x="554380" y="1063053"/>
                  </a:lnTo>
                  <a:lnTo>
                    <a:pt x="564261" y="1061059"/>
                  </a:lnTo>
                  <a:lnTo>
                    <a:pt x="572338" y="1055611"/>
                  </a:lnTo>
                  <a:lnTo>
                    <a:pt x="577786" y="1047546"/>
                  </a:lnTo>
                  <a:lnTo>
                    <a:pt x="578497" y="1044003"/>
                  </a:lnTo>
                  <a:lnTo>
                    <a:pt x="579780" y="1037653"/>
                  </a:lnTo>
                  <a:lnTo>
                    <a:pt x="577786" y="1027772"/>
                  </a:lnTo>
                  <a:lnTo>
                    <a:pt x="572338" y="1019695"/>
                  </a:lnTo>
                  <a:lnTo>
                    <a:pt x="564261" y="1014247"/>
                  </a:lnTo>
                  <a:lnTo>
                    <a:pt x="560730" y="1013536"/>
                  </a:lnTo>
                  <a:lnTo>
                    <a:pt x="560730" y="1012253"/>
                  </a:lnTo>
                  <a:lnTo>
                    <a:pt x="560730" y="675500"/>
                  </a:lnTo>
                  <a:lnTo>
                    <a:pt x="1907133" y="675500"/>
                  </a:lnTo>
                  <a:lnTo>
                    <a:pt x="1907133" y="847077"/>
                  </a:lnTo>
                  <a:lnTo>
                    <a:pt x="1903590" y="847788"/>
                  </a:lnTo>
                  <a:lnTo>
                    <a:pt x="1895525" y="853236"/>
                  </a:lnTo>
                  <a:lnTo>
                    <a:pt x="1890077" y="861314"/>
                  </a:lnTo>
                  <a:lnTo>
                    <a:pt x="1888083" y="871194"/>
                  </a:lnTo>
                  <a:lnTo>
                    <a:pt x="1890077" y="881087"/>
                  </a:lnTo>
                  <a:lnTo>
                    <a:pt x="1895525" y="889152"/>
                  </a:lnTo>
                  <a:lnTo>
                    <a:pt x="1903590" y="894600"/>
                  </a:lnTo>
                  <a:lnTo>
                    <a:pt x="1913483" y="896594"/>
                  </a:lnTo>
                  <a:lnTo>
                    <a:pt x="1923364" y="894600"/>
                  </a:lnTo>
                  <a:lnTo>
                    <a:pt x="1931441" y="889152"/>
                  </a:lnTo>
                  <a:lnTo>
                    <a:pt x="1936889" y="881087"/>
                  </a:lnTo>
                  <a:lnTo>
                    <a:pt x="1937600" y="877544"/>
                  </a:lnTo>
                  <a:lnTo>
                    <a:pt x="1938883" y="871194"/>
                  </a:lnTo>
                  <a:lnTo>
                    <a:pt x="1936889" y="861314"/>
                  </a:lnTo>
                  <a:lnTo>
                    <a:pt x="1931441" y="853236"/>
                  </a:lnTo>
                  <a:lnTo>
                    <a:pt x="1923364" y="847788"/>
                  </a:lnTo>
                  <a:lnTo>
                    <a:pt x="1919833" y="847077"/>
                  </a:lnTo>
                  <a:lnTo>
                    <a:pt x="1919833" y="845794"/>
                  </a:lnTo>
                  <a:lnTo>
                    <a:pt x="1919833" y="673557"/>
                  </a:lnTo>
                  <a:lnTo>
                    <a:pt x="1919833" y="672655"/>
                  </a:lnTo>
                  <a:lnTo>
                    <a:pt x="1919833" y="672007"/>
                  </a:lnTo>
                  <a:lnTo>
                    <a:pt x="2839516" y="672007"/>
                  </a:lnTo>
                  <a:lnTo>
                    <a:pt x="2842361" y="669163"/>
                  </a:lnTo>
                  <a:lnTo>
                    <a:pt x="2842361" y="659307"/>
                  </a:lnTo>
                  <a:lnTo>
                    <a:pt x="2842361" y="461937"/>
                  </a:lnTo>
                  <a:lnTo>
                    <a:pt x="2842361" y="460654"/>
                  </a:lnTo>
                  <a:lnTo>
                    <a:pt x="2845892" y="459943"/>
                  </a:lnTo>
                  <a:lnTo>
                    <a:pt x="2853969" y="454494"/>
                  </a:lnTo>
                  <a:lnTo>
                    <a:pt x="2859417" y="446430"/>
                  </a:lnTo>
                  <a:lnTo>
                    <a:pt x="2861411" y="436537"/>
                  </a:lnTo>
                  <a:close/>
                </a:path>
                <a:path w="2861945" h="1063625">
                  <a:moveTo>
                    <a:pt x="2861411" y="26377"/>
                  </a:moveTo>
                  <a:lnTo>
                    <a:pt x="2860129" y="20027"/>
                  </a:lnTo>
                  <a:lnTo>
                    <a:pt x="2859417" y="16484"/>
                  </a:lnTo>
                  <a:lnTo>
                    <a:pt x="2853969" y="8420"/>
                  </a:lnTo>
                  <a:lnTo>
                    <a:pt x="2845892" y="2971"/>
                  </a:lnTo>
                  <a:lnTo>
                    <a:pt x="2836011" y="977"/>
                  </a:lnTo>
                  <a:lnTo>
                    <a:pt x="2826118" y="2971"/>
                  </a:lnTo>
                  <a:lnTo>
                    <a:pt x="2818053" y="8420"/>
                  </a:lnTo>
                  <a:lnTo>
                    <a:pt x="2812605" y="16484"/>
                  </a:lnTo>
                  <a:lnTo>
                    <a:pt x="2810611" y="26377"/>
                  </a:lnTo>
                  <a:lnTo>
                    <a:pt x="2812605" y="36258"/>
                  </a:lnTo>
                  <a:lnTo>
                    <a:pt x="2818053" y="44335"/>
                  </a:lnTo>
                  <a:lnTo>
                    <a:pt x="2826118" y="49784"/>
                  </a:lnTo>
                  <a:lnTo>
                    <a:pt x="2829661" y="50495"/>
                  </a:lnTo>
                  <a:lnTo>
                    <a:pt x="2829661" y="110578"/>
                  </a:lnTo>
                  <a:lnTo>
                    <a:pt x="2826118" y="111290"/>
                  </a:lnTo>
                  <a:lnTo>
                    <a:pt x="2818053" y="116738"/>
                  </a:lnTo>
                  <a:lnTo>
                    <a:pt x="2812605" y="124815"/>
                  </a:lnTo>
                  <a:lnTo>
                    <a:pt x="2810611" y="134696"/>
                  </a:lnTo>
                  <a:lnTo>
                    <a:pt x="2812605" y="144589"/>
                  </a:lnTo>
                  <a:lnTo>
                    <a:pt x="2818053" y="152654"/>
                  </a:lnTo>
                  <a:lnTo>
                    <a:pt x="2826118" y="158102"/>
                  </a:lnTo>
                  <a:lnTo>
                    <a:pt x="2836011" y="160096"/>
                  </a:lnTo>
                  <a:lnTo>
                    <a:pt x="2845892" y="158102"/>
                  </a:lnTo>
                  <a:lnTo>
                    <a:pt x="2853969" y="152654"/>
                  </a:lnTo>
                  <a:lnTo>
                    <a:pt x="2859417" y="144589"/>
                  </a:lnTo>
                  <a:lnTo>
                    <a:pt x="2860129" y="141046"/>
                  </a:lnTo>
                  <a:lnTo>
                    <a:pt x="2861411" y="134696"/>
                  </a:lnTo>
                  <a:lnTo>
                    <a:pt x="2859417" y="124815"/>
                  </a:lnTo>
                  <a:lnTo>
                    <a:pt x="2853969" y="116738"/>
                  </a:lnTo>
                  <a:lnTo>
                    <a:pt x="2845892" y="111290"/>
                  </a:lnTo>
                  <a:lnTo>
                    <a:pt x="2842361" y="110578"/>
                  </a:lnTo>
                  <a:lnTo>
                    <a:pt x="2842361" y="109296"/>
                  </a:lnTo>
                  <a:lnTo>
                    <a:pt x="2842361" y="51777"/>
                  </a:lnTo>
                  <a:lnTo>
                    <a:pt x="2842361" y="50495"/>
                  </a:lnTo>
                  <a:lnTo>
                    <a:pt x="2845892" y="49784"/>
                  </a:lnTo>
                  <a:lnTo>
                    <a:pt x="2853969" y="44335"/>
                  </a:lnTo>
                  <a:lnTo>
                    <a:pt x="2859417" y="36258"/>
                  </a:lnTo>
                  <a:lnTo>
                    <a:pt x="2861411" y="26377"/>
                  </a:lnTo>
                  <a:close/>
                </a:path>
              </a:pathLst>
            </a:custGeom>
            <a:solidFill>
              <a:srgbClr val="FF0000">
                <a:alpha val="79998"/>
              </a:srgbClr>
            </a:solidFill>
          </p:spPr>
          <p:txBody>
            <a:bodyPr wrap="square" lIns="0" tIns="0" rIns="0" bIns="0" rtlCol="0"/>
            <a:lstStyle/>
            <a:p>
              <a:endParaRPr/>
            </a:p>
          </p:txBody>
        </p:sp>
        <p:sp>
          <p:nvSpPr>
            <p:cNvPr id="62" name="object 62"/>
            <p:cNvSpPr/>
            <p:nvPr/>
          </p:nvSpPr>
          <p:spPr>
            <a:xfrm>
              <a:off x="10738590" y="5091262"/>
              <a:ext cx="948055" cy="302260"/>
            </a:xfrm>
            <a:custGeom>
              <a:avLst/>
              <a:gdLst/>
              <a:ahLst/>
              <a:cxnLst/>
              <a:rect l="l" t="t" r="r" b="b"/>
              <a:pathLst>
                <a:path w="948054" h="302260">
                  <a:moveTo>
                    <a:pt x="0" y="50307"/>
                  </a:moveTo>
                  <a:lnTo>
                    <a:pt x="3953" y="30725"/>
                  </a:lnTo>
                  <a:lnTo>
                    <a:pt x="14734" y="14734"/>
                  </a:lnTo>
                  <a:lnTo>
                    <a:pt x="30725" y="3953"/>
                  </a:lnTo>
                  <a:lnTo>
                    <a:pt x="50307" y="0"/>
                  </a:lnTo>
                  <a:lnTo>
                    <a:pt x="897384" y="0"/>
                  </a:lnTo>
                  <a:lnTo>
                    <a:pt x="916966" y="3953"/>
                  </a:lnTo>
                  <a:lnTo>
                    <a:pt x="932957" y="14734"/>
                  </a:lnTo>
                  <a:lnTo>
                    <a:pt x="943738" y="30725"/>
                  </a:lnTo>
                  <a:lnTo>
                    <a:pt x="947692" y="50307"/>
                  </a:lnTo>
                  <a:lnTo>
                    <a:pt x="947692" y="251532"/>
                  </a:lnTo>
                  <a:lnTo>
                    <a:pt x="943738" y="271114"/>
                  </a:lnTo>
                  <a:lnTo>
                    <a:pt x="932957" y="287105"/>
                  </a:lnTo>
                  <a:lnTo>
                    <a:pt x="916966" y="297886"/>
                  </a:lnTo>
                  <a:lnTo>
                    <a:pt x="897384"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grpSp>
      <p:sp>
        <p:nvSpPr>
          <p:cNvPr id="63" name="object 63"/>
          <p:cNvSpPr txBox="1"/>
          <p:nvPr/>
        </p:nvSpPr>
        <p:spPr>
          <a:xfrm>
            <a:off x="4902155" y="3635755"/>
            <a:ext cx="58356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GNSS</a:t>
            </a:r>
            <a:r>
              <a:rPr sz="1200" spc="-80" dirty="0">
                <a:latin typeface="Corbel"/>
                <a:cs typeface="Corbel"/>
              </a:rPr>
              <a:t> </a:t>
            </a:r>
            <a:r>
              <a:rPr sz="1200" spc="-37" baseline="27777" dirty="0">
                <a:latin typeface="Corbel"/>
                <a:cs typeface="Corbel"/>
              </a:rPr>
              <a:t>[3]</a:t>
            </a:r>
            <a:endParaRPr sz="1200" baseline="27777">
              <a:latin typeface="Corbel"/>
              <a:cs typeface="Corbel"/>
            </a:endParaRPr>
          </a:p>
        </p:txBody>
      </p:sp>
      <p:grpSp>
        <p:nvGrpSpPr>
          <p:cNvPr id="64" name="object 64"/>
          <p:cNvGrpSpPr/>
          <p:nvPr/>
        </p:nvGrpSpPr>
        <p:grpSpPr>
          <a:xfrm>
            <a:off x="4365424" y="2993194"/>
            <a:ext cx="1640205" cy="784225"/>
            <a:chOff x="4365424" y="2993194"/>
            <a:chExt cx="1640205" cy="784225"/>
          </a:xfrm>
        </p:grpSpPr>
        <p:sp>
          <p:nvSpPr>
            <p:cNvPr id="65" name="object 65"/>
            <p:cNvSpPr/>
            <p:nvPr/>
          </p:nvSpPr>
          <p:spPr>
            <a:xfrm>
              <a:off x="4365424" y="3726431"/>
              <a:ext cx="379730" cy="50800"/>
            </a:xfrm>
            <a:custGeom>
              <a:avLst/>
              <a:gdLst/>
              <a:ahLst/>
              <a:cxnLst/>
              <a:rect l="l" t="t" r="r" b="b"/>
              <a:pathLst>
                <a:path w="379729" h="50800">
                  <a:moveTo>
                    <a:pt x="354191" y="0"/>
                  </a:moveTo>
                  <a:lnTo>
                    <a:pt x="344304" y="1996"/>
                  </a:lnTo>
                  <a:lnTo>
                    <a:pt x="336230" y="7439"/>
                  </a:lnTo>
                  <a:lnTo>
                    <a:pt x="330787" y="15513"/>
                  </a:lnTo>
                  <a:lnTo>
                    <a:pt x="328791" y="25400"/>
                  </a:lnTo>
                  <a:lnTo>
                    <a:pt x="330787" y="35286"/>
                  </a:lnTo>
                  <a:lnTo>
                    <a:pt x="336230" y="43360"/>
                  </a:lnTo>
                  <a:lnTo>
                    <a:pt x="344304" y="48803"/>
                  </a:lnTo>
                  <a:lnTo>
                    <a:pt x="354191" y="50800"/>
                  </a:lnTo>
                  <a:lnTo>
                    <a:pt x="364078" y="48803"/>
                  </a:lnTo>
                  <a:lnTo>
                    <a:pt x="372152" y="43360"/>
                  </a:lnTo>
                  <a:lnTo>
                    <a:pt x="377595" y="35286"/>
                  </a:lnTo>
                  <a:lnTo>
                    <a:pt x="378309" y="31750"/>
                  </a:lnTo>
                  <a:lnTo>
                    <a:pt x="357698" y="31750"/>
                  </a:lnTo>
                  <a:lnTo>
                    <a:pt x="360541" y="28907"/>
                  </a:lnTo>
                  <a:lnTo>
                    <a:pt x="360541" y="21893"/>
                  </a:lnTo>
                  <a:lnTo>
                    <a:pt x="357698" y="19050"/>
                  </a:lnTo>
                  <a:lnTo>
                    <a:pt x="378309" y="19050"/>
                  </a:lnTo>
                  <a:lnTo>
                    <a:pt x="377595" y="15513"/>
                  </a:lnTo>
                  <a:lnTo>
                    <a:pt x="372152" y="7439"/>
                  </a:lnTo>
                  <a:lnTo>
                    <a:pt x="364078" y="1996"/>
                  </a:lnTo>
                  <a:lnTo>
                    <a:pt x="354191" y="0"/>
                  </a:lnTo>
                  <a:close/>
                </a:path>
                <a:path w="379729" h="50800">
                  <a:moveTo>
                    <a:pt x="330073" y="19050"/>
                  </a:moveTo>
                  <a:lnTo>
                    <a:pt x="312583" y="19050"/>
                  </a:lnTo>
                  <a:lnTo>
                    <a:pt x="309741" y="21893"/>
                  </a:lnTo>
                  <a:lnTo>
                    <a:pt x="309741" y="28907"/>
                  </a:lnTo>
                  <a:lnTo>
                    <a:pt x="312585" y="31750"/>
                  </a:lnTo>
                  <a:lnTo>
                    <a:pt x="330073" y="31750"/>
                  </a:lnTo>
                  <a:lnTo>
                    <a:pt x="328791" y="25400"/>
                  </a:lnTo>
                  <a:lnTo>
                    <a:pt x="330073" y="19050"/>
                  </a:lnTo>
                  <a:close/>
                </a:path>
                <a:path w="379729" h="50800">
                  <a:moveTo>
                    <a:pt x="378309" y="19050"/>
                  </a:moveTo>
                  <a:lnTo>
                    <a:pt x="357698" y="19050"/>
                  </a:lnTo>
                  <a:lnTo>
                    <a:pt x="360541" y="21893"/>
                  </a:lnTo>
                  <a:lnTo>
                    <a:pt x="360541" y="28907"/>
                  </a:lnTo>
                  <a:lnTo>
                    <a:pt x="357698" y="31750"/>
                  </a:lnTo>
                  <a:lnTo>
                    <a:pt x="378309" y="31750"/>
                  </a:lnTo>
                  <a:lnTo>
                    <a:pt x="379591" y="25400"/>
                  </a:lnTo>
                  <a:lnTo>
                    <a:pt x="378309" y="19050"/>
                  </a:lnTo>
                  <a:close/>
                </a:path>
                <a:path w="379729" h="50800">
                  <a:moveTo>
                    <a:pt x="268798" y="19051"/>
                  </a:moveTo>
                  <a:lnTo>
                    <a:pt x="223683" y="19051"/>
                  </a:lnTo>
                  <a:lnTo>
                    <a:pt x="220841" y="21893"/>
                  </a:lnTo>
                  <a:lnTo>
                    <a:pt x="220841" y="28907"/>
                  </a:lnTo>
                  <a:lnTo>
                    <a:pt x="223685" y="31751"/>
                  </a:lnTo>
                  <a:lnTo>
                    <a:pt x="268798" y="31751"/>
                  </a:lnTo>
                  <a:lnTo>
                    <a:pt x="271641" y="28907"/>
                  </a:lnTo>
                  <a:lnTo>
                    <a:pt x="271641" y="21893"/>
                  </a:lnTo>
                  <a:lnTo>
                    <a:pt x="268798" y="19051"/>
                  </a:lnTo>
                  <a:close/>
                </a:path>
                <a:path w="379729" h="50800">
                  <a:moveTo>
                    <a:pt x="179898" y="19051"/>
                  </a:moveTo>
                  <a:lnTo>
                    <a:pt x="134783" y="19051"/>
                  </a:lnTo>
                  <a:lnTo>
                    <a:pt x="131941" y="21893"/>
                  </a:lnTo>
                  <a:lnTo>
                    <a:pt x="131941" y="28907"/>
                  </a:lnTo>
                  <a:lnTo>
                    <a:pt x="134785" y="31751"/>
                  </a:lnTo>
                  <a:lnTo>
                    <a:pt x="179898" y="31751"/>
                  </a:lnTo>
                  <a:lnTo>
                    <a:pt x="182741" y="28907"/>
                  </a:lnTo>
                  <a:lnTo>
                    <a:pt x="182741" y="21893"/>
                  </a:lnTo>
                  <a:lnTo>
                    <a:pt x="179898" y="19051"/>
                  </a:lnTo>
                  <a:close/>
                </a:path>
                <a:path w="379729" h="50800">
                  <a:moveTo>
                    <a:pt x="25400" y="1"/>
                  </a:moveTo>
                  <a:lnTo>
                    <a:pt x="15513" y="1997"/>
                  </a:lnTo>
                  <a:lnTo>
                    <a:pt x="7439" y="7441"/>
                  </a:lnTo>
                  <a:lnTo>
                    <a:pt x="1996" y="15514"/>
                  </a:lnTo>
                  <a:lnTo>
                    <a:pt x="0" y="25401"/>
                  </a:lnTo>
                  <a:lnTo>
                    <a:pt x="1996" y="35288"/>
                  </a:lnTo>
                  <a:lnTo>
                    <a:pt x="7439" y="43361"/>
                  </a:lnTo>
                  <a:lnTo>
                    <a:pt x="15513" y="48805"/>
                  </a:lnTo>
                  <a:lnTo>
                    <a:pt x="25400" y="50801"/>
                  </a:lnTo>
                  <a:lnTo>
                    <a:pt x="35286" y="48805"/>
                  </a:lnTo>
                  <a:lnTo>
                    <a:pt x="43360" y="43361"/>
                  </a:lnTo>
                  <a:lnTo>
                    <a:pt x="48803" y="35288"/>
                  </a:lnTo>
                  <a:lnTo>
                    <a:pt x="49517" y="31751"/>
                  </a:lnTo>
                  <a:lnTo>
                    <a:pt x="45885" y="31751"/>
                  </a:lnTo>
                  <a:lnTo>
                    <a:pt x="43041" y="28909"/>
                  </a:lnTo>
                  <a:lnTo>
                    <a:pt x="43041" y="21894"/>
                  </a:lnTo>
                  <a:lnTo>
                    <a:pt x="45883" y="19051"/>
                  </a:lnTo>
                  <a:lnTo>
                    <a:pt x="49517" y="19051"/>
                  </a:lnTo>
                  <a:lnTo>
                    <a:pt x="48803" y="15514"/>
                  </a:lnTo>
                  <a:lnTo>
                    <a:pt x="43360" y="7441"/>
                  </a:lnTo>
                  <a:lnTo>
                    <a:pt x="35286" y="1997"/>
                  </a:lnTo>
                  <a:lnTo>
                    <a:pt x="25400" y="1"/>
                  </a:lnTo>
                  <a:close/>
                </a:path>
                <a:path w="379729" h="50800">
                  <a:moveTo>
                    <a:pt x="49517" y="19051"/>
                  </a:moveTo>
                  <a:lnTo>
                    <a:pt x="45883" y="19051"/>
                  </a:lnTo>
                  <a:lnTo>
                    <a:pt x="43041" y="21894"/>
                  </a:lnTo>
                  <a:lnTo>
                    <a:pt x="43041" y="28909"/>
                  </a:lnTo>
                  <a:lnTo>
                    <a:pt x="45885" y="31751"/>
                  </a:lnTo>
                  <a:lnTo>
                    <a:pt x="49517" y="31751"/>
                  </a:lnTo>
                  <a:lnTo>
                    <a:pt x="50800" y="25401"/>
                  </a:lnTo>
                  <a:lnTo>
                    <a:pt x="49517" y="19051"/>
                  </a:lnTo>
                  <a:close/>
                </a:path>
                <a:path w="379729" h="50800">
                  <a:moveTo>
                    <a:pt x="90998" y="19051"/>
                  </a:moveTo>
                  <a:lnTo>
                    <a:pt x="49517" y="19051"/>
                  </a:lnTo>
                  <a:lnTo>
                    <a:pt x="50800" y="25401"/>
                  </a:lnTo>
                  <a:lnTo>
                    <a:pt x="49517" y="31751"/>
                  </a:lnTo>
                  <a:lnTo>
                    <a:pt x="90998" y="31751"/>
                  </a:lnTo>
                  <a:lnTo>
                    <a:pt x="93840" y="28909"/>
                  </a:lnTo>
                  <a:lnTo>
                    <a:pt x="93841" y="21894"/>
                  </a:lnTo>
                  <a:lnTo>
                    <a:pt x="90998" y="19051"/>
                  </a:lnTo>
                  <a:close/>
                </a:path>
              </a:pathLst>
            </a:custGeom>
            <a:solidFill>
              <a:srgbClr val="FF0000">
                <a:alpha val="79998"/>
              </a:srgbClr>
            </a:solidFill>
          </p:spPr>
          <p:txBody>
            <a:bodyPr wrap="square" lIns="0" tIns="0" rIns="0" bIns="0" rtlCol="0"/>
            <a:lstStyle/>
            <a:p>
              <a:endParaRPr/>
            </a:p>
          </p:txBody>
        </p:sp>
        <p:sp>
          <p:nvSpPr>
            <p:cNvPr id="66" name="object 66"/>
            <p:cNvSpPr/>
            <p:nvPr/>
          </p:nvSpPr>
          <p:spPr>
            <a:xfrm>
              <a:off x="4699768" y="3001131"/>
              <a:ext cx="1297940" cy="487680"/>
            </a:xfrm>
            <a:custGeom>
              <a:avLst/>
              <a:gdLst/>
              <a:ahLst/>
              <a:cxnLst/>
              <a:rect l="l" t="t" r="r" b="b"/>
              <a:pathLst>
                <a:path w="1297939" h="487679">
                  <a:moveTo>
                    <a:pt x="0" y="81181"/>
                  </a:moveTo>
                  <a:lnTo>
                    <a:pt x="6379" y="49582"/>
                  </a:lnTo>
                  <a:lnTo>
                    <a:pt x="23777" y="23777"/>
                  </a:lnTo>
                  <a:lnTo>
                    <a:pt x="49582" y="6379"/>
                  </a:lnTo>
                  <a:lnTo>
                    <a:pt x="81181" y="0"/>
                  </a:lnTo>
                  <a:lnTo>
                    <a:pt x="1216138" y="0"/>
                  </a:lnTo>
                  <a:lnTo>
                    <a:pt x="1247737" y="6379"/>
                  </a:lnTo>
                  <a:lnTo>
                    <a:pt x="1273542" y="23777"/>
                  </a:lnTo>
                  <a:lnTo>
                    <a:pt x="1290940" y="49582"/>
                  </a:lnTo>
                  <a:lnTo>
                    <a:pt x="1297320" y="81181"/>
                  </a:lnTo>
                  <a:lnTo>
                    <a:pt x="1297320" y="405902"/>
                  </a:lnTo>
                  <a:lnTo>
                    <a:pt x="1290940" y="437501"/>
                  </a:lnTo>
                  <a:lnTo>
                    <a:pt x="1273542" y="463306"/>
                  </a:lnTo>
                  <a:lnTo>
                    <a:pt x="1247737" y="480704"/>
                  </a:lnTo>
                  <a:lnTo>
                    <a:pt x="1216138" y="487084"/>
                  </a:lnTo>
                  <a:lnTo>
                    <a:pt x="81181" y="487084"/>
                  </a:lnTo>
                  <a:lnTo>
                    <a:pt x="49582" y="480704"/>
                  </a:lnTo>
                  <a:lnTo>
                    <a:pt x="23777" y="463306"/>
                  </a:lnTo>
                  <a:lnTo>
                    <a:pt x="6379" y="437501"/>
                  </a:lnTo>
                  <a:lnTo>
                    <a:pt x="0" y="405902"/>
                  </a:lnTo>
                  <a:lnTo>
                    <a:pt x="0" y="81181"/>
                  </a:lnTo>
                  <a:close/>
                </a:path>
              </a:pathLst>
            </a:custGeom>
            <a:ln w="15875">
              <a:solidFill>
                <a:srgbClr val="2683C6"/>
              </a:solidFill>
            </a:ln>
          </p:spPr>
          <p:txBody>
            <a:bodyPr wrap="square" lIns="0" tIns="0" rIns="0" bIns="0" rtlCol="0"/>
            <a:lstStyle/>
            <a:p>
              <a:endParaRPr/>
            </a:p>
          </p:txBody>
        </p:sp>
      </p:grpSp>
      <p:sp>
        <p:nvSpPr>
          <p:cNvPr id="67" name="object 67"/>
          <p:cNvSpPr txBox="1"/>
          <p:nvPr/>
        </p:nvSpPr>
        <p:spPr>
          <a:xfrm>
            <a:off x="10921130" y="5126228"/>
            <a:ext cx="58356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GNSS</a:t>
            </a:r>
            <a:r>
              <a:rPr sz="1200" spc="-80" dirty="0">
                <a:latin typeface="Corbel"/>
                <a:cs typeface="Corbel"/>
              </a:rPr>
              <a:t> </a:t>
            </a:r>
            <a:r>
              <a:rPr sz="1200" spc="-37" baseline="27777" dirty="0">
                <a:latin typeface="Corbel"/>
                <a:cs typeface="Corbel"/>
              </a:rPr>
              <a:t>[3]</a:t>
            </a:r>
            <a:endParaRPr sz="1200" baseline="27777">
              <a:latin typeface="Corbel"/>
              <a:cs typeface="Corbel"/>
            </a:endParaRPr>
          </a:p>
        </p:txBody>
      </p:sp>
      <p:grpSp>
        <p:nvGrpSpPr>
          <p:cNvPr id="68" name="object 68"/>
          <p:cNvGrpSpPr/>
          <p:nvPr/>
        </p:nvGrpSpPr>
        <p:grpSpPr>
          <a:xfrm>
            <a:off x="10092133" y="5217256"/>
            <a:ext cx="2040255" cy="706120"/>
            <a:chOff x="10092133" y="5217256"/>
            <a:chExt cx="2040255" cy="706120"/>
          </a:xfrm>
        </p:grpSpPr>
        <p:sp>
          <p:nvSpPr>
            <p:cNvPr id="69" name="object 69"/>
            <p:cNvSpPr/>
            <p:nvPr/>
          </p:nvSpPr>
          <p:spPr>
            <a:xfrm>
              <a:off x="10092133" y="5217256"/>
              <a:ext cx="671830" cy="467995"/>
            </a:xfrm>
            <a:custGeom>
              <a:avLst/>
              <a:gdLst/>
              <a:ahLst/>
              <a:cxnLst/>
              <a:rect l="l" t="t" r="r" b="b"/>
              <a:pathLst>
                <a:path w="671829" h="467995">
                  <a:moveTo>
                    <a:pt x="622899" y="33116"/>
                  </a:moveTo>
                  <a:lnTo>
                    <a:pt x="608387" y="42875"/>
                  </a:lnTo>
                  <a:lnTo>
                    <a:pt x="607775" y="46003"/>
                  </a:lnTo>
                  <a:lnTo>
                    <a:pt x="607738" y="46191"/>
                  </a:lnTo>
                  <a:lnTo>
                    <a:pt x="607615" y="46821"/>
                  </a:lnTo>
                  <a:lnTo>
                    <a:pt x="611529" y="52641"/>
                  </a:lnTo>
                  <a:lnTo>
                    <a:pt x="615475" y="53415"/>
                  </a:lnTo>
                  <a:lnTo>
                    <a:pt x="629987" y="43655"/>
                  </a:lnTo>
                  <a:lnTo>
                    <a:pt x="625379" y="39101"/>
                  </a:lnTo>
                  <a:lnTo>
                    <a:pt x="622899" y="33116"/>
                  </a:lnTo>
                  <a:close/>
                </a:path>
                <a:path w="671829" h="467995">
                  <a:moveTo>
                    <a:pt x="670412" y="17700"/>
                  </a:moveTo>
                  <a:lnTo>
                    <a:pt x="645823" y="17700"/>
                  </a:lnTo>
                  <a:lnTo>
                    <a:pt x="649769" y="18472"/>
                  </a:lnTo>
                  <a:lnTo>
                    <a:pt x="653683" y="24292"/>
                  </a:lnTo>
                  <a:lnTo>
                    <a:pt x="652910" y="28238"/>
                  </a:lnTo>
                  <a:lnTo>
                    <a:pt x="629987" y="43655"/>
                  </a:lnTo>
                  <a:lnTo>
                    <a:pt x="632553" y="46191"/>
                  </a:lnTo>
                  <a:lnTo>
                    <a:pt x="641603" y="49864"/>
                  </a:lnTo>
                  <a:lnTo>
                    <a:pt x="651313" y="49864"/>
                  </a:lnTo>
                  <a:lnTo>
                    <a:pt x="660631" y="46003"/>
                  </a:lnTo>
                  <a:lnTo>
                    <a:pt x="667721" y="38829"/>
                  </a:lnTo>
                  <a:lnTo>
                    <a:pt x="671383" y="29807"/>
                  </a:lnTo>
                  <a:lnTo>
                    <a:pt x="671394" y="20070"/>
                  </a:lnTo>
                  <a:lnTo>
                    <a:pt x="670412" y="17700"/>
                  </a:lnTo>
                  <a:close/>
                </a:path>
                <a:path w="671829" h="467995">
                  <a:moveTo>
                    <a:pt x="645823" y="17700"/>
                  </a:moveTo>
                  <a:lnTo>
                    <a:pt x="622899" y="33116"/>
                  </a:lnTo>
                  <a:lnTo>
                    <a:pt x="625267" y="38829"/>
                  </a:lnTo>
                  <a:lnTo>
                    <a:pt x="625379" y="39101"/>
                  </a:lnTo>
                  <a:lnTo>
                    <a:pt x="629987" y="43655"/>
                  </a:lnTo>
                  <a:lnTo>
                    <a:pt x="652910" y="28238"/>
                  </a:lnTo>
                  <a:lnTo>
                    <a:pt x="653683" y="24292"/>
                  </a:lnTo>
                  <a:lnTo>
                    <a:pt x="649769" y="18472"/>
                  </a:lnTo>
                  <a:lnTo>
                    <a:pt x="645823" y="17700"/>
                  </a:lnTo>
                  <a:close/>
                </a:path>
                <a:path w="671829" h="467995">
                  <a:moveTo>
                    <a:pt x="651337" y="0"/>
                  </a:moveTo>
                  <a:lnTo>
                    <a:pt x="641573" y="0"/>
                  </a:lnTo>
                  <a:lnTo>
                    <a:pt x="632282" y="3849"/>
                  </a:lnTo>
                  <a:lnTo>
                    <a:pt x="625192" y="11023"/>
                  </a:lnTo>
                  <a:lnTo>
                    <a:pt x="621530" y="20070"/>
                  </a:lnTo>
                  <a:lnTo>
                    <a:pt x="621529" y="29807"/>
                  </a:lnTo>
                  <a:lnTo>
                    <a:pt x="622899" y="33116"/>
                  </a:lnTo>
                  <a:lnTo>
                    <a:pt x="645823" y="17700"/>
                  </a:lnTo>
                  <a:lnTo>
                    <a:pt x="670412" y="17700"/>
                  </a:lnTo>
                  <a:lnTo>
                    <a:pt x="667646" y="11023"/>
                  </a:lnTo>
                  <a:lnTo>
                    <a:pt x="667533" y="10752"/>
                  </a:lnTo>
                  <a:lnTo>
                    <a:pt x="660360" y="3661"/>
                  </a:lnTo>
                  <a:lnTo>
                    <a:pt x="651337" y="0"/>
                  </a:lnTo>
                  <a:close/>
                </a:path>
                <a:path w="671829" h="467995">
                  <a:moveTo>
                    <a:pt x="572053" y="67310"/>
                  </a:moveTo>
                  <a:lnTo>
                    <a:pt x="534616" y="92486"/>
                  </a:lnTo>
                  <a:lnTo>
                    <a:pt x="533844" y="96432"/>
                  </a:lnTo>
                  <a:lnTo>
                    <a:pt x="537758" y="102251"/>
                  </a:lnTo>
                  <a:lnTo>
                    <a:pt x="541704" y="103025"/>
                  </a:lnTo>
                  <a:lnTo>
                    <a:pt x="579140" y="77848"/>
                  </a:lnTo>
                  <a:lnTo>
                    <a:pt x="579912" y="73904"/>
                  </a:lnTo>
                  <a:lnTo>
                    <a:pt x="575998" y="68083"/>
                  </a:lnTo>
                  <a:lnTo>
                    <a:pt x="572053" y="67310"/>
                  </a:lnTo>
                  <a:close/>
                </a:path>
                <a:path w="671829" h="467995">
                  <a:moveTo>
                    <a:pt x="498283" y="116921"/>
                  </a:moveTo>
                  <a:lnTo>
                    <a:pt x="460847" y="142096"/>
                  </a:lnTo>
                  <a:lnTo>
                    <a:pt x="460074" y="146042"/>
                  </a:lnTo>
                  <a:lnTo>
                    <a:pt x="463988" y="151863"/>
                  </a:lnTo>
                  <a:lnTo>
                    <a:pt x="467934" y="152635"/>
                  </a:lnTo>
                  <a:lnTo>
                    <a:pt x="505370" y="127460"/>
                  </a:lnTo>
                  <a:lnTo>
                    <a:pt x="506143" y="123514"/>
                  </a:lnTo>
                  <a:lnTo>
                    <a:pt x="502229" y="117693"/>
                  </a:lnTo>
                  <a:lnTo>
                    <a:pt x="498283" y="116921"/>
                  </a:lnTo>
                  <a:close/>
                </a:path>
                <a:path w="671829" h="467995">
                  <a:moveTo>
                    <a:pt x="424512" y="166531"/>
                  </a:moveTo>
                  <a:lnTo>
                    <a:pt x="387077" y="191706"/>
                  </a:lnTo>
                  <a:lnTo>
                    <a:pt x="386304" y="195652"/>
                  </a:lnTo>
                  <a:lnTo>
                    <a:pt x="390219" y="201473"/>
                  </a:lnTo>
                  <a:lnTo>
                    <a:pt x="394163" y="202245"/>
                  </a:lnTo>
                  <a:lnTo>
                    <a:pt x="431600" y="177070"/>
                  </a:lnTo>
                  <a:lnTo>
                    <a:pt x="432372" y="173124"/>
                  </a:lnTo>
                  <a:lnTo>
                    <a:pt x="428458" y="167303"/>
                  </a:lnTo>
                  <a:lnTo>
                    <a:pt x="424512" y="166531"/>
                  </a:lnTo>
                  <a:close/>
                </a:path>
                <a:path w="671829" h="467995">
                  <a:moveTo>
                    <a:pt x="350743" y="216141"/>
                  </a:moveTo>
                  <a:lnTo>
                    <a:pt x="313306" y="241318"/>
                  </a:lnTo>
                  <a:lnTo>
                    <a:pt x="312534" y="245262"/>
                  </a:lnTo>
                  <a:lnTo>
                    <a:pt x="316448" y="251083"/>
                  </a:lnTo>
                  <a:lnTo>
                    <a:pt x="320394" y="251856"/>
                  </a:lnTo>
                  <a:lnTo>
                    <a:pt x="357830" y="226680"/>
                  </a:lnTo>
                  <a:lnTo>
                    <a:pt x="358602" y="222734"/>
                  </a:lnTo>
                  <a:lnTo>
                    <a:pt x="354688" y="216913"/>
                  </a:lnTo>
                  <a:lnTo>
                    <a:pt x="350743" y="216141"/>
                  </a:lnTo>
                  <a:close/>
                </a:path>
                <a:path w="671829" h="467995">
                  <a:moveTo>
                    <a:pt x="276973" y="265751"/>
                  </a:moveTo>
                  <a:lnTo>
                    <a:pt x="239537" y="290928"/>
                  </a:lnTo>
                  <a:lnTo>
                    <a:pt x="238763" y="294873"/>
                  </a:lnTo>
                  <a:lnTo>
                    <a:pt x="242678" y="300694"/>
                  </a:lnTo>
                  <a:lnTo>
                    <a:pt x="246624" y="301466"/>
                  </a:lnTo>
                  <a:lnTo>
                    <a:pt x="284059" y="276290"/>
                  </a:lnTo>
                  <a:lnTo>
                    <a:pt x="284833" y="272345"/>
                  </a:lnTo>
                  <a:lnTo>
                    <a:pt x="280919" y="266525"/>
                  </a:lnTo>
                  <a:lnTo>
                    <a:pt x="276973" y="265751"/>
                  </a:lnTo>
                  <a:close/>
                </a:path>
                <a:path w="671829" h="467995">
                  <a:moveTo>
                    <a:pt x="203202" y="315362"/>
                  </a:moveTo>
                  <a:lnTo>
                    <a:pt x="165766" y="340538"/>
                  </a:lnTo>
                  <a:lnTo>
                    <a:pt x="164994" y="344484"/>
                  </a:lnTo>
                  <a:lnTo>
                    <a:pt x="168908" y="350304"/>
                  </a:lnTo>
                  <a:lnTo>
                    <a:pt x="172853" y="351076"/>
                  </a:lnTo>
                  <a:lnTo>
                    <a:pt x="210290" y="325901"/>
                  </a:lnTo>
                  <a:lnTo>
                    <a:pt x="211062" y="321955"/>
                  </a:lnTo>
                  <a:lnTo>
                    <a:pt x="207148" y="316135"/>
                  </a:lnTo>
                  <a:lnTo>
                    <a:pt x="203202" y="315362"/>
                  </a:lnTo>
                  <a:close/>
                </a:path>
                <a:path w="671829" h="467995">
                  <a:moveTo>
                    <a:pt x="129433" y="364972"/>
                  </a:moveTo>
                  <a:lnTo>
                    <a:pt x="91996" y="390148"/>
                  </a:lnTo>
                  <a:lnTo>
                    <a:pt x="91224" y="394094"/>
                  </a:lnTo>
                  <a:lnTo>
                    <a:pt x="95138" y="399914"/>
                  </a:lnTo>
                  <a:lnTo>
                    <a:pt x="99084" y="400687"/>
                  </a:lnTo>
                  <a:lnTo>
                    <a:pt x="136520" y="375511"/>
                  </a:lnTo>
                  <a:lnTo>
                    <a:pt x="137292" y="371565"/>
                  </a:lnTo>
                  <a:lnTo>
                    <a:pt x="133378" y="365745"/>
                  </a:lnTo>
                  <a:lnTo>
                    <a:pt x="129433" y="364972"/>
                  </a:lnTo>
                  <a:close/>
                </a:path>
                <a:path w="671829" h="467995">
                  <a:moveTo>
                    <a:pt x="29808" y="417978"/>
                  </a:moveTo>
                  <a:lnTo>
                    <a:pt x="20043" y="417978"/>
                  </a:lnTo>
                  <a:lnTo>
                    <a:pt x="10753" y="421827"/>
                  </a:lnTo>
                  <a:lnTo>
                    <a:pt x="3662" y="429001"/>
                  </a:lnTo>
                  <a:lnTo>
                    <a:pt x="1" y="438048"/>
                  </a:lnTo>
                  <a:lnTo>
                    <a:pt x="0" y="447785"/>
                  </a:lnTo>
                  <a:lnTo>
                    <a:pt x="3738" y="456808"/>
                  </a:lnTo>
                  <a:lnTo>
                    <a:pt x="3850" y="457079"/>
                  </a:lnTo>
                  <a:lnTo>
                    <a:pt x="11024" y="464169"/>
                  </a:lnTo>
                  <a:lnTo>
                    <a:pt x="20075" y="467842"/>
                  </a:lnTo>
                  <a:lnTo>
                    <a:pt x="29784" y="467842"/>
                  </a:lnTo>
                  <a:lnTo>
                    <a:pt x="39102" y="463981"/>
                  </a:lnTo>
                  <a:lnTo>
                    <a:pt x="46192" y="456808"/>
                  </a:lnTo>
                  <a:lnTo>
                    <a:pt x="48902" y="450131"/>
                  </a:lnTo>
                  <a:lnTo>
                    <a:pt x="25561" y="450131"/>
                  </a:lnTo>
                  <a:lnTo>
                    <a:pt x="21615" y="449358"/>
                  </a:lnTo>
                  <a:lnTo>
                    <a:pt x="17701" y="443538"/>
                  </a:lnTo>
                  <a:lnTo>
                    <a:pt x="18473" y="439592"/>
                  </a:lnTo>
                  <a:lnTo>
                    <a:pt x="41397" y="424176"/>
                  </a:lnTo>
                  <a:lnTo>
                    <a:pt x="38831" y="421640"/>
                  </a:lnTo>
                  <a:lnTo>
                    <a:pt x="29808" y="417978"/>
                  </a:lnTo>
                  <a:close/>
                </a:path>
                <a:path w="671829" h="467995">
                  <a:moveTo>
                    <a:pt x="41397" y="424176"/>
                  </a:moveTo>
                  <a:lnTo>
                    <a:pt x="18473" y="439592"/>
                  </a:lnTo>
                  <a:lnTo>
                    <a:pt x="17701" y="443538"/>
                  </a:lnTo>
                  <a:lnTo>
                    <a:pt x="21615" y="449358"/>
                  </a:lnTo>
                  <a:lnTo>
                    <a:pt x="25561" y="450131"/>
                  </a:lnTo>
                  <a:lnTo>
                    <a:pt x="48484" y="434715"/>
                  </a:lnTo>
                  <a:lnTo>
                    <a:pt x="46116" y="429001"/>
                  </a:lnTo>
                  <a:lnTo>
                    <a:pt x="46004" y="428730"/>
                  </a:lnTo>
                  <a:lnTo>
                    <a:pt x="41397" y="424176"/>
                  </a:lnTo>
                  <a:close/>
                </a:path>
                <a:path w="671829" h="467995">
                  <a:moveTo>
                    <a:pt x="48484" y="434715"/>
                  </a:moveTo>
                  <a:lnTo>
                    <a:pt x="25561" y="450131"/>
                  </a:lnTo>
                  <a:lnTo>
                    <a:pt x="48902" y="450131"/>
                  </a:lnTo>
                  <a:lnTo>
                    <a:pt x="49854" y="447785"/>
                  </a:lnTo>
                  <a:lnTo>
                    <a:pt x="49865" y="438048"/>
                  </a:lnTo>
                  <a:lnTo>
                    <a:pt x="48484" y="434715"/>
                  </a:lnTo>
                  <a:close/>
                </a:path>
                <a:path w="671829" h="467995">
                  <a:moveTo>
                    <a:pt x="55663" y="414583"/>
                  </a:moveTo>
                  <a:lnTo>
                    <a:pt x="41397" y="424176"/>
                  </a:lnTo>
                  <a:lnTo>
                    <a:pt x="46004" y="428730"/>
                  </a:lnTo>
                  <a:lnTo>
                    <a:pt x="48484" y="434715"/>
                  </a:lnTo>
                  <a:lnTo>
                    <a:pt x="62749" y="425121"/>
                  </a:lnTo>
                  <a:lnTo>
                    <a:pt x="63395" y="421827"/>
                  </a:lnTo>
                  <a:lnTo>
                    <a:pt x="63432" y="421640"/>
                  </a:lnTo>
                  <a:lnTo>
                    <a:pt x="63523" y="421176"/>
                  </a:lnTo>
                  <a:lnTo>
                    <a:pt x="59608" y="415355"/>
                  </a:lnTo>
                  <a:lnTo>
                    <a:pt x="55663" y="414583"/>
                  </a:lnTo>
                  <a:close/>
                </a:path>
              </a:pathLst>
            </a:custGeom>
            <a:solidFill>
              <a:srgbClr val="FF0000">
                <a:alpha val="79998"/>
              </a:srgbClr>
            </a:solidFill>
          </p:spPr>
          <p:txBody>
            <a:bodyPr wrap="square" lIns="0" tIns="0" rIns="0" bIns="0" rtlCol="0"/>
            <a:lstStyle/>
            <a:p>
              <a:endParaRPr/>
            </a:p>
          </p:txBody>
        </p:sp>
        <p:sp>
          <p:nvSpPr>
            <p:cNvPr id="70" name="object 70"/>
            <p:cNvSpPr/>
            <p:nvPr/>
          </p:nvSpPr>
          <p:spPr>
            <a:xfrm>
              <a:off x="10740146" y="5427884"/>
              <a:ext cx="1384300" cy="487680"/>
            </a:xfrm>
            <a:custGeom>
              <a:avLst/>
              <a:gdLst/>
              <a:ahLst/>
              <a:cxnLst/>
              <a:rect l="l" t="t" r="r" b="b"/>
              <a:pathLst>
                <a:path w="1384300" h="487679">
                  <a:moveTo>
                    <a:pt x="1302937" y="0"/>
                  </a:moveTo>
                  <a:lnTo>
                    <a:pt x="81182" y="0"/>
                  </a:lnTo>
                  <a:lnTo>
                    <a:pt x="49582" y="6379"/>
                  </a:lnTo>
                  <a:lnTo>
                    <a:pt x="23777" y="23777"/>
                  </a:lnTo>
                  <a:lnTo>
                    <a:pt x="6379" y="49582"/>
                  </a:lnTo>
                  <a:lnTo>
                    <a:pt x="0" y="81182"/>
                  </a:lnTo>
                  <a:lnTo>
                    <a:pt x="0" y="405901"/>
                  </a:lnTo>
                  <a:lnTo>
                    <a:pt x="6379" y="437501"/>
                  </a:lnTo>
                  <a:lnTo>
                    <a:pt x="23777" y="463306"/>
                  </a:lnTo>
                  <a:lnTo>
                    <a:pt x="49582" y="480704"/>
                  </a:lnTo>
                  <a:lnTo>
                    <a:pt x="81182" y="487083"/>
                  </a:lnTo>
                  <a:lnTo>
                    <a:pt x="1302937" y="487083"/>
                  </a:lnTo>
                  <a:lnTo>
                    <a:pt x="1334537" y="480704"/>
                  </a:lnTo>
                  <a:lnTo>
                    <a:pt x="1360342" y="463306"/>
                  </a:lnTo>
                  <a:lnTo>
                    <a:pt x="1377741" y="437501"/>
                  </a:lnTo>
                  <a:lnTo>
                    <a:pt x="1384120" y="405901"/>
                  </a:lnTo>
                  <a:lnTo>
                    <a:pt x="1384120" y="81182"/>
                  </a:lnTo>
                  <a:lnTo>
                    <a:pt x="1377741" y="49582"/>
                  </a:lnTo>
                  <a:lnTo>
                    <a:pt x="1360342" y="23777"/>
                  </a:lnTo>
                  <a:lnTo>
                    <a:pt x="1334537" y="6379"/>
                  </a:lnTo>
                  <a:lnTo>
                    <a:pt x="1302937" y="0"/>
                  </a:lnTo>
                  <a:close/>
                </a:path>
              </a:pathLst>
            </a:custGeom>
            <a:solidFill>
              <a:srgbClr val="FFFFFF"/>
            </a:solidFill>
          </p:spPr>
          <p:txBody>
            <a:bodyPr wrap="square" lIns="0" tIns="0" rIns="0" bIns="0" rtlCol="0"/>
            <a:lstStyle/>
            <a:p>
              <a:endParaRPr/>
            </a:p>
          </p:txBody>
        </p:sp>
        <p:sp>
          <p:nvSpPr>
            <p:cNvPr id="71" name="object 71"/>
            <p:cNvSpPr/>
            <p:nvPr/>
          </p:nvSpPr>
          <p:spPr>
            <a:xfrm>
              <a:off x="10740146" y="5427884"/>
              <a:ext cx="1384300" cy="487680"/>
            </a:xfrm>
            <a:custGeom>
              <a:avLst/>
              <a:gdLst/>
              <a:ahLst/>
              <a:cxnLst/>
              <a:rect l="l" t="t" r="r" b="b"/>
              <a:pathLst>
                <a:path w="1384300" h="487679">
                  <a:moveTo>
                    <a:pt x="0" y="81182"/>
                  </a:moveTo>
                  <a:lnTo>
                    <a:pt x="6379" y="49582"/>
                  </a:lnTo>
                  <a:lnTo>
                    <a:pt x="23777" y="23777"/>
                  </a:lnTo>
                  <a:lnTo>
                    <a:pt x="49582" y="6379"/>
                  </a:lnTo>
                  <a:lnTo>
                    <a:pt x="81182" y="0"/>
                  </a:lnTo>
                  <a:lnTo>
                    <a:pt x="1302939" y="0"/>
                  </a:lnTo>
                  <a:lnTo>
                    <a:pt x="1334538" y="6379"/>
                  </a:lnTo>
                  <a:lnTo>
                    <a:pt x="1360343" y="23777"/>
                  </a:lnTo>
                  <a:lnTo>
                    <a:pt x="1377741" y="49582"/>
                  </a:lnTo>
                  <a:lnTo>
                    <a:pt x="1384121" y="81182"/>
                  </a:lnTo>
                  <a:lnTo>
                    <a:pt x="1384121" y="405901"/>
                  </a:lnTo>
                  <a:lnTo>
                    <a:pt x="1377741" y="437501"/>
                  </a:lnTo>
                  <a:lnTo>
                    <a:pt x="1360343" y="463306"/>
                  </a:lnTo>
                  <a:lnTo>
                    <a:pt x="1334538" y="480704"/>
                  </a:lnTo>
                  <a:lnTo>
                    <a:pt x="1302939" y="487084"/>
                  </a:lnTo>
                  <a:lnTo>
                    <a:pt x="81182" y="487084"/>
                  </a:lnTo>
                  <a:lnTo>
                    <a:pt x="49582" y="480704"/>
                  </a:lnTo>
                  <a:lnTo>
                    <a:pt x="23777" y="463306"/>
                  </a:lnTo>
                  <a:lnTo>
                    <a:pt x="6379" y="437501"/>
                  </a:lnTo>
                  <a:lnTo>
                    <a:pt x="0" y="405901"/>
                  </a:lnTo>
                  <a:lnTo>
                    <a:pt x="0" y="81182"/>
                  </a:lnTo>
                  <a:close/>
                </a:path>
              </a:pathLst>
            </a:custGeom>
            <a:ln w="15875">
              <a:solidFill>
                <a:srgbClr val="2683C6"/>
              </a:solidFill>
            </a:ln>
          </p:spPr>
          <p:txBody>
            <a:bodyPr wrap="square" lIns="0" tIns="0" rIns="0" bIns="0" rtlCol="0"/>
            <a:lstStyle/>
            <a:p>
              <a:endParaRPr/>
            </a:p>
          </p:txBody>
        </p:sp>
      </p:grpSp>
      <p:sp>
        <p:nvSpPr>
          <p:cNvPr id="72" name="object 72"/>
          <p:cNvSpPr/>
          <p:nvPr/>
        </p:nvSpPr>
        <p:spPr>
          <a:xfrm>
            <a:off x="7166633" y="1067128"/>
            <a:ext cx="227329" cy="781050"/>
          </a:xfrm>
          <a:custGeom>
            <a:avLst/>
            <a:gdLst/>
            <a:ahLst/>
            <a:cxnLst/>
            <a:rect l="l" t="t" r="r" b="b"/>
            <a:pathLst>
              <a:path w="227329" h="781050">
                <a:moveTo>
                  <a:pt x="182466" y="704442"/>
                </a:moveTo>
                <a:lnTo>
                  <a:pt x="150823" y="704442"/>
                </a:lnTo>
                <a:lnTo>
                  <a:pt x="188603" y="780535"/>
                </a:lnTo>
                <a:lnTo>
                  <a:pt x="217374" y="723395"/>
                </a:lnTo>
                <a:lnTo>
                  <a:pt x="185276" y="723395"/>
                </a:lnTo>
                <a:lnTo>
                  <a:pt x="182456" y="720561"/>
                </a:lnTo>
                <a:lnTo>
                  <a:pt x="182466" y="704442"/>
                </a:lnTo>
                <a:close/>
              </a:path>
              <a:path w="227329" h="781050">
                <a:moveTo>
                  <a:pt x="184366" y="38491"/>
                </a:moveTo>
                <a:lnTo>
                  <a:pt x="184322" y="41591"/>
                </a:lnTo>
                <a:lnTo>
                  <a:pt x="182466" y="704442"/>
                </a:lnTo>
                <a:lnTo>
                  <a:pt x="182456" y="720561"/>
                </a:lnTo>
                <a:lnTo>
                  <a:pt x="185276" y="723395"/>
                </a:lnTo>
                <a:lnTo>
                  <a:pt x="192270" y="723395"/>
                </a:lnTo>
                <a:lnTo>
                  <a:pt x="195121" y="720561"/>
                </a:lnTo>
                <a:lnTo>
                  <a:pt x="196926" y="76198"/>
                </a:lnTo>
                <a:lnTo>
                  <a:pt x="197013" y="44823"/>
                </a:lnTo>
                <a:lnTo>
                  <a:pt x="190666" y="44823"/>
                </a:lnTo>
                <a:lnTo>
                  <a:pt x="184366" y="38491"/>
                </a:lnTo>
                <a:close/>
              </a:path>
              <a:path w="227329" h="781050">
                <a:moveTo>
                  <a:pt x="226917" y="704442"/>
                </a:moveTo>
                <a:lnTo>
                  <a:pt x="195166" y="704442"/>
                </a:lnTo>
                <a:lnTo>
                  <a:pt x="195121" y="720561"/>
                </a:lnTo>
                <a:lnTo>
                  <a:pt x="192270" y="723395"/>
                </a:lnTo>
                <a:lnTo>
                  <a:pt x="217374" y="723395"/>
                </a:lnTo>
                <a:lnTo>
                  <a:pt x="226917" y="704442"/>
                </a:lnTo>
                <a:close/>
              </a:path>
              <a:path w="227329" h="781050">
                <a:moveTo>
                  <a:pt x="38192" y="0"/>
                </a:moveTo>
                <a:lnTo>
                  <a:pt x="22991" y="3029"/>
                </a:lnTo>
                <a:lnTo>
                  <a:pt x="23247" y="3029"/>
                </a:lnTo>
                <a:lnTo>
                  <a:pt x="11224" y="11092"/>
                </a:lnTo>
                <a:lnTo>
                  <a:pt x="3030" y="23182"/>
                </a:lnTo>
                <a:lnTo>
                  <a:pt x="0" y="38006"/>
                </a:lnTo>
                <a:lnTo>
                  <a:pt x="2957" y="52843"/>
                </a:lnTo>
                <a:lnTo>
                  <a:pt x="11092" y="64973"/>
                </a:lnTo>
                <a:lnTo>
                  <a:pt x="23290" y="73241"/>
                </a:lnTo>
                <a:lnTo>
                  <a:pt x="23538" y="73241"/>
                </a:lnTo>
                <a:lnTo>
                  <a:pt x="38006" y="76198"/>
                </a:lnTo>
                <a:lnTo>
                  <a:pt x="52843" y="73241"/>
                </a:lnTo>
                <a:lnTo>
                  <a:pt x="64974" y="65105"/>
                </a:lnTo>
                <a:lnTo>
                  <a:pt x="73169" y="53015"/>
                </a:lnTo>
                <a:lnTo>
                  <a:pt x="74844" y="44823"/>
                </a:lnTo>
                <a:lnTo>
                  <a:pt x="74902" y="44539"/>
                </a:lnTo>
                <a:lnTo>
                  <a:pt x="34674" y="44539"/>
                </a:lnTo>
                <a:lnTo>
                  <a:pt x="31741" y="41591"/>
                </a:lnTo>
                <a:lnTo>
                  <a:pt x="31758" y="34577"/>
                </a:lnTo>
                <a:lnTo>
                  <a:pt x="34510" y="31839"/>
                </a:lnTo>
                <a:lnTo>
                  <a:pt x="74933" y="31839"/>
                </a:lnTo>
                <a:lnTo>
                  <a:pt x="73241" y="23354"/>
                </a:lnTo>
                <a:lnTo>
                  <a:pt x="65106" y="11224"/>
                </a:lnTo>
                <a:lnTo>
                  <a:pt x="53015" y="3029"/>
                </a:lnTo>
                <a:lnTo>
                  <a:pt x="38192" y="0"/>
                </a:lnTo>
                <a:close/>
              </a:path>
              <a:path w="227329" h="781050">
                <a:moveTo>
                  <a:pt x="74933" y="31839"/>
                </a:moveTo>
                <a:lnTo>
                  <a:pt x="76162" y="38006"/>
                </a:lnTo>
                <a:lnTo>
                  <a:pt x="76138" y="38491"/>
                </a:lnTo>
                <a:lnTo>
                  <a:pt x="74902" y="44539"/>
                </a:lnTo>
                <a:lnTo>
                  <a:pt x="190666" y="44823"/>
                </a:lnTo>
                <a:lnTo>
                  <a:pt x="184313" y="44823"/>
                </a:lnTo>
                <a:lnTo>
                  <a:pt x="184331" y="38491"/>
                </a:lnTo>
                <a:lnTo>
                  <a:pt x="197031" y="38491"/>
                </a:lnTo>
                <a:lnTo>
                  <a:pt x="197041" y="34983"/>
                </a:lnTo>
                <a:lnTo>
                  <a:pt x="194205" y="32132"/>
                </a:lnTo>
                <a:lnTo>
                  <a:pt x="74933" y="31839"/>
                </a:lnTo>
                <a:close/>
              </a:path>
              <a:path w="227329" h="781050">
                <a:moveTo>
                  <a:pt x="197031" y="38491"/>
                </a:moveTo>
                <a:lnTo>
                  <a:pt x="184366" y="38491"/>
                </a:lnTo>
                <a:lnTo>
                  <a:pt x="190666" y="44823"/>
                </a:lnTo>
                <a:lnTo>
                  <a:pt x="197013" y="44823"/>
                </a:lnTo>
                <a:lnTo>
                  <a:pt x="197031" y="38491"/>
                </a:lnTo>
                <a:close/>
              </a:path>
              <a:path w="227329" h="781050">
                <a:moveTo>
                  <a:pt x="74933" y="31839"/>
                </a:moveTo>
                <a:lnTo>
                  <a:pt x="34510" y="31839"/>
                </a:lnTo>
                <a:lnTo>
                  <a:pt x="31758" y="34577"/>
                </a:lnTo>
                <a:lnTo>
                  <a:pt x="31741" y="41591"/>
                </a:lnTo>
                <a:lnTo>
                  <a:pt x="34674" y="44539"/>
                </a:lnTo>
                <a:lnTo>
                  <a:pt x="74902" y="44539"/>
                </a:lnTo>
                <a:lnTo>
                  <a:pt x="76138" y="38491"/>
                </a:lnTo>
                <a:lnTo>
                  <a:pt x="76162" y="38006"/>
                </a:lnTo>
                <a:lnTo>
                  <a:pt x="74991" y="32132"/>
                </a:lnTo>
                <a:lnTo>
                  <a:pt x="74933" y="31839"/>
                </a:lnTo>
                <a:close/>
              </a:path>
            </a:pathLst>
          </a:custGeom>
          <a:solidFill>
            <a:srgbClr val="7F7F7F"/>
          </a:solidFill>
        </p:spPr>
        <p:txBody>
          <a:bodyPr wrap="square" lIns="0" tIns="0" rIns="0" bIns="0" rtlCol="0"/>
          <a:lstStyle/>
          <a:p>
            <a:endParaRPr/>
          </a:p>
        </p:txBody>
      </p:sp>
      <p:sp>
        <p:nvSpPr>
          <p:cNvPr id="73" name="object 73"/>
          <p:cNvSpPr txBox="1"/>
          <p:nvPr/>
        </p:nvSpPr>
        <p:spPr>
          <a:xfrm>
            <a:off x="6229789" y="1013345"/>
            <a:ext cx="966469" cy="492125"/>
          </a:xfrm>
          <a:prstGeom prst="rect">
            <a:avLst/>
          </a:prstGeom>
          <a:ln w="12700">
            <a:solidFill>
              <a:srgbClr val="7F7F7F"/>
            </a:solidFill>
          </a:ln>
        </p:spPr>
        <p:txBody>
          <a:bodyPr vert="horz" wrap="square" lIns="0" tIns="5715" rIns="0" bIns="0" rtlCol="0">
            <a:spAutoFit/>
          </a:bodyPr>
          <a:lstStyle/>
          <a:p>
            <a:pPr marL="90805" marR="137795">
              <a:lnSpc>
                <a:spcPct val="100000"/>
              </a:lnSpc>
              <a:spcBef>
                <a:spcPts val="45"/>
              </a:spcBef>
            </a:pPr>
            <a:r>
              <a:rPr sz="1000" spc="-10" dirty="0">
                <a:solidFill>
                  <a:srgbClr val="595959"/>
                </a:solidFill>
                <a:latin typeface="Corbel"/>
                <a:cs typeface="Corbel"/>
              </a:rPr>
              <a:t>Fixed-wings</a:t>
            </a:r>
            <a:r>
              <a:rPr sz="1000" spc="500" dirty="0">
                <a:solidFill>
                  <a:srgbClr val="595959"/>
                </a:solidFill>
                <a:latin typeface="Corbel"/>
                <a:cs typeface="Corbel"/>
              </a:rPr>
              <a:t> </a:t>
            </a:r>
            <a:r>
              <a:rPr sz="1000" dirty="0">
                <a:solidFill>
                  <a:srgbClr val="595959"/>
                </a:solidFill>
                <a:latin typeface="Corbel"/>
                <a:cs typeface="Corbel"/>
              </a:rPr>
              <a:t>for</a:t>
            </a:r>
            <a:r>
              <a:rPr sz="1000" spc="-20" dirty="0">
                <a:solidFill>
                  <a:srgbClr val="595959"/>
                </a:solidFill>
                <a:latin typeface="Corbel"/>
                <a:cs typeface="Corbel"/>
              </a:rPr>
              <a:t> </a:t>
            </a:r>
            <a:r>
              <a:rPr sz="1000" spc="-10" dirty="0">
                <a:solidFill>
                  <a:srgbClr val="595959"/>
                </a:solidFill>
                <a:latin typeface="Corbel"/>
                <a:cs typeface="Corbel"/>
              </a:rPr>
              <a:t>Horizontal</a:t>
            </a:r>
            <a:r>
              <a:rPr sz="1000" spc="50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sp>
        <p:nvSpPr>
          <p:cNvPr id="74" name="object 74"/>
          <p:cNvSpPr/>
          <p:nvPr/>
        </p:nvSpPr>
        <p:spPr>
          <a:xfrm>
            <a:off x="9234801" y="1043985"/>
            <a:ext cx="695960" cy="509270"/>
          </a:xfrm>
          <a:custGeom>
            <a:avLst/>
            <a:gdLst/>
            <a:ahLst/>
            <a:cxnLst/>
            <a:rect l="l" t="t" r="r" b="b"/>
            <a:pathLst>
              <a:path w="695959" h="509269">
                <a:moveTo>
                  <a:pt x="27617" y="428486"/>
                </a:moveTo>
                <a:lnTo>
                  <a:pt x="0" y="509079"/>
                </a:lnTo>
                <a:lnTo>
                  <a:pt x="81045" y="482817"/>
                </a:lnTo>
                <a:lnTo>
                  <a:pt x="69958" y="471543"/>
                </a:lnTo>
                <a:lnTo>
                  <a:pt x="43241" y="471543"/>
                </a:lnTo>
                <a:lnTo>
                  <a:pt x="38289" y="466507"/>
                </a:lnTo>
                <a:lnTo>
                  <a:pt x="38323" y="462488"/>
                </a:lnTo>
                <a:lnTo>
                  <a:pt x="49879" y="451124"/>
                </a:lnTo>
                <a:lnTo>
                  <a:pt x="27617" y="428486"/>
                </a:lnTo>
                <a:close/>
              </a:path>
              <a:path w="695959" h="509269">
                <a:moveTo>
                  <a:pt x="49879" y="451124"/>
                </a:moveTo>
                <a:lnTo>
                  <a:pt x="38323" y="462488"/>
                </a:lnTo>
                <a:lnTo>
                  <a:pt x="38289" y="466507"/>
                </a:lnTo>
                <a:lnTo>
                  <a:pt x="43241" y="471543"/>
                </a:lnTo>
                <a:lnTo>
                  <a:pt x="47227" y="471543"/>
                </a:lnTo>
                <a:lnTo>
                  <a:pt x="58783" y="460179"/>
                </a:lnTo>
                <a:lnTo>
                  <a:pt x="49879" y="451124"/>
                </a:lnTo>
                <a:close/>
              </a:path>
              <a:path w="695959" h="509269">
                <a:moveTo>
                  <a:pt x="58783" y="460179"/>
                </a:moveTo>
                <a:lnTo>
                  <a:pt x="47227" y="471543"/>
                </a:lnTo>
                <a:lnTo>
                  <a:pt x="69958" y="471543"/>
                </a:lnTo>
                <a:lnTo>
                  <a:pt x="58783" y="460179"/>
                </a:lnTo>
                <a:close/>
              </a:path>
              <a:path w="695959" h="509269">
                <a:moveTo>
                  <a:pt x="620918" y="31794"/>
                </a:moveTo>
                <a:lnTo>
                  <a:pt x="477056" y="31969"/>
                </a:lnTo>
                <a:lnTo>
                  <a:pt x="475461" y="32623"/>
                </a:lnTo>
                <a:lnTo>
                  <a:pt x="49879" y="451124"/>
                </a:lnTo>
                <a:lnTo>
                  <a:pt x="58783" y="460179"/>
                </a:lnTo>
                <a:lnTo>
                  <a:pt x="481325" y="44667"/>
                </a:lnTo>
                <a:lnTo>
                  <a:pt x="478735" y="44667"/>
                </a:lnTo>
                <a:lnTo>
                  <a:pt x="483179" y="42844"/>
                </a:lnTo>
                <a:lnTo>
                  <a:pt x="620599" y="42844"/>
                </a:lnTo>
                <a:lnTo>
                  <a:pt x="619644" y="38145"/>
                </a:lnTo>
                <a:lnTo>
                  <a:pt x="620883" y="31969"/>
                </a:lnTo>
                <a:lnTo>
                  <a:pt x="620918" y="31794"/>
                </a:lnTo>
                <a:close/>
              </a:path>
              <a:path w="695959" h="509269">
                <a:moveTo>
                  <a:pt x="657698" y="0"/>
                </a:moveTo>
                <a:lnTo>
                  <a:pt x="642871" y="3012"/>
                </a:lnTo>
                <a:lnTo>
                  <a:pt x="630771" y="11191"/>
                </a:lnTo>
                <a:lnTo>
                  <a:pt x="622620" y="23312"/>
                </a:lnTo>
                <a:lnTo>
                  <a:pt x="619644" y="38145"/>
                </a:lnTo>
                <a:lnTo>
                  <a:pt x="622657" y="52972"/>
                </a:lnTo>
                <a:lnTo>
                  <a:pt x="630836" y="65073"/>
                </a:lnTo>
                <a:lnTo>
                  <a:pt x="642957" y="73223"/>
                </a:lnTo>
                <a:lnTo>
                  <a:pt x="657791" y="76198"/>
                </a:lnTo>
                <a:lnTo>
                  <a:pt x="672437" y="73223"/>
                </a:lnTo>
                <a:lnTo>
                  <a:pt x="684620" y="65073"/>
                </a:lnTo>
                <a:lnTo>
                  <a:pt x="692810" y="52972"/>
                </a:lnTo>
                <a:lnTo>
                  <a:pt x="694517" y="44667"/>
                </a:lnTo>
                <a:lnTo>
                  <a:pt x="694552" y="44494"/>
                </a:lnTo>
                <a:lnTo>
                  <a:pt x="661210" y="44494"/>
                </a:lnTo>
                <a:lnTo>
                  <a:pt x="664099" y="41598"/>
                </a:lnTo>
                <a:lnTo>
                  <a:pt x="664090" y="34584"/>
                </a:lnTo>
                <a:lnTo>
                  <a:pt x="661294" y="31794"/>
                </a:lnTo>
                <a:lnTo>
                  <a:pt x="694573" y="31794"/>
                </a:lnTo>
                <a:lnTo>
                  <a:pt x="692849" y="23312"/>
                </a:lnTo>
                <a:lnTo>
                  <a:pt x="684697" y="11191"/>
                </a:lnTo>
                <a:lnTo>
                  <a:pt x="672586" y="3012"/>
                </a:lnTo>
                <a:lnTo>
                  <a:pt x="672714" y="3012"/>
                </a:lnTo>
                <a:lnTo>
                  <a:pt x="657698" y="0"/>
                </a:lnTo>
                <a:close/>
              </a:path>
              <a:path w="695959" h="509269">
                <a:moveTo>
                  <a:pt x="483179" y="42844"/>
                </a:moveTo>
                <a:lnTo>
                  <a:pt x="478735" y="44667"/>
                </a:lnTo>
                <a:lnTo>
                  <a:pt x="481325" y="44667"/>
                </a:lnTo>
                <a:lnTo>
                  <a:pt x="483179" y="42844"/>
                </a:lnTo>
                <a:close/>
              </a:path>
              <a:path w="695959" h="509269">
                <a:moveTo>
                  <a:pt x="620599" y="42844"/>
                </a:moveTo>
                <a:lnTo>
                  <a:pt x="483179" y="42844"/>
                </a:lnTo>
                <a:lnTo>
                  <a:pt x="481325" y="44667"/>
                </a:lnTo>
                <a:lnTo>
                  <a:pt x="478735" y="44667"/>
                </a:lnTo>
                <a:lnTo>
                  <a:pt x="620934" y="44494"/>
                </a:lnTo>
                <a:lnTo>
                  <a:pt x="620599" y="42844"/>
                </a:lnTo>
                <a:close/>
              </a:path>
              <a:path w="695959" h="509269">
                <a:moveTo>
                  <a:pt x="694573" y="31794"/>
                </a:moveTo>
                <a:lnTo>
                  <a:pt x="661294" y="31794"/>
                </a:lnTo>
                <a:lnTo>
                  <a:pt x="664090" y="34584"/>
                </a:lnTo>
                <a:lnTo>
                  <a:pt x="664099" y="41598"/>
                </a:lnTo>
                <a:lnTo>
                  <a:pt x="661210" y="44494"/>
                </a:lnTo>
                <a:lnTo>
                  <a:pt x="694552" y="44494"/>
                </a:lnTo>
                <a:lnTo>
                  <a:pt x="695825" y="38145"/>
                </a:lnTo>
                <a:lnTo>
                  <a:pt x="695139" y="34584"/>
                </a:lnTo>
                <a:lnTo>
                  <a:pt x="694608" y="31969"/>
                </a:lnTo>
                <a:lnTo>
                  <a:pt x="694573" y="31794"/>
                </a:lnTo>
                <a:close/>
              </a:path>
            </a:pathLst>
          </a:custGeom>
          <a:solidFill>
            <a:srgbClr val="7F7F7F"/>
          </a:solidFill>
        </p:spPr>
        <p:txBody>
          <a:bodyPr wrap="square" lIns="0" tIns="0" rIns="0" bIns="0" rtlCol="0"/>
          <a:lstStyle/>
          <a:p>
            <a:endParaRPr/>
          </a:p>
        </p:txBody>
      </p:sp>
      <p:sp>
        <p:nvSpPr>
          <p:cNvPr id="75" name="object 75"/>
          <p:cNvSpPr txBox="1"/>
          <p:nvPr/>
        </p:nvSpPr>
        <p:spPr>
          <a:xfrm>
            <a:off x="9902514" y="1028611"/>
            <a:ext cx="1134110" cy="286385"/>
          </a:xfrm>
          <a:prstGeom prst="rect">
            <a:avLst/>
          </a:prstGeom>
          <a:ln w="12700">
            <a:solidFill>
              <a:srgbClr val="7F7F7F"/>
            </a:solidFill>
          </a:ln>
        </p:spPr>
        <p:txBody>
          <a:bodyPr vert="horz" wrap="square" lIns="0" tIns="53975" rIns="0" bIns="0" rtlCol="0">
            <a:spAutoFit/>
          </a:bodyPr>
          <a:lstStyle/>
          <a:p>
            <a:pPr marL="91440">
              <a:lnSpc>
                <a:spcPct val="100000"/>
              </a:lnSpc>
              <a:spcBef>
                <a:spcPts val="425"/>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sp>
        <p:nvSpPr>
          <p:cNvPr id="76" name="object 76"/>
          <p:cNvSpPr/>
          <p:nvPr/>
        </p:nvSpPr>
        <p:spPr>
          <a:xfrm>
            <a:off x="9438924" y="1515903"/>
            <a:ext cx="492125" cy="290195"/>
          </a:xfrm>
          <a:custGeom>
            <a:avLst/>
            <a:gdLst/>
            <a:ahLst/>
            <a:cxnLst/>
            <a:rect l="l" t="t" r="r" b="b"/>
            <a:pathLst>
              <a:path w="492125" h="290194">
                <a:moveTo>
                  <a:pt x="30399" y="210612"/>
                </a:moveTo>
                <a:lnTo>
                  <a:pt x="0" y="290198"/>
                </a:lnTo>
                <a:lnTo>
                  <a:pt x="81908" y="266768"/>
                </a:lnTo>
                <a:lnTo>
                  <a:pt x="70496" y="254326"/>
                </a:lnTo>
                <a:lnTo>
                  <a:pt x="48503" y="254326"/>
                </a:lnTo>
                <a:lnTo>
                  <a:pt x="44486" y="254152"/>
                </a:lnTo>
                <a:lnTo>
                  <a:pt x="39745" y="248983"/>
                </a:lnTo>
                <a:lnTo>
                  <a:pt x="39918" y="244966"/>
                </a:lnTo>
                <a:lnTo>
                  <a:pt x="51862" y="234011"/>
                </a:lnTo>
                <a:lnTo>
                  <a:pt x="30399" y="210612"/>
                </a:lnTo>
                <a:close/>
              </a:path>
              <a:path w="492125" h="290194">
                <a:moveTo>
                  <a:pt x="51862" y="234011"/>
                </a:moveTo>
                <a:lnTo>
                  <a:pt x="39918" y="244966"/>
                </a:lnTo>
                <a:lnTo>
                  <a:pt x="39745" y="248983"/>
                </a:lnTo>
                <a:lnTo>
                  <a:pt x="44486" y="254152"/>
                </a:lnTo>
                <a:lnTo>
                  <a:pt x="48503" y="254326"/>
                </a:lnTo>
                <a:lnTo>
                  <a:pt x="60447" y="243371"/>
                </a:lnTo>
                <a:lnTo>
                  <a:pt x="51862" y="234011"/>
                </a:lnTo>
                <a:close/>
              </a:path>
              <a:path w="492125" h="290194">
                <a:moveTo>
                  <a:pt x="60447" y="243371"/>
                </a:moveTo>
                <a:lnTo>
                  <a:pt x="48503" y="254326"/>
                </a:lnTo>
                <a:lnTo>
                  <a:pt x="70496" y="254326"/>
                </a:lnTo>
                <a:lnTo>
                  <a:pt x="60447" y="243371"/>
                </a:lnTo>
                <a:close/>
              </a:path>
              <a:path w="492125" h="290194">
                <a:moveTo>
                  <a:pt x="416795" y="31793"/>
                </a:moveTo>
                <a:lnTo>
                  <a:pt x="273009" y="31969"/>
                </a:lnTo>
                <a:lnTo>
                  <a:pt x="271481" y="32565"/>
                </a:lnTo>
                <a:lnTo>
                  <a:pt x="51862" y="234011"/>
                </a:lnTo>
                <a:lnTo>
                  <a:pt x="60447" y="243371"/>
                </a:lnTo>
                <a:lnTo>
                  <a:pt x="277076" y="44667"/>
                </a:lnTo>
                <a:lnTo>
                  <a:pt x="274612" y="44667"/>
                </a:lnTo>
                <a:lnTo>
                  <a:pt x="278897" y="42997"/>
                </a:lnTo>
                <a:lnTo>
                  <a:pt x="416506" y="42997"/>
                </a:lnTo>
                <a:lnTo>
                  <a:pt x="415521" y="38145"/>
                </a:lnTo>
                <a:lnTo>
                  <a:pt x="416640" y="32565"/>
                </a:lnTo>
                <a:lnTo>
                  <a:pt x="416760" y="31969"/>
                </a:lnTo>
                <a:lnTo>
                  <a:pt x="416795" y="31793"/>
                </a:lnTo>
                <a:close/>
              </a:path>
              <a:path w="492125" h="290194">
                <a:moveTo>
                  <a:pt x="453575" y="0"/>
                </a:moveTo>
                <a:lnTo>
                  <a:pt x="438748" y="3012"/>
                </a:lnTo>
                <a:lnTo>
                  <a:pt x="426647" y="11191"/>
                </a:lnTo>
                <a:lnTo>
                  <a:pt x="418497" y="23312"/>
                </a:lnTo>
                <a:lnTo>
                  <a:pt x="415521" y="38145"/>
                </a:lnTo>
                <a:lnTo>
                  <a:pt x="418533" y="52972"/>
                </a:lnTo>
                <a:lnTo>
                  <a:pt x="426713" y="65073"/>
                </a:lnTo>
                <a:lnTo>
                  <a:pt x="438834" y="73223"/>
                </a:lnTo>
                <a:lnTo>
                  <a:pt x="453668" y="76198"/>
                </a:lnTo>
                <a:lnTo>
                  <a:pt x="468314" y="73223"/>
                </a:lnTo>
                <a:lnTo>
                  <a:pt x="480496" y="65073"/>
                </a:lnTo>
                <a:lnTo>
                  <a:pt x="488687" y="52972"/>
                </a:lnTo>
                <a:lnTo>
                  <a:pt x="490394" y="44667"/>
                </a:lnTo>
                <a:lnTo>
                  <a:pt x="490429" y="44493"/>
                </a:lnTo>
                <a:lnTo>
                  <a:pt x="457087" y="44493"/>
                </a:lnTo>
                <a:lnTo>
                  <a:pt x="459976" y="41598"/>
                </a:lnTo>
                <a:lnTo>
                  <a:pt x="459967" y="34584"/>
                </a:lnTo>
                <a:lnTo>
                  <a:pt x="457170" y="31793"/>
                </a:lnTo>
                <a:lnTo>
                  <a:pt x="490449" y="31793"/>
                </a:lnTo>
                <a:lnTo>
                  <a:pt x="488726" y="23312"/>
                </a:lnTo>
                <a:lnTo>
                  <a:pt x="480574" y="11191"/>
                </a:lnTo>
                <a:lnTo>
                  <a:pt x="468463" y="3012"/>
                </a:lnTo>
                <a:lnTo>
                  <a:pt x="468591" y="3012"/>
                </a:lnTo>
                <a:lnTo>
                  <a:pt x="453575" y="0"/>
                </a:lnTo>
                <a:close/>
              </a:path>
              <a:path w="492125" h="290194">
                <a:moveTo>
                  <a:pt x="278897" y="42997"/>
                </a:moveTo>
                <a:lnTo>
                  <a:pt x="274612" y="44667"/>
                </a:lnTo>
                <a:lnTo>
                  <a:pt x="277076" y="44667"/>
                </a:lnTo>
                <a:lnTo>
                  <a:pt x="278897" y="42997"/>
                </a:lnTo>
                <a:close/>
              </a:path>
              <a:path w="492125" h="290194">
                <a:moveTo>
                  <a:pt x="416506" y="42997"/>
                </a:moveTo>
                <a:lnTo>
                  <a:pt x="278897" y="42997"/>
                </a:lnTo>
                <a:lnTo>
                  <a:pt x="277076" y="44667"/>
                </a:lnTo>
                <a:lnTo>
                  <a:pt x="274612" y="44667"/>
                </a:lnTo>
                <a:lnTo>
                  <a:pt x="416810" y="44493"/>
                </a:lnTo>
                <a:lnTo>
                  <a:pt x="416506" y="42997"/>
                </a:lnTo>
                <a:close/>
              </a:path>
              <a:path w="492125" h="290194">
                <a:moveTo>
                  <a:pt x="490449" y="31793"/>
                </a:moveTo>
                <a:lnTo>
                  <a:pt x="457170" y="31793"/>
                </a:lnTo>
                <a:lnTo>
                  <a:pt x="459967" y="34584"/>
                </a:lnTo>
                <a:lnTo>
                  <a:pt x="459976" y="41598"/>
                </a:lnTo>
                <a:lnTo>
                  <a:pt x="457087" y="44493"/>
                </a:lnTo>
                <a:lnTo>
                  <a:pt x="490429" y="44493"/>
                </a:lnTo>
                <a:lnTo>
                  <a:pt x="491702" y="38145"/>
                </a:lnTo>
                <a:lnTo>
                  <a:pt x="491016" y="34584"/>
                </a:lnTo>
                <a:lnTo>
                  <a:pt x="490606" y="32565"/>
                </a:lnTo>
                <a:lnTo>
                  <a:pt x="490485" y="31969"/>
                </a:lnTo>
                <a:lnTo>
                  <a:pt x="490449" y="31793"/>
                </a:lnTo>
                <a:close/>
              </a:path>
            </a:pathLst>
          </a:custGeom>
          <a:solidFill>
            <a:srgbClr val="7F7F7F"/>
          </a:solidFill>
        </p:spPr>
        <p:txBody>
          <a:bodyPr wrap="square" lIns="0" tIns="0" rIns="0" bIns="0" rtlCol="0"/>
          <a:lstStyle/>
          <a:p>
            <a:endParaRPr/>
          </a:p>
        </p:txBody>
      </p:sp>
      <p:sp>
        <p:nvSpPr>
          <p:cNvPr id="77" name="object 77"/>
          <p:cNvSpPr txBox="1"/>
          <p:nvPr/>
        </p:nvSpPr>
        <p:spPr>
          <a:xfrm>
            <a:off x="9902514" y="1500529"/>
            <a:ext cx="1134110" cy="286385"/>
          </a:xfrm>
          <a:prstGeom prst="rect">
            <a:avLst/>
          </a:prstGeom>
          <a:ln w="12700">
            <a:solidFill>
              <a:srgbClr val="7F7F7F"/>
            </a:solidFill>
          </a:ln>
        </p:spPr>
        <p:txBody>
          <a:bodyPr vert="horz" wrap="square" lIns="0" tIns="54610" rIns="0" bIns="0" rtlCol="0">
            <a:spAutoFit/>
          </a:bodyPr>
          <a:lstStyle/>
          <a:p>
            <a:pPr marL="91440">
              <a:lnSpc>
                <a:spcPct val="100000"/>
              </a:lnSpc>
              <a:spcBef>
                <a:spcPts val="430"/>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sp>
        <p:nvSpPr>
          <p:cNvPr id="78" name="object 78"/>
          <p:cNvSpPr/>
          <p:nvPr/>
        </p:nvSpPr>
        <p:spPr>
          <a:xfrm>
            <a:off x="9706909" y="2009359"/>
            <a:ext cx="224154" cy="824230"/>
          </a:xfrm>
          <a:custGeom>
            <a:avLst/>
            <a:gdLst/>
            <a:ahLst/>
            <a:cxnLst/>
            <a:rect l="l" t="t" r="r" b="b"/>
            <a:pathLst>
              <a:path w="224154" h="824230">
                <a:moveTo>
                  <a:pt x="159768" y="751188"/>
                </a:moveTo>
                <a:lnTo>
                  <a:pt x="128786" y="758127"/>
                </a:lnTo>
                <a:lnTo>
                  <a:pt x="182619" y="824158"/>
                </a:lnTo>
                <a:lnTo>
                  <a:pt x="196272" y="769157"/>
                </a:lnTo>
                <a:lnTo>
                  <a:pt x="166706" y="769157"/>
                </a:lnTo>
                <a:lnTo>
                  <a:pt x="163310" y="767005"/>
                </a:lnTo>
                <a:lnTo>
                  <a:pt x="159768" y="751188"/>
                </a:lnTo>
                <a:close/>
              </a:path>
              <a:path w="224154" h="824230">
                <a:moveTo>
                  <a:pt x="172162" y="748413"/>
                </a:moveTo>
                <a:lnTo>
                  <a:pt x="159768" y="751188"/>
                </a:lnTo>
                <a:lnTo>
                  <a:pt x="163310" y="767005"/>
                </a:lnTo>
                <a:lnTo>
                  <a:pt x="166706" y="769157"/>
                </a:lnTo>
                <a:lnTo>
                  <a:pt x="173551" y="767624"/>
                </a:lnTo>
                <a:lnTo>
                  <a:pt x="175704" y="764228"/>
                </a:lnTo>
                <a:lnTo>
                  <a:pt x="172162" y="748413"/>
                </a:lnTo>
                <a:close/>
              </a:path>
              <a:path w="224154" h="824230">
                <a:moveTo>
                  <a:pt x="203144" y="741474"/>
                </a:moveTo>
                <a:lnTo>
                  <a:pt x="172162" y="748413"/>
                </a:lnTo>
                <a:lnTo>
                  <a:pt x="175704" y="764228"/>
                </a:lnTo>
                <a:lnTo>
                  <a:pt x="173551" y="767624"/>
                </a:lnTo>
                <a:lnTo>
                  <a:pt x="166706" y="769157"/>
                </a:lnTo>
                <a:lnTo>
                  <a:pt x="196272" y="769157"/>
                </a:lnTo>
                <a:lnTo>
                  <a:pt x="203144" y="741474"/>
                </a:lnTo>
                <a:close/>
              </a:path>
              <a:path w="224154" h="824230">
                <a:moveTo>
                  <a:pt x="148809" y="31794"/>
                </a:moveTo>
                <a:lnTo>
                  <a:pt x="4682" y="31970"/>
                </a:lnTo>
                <a:lnTo>
                  <a:pt x="2861" y="32847"/>
                </a:lnTo>
                <a:lnTo>
                  <a:pt x="454" y="35857"/>
                </a:lnTo>
                <a:lnTo>
                  <a:pt x="0" y="37826"/>
                </a:lnTo>
                <a:lnTo>
                  <a:pt x="159768" y="751188"/>
                </a:lnTo>
                <a:lnTo>
                  <a:pt x="172162" y="748413"/>
                </a:lnTo>
                <a:lnTo>
                  <a:pt x="14547" y="44668"/>
                </a:lnTo>
                <a:lnTo>
                  <a:pt x="6625" y="44668"/>
                </a:lnTo>
                <a:lnTo>
                  <a:pt x="12814" y="36930"/>
                </a:lnTo>
                <a:lnTo>
                  <a:pt x="147778" y="36930"/>
                </a:lnTo>
                <a:lnTo>
                  <a:pt x="148773" y="31970"/>
                </a:lnTo>
                <a:lnTo>
                  <a:pt x="148809" y="31794"/>
                </a:lnTo>
                <a:close/>
              </a:path>
              <a:path w="224154" h="824230">
                <a:moveTo>
                  <a:pt x="185588" y="0"/>
                </a:moveTo>
                <a:lnTo>
                  <a:pt x="150510" y="23312"/>
                </a:lnTo>
                <a:lnTo>
                  <a:pt x="147534" y="38146"/>
                </a:lnTo>
                <a:lnTo>
                  <a:pt x="150546" y="52973"/>
                </a:lnTo>
                <a:lnTo>
                  <a:pt x="158726" y="65073"/>
                </a:lnTo>
                <a:lnTo>
                  <a:pt x="170847" y="73223"/>
                </a:lnTo>
                <a:lnTo>
                  <a:pt x="185681" y="76200"/>
                </a:lnTo>
                <a:lnTo>
                  <a:pt x="200331" y="73223"/>
                </a:lnTo>
                <a:lnTo>
                  <a:pt x="212511" y="65073"/>
                </a:lnTo>
                <a:lnTo>
                  <a:pt x="220701" y="52973"/>
                </a:lnTo>
                <a:lnTo>
                  <a:pt x="222407" y="44668"/>
                </a:lnTo>
                <a:lnTo>
                  <a:pt x="222442" y="44494"/>
                </a:lnTo>
                <a:lnTo>
                  <a:pt x="189101" y="44494"/>
                </a:lnTo>
                <a:lnTo>
                  <a:pt x="191989" y="41600"/>
                </a:lnTo>
                <a:lnTo>
                  <a:pt x="191980" y="34585"/>
                </a:lnTo>
                <a:lnTo>
                  <a:pt x="189183" y="31794"/>
                </a:lnTo>
                <a:lnTo>
                  <a:pt x="222463" y="31794"/>
                </a:lnTo>
                <a:lnTo>
                  <a:pt x="220739" y="23312"/>
                </a:lnTo>
                <a:lnTo>
                  <a:pt x="212587" y="11192"/>
                </a:lnTo>
                <a:lnTo>
                  <a:pt x="200476" y="3012"/>
                </a:lnTo>
                <a:lnTo>
                  <a:pt x="200604" y="3012"/>
                </a:lnTo>
                <a:lnTo>
                  <a:pt x="185588" y="0"/>
                </a:lnTo>
                <a:close/>
              </a:path>
              <a:path w="224154" h="824230">
                <a:moveTo>
                  <a:pt x="12814" y="36930"/>
                </a:moveTo>
                <a:lnTo>
                  <a:pt x="6625" y="44668"/>
                </a:lnTo>
                <a:lnTo>
                  <a:pt x="14547" y="44668"/>
                </a:lnTo>
                <a:lnTo>
                  <a:pt x="12814" y="36930"/>
                </a:lnTo>
                <a:close/>
              </a:path>
              <a:path w="224154" h="824230">
                <a:moveTo>
                  <a:pt x="147778" y="36930"/>
                </a:moveTo>
                <a:lnTo>
                  <a:pt x="12814" y="36930"/>
                </a:lnTo>
                <a:lnTo>
                  <a:pt x="14508" y="44494"/>
                </a:lnTo>
                <a:lnTo>
                  <a:pt x="14547" y="44668"/>
                </a:lnTo>
                <a:lnTo>
                  <a:pt x="6625" y="44668"/>
                </a:lnTo>
                <a:lnTo>
                  <a:pt x="148824" y="44494"/>
                </a:lnTo>
                <a:lnTo>
                  <a:pt x="147534" y="38146"/>
                </a:lnTo>
                <a:lnTo>
                  <a:pt x="147778" y="36930"/>
                </a:lnTo>
                <a:close/>
              </a:path>
              <a:path w="224154" h="824230">
                <a:moveTo>
                  <a:pt x="222463" y="31794"/>
                </a:moveTo>
                <a:lnTo>
                  <a:pt x="189183" y="31794"/>
                </a:lnTo>
                <a:lnTo>
                  <a:pt x="191980" y="34585"/>
                </a:lnTo>
                <a:lnTo>
                  <a:pt x="191989" y="41600"/>
                </a:lnTo>
                <a:lnTo>
                  <a:pt x="189101" y="44494"/>
                </a:lnTo>
                <a:lnTo>
                  <a:pt x="222442" y="44494"/>
                </a:lnTo>
                <a:lnTo>
                  <a:pt x="223716" y="38146"/>
                </a:lnTo>
                <a:lnTo>
                  <a:pt x="223688" y="37826"/>
                </a:lnTo>
                <a:lnTo>
                  <a:pt x="222498" y="31970"/>
                </a:lnTo>
                <a:lnTo>
                  <a:pt x="222463" y="31794"/>
                </a:lnTo>
                <a:close/>
              </a:path>
            </a:pathLst>
          </a:custGeom>
          <a:solidFill>
            <a:srgbClr val="7F7F7F"/>
          </a:solidFill>
        </p:spPr>
        <p:txBody>
          <a:bodyPr wrap="square" lIns="0" tIns="0" rIns="0" bIns="0" rtlCol="0"/>
          <a:lstStyle/>
          <a:p>
            <a:endParaRPr/>
          </a:p>
        </p:txBody>
      </p:sp>
      <p:sp>
        <p:nvSpPr>
          <p:cNvPr id="79" name="object 79"/>
          <p:cNvSpPr txBox="1"/>
          <p:nvPr/>
        </p:nvSpPr>
        <p:spPr>
          <a:xfrm>
            <a:off x="9902512" y="1993986"/>
            <a:ext cx="1134110" cy="286385"/>
          </a:xfrm>
          <a:prstGeom prst="rect">
            <a:avLst/>
          </a:prstGeom>
          <a:ln w="12700">
            <a:solidFill>
              <a:srgbClr val="7F7F7F"/>
            </a:solidFill>
          </a:ln>
        </p:spPr>
        <p:txBody>
          <a:bodyPr vert="horz" wrap="square" lIns="0" tIns="55244" rIns="0" bIns="0" rtlCol="0">
            <a:spAutoFit/>
          </a:bodyPr>
          <a:lstStyle/>
          <a:p>
            <a:pPr marL="90805">
              <a:lnSpc>
                <a:spcPct val="100000"/>
              </a:lnSpc>
              <a:spcBef>
                <a:spcPts val="434"/>
              </a:spcBef>
            </a:pPr>
            <a:r>
              <a:rPr sz="1000" dirty="0">
                <a:solidFill>
                  <a:srgbClr val="595959"/>
                </a:solidFill>
                <a:latin typeface="Corbel"/>
                <a:cs typeface="Corbel"/>
              </a:rPr>
              <a:t>Ailerons</a:t>
            </a:r>
            <a:r>
              <a:rPr sz="1000" spc="-25"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sp>
        <p:nvSpPr>
          <p:cNvPr id="80" name="object 80"/>
          <p:cNvSpPr/>
          <p:nvPr/>
        </p:nvSpPr>
        <p:spPr>
          <a:xfrm>
            <a:off x="8854593" y="703347"/>
            <a:ext cx="313690" cy="935355"/>
          </a:xfrm>
          <a:custGeom>
            <a:avLst/>
            <a:gdLst/>
            <a:ahLst/>
            <a:cxnLst/>
            <a:rect l="l" t="t" r="r" b="b"/>
            <a:pathLst>
              <a:path w="313690" h="935355">
                <a:moveTo>
                  <a:pt x="269155" y="858685"/>
                </a:moveTo>
                <a:lnTo>
                  <a:pt x="237405" y="858847"/>
                </a:lnTo>
                <a:lnTo>
                  <a:pt x="275894" y="934852"/>
                </a:lnTo>
                <a:lnTo>
                  <a:pt x="304095" y="877721"/>
                </a:lnTo>
                <a:lnTo>
                  <a:pt x="272095" y="877721"/>
                </a:lnTo>
                <a:lnTo>
                  <a:pt x="269238" y="874891"/>
                </a:lnTo>
                <a:lnTo>
                  <a:pt x="269155" y="858685"/>
                </a:lnTo>
                <a:close/>
              </a:path>
              <a:path w="313690" h="935355">
                <a:moveTo>
                  <a:pt x="264964" y="38390"/>
                </a:moveTo>
                <a:lnTo>
                  <a:pt x="269154" y="858457"/>
                </a:lnTo>
                <a:lnTo>
                  <a:pt x="269238" y="874891"/>
                </a:lnTo>
                <a:lnTo>
                  <a:pt x="272095" y="877721"/>
                </a:lnTo>
                <a:lnTo>
                  <a:pt x="279073" y="877721"/>
                </a:lnTo>
                <a:lnTo>
                  <a:pt x="281874" y="874891"/>
                </a:lnTo>
                <a:lnTo>
                  <a:pt x="281854" y="858457"/>
                </a:lnTo>
                <a:lnTo>
                  <a:pt x="277858" y="76200"/>
                </a:lnTo>
                <a:lnTo>
                  <a:pt x="277739" y="52969"/>
                </a:lnTo>
                <a:lnTo>
                  <a:pt x="277697" y="44707"/>
                </a:lnTo>
                <a:lnTo>
                  <a:pt x="271307" y="44707"/>
                </a:lnTo>
                <a:lnTo>
                  <a:pt x="264964" y="38390"/>
                </a:lnTo>
                <a:close/>
              </a:path>
              <a:path w="313690" h="935355">
                <a:moveTo>
                  <a:pt x="313492" y="858685"/>
                </a:moveTo>
                <a:lnTo>
                  <a:pt x="281855" y="858685"/>
                </a:lnTo>
                <a:lnTo>
                  <a:pt x="281874" y="874891"/>
                </a:lnTo>
                <a:lnTo>
                  <a:pt x="279073" y="877721"/>
                </a:lnTo>
                <a:lnTo>
                  <a:pt x="304095" y="877721"/>
                </a:lnTo>
                <a:lnTo>
                  <a:pt x="313412" y="858847"/>
                </a:lnTo>
                <a:lnTo>
                  <a:pt x="313492" y="858685"/>
                </a:lnTo>
                <a:close/>
              </a:path>
              <a:path w="313690" h="935355">
                <a:moveTo>
                  <a:pt x="313604" y="858457"/>
                </a:moveTo>
                <a:lnTo>
                  <a:pt x="269155" y="858685"/>
                </a:lnTo>
                <a:lnTo>
                  <a:pt x="313492" y="858685"/>
                </a:lnTo>
                <a:lnTo>
                  <a:pt x="313604" y="858457"/>
                </a:lnTo>
                <a:close/>
              </a:path>
              <a:path w="313690" h="935355">
                <a:moveTo>
                  <a:pt x="38125" y="0"/>
                </a:moveTo>
                <a:lnTo>
                  <a:pt x="2978" y="23308"/>
                </a:lnTo>
                <a:lnTo>
                  <a:pt x="0" y="38141"/>
                </a:lnTo>
                <a:lnTo>
                  <a:pt x="1274" y="44490"/>
                </a:lnTo>
                <a:lnTo>
                  <a:pt x="3013" y="52969"/>
                </a:lnTo>
                <a:lnTo>
                  <a:pt x="11200" y="65070"/>
                </a:lnTo>
                <a:lnTo>
                  <a:pt x="23374" y="73222"/>
                </a:lnTo>
                <a:lnTo>
                  <a:pt x="38041" y="76200"/>
                </a:lnTo>
                <a:lnTo>
                  <a:pt x="52874" y="73222"/>
                </a:lnTo>
                <a:lnTo>
                  <a:pt x="64994" y="65070"/>
                </a:lnTo>
                <a:lnTo>
                  <a:pt x="73172" y="52969"/>
                </a:lnTo>
                <a:lnTo>
                  <a:pt x="74850" y="44707"/>
                </a:lnTo>
                <a:lnTo>
                  <a:pt x="74894" y="44490"/>
                </a:lnTo>
                <a:lnTo>
                  <a:pt x="34613" y="44490"/>
                </a:lnTo>
                <a:lnTo>
                  <a:pt x="31729" y="41600"/>
                </a:lnTo>
                <a:lnTo>
                  <a:pt x="31736" y="34585"/>
                </a:lnTo>
                <a:lnTo>
                  <a:pt x="34538" y="31790"/>
                </a:lnTo>
                <a:lnTo>
                  <a:pt x="74908" y="31790"/>
                </a:lnTo>
                <a:lnTo>
                  <a:pt x="73205" y="23308"/>
                </a:lnTo>
                <a:lnTo>
                  <a:pt x="65054" y="11189"/>
                </a:lnTo>
                <a:lnTo>
                  <a:pt x="52952" y="3010"/>
                </a:lnTo>
                <a:lnTo>
                  <a:pt x="38125" y="0"/>
                </a:lnTo>
                <a:close/>
              </a:path>
              <a:path w="313690" h="935355">
                <a:moveTo>
                  <a:pt x="74908" y="31790"/>
                </a:moveTo>
                <a:lnTo>
                  <a:pt x="76183" y="38141"/>
                </a:lnTo>
                <a:lnTo>
                  <a:pt x="74894" y="44490"/>
                </a:lnTo>
                <a:lnTo>
                  <a:pt x="271307" y="44707"/>
                </a:lnTo>
                <a:lnTo>
                  <a:pt x="264997" y="44707"/>
                </a:lnTo>
                <a:lnTo>
                  <a:pt x="264964" y="38390"/>
                </a:lnTo>
                <a:lnTo>
                  <a:pt x="277665" y="38390"/>
                </a:lnTo>
                <a:lnTo>
                  <a:pt x="277647" y="34834"/>
                </a:lnTo>
                <a:lnTo>
                  <a:pt x="274813" y="32011"/>
                </a:lnTo>
                <a:lnTo>
                  <a:pt x="74908" y="31790"/>
                </a:lnTo>
                <a:close/>
              </a:path>
              <a:path w="313690" h="935355">
                <a:moveTo>
                  <a:pt x="277665" y="38390"/>
                </a:moveTo>
                <a:lnTo>
                  <a:pt x="264964" y="38390"/>
                </a:lnTo>
                <a:lnTo>
                  <a:pt x="271307" y="44707"/>
                </a:lnTo>
                <a:lnTo>
                  <a:pt x="277697" y="44707"/>
                </a:lnTo>
                <a:lnTo>
                  <a:pt x="277665" y="38390"/>
                </a:lnTo>
                <a:close/>
              </a:path>
              <a:path w="313690" h="935355">
                <a:moveTo>
                  <a:pt x="74908" y="31790"/>
                </a:moveTo>
                <a:lnTo>
                  <a:pt x="34538" y="31790"/>
                </a:lnTo>
                <a:lnTo>
                  <a:pt x="31736" y="34585"/>
                </a:lnTo>
                <a:lnTo>
                  <a:pt x="31729" y="41600"/>
                </a:lnTo>
                <a:lnTo>
                  <a:pt x="34613" y="44490"/>
                </a:lnTo>
                <a:lnTo>
                  <a:pt x="74894" y="44490"/>
                </a:lnTo>
                <a:lnTo>
                  <a:pt x="76132" y="38390"/>
                </a:lnTo>
                <a:lnTo>
                  <a:pt x="76183" y="38141"/>
                </a:lnTo>
                <a:lnTo>
                  <a:pt x="74952" y="32011"/>
                </a:lnTo>
                <a:lnTo>
                  <a:pt x="74908" y="31790"/>
                </a:lnTo>
                <a:close/>
              </a:path>
            </a:pathLst>
          </a:custGeom>
          <a:solidFill>
            <a:srgbClr val="7F7F7F"/>
          </a:solidFill>
        </p:spPr>
        <p:txBody>
          <a:bodyPr wrap="square" lIns="0" tIns="0" rIns="0" bIns="0" rtlCol="0"/>
          <a:lstStyle/>
          <a:p>
            <a:endParaRPr/>
          </a:p>
        </p:txBody>
      </p:sp>
      <p:sp>
        <p:nvSpPr>
          <p:cNvPr id="81" name="object 81"/>
          <p:cNvSpPr txBox="1"/>
          <p:nvPr/>
        </p:nvSpPr>
        <p:spPr>
          <a:xfrm>
            <a:off x="7402417" y="678192"/>
            <a:ext cx="1477645" cy="339090"/>
          </a:xfrm>
          <a:prstGeom prst="rect">
            <a:avLst/>
          </a:prstGeom>
          <a:ln w="12701">
            <a:solidFill>
              <a:srgbClr val="7F7F7F"/>
            </a:solidFill>
          </a:ln>
        </p:spPr>
        <p:txBody>
          <a:bodyPr vert="horz" wrap="square" lIns="0" tIns="5080" rIns="0" bIns="0" rtlCol="0">
            <a:spAutoFit/>
          </a:bodyPr>
          <a:lstStyle/>
          <a:p>
            <a:pPr marL="91440">
              <a:lnSpc>
                <a:spcPct val="100000"/>
              </a:lnSpc>
              <a:spcBef>
                <a:spcPts val="40"/>
              </a:spcBef>
            </a:pPr>
            <a:r>
              <a:rPr sz="1000" spc="-10" dirty="0">
                <a:solidFill>
                  <a:srgbClr val="595959"/>
                </a:solidFill>
                <a:latin typeface="Corbel"/>
                <a:cs typeface="Corbel"/>
              </a:rPr>
              <a:t>Stabilizer</a:t>
            </a:r>
            <a:endParaRPr sz="1000">
              <a:latin typeface="Corbel"/>
              <a:cs typeface="Corbel"/>
            </a:endParaRPr>
          </a:p>
          <a:p>
            <a:pPr marL="91440">
              <a:lnSpc>
                <a:spcPct val="100000"/>
              </a:lnSpc>
            </a:pPr>
            <a:r>
              <a:rPr sz="1000" dirty="0">
                <a:solidFill>
                  <a:srgbClr val="595959"/>
                </a:solidFill>
                <a:latin typeface="Corbel"/>
                <a:cs typeface="Corbel"/>
              </a:rPr>
              <a:t>(Vertical</a:t>
            </a:r>
            <a:r>
              <a:rPr sz="1000" spc="-20" dirty="0">
                <a:solidFill>
                  <a:srgbClr val="595959"/>
                </a:solidFill>
                <a:latin typeface="Corbel"/>
                <a:cs typeface="Corbel"/>
              </a:rPr>
              <a:t> </a:t>
            </a:r>
            <a:r>
              <a:rPr sz="1000" dirty="0">
                <a:solidFill>
                  <a:srgbClr val="595959"/>
                </a:solidFill>
                <a:latin typeface="Corbel"/>
                <a:cs typeface="Corbel"/>
              </a:rPr>
              <a:t>&amp;</a:t>
            </a:r>
            <a:r>
              <a:rPr sz="1000" spc="-15" dirty="0">
                <a:solidFill>
                  <a:srgbClr val="595959"/>
                </a:solidFill>
                <a:latin typeface="Corbel"/>
                <a:cs typeface="Corbel"/>
              </a:rPr>
              <a:t> </a:t>
            </a:r>
            <a:r>
              <a:rPr sz="1000" spc="-10" dirty="0">
                <a:solidFill>
                  <a:srgbClr val="595959"/>
                </a:solidFill>
                <a:latin typeface="Corbel"/>
                <a:cs typeface="Corbel"/>
              </a:rPr>
              <a:t>Horizontal)</a:t>
            </a:r>
            <a:endParaRPr sz="1000">
              <a:latin typeface="Corbel"/>
              <a:cs typeface="Corbel"/>
            </a:endParaRPr>
          </a:p>
        </p:txBody>
      </p:sp>
      <p:sp>
        <p:nvSpPr>
          <p:cNvPr id="82" name="object 82"/>
          <p:cNvSpPr/>
          <p:nvPr/>
        </p:nvSpPr>
        <p:spPr>
          <a:xfrm>
            <a:off x="8854593" y="703347"/>
            <a:ext cx="278130" cy="922019"/>
          </a:xfrm>
          <a:custGeom>
            <a:avLst/>
            <a:gdLst/>
            <a:ahLst/>
            <a:cxnLst/>
            <a:rect l="l" t="t" r="r" b="b"/>
            <a:pathLst>
              <a:path w="278129" h="922019">
                <a:moveTo>
                  <a:pt x="23893" y="838182"/>
                </a:moveTo>
                <a:lnTo>
                  <a:pt x="41583" y="921519"/>
                </a:lnTo>
                <a:lnTo>
                  <a:pt x="89139" y="867093"/>
                </a:lnTo>
                <a:lnTo>
                  <a:pt x="59364" y="867093"/>
                </a:lnTo>
                <a:lnTo>
                  <a:pt x="52576" y="865328"/>
                </a:lnTo>
                <a:lnTo>
                  <a:pt x="50540" y="861861"/>
                </a:lnTo>
                <a:lnTo>
                  <a:pt x="54620" y="846175"/>
                </a:lnTo>
                <a:lnTo>
                  <a:pt x="23893" y="838182"/>
                </a:lnTo>
                <a:close/>
              </a:path>
              <a:path w="278129" h="922019">
                <a:moveTo>
                  <a:pt x="54620" y="846175"/>
                </a:moveTo>
                <a:lnTo>
                  <a:pt x="50540" y="861861"/>
                </a:lnTo>
                <a:lnTo>
                  <a:pt x="52576" y="865328"/>
                </a:lnTo>
                <a:lnTo>
                  <a:pt x="59364" y="867093"/>
                </a:lnTo>
                <a:lnTo>
                  <a:pt x="62831" y="865057"/>
                </a:lnTo>
                <a:lnTo>
                  <a:pt x="66911" y="849372"/>
                </a:lnTo>
                <a:lnTo>
                  <a:pt x="54620" y="846175"/>
                </a:lnTo>
                <a:close/>
              </a:path>
              <a:path w="278129" h="922019">
                <a:moveTo>
                  <a:pt x="66911" y="849372"/>
                </a:moveTo>
                <a:lnTo>
                  <a:pt x="62831" y="865057"/>
                </a:lnTo>
                <a:lnTo>
                  <a:pt x="59364" y="867093"/>
                </a:lnTo>
                <a:lnTo>
                  <a:pt x="89139" y="867093"/>
                </a:lnTo>
                <a:lnTo>
                  <a:pt x="97639" y="857365"/>
                </a:lnTo>
                <a:lnTo>
                  <a:pt x="66911" y="849372"/>
                </a:lnTo>
                <a:close/>
              </a:path>
              <a:path w="278129" h="922019">
                <a:moveTo>
                  <a:pt x="265168" y="36760"/>
                </a:moveTo>
                <a:lnTo>
                  <a:pt x="54620" y="846175"/>
                </a:lnTo>
                <a:lnTo>
                  <a:pt x="66911" y="849372"/>
                </a:lnTo>
                <a:lnTo>
                  <a:pt x="276224" y="44707"/>
                </a:lnTo>
                <a:lnTo>
                  <a:pt x="271307" y="44707"/>
                </a:lnTo>
                <a:lnTo>
                  <a:pt x="265168" y="36760"/>
                </a:lnTo>
                <a:close/>
              </a:path>
              <a:path w="278129" h="922019">
                <a:moveTo>
                  <a:pt x="38125" y="0"/>
                </a:moveTo>
                <a:lnTo>
                  <a:pt x="2977" y="23308"/>
                </a:lnTo>
                <a:lnTo>
                  <a:pt x="0" y="38141"/>
                </a:lnTo>
                <a:lnTo>
                  <a:pt x="1274" y="44490"/>
                </a:lnTo>
                <a:lnTo>
                  <a:pt x="3012" y="52969"/>
                </a:lnTo>
                <a:lnTo>
                  <a:pt x="11200" y="65070"/>
                </a:lnTo>
                <a:lnTo>
                  <a:pt x="23373" y="73222"/>
                </a:lnTo>
                <a:lnTo>
                  <a:pt x="38039" y="76200"/>
                </a:lnTo>
                <a:lnTo>
                  <a:pt x="52873" y="73222"/>
                </a:lnTo>
                <a:lnTo>
                  <a:pt x="64993" y="65070"/>
                </a:lnTo>
                <a:lnTo>
                  <a:pt x="73172" y="52969"/>
                </a:lnTo>
                <a:lnTo>
                  <a:pt x="74849" y="44707"/>
                </a:lnTo>
                <a:lnTo>
                  <a:pt x="74893" y="44490"/>
                </a:lnTo>
                <a:lnTo>
                  <a:pt x="34613" y="44490"/>
                </a:lnTo>
                <a:lnTo>
                  <a:pt x="31729" y="41600"/>
                </a:lnTo>
                <a:lnTo>
                  <a:pt x="31736" y="34585"/>
                </a:lnTo>
                <a:lnTo>
                  <a:pt x="34538" y="31790"/>
                </a:lnTo>
                <a:lnTo>
                  <a:pt x="74908" y="31790"/>
                </a:lnTo>
                <a:lnTo>
                  <a:pt x="73205" y="23308"/>
                </a:lnTo>
                <a:lnTo>
                  <a:pt x="65053" y="11189"/>
                </a:lnTo>
                <a:lnTo>
                  <a:pt x="52951" y="3010"/>
                </a:lnTo>
                <a:lnTo>
                  <a:pt x="38125" y="0"/>
                </a:lnTo>
                <a:close/>
              </a:path>
              <a:path w="278129" h="922019">
                <a:moveTo>
                  <a:pt x="74908" y="31790"/>
                </a:moveTo>
                <a:lnTo>
                  <a:pt x="76183" y="38141"/>
                </a:lnTo>
                <a:lnTo>
                  <a:pt x="74893" y="44490"/>
                </a:lnTo>
                <a:lnTo>
                  <a:pt x="271307" y="44707"/>
                </a:lnTo>
                <a:lnTo>
                  <a:pt x="263100" y="44707"/>
                </a:lnTo>
                <a:lnTo>
                  <a:pt x="265168" y="36760"/>
                </a:lnTo>
                <a:lnTo>
                  <a:pt x="277689" y="36760"/>
                </a:lnTo>
                <a:lnTo>
                  <a:pt x="277540" y="36032"/>
                </a:lnTo>
                <a:lnTo>
                  <a:pt x="275138" y="32922"/>
                </a:lnTo>
                <a:lnTo>
                  <a:pt x="273285" y="32010"/>
                </a:lnTo>
                <a:lnTo>
                  <a:pt x="74908" y="31790"/>
                </a:lnTo>
                <a:close/>
              </a:path>
              <a:path w="278129" h="922019">
                <a:moveTo>
                  <a:pt x="277689" y="36760"/>
                </a:moveTo>
                <a:lnTo>
                  <a:pt x="265168" y="36760"/>
                </a:lnTo>
                <a:lnTo>
                  <a:pt x="271307" y="44707"/>
                </a:lnTo>
                <a:lnTo>
                  <a:pt x="276224" y="44707"/>
                </a:lnTo>
                <a:lnTo>
                  <a:pt x="277931" y="38141"/>
                </a:lnTo>
                <a:lnTo>
                  <a:pt x="277689" y="36760"/>
                </a:lnTo>
                <a:close/>
              </a:path>
              <a:path w="278129" h="922019">
                <a:moveTo>
                  <a:pt x="74908" y="31790"/>
                </a:moveTo>
                <a:lnTo>
                  <a:pt x="34538" y="31790"/>
                </a:lnTo>
                <a:lnTo>
                  <a:pt x="31736" y="34585"/>
                </a:lnTo>
                <a:lnTo>
                  <a:pt x="31729" y="41600"/>
                </a:lnTo>
                <a:lnTo>
                  <a:pt x="34613" y="44490"/>
                </a:lnTo>
                <a:lnTo>
                  <a:pt x="74893" y="44490"/>
                </a:lnTo>
                <a:lnTo>
                  <a:pt x="76183" y="38141"/>
                </a:lnTo>
                <a:lnTo>
                  <a:pt x="74952" y="32010"/>
                </a:lnTo>
                <a:lnTo>
                  <a:pt x="74908" y="31790"/>
                </a:lnTo>
                <a:close/>
              </a:path>
            </a:pathLst>
          </a:custGeom>
          <a:solidFill>
            <a:srgbClr val="7F7F7F"/>
          </a:solidFill>
        </p:spPr>
        <p:txBody>
          <a:bodyPr wrap="square" lIns="0" tIns="0" rIns="0" bIns="0" rtlCol="0"/>
          <a:lstStyle/>
          <a:p>
            <a:endParaRPr/>
          </a:p>
        </p:txBody>
      </p:sp>
      <p:grpSp>
        <p:nvGrpSpPr>
          <p:cNvPr id="83" name="object 83"/>
          <p:cNvGrpSpPr/>
          <p:nvPr/>
        </p:nvGrpSpPr>
        <p:grpSpPr>
          <a:xfrm>
            <a:off x="8989761" y="2314065"/>
            <a:ext cx="1141095" cy="1519555"/>
            <a:chOff x="8989761" y="2314065"/>
            <a:chExt cx="1141095" cy="1519555"/>
          </a:xfrm>
        </p:grpSpPr>
        <p:sp>
          <p:nvSpPr>
            <p:cNvPr id="84" name="object 84"/>
            <p:cNvSpPr/>
            <p:nvPr/>
          </p:nvSpPr>
          <p:spPr>
            <a:xfrm>
              <a:off x="9157513" y="3334810"/>
              <a:ext cx="966469" cy="492125"/>
            </a:xfrm>
            <a:custGeom>
              <a:avLst/>
              <a:gdLst/>
              <a:ahLst/>
              <a:cxnLst/>
              <a:rect l="l" t="t" r="r" b="b"/>
              <a:pathLst>
                <a:path w="966470" h="492125">
                  <a:moveTo>
                    <a:pt x="0" y="0"/>
                  </a:moveTo>
                  <a:lnTo>
                    <a:pt x="966446" y="0"/>
                  </a:lnTo>
                  <a:lnTo>
                    <a:pt x="966446" y="492032"/>
                  </a:lnTo>
                  <a:lnTo>
                    <a:pt x="0" y="492032"/>
                  </a:lnTo>
                  <a:lnTo>
                    <a:pt x="0" y="0"/>
                  </a:lnTo>
                  <a:close/>
                </a:path>
              </a:pathLst>
            </a:custGeom>
            <a:ln w="12700">
              <a:solidFill>
                <a:srgbClr val="7F7F7F"/>
              </a:solidFill>
            </a:ln>
          </p:spPr>
          <p:txBody>
            <a:bodyPr wrap="square" lIns="0" tIns="0" rIns="0" bIns="0" rtlCol="0"/>
            <a:lstStyle/>
            <a:p>
              <a:endParaRPr/>
            </a:p>
          </p:txBody>
        </p:sp>
        <p:sp>
          <p:nvSpPr>
            <p:cNvPr id="85" name="object 85"/>
            <p:cNvSpPr/>
            <p:nvPr/>
          </p:nvSpPr>
          <p:spPr>
            <a:xfrm>
              <a:off x="8989761" y="2314065"/>
              <a:ext cx="405130" cy="1151255"/>
            </a:xfrm>
            <a:custGeom>
              <a:avLst/>
              <a:gdLst/>
              <a:ahLst/>
              <a:cxnLst/>
              <a:rect l="l" t="t" r="r" b="b"/>
              <a:pathLst>
                <a:path w="405129" h="1151254">
                  <a:moveTo>
                    <a:pt x="159162" y="1074527"/>
                  </a:moveTo>
                  <a:lnTo>
                    <a:pt x="124229" y="1097711"/>
                  </a:lnTo>
                  <a:lnTo>
                    <a:pt x="121185" y="1112860"/>
                  </a:lnTo>
                  <a:lnTo>
                    <a:pt x="124151" y="1127371"/>
                  </a:lnTo>
                  <a:lnTo>
                    <a:pt x="124186" y="1127543"/>
                  </a:lnTo>
                  <a:lnTo>
                    <a:pt x="132292" y="1139502"/>
                  </a:lnTo>
                  <a:lnTo>
                    <a:pt x="132381" y="1139634"/>
                  </a:lnTo>
                  <a:lnTo>
                    <a:pt x="144512" y="1147769"/>
                  </a:lnTo>
                  <a:lnTo>
                    <a:pt x="159349" y="1150727"/>
                  </a:lnTo>
                  <a:lnTo>
                    <a:pt x="173817" y="1147769"/>
                  </a:lnTo>
                  <a:lnTo>
                    <a:pt x="174065" y="1147769"/>
                  </a:lnTo>
                  <a:lnTo>
                    <a:pt x="186262" y="1139502"/>
                  </a:lnTo>
                  <a:lnTo>
                    <a:pt x="194282" y="1127543"/>
                  </a:lnTo>
                  <a:lnTo>
                    <a:pt x="194398" y="1127371"/>
                  </a:lnTo>
                  <a:lnTo>
                    <a:pt x="195995" y="1119356"/>
                  </a:lnTo>
                  <a:lnTo>
                    <a:pt x="196053" y="1119068"/>
                  </a:lnTo>
                  <a:lnTo>
                    <a:pt x="162679" y="1119068"/>
                  </a:lnTo>
                  <a:lnTo>
                    <a:pt x="165614" y="1116119"/>
                  </a:lnTo>
                  <a:lnTo>
                    <a:pt x="165597" y="1109104"/>
                  </a:lnTo>
                  <a:lnTo>
                    <a:pt x="162847" y="1106368"/>
                  </a:lnTo>
                  <a:lnTo>
                    <a:pt x="196094" y="1106368"/>
                  </a:lnTo>
                  <a:lnTo>
                    <a:pt x="194360" y="1097883"/>
                  </a:lnTo>
                  <a:lnTo>
                    <a:pt x="194325" y="1097711"/>
                  </a:lnTo>
                  <a:lnTo>
                    <a:pt x="186219" y="1085752"/>
                  </a:lnTo>
                  <a:lnTo>
                    <a:pt x="186130" y="1085620"/>
                  </a:lnTo>
                  <a:lnTo>
                    <a:pt x="174108" y="1077558"/>
                  </a:lnTo>
                  <a:lnTo>
                    <a:pt x="174364" y="1077558"/>
                  </a:lnTo>
                  <a:lnTo>
                    <a:pt x="159162" y="1074527"/>
                  </a:lnTo>
                  <a:close/>
                </a:path>
                <a:path w="405129" h="1151254">
                  <a:moveTo>
                    <a:pt x="362727" y="69885"/>
                  </a:moveTo>
                  <a:lnTo>
                    <a:pt x="113" y="1112533"/>
                  </a:lnTo>
                  <a:lnTo>
                    <a:pt x="0" y="1112860"/>
                  </a:lnTo>
                  <a:lnTo>
                    <a:pt x="362" y="1115087"/>
                  </a:lnTo>
                  <a:lnTo>
                    <a:pt x="2697" y="1118363"/>
                  </a:lnTo>
                  <a:lnTo>
                    <a:pt x="4631" y="1119356"/>
                  </a:lnTo>
                  <a:lnTo>
                    <a:pt x="122454" y="1119068"/>
                  </a:lnTo>
                  <a:lnTo>
                    <a:pt x="121640" y="1115087"/>
                  </a:lnTo>
                  <a:lnTo>
                    <a:pt x="12672" y="1115087"/>
                  </a:lnTo>
                  <a:lnTo>
                    <a:pt x="6658" y="1106651"/>
                  </a:lnTo>
                  <a:lnTo>
                    <a:pt x="15606" y="1106651"/>
                  </a:lnTo>
                  <a:lnTo>
                    <a:pt x="374721" y="74057"/>
                  </a:lnTo>
                  <a:lnTo>
                    <a:pt x="362727" y="69885"/>
                  </a:lnTo>
                  <a:close/>
                </a:path>
                <a:path w="405129" h="1151254">
                  <a:moveTo>
                    <a:pt x="196094" y="1106368"/>
                  </a:moveTo>
                  <a:lnTo>
                    <a:pt x="162847" y="1106368"/>
                  </a:lnTo>
                  <a:lnTo>
                    <a:pt x="165597" y="1109104"/>
                  </a:lnTo>
                  <a:lnTo>
                    <a:pt x="165614" y="1116119"/>
                  </a:lnTo>
                  <a:lnTo>
                    <a:pt x="162679" y="1119068"/>
                  </a:lnTo>
                  <a:lnTo>
                    <a:pt x="196053" y="1119068"/>
                  </a:lnTo>
                  <a:lnTo>
                    <a:pt x="197290" y="1112860"/>
                  </a:lnTo>
                  <a:lnTo>
                    <a:pt x="197355" y="1112533"/>
                  </a:lnTo>
                  <a:lnTo>
                    <a:pt x="196152" y="1106651"/>
                  </a:lnTo>
                  <a:lnTo>
                    <a:pt x="196094" y="1106368"/>
                  </a:lnTo>
                  <a:close/>
                </a:path>
                <a:path w="405129" h="1151254">
                  <a:moveTo>
                    <a:pt x="122422" y="1106368"/>
                  </a:moveTo>
                  <a:lnTo>
                    <a:pt x="6658" y="1106651"/>
                  </a:lnTo>
                  <a:lnTo>
                    <a:pt x="12672" y="1115087"/>
                  </a:lnTo>
                  <a:lnTo>
                    <a:pt x="15606" y="1106651"/>
                  </a:lnTo>
                  <a:lnTo>
                    <a:pt x="122366" y="1106651"/>
                  </a:lnTo>
                  <a:lnTo>
                    <a:pt x="122422" y="1106368"/>
                  </a:lnTo>
                  <a:close/>
                </a:path>
                <a:path w="405129" h="1151254">
                  <a:moveTo>
                    <a:pt x="122366" y="1106651"/>
                  </a:moveTo>
                  <a:lnTo>
                    <a:pt x="15606" y="1106651"/>
                  </a:lnTo>
                  <a:lnTo>
                    <a:pt x="12672" y="1115087"/>
                  </a:lnTo>
                  <a:lnTo>
                    <a:pt x="121640" y="1115087"/>
                  </a:lnTo>
                  <a:lnTo>
                    <a:pt x="121185" y="1112860"/>
                  </a:lnTo>
                  <a:lnTo>
                    <a:pt x="121193" y="1112533"/>
                  </a:lnTo>
                  <a:lnTo>
                    <a:pt x="122366" y="1106651"/>
                  </a:lnTo>
                  <a:close/>
                </a:path>
                <a:path w="405129" h="1151254">
                  <a:moveTo>
                    <a:pt x="400604" y="52828"/>
                  </a:moveTo>
                  <a:lnTo>
                    <a:pt x="371668" y="52828"/>
                  </a:lnTo>
                  <a:lnTo>
                    <a:pt x="378293" y="55133"/>
                  </a:lnTo>
                  <a:lnTo>
                    <a:pt x="380044" y="58751"/>
                  </a:lnTo>
                  <a:lnTo>
                    <a:pt x="374721" y="74057"/>
                  </a:lnTo>
                  <a:lnTo>
                    <a:pt x="404709" y="84486"/>
                  </a:lnTo>
                  <a:lnTo>
                    <a:pt x="400604" y="52828"/>
                  </a:lnTo>
                  <a:close/>
                </a:path>
                <a:path w="405129" h="1151254">
                  <a:moveTo>
                    <a:pt x="371668" y="52828"/>
                  </a:moveTo>
                  <a:lnTo>
                    <a:pt x="368049" y="54580"/>
                  </a:lnTo>
                  <a:lnTo>
                    <a:pt x="362727" y="69885"/>
                  </a:lnTo>
                  <a:lnTo>
                    <a:pt x="374721" y="74057"/>
                  </a:lnTo>
                  <a:lnTo>
                    <a:pt x="380044" y="58751"/>
                  </a:lnTo>
                  <a:lnTo>
                    <a:pt x="378293" y="55133"/>
                  </a:lnTo>
                  <a:lnTo>
                    <a:pt x="371668" y="52828"/>
                  </a:lnTo>
                  <a:close/>
                </a:path>
                <a:path w="405129" h="1151254">
                  <a:moveTo>
                    <a:pt x="393754" y="0"/>
                  </a:moveTo>
                  <a:lnTo>
                    <a:pt x="332738" y="59456"/>
                  </a:lnTo>
                  <a:lnTo>
                    <a:pt x="362727" y="69885"/>
                  </a:lnTo>
                  <a:lnTo>
                    <a:pt x="368049" y="54580"/>
                  </a:lnTo>
                  <a:lnTo>
                    <a:pt x="371668" y="52828"/>
                  </a:lnTo>
                  <a:lnTo>
                    <a:pt x="400604" y="52828"/>
                  </a:lnTo>
                  <a:lnTo>
                    <a:pt x="393754" y="0"/>
                  </a:lnTo>
                  <a:close/>
                </a:path>
              </a:pathLst>
            </a:custGeom>
            <a:solidFill>
              <a:srgbClr val="7F7F7F"/>
            </a:solidFill>
          </p:spPr>
          <p:txBody>
            <a:bodyPr wrap="square" lIns="0" tIns="0" rIns="0" bIns="0" rtlCol="0"/>
            <a:lstStyle/>
            <a:p>
              <a:endParaRPr/>
            </a:p>
          </p:txBody>
        </p:sp>
      </p:grpSp>
      <p:sp>
        <p:nvSpPr>
          <p:cNvPr id="86" name="object 86"/>
          <p:cNvSpPr txBox="1"/>
          <p:nvPr/>
        </p:nvSpPr>
        <p:spPr>
          <a:xfrm>
            <a:off x="9236252" y="3402076"/>
            <a:ext cx="760095" cy="3302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595959"/>
                </a:solidFill>
                <a:latin typeface="Corbel"/>
                <a:cs typeface="Corbel"/>
              </a:rPr>
              <a:t>Rotors</a:t>
            </a:r>
            <a:r>
              <a:rPr sz="1000" spc="-25" dirty="0">
                <a:solidFill>
                  <a:srgbClr val="595959"/>
                </a:solidFill>
                <a:latin typeface="Corbel"/>
                <a:cs typeface="Corbel"/>
              </a:rPr>
              <a:t> for</a:t>
            </a:r>
            <a:r>
              <a:rPr sz="1000" spc="500" dirty="0">
                <a:solidFill>
                  <a:srgbClr val="595959"/>
                </a:solidFill>
                <a:latin typeface="Corbel"/>
                <a:cs typeface="Corbel"/>
              </a:rPr>
              <a:t> </a:t>
            </a:r>
            <a:r>
              <a:rPr sz="1000" dirty="0">
                <a:solidFill>
                  <a:srgbClr val="595959"/>
                </a:solidFill>
                <a:latin typeface="Corbel"/>
                <a:cs typeface="Corbel"/>
              </a:rPr>
              <a:t>Vertical</a:t>
            </a:r>
            <a:r>
              <a:rPr sz="1000" spc="-3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grpSp>
        <p:nvGrpSpPr>
          <p:cNvPr id="87" name="object 87"/>
          <p:cNvGrpSpPr/>
          <p:nvPr/>
        </p:nvGrpSpPr>
        <p:grpSpPr>
          <a:xfrm>
            <a:off x="7166627" y="1880815"/>
            <a:ext cx="2964180" cy="1952625"/>
            <a:chOff x="7166627" y="1880815"/>
            <a:chExt cx="2964180" cy="1952625"/>
          </a:xfrm>
        </p:grpSpPr>
        <p:sp>
          <p:nvSpPr>
            <p:cNvPr id="88" name="object 88"/>
            <p:cNvSpPr/>
            <p:nvPr/>
          </p:nvSpPr>
          <p:spPr>
            <a:xfrm>
              <a:off x="9157512" y="3334764"/>
              <a:ext cx="966469" cy="492125"/>
            </a:xfrm>
            <a:custGeom>
              <a:avLst/>
              <a:gdLst/>
              <a:ahLst/>
              <a:cxnLst/>
              <a:rect l="l" t="t" r="r" b="b"/>
              <a:pathLst>
                <a:path w="966470" h="492125">
                  <a:moveTo>
                    <a:pt x="0" y="0"/>
                  </a:moveTo>
                  <a:lnTo>
                    <a:pt x="966446" y="0"/>
                  </a:lnTo>
                  <a:lnTo>
                    <a:pt x="966446" y="492032"/>
                  </a:lnTo>
                  <a:lnTo>
                    <a:pt x="0" y="492032"/>
                  </a:lnTo>
                  <a:lnTo>
                    <a:pt x="0" y="0"/>
                  </a:lnTo>
                  <a:close/>
                </a:path>
              </a:pathLst>
            </a:custGeom>
            <a:ln w="12700">
              <a:solidFill>
                <a:srgbClr val="7F7F7F"/>
              </a:solidFill>
            </a:ln>
          </p:spPr>
          <p:txBody>
            <a:bodyPr wrap="square" lIns="0" tIns="0" rIns="0" bIns="0" rtlCol="0"/>
            <a:lstStyle/>
            <a:p>
              <a:endParaRPr/>
            </a:p>
          </p:txBody>
        </p:sp>
        <p:sp>
          <p:nvSpPr>
            <p:cNvPr id="89" name="object 89"/>
            <p:cNvSpPr/>
            <p:nvPr/>
          </p:nvSpPr>
          <p:spPr>
            <a:xfrm>
              <a:off x="8735445" y="3095252"/>
              <a:ext cx="452120" cy="369570"/>
            </a:xfrm>
            <a:custGeom>
              <a:avLst/>
              <a:gdLst/>
              <a:ahLst/>
              <a:cxnLst/>
              <a:rect l="l" t="t" r="r" b="b"/>
              <a:pathLst>
                <a:path w="452120" h="369570">
                  <a:moveTo>
                    <a:pt x="413477" y="293293"/>
                  </a:moveTo>
                  <a:lnTo>
                    <a:pt x="398654" y="296324"/>
                  </a:lnTo>
                  <a:lnTo>
                    <a:pt x="386564" y="304519"/>
                  </a:lnTo>
                  <a:lnTo>
                    <a:pt x="378544" y="316477"/>
                  </a:lnTo>
                  <a:lnTo>
                    <a:pt x="378429" y="316649"/>
                  </a:lnTo>
                  <a:lnTo>
                    <a:pt x="375508" y="331301"/>
                  </a:lnTo>
                  <a:lnTo>
                    <a:pt x="375471" y="331487"/>
                  </a:lnTo>
                  <a:lnTo>
                    <a:pt x="378466" y="346138"/>
                  </a:lnTo>
                  <a:lnTo>
                    <a:pt x="378501" y="346310"/>
                  </a:lnTo>
                  <a:lnTo>
                    <a:pt x="386607" y="358268"/>
                  </a:lnTo>
                  <a:lnTo>
                    <a:pt x="386696" y="358400"/>
                  </a:lnTo>
                  <a:lnTo>
                    <a:pt x="398827" y="366536"/>
                  </a:lnTo>
                  <a:lnTo>
                    <a:pt x="413664" y="369493"/>
                  </a:lnTo>
                  <a:lnTo>
                    <a:pt x="428132" y="366536"/>
                  </a:lnTo>
                  <a:lnTo>
                    <a:pt x="428380" y="366536"/>
                  </a:lnTo>
                  <a:lnTo>
                    <a:pt x="440577" y="358268"/>
                  </a:lnTo>
                  <a:lnTo>
                    <a:pt x="448597" y="346310"/>
                  </a:lnTo>
                  <a:lnTo>
                    <a:pt x="448713" y="346138"/>
                  </a:lnTo>
                  <a:lnTo>
                    <a:pt x="450310" y="338123"/>
                  </a:lnTo>
                  <a:lnTo>
                    <a:pt x="450368" y="337834"/>
                  </a:lnTo>
                  <a:lnTo>
                    <a:pt x="416995" y="337834"/>
                  </a:lnTo>
                  <a:lnTo>
                    <a:pt x="419929" y="334886"/>
                  </a:lnTo>
                  <a:lnTo>
                    <a:pt x="419912" y="327872"/>
                  </a:lnTo>
                  <a:lnTo>
                    <a:pt x="417161" y="325134"/>
                  </a:lnTo>
                  <a:lnTo>
                    <a:pt x="450409" y="325134"/>
                  </a:lnTo>
                  <a:lnTo>
                    <a:pt x="448675" y="316649"/>
                  </a:lnTo>
                  <a:lnTo>
                    <a:pt x="448640" y="316477"/>
                  </a:lnTo>
                  <a:lnTo>
                    <a:pt x="440534" y="304519"/>
                  </a:lnTo>
                  <a:lnTo>
                    <a:pt x="440445" y="304387"/>
                  </a:lnTo>
                  <a:lnTo>
                    <a:pt x="428423" y="296324"/>
                  </a:lnTo>
                  <a:lnTo>
                    <a:pt x="428678" y="296324"/>
                  </a:lnTo>
                  <a:lnTo>
                    <a:pt x="413477" y="293293"/>
                  </a:lnTo>
                  <a:close/>
                </a:path>
                <a:path w="452120" h="369570">
                  <a:moveTo>
                    <a:pt x="52104" y="55963"/>
                  </a:moveTo>
                  <a:lnTo>
                    <a:pt x="42122" y="63816"/>
                  </a:lnTo>
                  <a:lnTo>
                    <a:pt x="257205" y="337229"/>
                  </a:lnTo>
                  <a:lnTo>
                    <a:pt x="259052" y="338123"/>
                  </a:lnTo>
                  <a:lnTo>
                    <a:pt x="376769" y="337834"/>
                  </a:lnTo>
                  <a:lnTo>
                    <a:pt x="375471" y="331487"/>
                  </a:lnTo>
                  <a:lnTo>
                    <a:pt x="376192" y="327872"/>
                  </a:lnTo>
                  <a:lnTo>
                    <a:pt x="266040" y="327872"/>
                  </a:lnTo>
                  <a:lnTo>
                    <a:pt x="260973" y="325418"/>
                  </a:lnTo>
                  <a:lnTo>
                    <a:pt x="264072" y="325418"/>
                  </a:lnTo>
                  <a:lnTo>
                    <a:pt x="52104" y="55963"/>
                  </a:lnTo>
                  <a:close/>
                </a:path>
                <a:path w="452120" h="369570">
                  <a:moveTo>
                    <a:pt x="450409" y="325134"/>
                  </a:moveTo>
                  <a:lnTo>
                    <a:pt x="417161" y="325134"/>
                  </a:lnTo>
                  <a:lnTo>
                    <a:pt x="419912" y="327872"/>
                  </a:lnTo>
                  <a:lnTo>
                    <a:pt x="419929" y="334886"/>
                  </a:lnTo>
                  <a:lnTo>
                    <a:pt x="416995" y="337834"/>
                  </a:lnTo>
                  <a:lnTo>
                    <a:pt x="450368" y="337834"/>
                  </a:lnTo>
                  <a:lnTo>
                    <a:pt x="451633" y="331487"/>
                  </a:lnTo>
                  <a:lnTo>
                    <a:pt x="451670" y="331301"/>
                  </a:lnTo>
                  <a:lnTo>
                    <a:pt x="450467" y="325418"/>
                  </a:lnTo>
                  <a:lnTo>
                    <a:pt x="450409" y="325134"/>
                  </a:lnTo>
                  <a:close/>
                </a:path>
                <a:path w="452120" h="369570">
                  <a:moveTo>
                    <a:pt x="376738" y="325134"/>
                  </a:moveTo>
                  <a:lnTo>
                    <a:pt x="260973" y="325418"/>
                  </a:lnTo>
                  <a:lnTo>
                    <a:pt x="266040" y="327872"/>
                  </a:lnTo>
                  <a:lnTo>
                    <a:pt x="264072" y="325418"/>
                  </a:lnTo>
                  <a:lnTo>
                    <a:pt x="376681" y="325418"/>
                  </a:lnTo>
                  <a:lnTo>
                    <a:pt x="376738" y="325134"/>
                  </a:lnTo>
                  <a:close/>
                </a:path>
                <a:path w="452120" h="369570">
                  <a:moveTo>
                    <a:pt x="376681" y="325418"/>
                  </a:moveTo>
                  <a:lnTo>
                    <a:pt x="264072" y="325418"/>
                  </a:lnTo>
                  <a:lnTo>
                    <a:pt x="266002" y="327872"/>
                  </a:lnTo>
                  <a:lnTo>
                    <a:pt x="376192" y="327872"/>
                  </a:lnTo>
                  <a:lnTo>
                    <a:pt x="376681" y="325418"/>
                  </a:lnTo>
                  <a:close/>
                </a:path>
                <a:path w="452120" h="369570">
                  <a:moveTo>
                    <a:pt x="0" y="0"/>
                  </a:moveTo>
                  <a:lnTo>
                    <a:pt x="17167" y="83446"/>
                  </a:lnTo>
                  <a:lnTo>
                    <a:pt x="42122" y="63816"/>
                  </a:lnTo>
                  <a:lnTo>
                    <a:pt x="32101" y="51078"/>
                  </a:lnTo>
                  <a:lnTo>
                    <a:pt x="32578" y="47086"/>
                  </a:lnTo>
                  <a:lnTo>
                    <a:pt x="38091" y="42749"/>
                  </a:lnTo>
                  <a:lnTo>
                    <a:pt x="68902" y="42749"/>
                  </a:lnTo>
                  <a:lnTo>
                    <a:pt x="77058" y="36333"/>
                  </a:lnTo>
                  <a:lnTo>
                    <a:pt x="0" y="0"/>
                  </a:lnTo>
                  <a:close/>
                </a:path>
                <a:path w="452120" h="369570">
                  <a:moveTo>
                    <a:pt x="38091" y="42749"/>
                  </a:moveTo>
                  <a:lnTo>
                    <a:pt x="32578" y="47086"/>
                  </a:lnTo>
                  <a:lnTo>
                    <a:pt x="32101" y="51078"/>
                  </a:lnTo>
                  <a:lnTo>
                    <a:pt x="42122" y="63816"/>
                  </a:lnTo>
                  <a:lnTo>
                    <a:pt x="52104" y="55963"/>
                  </a:lnTo>
                  <a:lnTo>
                    <a:pt x="42083" y="43225"/>
                  </a:lnTo>
                  <a:lnTo>
                    <a:pt x="38091" y="42749"/>
                  </a:lnTo>
                  <a:close/>
                </a:path>
                <a:path w="452120" h="369570">
                  <a:moveTo>
                    <a:pt x="68902" y="42749"/>
                  </a:moveTo>
                  <a:lnTo>
                    <a:pt x="38091" y="42749"/>
                  </a:lnTo>
                  <a:lnTo>
                    <a:pt x="42083" y="43225"/>
                  </a:lnTo>
                  <a:lnTo>
                    <a:pt x="52104" y="55963"/>
                  </a:lnTo>
                  <a:lnTo>
                    <a:pt x="68902" y="42749"/>
                  </a:lnTo>
                  <a:close/>
                </a:path>
              </a:pathLst>
            </a:custGeom>
            <a:solidFill>
              <a:srgbClr val="7F7F7F"/>
            </a:solidFill>
          </p:spPr>
          <p:txBody>
            <a:bodyPr wrap="square" lIns="0" tIns="0" rIns="0" bIns="0" rtlCol="0"/>
            <a:lstStyle/>
            <a:p>
              <a:endParaRPr/>
            </a:p>
          </p:txBody>
        </p:sp>
        <p:sp>
          <p:nvSpPr>
            <p:cNvPr id="90" name="object 90"/>
            <p:cNvSpPr/>
            <p:nvPr/>
          </p:nvSpPr>
          <p:spPr>
            <a:xfrm>
              <a:off x="9156016" y="3334764"/>
              <a:ext cx="966469" cy="492125"/>
            </a:xfrm>
            <a:custGeom>
              <a:avLst/>
              <a:gdLst/>
              <a:ahLst/>
              <a:cxnLst/>
              <a:rect l="l" t="t" r="r" b="b"/>
              <a:pathLst>
                <a:path w="966470" h="492125">
                  <a:moveTo>
                    <a:pt x="0" y="0"/>
                  </a:moveTo>
                  <a:lnTo>
                    <a:pt x="966446" y="0"/>
                  </a:lnTo>
                  <a:lnTo>
                    <a:pt x="966446" y="492032"/>
                  </a:lnTo>
                  <a:lnTo>
                    <a:pt x="0" y="492032"/>
                  </a:lnTo>
                  <a:lnTo>
                    <a:pt x="0" y="0"/>
                  </a:lnTo>
                  <a:close/>
                </a:path>
              </a:pathLst>
            </a:custGeom>
            <a:ln w="12700">
              <a:solidFill>
                <a:srgbClr val="7F7F7F"/>
              </a:solidFill>
            </a:ln>
          </p:spPr>
          <p:txBody>
            <a:bodyPr wrap="square" lIns="0" tIns="0" rIns="0" bIns="0" rtlCol="0"/>
            <a:lstStyle/>
            <a:p>
              <a:endParaRPr/>
            </a:p>
          </p:txBody>
        </p:sp>
        <p:sp>
          <p:nvSpPr>
            <p:cNvPr id="91" name="object 91"/>
            <p:cNvSpPr/>
            <p:nvPr/>
          </p:nvSpPr>
          <p:spPr>
            <a:xfrm>
              <a:off x="8283386" y="1880815"/>
              <a:ext cx="902335" cy="1584325"/>
            </a:xfrm>
            <a:custGeom>
              <a:avLst/>
              <a:gdLst/>
              <a:ahLst/>
              <a:cxnLst/>
              <a:rect l="l" t="t" r="r" b="b"/>
              <a:pathLst>
                <a:path w="902334" h="1584325">
                  <a:moveTo>
                    <a:pt x="864040" y="1507731"/>
                  </a:moveTo>
                  <a:lnTo>
                    <a:pt x="829107" y="1530915"/>
                  </a:lnTo>
                  <a:lnTo>
                    <a:pt x="826034" y="1545925"/>
                  </a:lnTo>
                  <a:lnTo>
                    <a:pt x="829029" y="1560575"/>
                  </a:lnTo>
                  <a:lnTo>
                    <a:pt x="829064" y="1560747"/>
                  </a:lnTo>
                  <a:lnTo>
                    <a:pt x="837170" y="1572706"/>
                  </a:lnTo>
                  <a:lnTo>
                    <a:pt x="837259" y="1572838"/>
                  </a:lnTo>
                  <a:lnTo>
                    <a:pt x="849390" y="1580973"/>
                  </a:lnTo>
                  <a:lnTo>
                    <a:pt x="864227" y="1583931"/>
                  </a:lnTo>
                  <a:lnTo>
                    <a:pt x="878695" y="1580973"/>
                  </a:lnTo>
                  <a:lnTo>
                    <a:pt x="878943" y="1580973"/>
                  </a:lnTo>
                  <a:lnTo>
                    <a:pt x="891141" y="1572706"/>
                  </a:lnTo>
                  <a:lnTo>
                    <a:pt x="899161" y="1560747"/>
                  </a:lnTo>
                  <a:lnTo>
                    <a:pt x="899276" y="1560575"/>
                  </a:lnTo>
                  <a:lnTo>
                    <a:pt x="900874" y="1552562"/>
                  </a:lnTo>
                  <a:lnTo>
                    <a:pt x="900932" y="1552271"/>
                  </a:lnTo>
                  <a:lnTo>
                    <a:pt x="867558" y="1552271"/>
                  </a:lnTo>
                  <a:lnTo>
                    <a:pt x="870493" y="1549323"/>
                  </a:lnTo>
                  <a:lnTo>
                    <a:pt x="870475" y="1542309"/>
                  </a:lnTo>
                  <a:lnTo>
                    <a:pt x="867724" y="1539571"/>
                  </a:lnTo>
                  <a:lnTo>
                    <a:pt x="900973" y="1539571"/>
                  </a:lnTo>
                  <a:lnTo>
                    <a:pt x="899239" y="1531087"/>
                  </a:lnTo>
                  <a:lnTo>
                    <a:pt x="899204" y="1530915"/>
                  </a:lnTo>
                  <a:lnTo>
                    <a:pt x="891098" y="1518956"/>
                  </a:lnTo>
                  <a:lnTo>
                    <a:pt x="891009" y="1518824"/>
                  </a:lnTo>
                  <a:lnTo>
                    <a:pt x="878986" y="1510761"/>
                  </a:lnTo>
                  <a:lnTo>
                    <a:pt x="879242" y="1510761"/>
                  </a:lnTo>
                  <a:lnTo>
                    <a:pt x="864040" y="1507731"/>
                  </a:lnTo>
                  <a:close/>
                </a:path>
                <a:path w="902334" h="1584325">
                  <a:moveTo>
                    <a:pt x="40408" y="66625"/>
                  </a:moveTo>
                  <a:lnTo>
                    <a:pt x="28862" y="71917"/>
                  </a:lnTo>
                  <a:lnTo>
                    <a:pt x="706817" y="1551114"/>
                  </a:lnTo>
                  <a:lnTo>
                    <a:pt x="709079" y="1552562"/>
                  </a:lnTo>
                  <a:lnTo>
                    <a:pt x="827332" y="1552271"/>
                  </a:lnTo>
                  <a:lnTo>
                    <a:pt x="826034" y="1545925"/>
                  </a:lnTo>
                  <a:lnTo>
                    <a:pt x="826506" y="1543560"/>
                  </a:lnTo>
                  <a:lnTo>
                    <a:pt x="717325" y="1543560"/>
                  </a:lnTo>
                  <a:lnTo>
                    <a:pt x="711536" y="1539855"/>
                  </a:lnTo>
                  <a:lnTo>
                    <a:pt x="715627" y="1539855"/>
                  </a:lnTo>
                  <a:lnTo>
                    <a:pt x="40408" y="66625"/>
                  </a:lnTo>
                  <a:close/>
                </a:path>
                <a:path w="902334" h="1584325">
                  <a:moveTo>
                    <a:pt x="900973" y="1539571"/>
                  </a:moveTo>
                  <a:lnTo>
                    <a:pt x="867724" y="1539571"/>
                  </a:lnTo>
                  <a:lnTo>
                    <a:pt x="870475" y="1542309"/>
                  </a:lnTo>
                  <a:lnTo>
                    <a:pt x="870493" y="1549323"/>
                  </a:lnTo>
                  <a:lnTo>
                    <a:pt x="867558" y="1552271"/>
                  </a:lnTo>
                  <a:lnTo>
                    <a:pt x="900932" y="1552271"/>
                  </a:lnTo>
                  <a:lnTo>
                    <a:pt x="902197" y="1545925"/>
                  </a:lnTo>
                  <a:lnTo>
                    <a:pt x="902234" y="1545738"/>
                  </a:lnTo>
                  <a:lnTo>
                    <a:pt x="901031" y="1539855"/>
                  </a:lnTo>
                  <a:lnTo>
                    <a:pt x="900973" y="1539571"/>
                  </a:lnTo>
                  <a:close/>
                </a:path>
                <a:path w="902334" h="1584325">
                  <a:moveTo>
                    <a:pt x="827301" y="1539571"/>
                  </a:moveTo>
                  <a:lnTo>
                    <a:pt x="711536" y="1539855"/>
                  </a:lnTo>
                  <a:lnTo>
                    <a:pt x="717325" y="1543560"/>
                  </a:lnTo>
                  <a:lnTo>
                    <a:pt x="715627" y="1539855"/>
                  </a:lnTo>
                  <a:lnTo>
                    <a:pt x="827244" y="1539855"/>
                  </a:lnTo>
                  <a:lnTo>
                    <a:pt x="827301" y="1539571"/>
                  </a:lnTo>
                  <a:close/>
                </a:path>
                <a:path w="902334" h="1584325">
                  <a:moveTo>
                    <a:pt x="827244" y="1539855"/>
                  </a:moveTo>
                  <a:lnTo>
                    <a:pt x="715627" y="1539855"/>
                  </a:lnTo>
                  <a:lnTo>
                    <a:pt x="717325" y="1543560"/>
                  </a:lnTo>
                  <a:lnTo>
                    <a:pt x="826506" y="1543560"/>
                  </a:lnTo>
                  <a:lnTo>
                    <a:pt x="827244" y="1539855"/>
                  </a:lnTo>
                  <a:close/>
                </a:path>
                <a:path w="902334" h="1584325">
                  <a:moveTo>
                    <a:pt x="2886" y="0"/>
                  </a:moveTo>
                  <a:lnTo>
                    <a:pt x="0" y="85145"/>
                  </a:lnTo>
                  <a:lnTo>
                    <a:pt x="28862" y="71917"/>
                  </a:lnTo>
                  <a:lnTo>
                    <a:pt x="22110" y="57185"/>
                  </a:lnTo>
                  <a:lnTo>
                    <a:pt x="23510" y="53416"/>
                  </a:lnTo>
                  <a:lnTo>
                    <a:pt x="29886" y="50493"/>
                  </a:lnTo>
                  <a:lnTo>
                    <a:pt x="65661" y="50493"/>
                  </a:lnTo>
                  <a:lnTo>
                    <a:pt x="2886" y="0"/>
                  </a:lnTo>
                  <a:close/>
                </a:path>
                <a:path w="902334" h="1584325">
                  <a:moveTo>
                    <a:pt x="29886" y="50493"/>
                  </a:moveTo>
                  <a:lnTo>
                    <a:pt x="23510" y="53416"/>
                  </a:lnTo>
                  <a:lnTo>
                    <a:pt x="22110" y="57185"/>
                  </a:lnTo>
                  <a:lnTo>
                    <a:pt x="28862" y="71917"/>
                  </a:lnTo>
                  <a:lnTo>
                    <a:pt x="40408" y="66625"/>
                  </a:lnTo>
                  <a:lnTo>
                    <a:pt x="33656" y="51893"/>
                  </a:lnTo>
                  <a:lnTo>
                    <a:pt x="29886" y="50493"/>
                  </a:lnTo>
                  <a:close/>
                </a:path>
                <a:path w="902334" h="1584325">
                  <a:moveTo>
                    <a:pt x="65661" y="50493"/>
                  </a:moveTo>
                  <a:lnTo>
                    <a:pt x="29886" y="50493"/>
                  </a:lnTo>
                  <a:lnTo>
                    <a:pt x="33656" y="51893"/>
                  </a:lnTo>
                  <a:lnTo>
                    <a:pt x="40408" y="66625"/>
                  </a:lnTo>
                  <a:lnTo>
                    <a:pt x="69229" y="53416"/>
                  </a:lnTo>
                  <a:lnTo>
                    <a:pt x="67401" y="51893"/>
                  </a:lnTo>
                  <a:lnTo>
                    <a:pt x="65661" y="50493"/>
                  </a:lnTo>
                  <a:close/>
                </a:path>
              </a:pathLst>
            </a:custGeom>
            <a:solidFill>
              <a:srgbClr val="7F7F7F"/>
            </a:solidFill>
          </p:spPr>
          <p:txBody>
            <a:bodyPr wrap="square" lIns="0" tIns="0" rIns="0" bIns="0" rtlCol="0"/>
            <a:lstStyle/>
            <a:p>
              <a:endParaRPr/>
            </a:p>
          </p:txBody>
        </p:sp>
        <p:sp>
          <p:nvSpPr>
            <p:cNvPr id="92" name="object 92"/>
            <p:cNvSpPr/>
            <p:nvPr/>
          </p:nvSpPr>
          <p:spPr>
            <a:xfrm>
              <a:off x="9156016" y="3334764"/>
              <a:ext cx="966469" cy="492125"/>
            </a:xfrm>
            <a:custGeom>
              <a:avLst/>
              <a:gdLst/>
              <a:ahLst/>
              <a:cxnLst/>
              <a:rect l="l" t="t" r="r" b="b"/>
              <a:pathLst>
                <a:path w="966470" h="492125">
                  <a:moveTo>
                    <a:pt x="0" y="0"/>
                  </a:moveTo>
                  <a:lnTo>
                    <a:pt x="966446" y="0"/>
                  </a:lnTo>
                  <a:lnTo>
                    <a:pt x="966446" y="492032"/>
                  </a:lnTo>
                  <a:lnTo>
                    <a:pt x="0" y="492032"/>
                  </a:lnTo>
                  <a:lnTo>
                    <a:pt x="0" y="0"/>
                  </a:lnTo>
                  <a:close/>
                </a:path>
              </a:pathLst>
            </a:custGeom>
            <a:ln w="12700">
              <a:solidFill>
                <a:srgbClr val="7F7F7F"/>
              </a:solidFill>
            </a:ln>
          </p:spPr>
          <p:txBody>
            <a:bodyPr wrap="square" lIns="0" tIns="0" rIns="0" bIns="0" rtlCol="0"/>
            <a:lstStyle/>
            <a:p>
              <a:endParaRPr/>
            </a:p>
          </p:txBody>
        </p:sp>
        <p:sp>
          <p:nvSpPr>
            <p:cNvPr id="93" name="object 93"/>
            <p:cNvSpPr/>
            <p:nvPr/>
          </p:nvSpPr>
          <p:spPr>
            <a:xfrm>
              <a:off x="7166622" y="2514231"/>
              <a:ext cx="2019300" cy="950594"/>
            </a:xfrm>
            <a:custGeom>
              <a:avLst/>
              <a:gdLst/>
              <a:ahLst/>
              <a:cxnLst/>
              <a:rect l="l" t="t" r="r" b="b"/>
              <a:pathLst>
                <a:path w="2019300" h="950595">
                  <a:moveTo>
                    <a:pt x="296672" y="463677"/>
                  </a:moveTo>
                  <a:lnTo>
                    <a:pt x="190703" y="463677"/>
                  </a:lnTo>
                  <a:lnTo>
                    <a:pt x="74993" y="463677"/>
                  </a:lnTo>
                  <a:lnTo>
                    <a:pt x="74930" y="463397"/>
                  </a:lnTo>
                  <a:lnTo>
                    <a:pt x="73240" y="454914"/>
                  </a:lnTo>
                  <a:lnTo>
                    <a:pt x="65100" y="442772"/>
                  </a:lnTo>
                  <a:lnTo>
                    <a:pt x="53009" y="434581"/>
                  </a:lnTo>
                  <a:lnTo>
                    <a:pt x="38188" y="431546"/>
                  </a:lnTo>
                  <a:lnTo>
                    <a:pt x="22987" y="434581"/>
                  </a:lnTo>
                  <a:lnTo>
                    <a:pt x="23241" y="434581"/>
                  </a:lnTo>
                  <a:lnTo>
                    <a:pt x="11226" y="442645"/>
                  </a:lnTo>
                  <a:lnTo>
                    <a:pt x="3035" y="454736"/>
                  </a:lnTo>
                  <a:lnTo>
                    <a:pt x="0" y="469557"/>
                  </a:lnTo>
                  <a:lnTo>
                    <a:pt x="2959" y="484390"/>
                  </a:lnTo>
                  <a:lnTo>
                    <a:pt x="11087" y="496531"/>
                  </a:lnTo>
                  <a:lnTo>
                    <a:pt x="23291" y="504799"/>
                  </a:lnTo>
                  <a:lnTo>
                    <a:pt x="23545" y="504799"/>
                  </a:lnTo>
                  <a:lnTo>
                    <a:pt x="38011" y="507746"/>
                  </a:lnTo>
                  <a:lnTo>
                    <a:pt x="52844" y="504799"/>
                  </a:lnTo>
                  <a:lnTo>
                    <a:pt x="64973" y="496658"/>
                  </a:lnTo>
                  <a:lnTo>
                    <a:pt x="73164" y="484568"/>
                  </a:lnTo>
                  <a:lnTo>
                    <a:pt x="74841" y="476377"/>
                  </a:lnTo>
                  <a:lnTo>
                    <a:pt x="74904" y="476097"/>
                  </a:lnTo>
                  <a:lnTo>
                    <a:pt x="190665" y="476377"/>
                  </a:lnTo>
                  <a:lnTo>
                    <a:pt x="296672" y="463677"/>
                  </a:lnTo>
                  <a:close/>
                </a:path>
                <a:path w="2019300" h="950595">
                  <a:moveTo>
                    <a:pt x="876490" y="387807"/>
                  </a:moveTo>
                  <a:lnTo>
                    <a:pt x="796302" y="359054"/>
                  </a:lnTo>
                  <a:lnTo>
                    <a:pt x="800074" y="390575"/>
                  </a:lnTo>
                  <a:lnTo>
                    <a:pt x="190703" y="463677"/>
                  </a:lnTo>
                  <a:lnTo>
                    <a:pt x="299046" y="463397"/>
                  </a:lnTo>
                  <a:lnTo>
                    <a:pt x="801585" y="403186"/>
                  </a:lnTo>
                  <a:lnTo>
                    <a:pt x="805345" y="434581"/>
                  </a:lnTo>
                  <a:lnTo>
                    <a:pt x="805370" y="434708"/>
                  </a:lnTo>
                  <a:lnTo>
                    <a:pt x="875220" y="388645"/>
                  </a:lnTo>
                  <a:lnTo>
                    <a:pt x="876490" y="387807"/>
                  </a:lnTo>
                  <a:close/>
                </a:path>
                <a:path w="2019300" h="950595">
                  <a:moveTo>
                    <a:pt x="2018995" y="912329"/>
                  </a:moveTo>
                  <a:lnTo>
                    <a:pt x="2017788" y="906449"/>
                  </a:lnTo>
                  <a:lnTo>
                    <a:pt x="2017737" y="906157"/>
                  </a:lnTo>
                  <a:lnTo>
                    <a:pt x="2015998" y="897674"/>
                  </a:lnTo>
                  <a:lnTo>
                    <a:pt x="2015959" y="897509"/>
                  </a:lnTo>
                  <a:lnTo>
                    <a:pt x="2007857" y="885545"/>
                  </a:lnTo>
                  <a:lnTo>
                    <a:pt x="2007768" y="885418"/>
                  </a:lnTo>
                  <a:lnTo>
                    <a:pt x="1995741" y="877354"/>
                  </a:lnTo>
                  <a:lnTo>
                    <a:pt x="1995995" y="877354"/>
                  </a:lnTo>
                  <a:lnTo>
                    <a:pt x="1980793" y="874318"/>
                  </a:lnTo>
                  <a:lnTo>
                    <a:pt x="1965972" y="877354"/>
                  </a:lnTo>
                  <a:lnTo>
                    <a:pt x="1953882" y="885545"/>
                  </a:lnTo>
                  <a:lnTo>
                    <a:pt x="1945868" y="897509"/>
                  </a:lnTo>
                  <a:lnTo>
                    <a:pt x="1945754" y="897674"/>
                  </a:lnTo>
                  <a:lnTo>
                    <a:pt x="1944065" y="906157"/>
                  </a:lnTo>
                  <a:lnTo>
                    <a:pt x="1830438" y="906449"/>
                  </a:lnTo>
                  <a:lnTo>
                    <a:pt x="688898" y="40982"/>
                  </a:lnTo>
                  <a:lnTo>
                    <a:pt x="696328" y="31191"/>
                  </a:lnTo>
                  <a:lnTo>
                    <a:pt x="708075" y="15671"/>
                  </a:lnTo>
                  <a:lnTo>
                    <a:pt x="624344" y="0"/>
                  </a:lnTo>
                  <a:lnTo>
                    <a:pt x="662051" y="76403"/>
                  </a:lnTo>
                  <a:lnTo>
                    <a:pt x="681228" y="51104"/>
                  </a:lnTo>
                  <a:lnTo>
                    <a:pt x="1825802" y="918857"/>
                  </a:lnTo>
                  <a:lnTo>
                    <a:pt x="1826069" y="918857"/>
                  </a:lnTo>
                  <a:lnTo>
                    <a:pt x="1826920" y="919149"/>
                  </a:lnTo>
                  <a:lnTo>
                    <a:pt x="1944090" y="918857"/>
                  </a:lnTo>
                  <a:lnTo>
                    <a:pt x="1945792" y="927163"/>
                  </a:lnTo>
                  <a:lnTo>
                    <a:pt x="1945817" y="927341"/>
                  </a:lnTo>
                  <a:lnTo>
                    <a:pt x="1953933" y="939292"/>
                  </a:lnTo>
                  <a:lnTo>
                    <a:pt x="1954022" y="939431"/>
                  </a:lnTo>
                  <a:lnTo>
                    <a:pt x="1966150" y="947559"/>
                  </a:lnTo>
                  <a:lnTo>
                    <a:pt x="1980984" y="950518"/>
                  </a:lnTo>
                  <a:lnTo>
                    <a:pt x="1995449" y="947559"/>
                  </a:lnTo>
                  <a:lnTo>
                    <a:pt x="1995703" y="947559"/>
                  </a:lnTo>
                  <a:lnTo>
                    <a:pt x="2017687" y="918857"/>
                  </a:lnTo>
                  <a:lnTo>
                    <a:pt x="2018957" y="912520"/>
                  </a:lnTo>
                  <a:lnTo>
                    <a:pt x="2018995" y="912329"/>
                  </a:lnTo>
                  <a:close/>
                </a:path>
              </a:pathLst>
            </a:custGeom>
            <a:solidFill>
              <a:srgbClr val="7F7F7F"/>
            </a:solidFill>
          </p:spPr>
          <p:txBody>
            <a:bodyPr wrap="square" lIns="0" tIns="0" rIns="0" bIns="0" rtlCol="0"/>
            <a:lstStyle/>
            <a:p>
              <a:endParaRPr/>
            </a:p>
          </p:txBody>
        </p:sp>
      </p:grpSp>
      <p:sp>
        <p:nvSpPr>
          <p:cNvPr id="94" name="object 94"/>
          <p:cNvSpPr txBox="1"/>
          <p:nvPr/>
        </p:nvSpPr>
        <p:spPr>
          <a:xfrm>
            <a:off x="6229787" y="2891995"/>
            <a:ext cx="966469" cy="492125"/>
          </a:xfrm>
          <a:prstGeom prst="rect">
            <a:avLst/>
          </a:prstGeom>
          <a:ln w="12700">
            <a:solidFill>
              <a:srgbClr val="7F7F7F"/>
            </a:solidFill>
          </a:ln>
        </p:spPr>
        <p:txBody>
          <a:bodyPr vert="horz" wrap="square" lIns="0" tIns="4445" rIns="0" bIns="0" rtlCol="0">
            <a:spAutoFit/>
          </a:bodyPr>
          <a:lstStyle/>
          <a:p>
            <a:pPr marL="91440" marR="313690">
              <a:lnSpc>
                <a:spcPct val="100000"/>
              </a:lnSpc>
              <a:spcBef>
                <a:spcPts val="35"/>
              </a:spcBef>
            </a:pPr>
            <a:r>
              <a:rPr sz="1000" dirty="0">
                <a:solidFill>
                  <a:srgbClr val="595959"/>
                </a:solidFill>
                <a:latin typeface="Corbel"/>
                <a:cs typeface="Corbel"/>
              </a:rPr>
              <a:t>Rotor</a:t>
            </a:r>
            <a:r>
              <a:rPr sz="1000" spc="-25" dirty="0">
                <a:solidFill>
                  <a:srgbClr val="595959"/>
                </a:solidFill>
                <a:latin typeface="Corbel"/>
                <a:cs typeface="Corbel"/>
              </a:rPr>
              <a:t> for</a:t>
            </a:r>
            <a:r>
              <a:rPr sz="1000" spc="500" dirty="0">
                <a:solidFill>
                  <a:srgbClr val="595959"/>
                </a:solidFill>
                <a:latin typeface="Corbel"/>
                <a:cs typeface="Corbel"/>
              </a:rPr>
              <a:t> </a:t>
            </a:r>
            <a:r>
              <a:rPr sz="1000" spc="-10" dirty="0">
                <a:solidFill>
                  <a:srgbClr val="595959"/>
                </a:solidFill>
                <a:latin typeface="Corbel"/>
                <a:cs typeface="Corbel"/>
              </a:rPr>
              <a:t>Horizontal</a:t>
            </a:r>
            <a:r>
              <a:rPr sz="1000" spc="50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sp>
        <p:nvSpPr>
          <p:cNvPr id="95" name="object 95"/>
          <p:cNvSpPr/>
          <p:nvPr/>
        </p:nvSpPr>
        <p:spPr>
          <a:xfrm>
            <a:off x="7166649" y="2092001"/>
            <a:ext cx="1040130" cy="455930"/>
          </a:xfrm>
          <a:custGeom>
            <a:avLst/>
            <a:gdLst/>
            <a:ahLst/>
            <a:cxnLst/>
            <a:rect l="l" t="t" r="r" b="b"/>
            <a:pathLst>
              <a:path w="1040129" h="455930">
                <a:moveTo>
                  <a:pt x="968665" y="427416"/>
                </a:moveTo>
                <a:lnTo>
                  <a:pt x="954671" y="455914"/>
                </a:lnTo>
                <a:lnTo>
                  <a:pt x="1039864" y="455301"/>
                </a:lnTo>
                <a:lnTo>
                  <a:pt x="1024073" y="434559"/>
                </a:lnTo>
                <a:lnTo>
                  <a:pt x="983213" y="434559"/>
                </a:lnTo>
                <a:lnTo>
                  <a:pt x="968665" y="427416"/>
                </a:lnTo>
                <a:close/>
              </a:path>
              <a:path w="1040129" h="455930">
                <a:moveTo>
                  <a:pt x="974263" y="416015"/>
                </a:moveTo>
                <a:lnTo>
                  <a:pt x="968665" y="427416"/>
                </a:lnTo>
                <a:lnTo>
                  <a:pt x="983213" y="434559"/>
                </a:lnTo>
                <a:lnTo>
                  <a:pt x="987019" y="433260"/>
                </a:lnTo>
                <a:lnTo>
                  <a:pt x="990111" y="426963"/>
                </a:lnTo>
                <a:lnTo>
                  <a:pt x="988811" y="423158"/>
                </a:lnTo>
                <a:lnTo>
                  <a:pt x="974263" y="416015"/>
                </a:lnTo>
                <a:close/>
              </a:path>
              <a:path w="1040129" h="455930">
                <a:moveTo>
                  <a:pt x="988258" y="387516"/>
                </a:moveTo>
                <a:lnTo>
                  <a:pt x="974263" y="416015"/>
                </a:lnTo>
                <a:lnTo>
                  <a:pt x="988811" y="423158"/>
                </a:lnTo>
                <a:lnTo>
                  <a:pt x="990111" y="426963"/>
                </a:lnTo>
                <a:lnTo>
                  <a:pt x="987019" y="433260"/>
                </a:lnTo>
                <a:lnTo>
                  <a:pt x="983213" y="434559"/>
                </a:lnTo>
                <a:lnTo>
                  <a:pt x="1024073" y="434559"/>
                </a:lnTo>
                <a:lnTo>
                  <a:pt x="988258" y="387516"/>
                </a:lnTo>
                <a:close/>
              </a:path>
              <a:path w="1040129" h="455930">
                <a:moveTo>
                  <a:pt x="187860" y="44018"/>
                </a:moveTo>
                <a:lnTo>
                  <a:pt x="968665" y="427416"/>
                </a:lnTo>
                <a:lnTo>
                  <a:pt x="974263" y="416015"/>
                </a:lnTo>
                <a:lnTo>
                  <a:pt x="217999" y="44668"/>
                </a:lnTo>
                <a:lnTo>
                  <a:pt x="190651" y="44668"/>
                </a:lnTo>
                <a:lnTo>
                  <a:pt x="187860" y="44018"/>
                </a:lnTo>
                <a:close/>
              </a:path>
              <a:path w="1040129" h="455930">
                <a:moveTo>
                  <a:pt x="38131" y="0"/>
                </a:moveTo>
                <a:lnTo>
                  <a:pt x="23086" y="3015"/>
                </a:lnTo>
                <a:lnTo>
                  <a:pt x="23234" y="3015"/>
                </a:lnTo>
                <a:lnTo>
                  <a:pt x="11123" y="11198"/>
                </a:lnTo>
                <a:lnTo>
                  <a:pt x="2972" y="23320"/>
                </a:lnTo>
                <a:lnTo>
                  <a:pt x="682" y="34584"/>
                </a:lnTo>
                <a:lnTo>
                  <a:pt x="0" y="38154"/>
                </a:lnTo>
                <a:lnTo>
                  <a:pt x="1175" y="44018"/>
                </a:lnTo>
                <a:lnTo>
                  <a:pt x="3018" y="52980"/>
                </a:lnTo>
                <a:lnTo>
                  <a:pt x="11212" y="65079"/>
                </a:lnTo>
                <a:lnTo>
                  <a:pt x="23259" y="73227"/>
                </a:lnTo>
                <a:lnTo>
                  <a:pt x="23405" y="73227"/>
                </a:lnTo>
                <a:lnTo>
                  <a:pt x="38023" y="76200"/>
                </a:lnTo>
                <a:lnTo>
                  <a:pt x="73162" y="52980"/>
                </a:lnTo>
                <a:lnTo>
                  <a:pt x="74887" y="44502"/>
                </a:lnTo>
                <a:lnTo>
                  <a:pt x="34619" y="44502"/>
                </a:lnTo>
                <a:lnTo>
                  <a:pt x="31723" y="41598"/>
                </a:lnTo>
                <a:lnTo>
                  <a:pt x="31733" y="34584"/>
                </a:lnTo>
                <a:lnTo>
                  <a:pt x="34521" y="31802"/>
                </a:lnTo>
                <a:lnTo>
                  <a:pt x="74905" y="31802"/>
                </a:lnTo>
                <a:lnTo>
                  <a:pt x="73205" y="23320"/>
                </a:lnTo>
                <a:lnTo>
                  <a:pt x="65056" y="11198"/>
                </a:lnTo>
                <a:lnTo>
                  <a:pt x="52957" y="3015"/>
                </a:lnTo>
                <a:lnTo>
                  <a:pt x="38131" y="0"/>
                </a:lnTo>
                <a:close/>
              </a:path>
              <a:path w="1040129" h="455930">
                <a:moveTo>
                  <a:pt x="74905" y="31802"/>
                </a:moveTo>
                <a:lnTo>
                  <a:pt x="76178" y="38154"/>
                </a:lnTo>
                <a:lnTo>
                  <a:pt x="74985" y="44018"/>
                </a:lnTo>
                <a:lnTo>
                  <a:pt x="74887" y="44502"/>
                </a:lnTo>
                <a:lnTo>
                  <a:pt x="190651" y="44668"/>
                </a:lnTo>
                <a:lnTo>
                  <a:pt x="189185" y="44668"/>
                </a:lnTo>
                <a:lnTo>
                  <a:pt x="187860" y="44018"/>
                </a:lnTo>
                <a:lnTo>
                  <a:pt x="216675" y="44018"/>
                </a:lnTo>
                <a:lnTo>
                  <a:pt x="192590" y="32191"/>
                </a:lnTo>
                <a:lnTo>
                  <a:pt x="191635" y="31969"/>
                </a:lnTo>
                <a:lnTo>
                  <a:pt x="74905" y="31802"/>
                </a:lnTo>
                <a:close/>
              </a:path>
              <a:path w="1040129" h="455930">
                <a:moveTo>
                  <a:pt x="216675" y="44018"/>
                </a:moveTo>
                <a:lnTo>
                  <a:pt x="187860" y="44018"/>
                </a:lnTo>
                <a:lnTo>
                  <a:pt x="190651" y="44668"/>
                </a:lnTo>
                <a:lnTo>
                  <a:pt x="217999" y="44668"/>
                </a:lnTo>
                <a:lnTo>
                  <a:pt x="216675" y="44018"/>
                </a:lnTo>
                <a:close/>
              </a:path>
              <a:path w="1040129" h="455930">
                <a:moveTo>
                  <a:pt x="74905" y="31802"/>
                </a:moveTo>
                <a:lnTo>
                  <a:pt x="34521" y="31802"/>
                </a:lnTo>
                <a:lnTo>
                  <a:pt x="31733" y="34584"/>
                </a:lnTo>
                <a:lnTo>
                  <a:pt x="31723" y="41598"/>
                </a:lnTo>
                <a:lnTo>
                  <a:pt x="34619" y="44502"/>
                </a:lnTo>
                <a:lnTo>
                  <a:pt x="74887" y="44502"/>
                </a:lnTo>
                <a:lnTo>
                  <a:pt x="76178" y="38154"/>
                </a:lnTo>
                <a:lnTo>
                  <a:pt x="74983" y="32191"/>
                </a:lnTo>
                <a:lnTo>
                  <a:pt x="74905" y="31802"/>
                </a:lnTo>
                <a:close/>
              </a:path>
            </a:pathLst>
          </a:custGeom>
          <a:solidFill>
            <a:srgbClr val="7F7F7F"/>
          </a:solidFill>
        </p:spPr>
        <p:txBody>
          <a:bodyPr wrap="square" lIns="0" tIns="0" rIns="0" bIns="0" rtlCol="0"/>
          <a:lstStyle/>
          <a:p>
            <a:endParaRPr/>
          </a:p>
        </p:txBody>
      </p:sp>
      <p:sp>
        <p:nvSpPr>
          <p:cNvPr id="96" name="object 96"/>
          <p:cNvSpPr txBox="1"/>
          <p:nvPr/>
        </p:nvSpPr>
        <p:spPr>
          <a:xfrm>
            <a:off x="6229787" y="2076626"/>
            <a:ext cx="966469" cy="286385"/>
          </a:xfrm>
          <a:prstGeom prst="rect">
            <a:avLst/>
          </a:prstGeom>
          <a:ln w="12700">
            <a:solidFill>
              <a:srgbClr val="7F7F7F"/>
            </a:solidFill>
          </a:ln>
        </p:spPr>
        <p:txBody>
          <a:bodyPr vert="horz" wrap="square" lIns="0" tIns="0" rIns="0" bIns="0" rtlCol="0">
            <a:spAutoFit/>
          </a:bodyPr>
          <a:lstStyle/>
          <a:p>
            <a:pPr marL="91440">
              <a:lnSpc>
                <a:spcPts val="1035"/>
              </a:lnSpc>
            </a:pPr>
            <a:r>
              <a:rPr sz="1000" spc="-10" dirty="0">
                <a:solidFill>
                  <a:srgbClr val="595959"/>
                </a:solidFill>
                <a:latin typeface="Corbel"/>
                <a:cs typeface="Corbel"/>
              </a:rPr>
              <a:t>Fuselage</a:t>
            </a:r>
            <a:endParaRPr sz="1000">
              <a:latin typeface="Corbel"/>
              <a:cs typeface="Corbel"/>
            </a:endParaRPr>
          </a:p>
          <a:p>
            <a:pPr marL="91440">
              <a:lnSpc>
                <a:spcPct val="100000"/>
              </a:lnSpc>
            </a:pPr>
            <a:r>
              <a:rPr sz="1000" spc="-10" dirty="0">
                <a:solidFill>
                  <a:srgbClr val="595959"/>
                </a:solidFill>
                <a:latin typeface="Corbel"/>
                <a:cs typeface="Corbel"/>
              </a:rPr>
              <a:t>(Body)</a:t>
            </a:r>
            <a:endParaRPr sz="1000">
              <a:latin typeface="Corbel"/>
              <a:cs typeface="Corbel"/>
            </a:endParaRPr>
          </a:p>
        </p:txBody>
      </p:sp>
      <p:sp>
        <p:nvSpPr>
          <p:cNvPr id="97" name="object 97"/>
          <p:cNvSpPr txBox="1"/>
          <p:nvPr/>
        </p:nvSpPr>
        <p:spPr>
          <a:xfrm>
            <a:off x="10862102" y="5464555"/>
            <a:ext cx="1141095" cy="397510"/>
          </a:xfrm>
          <a:prstGeom prst="rect">
            <a:avLst/>
          </a:prstGeom>
        </p:spPr>
        <p:txBody>
          <a:bodyPr vert="horz" wrap="square" lIns="0" tIns="6350" rIns="0" bIns="0" rtlCol="0">
            <a:spAutoFit/>
          </a:bodyPr>
          <a:lstStyle/>
          <a:p>
            <a:pPr marL="437515" marR="5080" indent="-424815">
              <a:lnSpc>
                <a:spcPct val="103299"/>
              </a:lnSpc>
              <a:spcBef>
                <a:spcPts val="50"/>
              </a:spcBef>
            </a:pPr>
            <a:r>
              <a:rPr sz="1200" dirty="0">
                <a:latin typeface="Corbel"/>
                <a:cs typeface="Corbel"/>
              </a:rPr>
              <a:t>Gimbal</a:t>
            </a:r>
            <a:r>
              <a:rPr sz="1200" spc="-40" dirty="0">
                <a:latin typeface="Corbel"/>
                <a:cs typeface="Corbel"/>
              </a:rPr>
              <a:t> </a:t>
            </a:r>
            <a:r>
              <a:rPr sz="1200" dirty="0">
                <a:latin typeface="Corbel"/>
                <a:cs typeface="Corbel"/>
              </a:rPr>
              <a:t>/</a:t>
            </a:r>
            <a:r>
              <a:rPr sz="1200" spc="-60" dirty="0">
                <a:latin typeface="Corbel"/>
                <a:cs typeface="Corbel"/>
              </a:rPr>
              <a:t> </a:t>
            </a:r>
            <a:r>
              <a:rPr sz="1200" dirty="0">
                <a:latin typeface="Corbel"/>
                <a:cs typeface="Corbel"/>
              </a:rPr>
              <a:t>Camera</a:t>
            </a:r>
            <a:r>
              <a:rPr sz="1200" spc="-20" dirty="0">
                <a:latin typeface="Corbel"/>
                <a:cs typeface="Corbel"/>
              </a:rPr>
              <a:t> </a:t>
            </a:r>
            <a:r>
              <a:rPr sz="1200" spc="-50" dirty="0">
                <a:latin typeface="Corbel"/>
                <a:cs typeface="Corbel"/>
              </a:rPr>
              <a:t>/</a:t>
            </a:r>
            <a:r>
              <a:rPr sz="1200" spc="-25" dirty="0">
                <a:latin typeface="Corbel"/>
                <a:cs typeface="Corbel"/>
              </a:rPr>
              <a:t> VTX</a:t>
            </a:r>
            <a:endParaRPr sz="1200">
              <a:latin typeface="Corbel"/>
              <a:cs typeface="Corbel"/>
            </a:endParaRPr>
          </a:p>
        </p:txBody>
      </p:sp>
      <p:sp>
        <p:nvSpPr>
          <p:cNvPr id="98" name="object 98"/>
          <p:cNvSpPr/>
          <p:nvPr/>
        </p:nvSpPr>
        <p:spPr>
          <a:xfrm>
            <a:off x="10091666" y="5634764"/>
            <a:ext cx="674370" cy="62230"/>
          </a:xfrm>
          <a:custGeom>
            <a:avLst/>
            <a:gdLst/>
            <a:ahLst/>
            <a:cxnLst/>
            <a:rect l="l" t="t" r="r" b="b"/>
            <a:pathLst>
              <a:path w="674370" h="62229">
                <a:moveTo>
                  <a:pt x="648938" y="11266"/>
                </a:moveTo>
                <a:lnTo>
                  <a:pt x="639017" y="13083"/>
                </a:lnTo>
                <a:lnTo>
                  <a:pt x="630846" y="18379"/>
                </a:lnTo>
                <a:lnTo>
                  <a:pt x="625258" y="26353"/>
                </a:lnTo>
                <a:lnTo>
                  <a:pt x="624550" y="29560"/>
                </a:lnTo>
                <a:lnTo>
                  <a:pt x="624480" y="29876"/>
                </a:lnTo>
                <a:lnTo>
                  <a:pt x="652100" y="30376"/>
                </a:lnTo>
                <a:lnTo>
                  <a:pt x="654892" y="33270"/>
                </a:lnTo>
                <a:lnTo>
                  <a:pt x="654765" y="40283"/>
                </a:lnTo>
                <a:lnTo>
                  <a:pt x="651870" y="43074"/>
                </a:lnTo>
                <a:lnTo>
                  <a:pt x="624341" y="43074"/>
                </a:lnTo>
                <a:lnTo>
                  <a:pt x="624900" y="46124"/>
                </a:lnTo>
                <a:lnTo>
                  <a:pt x="630196" y="54294"/>
                </a:lnTo>
                <a:lnTo>
                  <a:pt x="638170" y="59883"/>
                </a:lnTo>
                <a:lnTo>
                  <a:pt x="648020" y="62057"/>
                </a:lnTo>
                <a:lnTo>
                  <a:pt x="657941" y="60240"/>
                </a:lnTo>
                <a:lnTo>
                  <a:pt x="666112" y="54944"/>
                </a:lnTo>
                <a:lnTo>
                  <a:pt x="671700" y="46970"/>
                </a:lnTo>
                <a:lnTo>
                  <a:pt x="672560" y="43074"/>
                </a:lnTo>
                <a:lnTo>
                  <a:pt x="651869" y="43074"/>
                </a:lnTo>
                <a:lnTo>
                  <a:pt x="624250" y="42574"/>
                </a:lnTo>
                <a:lnTo>
                  <a:pt x="672670" y="42574"/>
                </a:lnTo>
                <a:lnTo>
                  <a:pt x="673874" y="37121"/>
                </a:lnTo>
                <a:lnTo>
                  <a:pt x="672057" y="27199"/>
                </a:lnTo>
                <a:lnTo>
                  <a:pt x="666761" y="19029"/>
                </a:lnTo>
                <a:lnTo>
                  <a:pt x="658787" y="13440"/>
                </a:lnTo>
                <a:lnTo>
                  <a:pt x="648938" y="11266"/>
                </a:lnTo>
                <a:close/>
              </a:path>
              <a:path w="674370" h="62229">
                <a:moveTo>
                  <a:pt x="624480" y="29876"/>
                </a:moveTo>
                <a:lnTo>
                  <a:pt x="623083" y="36202"/>
                </a:lnTo>
                <a:lnTo>
                  <a:pt x="624204" y="42322"/>
                </a:lnTo>
                <a:lnTo>
                  <a:pt x="624250" y="42574"/>
                </a:lnTo>
                <a:lnTo>
                  <a:pt x="651869" y="43074"/>
                </a:lnTo>
                <a:lnTo>
                  <a:pt x="654765" y="40283"/>
                </a:lnTo>
                <a:lnTo>
                  <a:pt x="654892" y="33270"/>
                </a:lnTo>
                <a:lnTo>
                  <a:pt x="652100" y="30376"/>
                </a:lnTo>
                <a:lnTo>
                  <a:pt x="624480" y="29876"/>
                </a:lnTo>
                <a:close/>
              </a:path>
              <a:path w="674370" h="62229">
                <a:moveTo>
                  <a:pt x="606993" y="29560"/>
                </a:moveTo>
                <a:lnTo>
                  <a:pt x="604099" y="32351"/>
                </a:lnTo>
                <a:lnTo>
                  <a:pt x="603972" y="39364"/>
                </a:lnTo>
                <a:lnTo>
                  <a:pt x="606825" y="42322"/>
                </a:lnTo>
                <a:lnTo>
                  <a:pt x="610270" y="42322"/>
                </a:lnTo>
                <a:lnTo>
                  <a:pt x="624250" y="42574"/>
                </a:lnTo>
                <a:lnTo>
                  <a:pt x="623083" y="36202"/>
                </a:lnTo>
                <a:lnTo>
                  <a:pt x="624369" y="30376"/>
                </a:lnTo>
                <a:lnTo>
                  <a:pt x="624480" y="29876"/>
                </a:lnTo>
                <a:lnTo>
                  <a:pt x="606993" y="29560"/>
                </a:lnTo>
                <a:close/>
              </a:path>
              <a:path w="674370" h="62229">
                <a:moveTo>
                  <a:pt x="518107" y="27953"/>
                </a:moveTo>
                <a:lnTo>
                  <a:pt x="515214" y="30744"/>
                </a:lnTo>
                <a:lnTo>
                  <a:pt x="515087" y="37757"/>
                </a:lnTo>
                <a:lnTo>
                  <a:pt x="517940" y="40714"/>
                </a:lnTo>
                <a:lnTo>
                  <a:pt x="521385" y="40714"/>
                </a:lnTo>
                <a:lnTo>
                  <a:pt x="562991" y="41467"/>
                </a:lnTo>
                <a:lnTo>
                  <a:pt x="565878" y="38675"/>
                </a:lnTo>
                <a:lnTo>
                  <a:pt x="566005" y="31663"/>
                </a:lnTo>
                <a:lnTo>
                  <a:pt x="563214" y="28769"/>
                </a:lnTo>
                <a:lnTo>
                  <a:pt x="518107" y="27953"/>
                </a:lnTo>
                <a:close/>
              </a:path>
              <a:path w="674370" h="62229">
                <a:moveTo>
                  <a:pt x="429223" y="26346"/>
                </a:moveTo>
                <a:lnTo>
                  <a:pt x="426328" y="29137"/>
                </a:lnTo>
                <a:lnTo>
                  <a:pt x="426201" y="36150"/>
                </a:lnTo>
                <a:lnTo>
                  <a:pt x="429054" y="39107"/>
                </a:lnTo>
                <a:lnTo>
                  <a:pt x="432499" y="39107"/>
                </a:lnTo>
                <a:lnTo>
                  <a:pt x="474097" y="39859"/>
                </a:lnTo>
                <a:lnTo>
                  <a:pt x="476994" y="37068"/>
                </a:lnTo>
                <a:lnTo>
                  <a:pt x="477121" y="30055"/>
                </a:lnTo>
                <a:lnTo>
                  <a:pt x="474329" y="27161"/>
                </a:lnTo>
                <a:lnTo>
                  <a:pt x="429223" y="26346"/>
                </a:lnTo>
                <a:close/>
              </a:path>
              <a:path w="674370" h="62229">
                <a:moveTo>
                  <a:pt x="340337" y="24739"/>
                </a:moveTo>
                <a:lnTo>
                  <a:pt x="337444" y="27530"/>
                </a:lnTo>
                <a:lnTo>
                  <a:pt x="337317" y="34543"/>
                </a:lnTo>
                <a:lnTo>
                  <a:pt x="340168" y="37500"/>
                </a:lnTo>
                <a:lnTo>
                  <a:pt x="343613" y="37500"/>
                </a:lnTo>
                <a:lnTo>
                  <a:pt x="385213" y="38252"/>
                </a:lnTo>
                <a:lnTo>
                  <a:pt x="388108" y="35461"/>
                </a:lnTo>
                <a:lnTo>
                  <a:pt x="388171" y="31955"/>
                </a:lnTo>
                <a:lnTo>
                  <a:pt x="388235" y="28448"/>
                </a:lnTo>
                <a:lnTo>
                  <a:pt x="385443" y="25554"/>
                </a:lnTo>
                <a:lnTo>
                  <a:pt x="340337" y="24739"/>
                </a:lnTo>
                <a:close/>
              </a:path>
              <a:path w="674370" h="62229">
                <a:moveTo>
                  <a:pt x="251452" y="23132"/>
                </a:moveTo>
                <a:lnTo>
                  <a:pt x="248558" y="25923"/>
                </a:lnTo>
                <a:lnTo>
                  <a:pt x="248541" y="26841"/>
                </a:lnTo>
                <a:lnTo>
                  <a:pt x="248431" y="32936"/>
                </a:lnTo>
                <a:lnTo>
                  <a:pt x="251283" y="35893"/>
                </a:lnTo>
                <a:lnTo>
                  <a:pt x="254728" y="35893"/>
                </a:lnTo>
                <a:lnTo>
                  <a:pt x="296327" y="36645"/>
                </a:lnTo>
                <a:lnTo>
                  <a:pt x="299223" y="33854"/>
                </a:lnTo>
                <a:lnTo>
                  <a:pt x="299349" y="26841"/>
                </a:lnTo>
                <a:lnTo>
                  <a:pt x="296558" y="23947"/>
                </a:lnTo>
                <a:lnTo>
                  <a:pt x="251452" y="23132"/>
                </a:lnTo>
                <a:close/>
              </a:path>
              <a:path w="674370" h="62229">
                <a:moveTo>
                  <a:pt x="162566" y="21525"/>
                </a:moveTo>
                <a:lnTo>
                  <a:pt x="159672" y="24316"/>
                </a:lnTo>
                <a:lnTo>
                  <a:pt x="159546" y="31328"/>
                </a:lnTo>
                <a:lnTo>
                  <a:pt x="162397" y="34286"/>
                </a:lnTo>
                <a:lnTo>
                  <a:pt x="165842" y="34286"/>
                </a:lnTo>
                <a:lnTo>
                  <a:pt x="207441" y="35038"/>
                </a:lnTo>
                <a:lnTo>
                  <a:pt x="210337" y="32247"/>
                </a:lnTo>
                <a:lnTo>
                  <a:pt x="210464" y="25234"/>
                </a:lnTo>
                <a:lnTo>
                  <a:pt x="207672" y="22340"/>
                </a:lnTo>
                <a:lnTo>
                  <a:pt x="162566" y="21525"/>
                </a:lnTo>
                <a:close/>
              </a:path>
              <a:path w="674370" h="62229">
                <a:moveTo>
                  <a:pt x="73681" y="19917"/>
                </a:moveTo>
                <a:lnTo>
                  <a:pt x="70787" y="22708"/>
                </a:lnTo>
                <a:lnTo>
                  <a:pt x="70660" y="29721"/>
                </a:lnTo>
                <a:lnTo>
                  <a:pt x="73512" y="32679"/>
                </a:lnTo>
                <a:lnTo>
                  <a:pt x="76958" y="32679"/>
                </a:lnTo>
                <a:lnTo>
                  <a:pt x="118557" y="33431"/>
                </a:lnTo>
                <a:lnTo>
                  <a:pt x="121451" y="30640"/>
                </a:lnTo>
                <a:lnTo>
                  <a:pt x="121578" y="23627"/>
                </a:lnTo>
                <a:lnTo>
                  <a:pt x="118788" y="20733"/>
                </a:lnTo>
                <a:lnTo>
                  <a:pt x="73681" y="19917"/>
                </a:lnTo>
                <a:close/>
              </a:path>
              <a:path w="674370" h="62229">
                <a:moveTo>
                  <a:pt x="25854" y="0"/>
                </a:moveTo>
                <a:lnTo>
                  <a:pt x="15933" y="1817"/>
                </a:lnTo>
                <a:lnTo>
                  <a:pt x="7762" y="7113"/>
                </a:lnTo>
                <a:lnTo>
                  <a:pt x="2174" y="15087"/>
                </a:lnTo>
                <a:lnTo>
                  <a:pt x="0" y="24936"/>
                </a:lnTo>
                <a:lnTo>
                  <a:pt x="1816" y="34858"/>
                </a:lnTo>
                <a:lnTo>
                  <a:pt x="7113" y="43028"/>
                </a:lnTo>
                <a:lnTo>
                  <a:pt x="15087" y="48617"/>
                </a:lnTo>
                <a:lnTo>
                  <a:pt x="24936" y="50791"/>
                </a:lnTo>
                <a:lnTo>
                  <a:pt x="34857" y="48974"/>
                </a:lnTo>
                <a:lnTo>
                  <a:pt x="43028" y="43678"/>
                </a:lnTo>
                <a:lnTo>
                  <a:pt x="48616" y="35704"/>
                </a:lnTo>
                <a:lnTo>
                  <a:pt x="49473" y="31824"/>
                </a:lnTo>
                <a:lnTo>
                  <a:pt x="21911" y="31824"/>
                </a:lnTo>
                <a:lnTo>
                  <a:pt x="18982" y="28787"/>
                </a:lnTo>
                <a:lnTo>
                  <a:pt x="19109" y="21774"/>
                </a:lnTo>
                <a:lnTo>
                  <a:pt x="21855" y="19126"/>
                </a:lnTo>
                <a:lnTo>
                  <a:pt x="49558" y="19126"/>
                </a:lnTo>
                <a:lnTo>
                  <a:pt x="48974" y="15933"/>
                </a:lnTo>
                <a:lnTo>
                  <a:pt x="43677" y="7762"/>
                </a:lnTo>
                <a:lnTo>
                  <a:pt x="35703" y="2174"/>
                </a:lnTo>
                <a:lnTo>
                  <a:pt x="25854" y="0"/>
                </a:lnTo>
                <a:close/>
              </a:path>
              <a:path w="674370" h="62229">
                <a:moveTo>
                  <a:pt x="29902" y="19126"/>
                </a:moveTo>
                <a:lnTo>
                  <a:pt x="21855" y="19126"/>
                </a:lnTo>
                <a:lnTo>
                  <a:pt x="19109" y="21774"/>
                </a:lnTo>
                <a:lnTo>
                  <a:pt x="18982" y="28787"/>
                </a:lnTo>
                <a:lnTo>
                  <a:pt x="21911" y="31824"/>
                </a:lnTo>
                <a:lnTo>
                  <a:pt x="29672" y="31824"/>
                </a:lnTo>
                <a:lnTo>
                  <a:pt x="32566" y="29033"/>
                </a:lnTo>
                <a:lnTo>
                  <a:pt x="32693" y="22020"/>
                </a:lnTo>
                <a:lnTo>
                  <a:pt x="29902" y="19126"/>
                </a:lnTo>
                <a:close/>
              </a:path>
              <a:path w="674370" h="62229">
                <a:moveTo>
                  <a:pt x="49558" y="19126"/>
                </a:moveTo>
                <a:lnTo>
                  <a:pt x="29902" y="19126"/>
                </a:lnTo>
                <a:lnTo>
                  <a:pt x="32456" y="21774"/>
                </a:lnTo>
                <a:lnTo>
                  <a:pt x="32566" y="29033"/>
                </a:lnTo>
                <a:lnTo>
                  <a:pt x="29672" y="31824"/>
                </a:lnTo>
                <a:lnTo>
                  <a:pt x="49473" y="31824"/>
                </a:lnTo>
                <a:lnTo>
                  <a:pt x="50791" y="25855"/>
                </a:lnTo>
                <a:lnTo>
                  <a:pt x="49558" y="19126"/>
                </a:lnTo>
                <a:close/>
              </a:path>
            </a:pathLst>
          </a:custGeom>
          <a:solidFill>
            <a:srgbClr val="FF0000">
              <a:alpha val="79998"/>
            </a:srgbClr>
          </a:solidFill>
        </p:spPr>
        <p:txBody>
          <a:bodyPr wrap="square" lIns="0" tIns="0" rIns="0" bIns="0" rtlCol="0"/>
          <a:lstStyle/>
          <a:p>
            <a:endParaRPr/>
          </a:p>
        </p:txBody>
      </p:sp>
      <p:sp>
        <p:nvSpPr>
          <p:cNvPr id="99" name="object 99"/>
          <p:cNvSpPr txBox="1"/>
          <p:nvPr/>
        </p:nvSpPr>
        <p:spPr>
          <a:xfrm>
            <a:off x="4814042" y="3035300"/>
            <a:ext cx="1069340" cy="400685"/>
          </a:xfrm>
          <a:prstGeom prst="rect">
            <a:avLst/>
          </a:prstGeom>
        </p:spPr>
        <p:txBody>
          <a:bodyPr vert="horz" wrap="square" lIns="0" tIns="12700" rIns="0" bIns="0" rtlCol="0">
            <a:spAutoFit/>
          </a:bodyPr>
          <a:lstStyle/>
          <a:p>
            <a:pPr algn="ctr">
              <a:lnSpc>
                <a:spcPct val="100000"/>
              </a:lnSpc>
              <a:spcBef>
                <a:spcPts val="100"/>
              </a:spcBef>
            </a:pPr>
            <a:r>
              <a:rPr sz="1200" dirty="0">
                <a:latin typeface="Corbel"/>
                <a:cs typeface="Corbel"/>
              </a:rPr>
              <a:t>Gimbal</a:t>
            </a:r>
            <a:r>
              <a:rPr sz="1200" spc="-30" dirty="0">
                <a:latin typeface="Corbel"/>
                <a:cs typeface="Corbel"/>
              </a:rPr>
              <a:t> </a:t>
            </a:r>
            <a:r>
              <a:rPr sz="1200" dirty="0">
                <a:latin typeface="Corbel"/>
                <a:cs typeface="Corbel"/>
              </a:rPr>
              <a:t>/</a:t>
            </a:r>
            <a:r>
              <a:rPr sz="1200" spc="-60" dirty="0">
                <a:latin typeface="Corbel"/>
                <a:cs typeface="Corbel"/>
              </a:rPr>
              <a:t> </a:t>
            </a:r>
            <a:r>
              <a:rPr sz="1200" spc="-10" dirty="0">
                <a:latin typeface="Corbel"/>
                <a:cs typeface="Corbel"/>
              </a:rPr>
              <a:t>Camera</a:t>
            </a:r>
            <a:endParaRPr sz="1200">
              <a:latin typeface="Corbel"/>
              <a:cs typeface="Corbel"/>
            </a:endParaRPr>
          </a:p>
          <a:p>
            <a:pPr algn="ctr">
              <a:lnSpc>
                <a:spcPct val="100000"/>
              </a:lnSpc>
              <a:spcBef>
                <a:spcPts val="70"/>
              </a:spcBef>
            </a:pPr>
            <a:r>
              <a:rPr sz="1200" dirty="0">
                <a:latin typeface="Corbel"/>
                <a:cs typeface="Corbel"/>
              </a:rPr>
              <a:t>/</a:t>
            </a:r>
            <a:r>
              <a:rPr sz="1200" spc="140" dirty="0">
                <a:latin typeface="Corbel"/>
                <a:cs typeface="Corbel"/>
              </a:rPr>
              <a:t> </a:t>
            </a:r>
            <a:r>
              <a:rPr sz="1200" spc="-25" dirty="0">
                <a:latin typeface="Corbel"/>
                <a:cs typeface="Corbel"/>
              </a:rPr>
              <a:t>VTX</a:t>
            </a:r>
            <a:endParaRPr sz="1200">
              <a:latin typeface="Corbel"/>
              <a:cs typeface="Corbel"/>
            </a:endParaRPr>
          </a:p>
        </p:txBody>
      </p:sp>
      <p:sp>
        <p:nvSpPr>
          <p:cNvPr id="100" name="object 100"/>
          <p:cNvSpPr/>
          <p:nvPr/>
        </p:nvSpPr>
        <p:spPr>
          <a:xfrm>
            <a:off x="4365692" y="3219543"/>
            <a:ext cx="359410" cy="557530"/>
          </a:xfrm>
          <a:custGeom>
            <a:avLst/>
            <a:gdLst/>
            <a:ahLst/>
            <a:cxnLst/>
            <a:rect l="l" t="t" r="r" b="b"/>
            <a:pathLst>
              <a:path w="359410" h="557529">
                <a:moveTo>
                  <a:pt x="316104" y="42424"/>
                </a:moveTo>
                <a:lnTo>
                  <a:pt x="307006" y="57360"/>
                </a:lnTo>
                <a:lnTo>
                  <a:pt x="307955" y="61268"/>
                </a:lnTo>
                <a:lnTo>
                  <a:pt x="313944" y="64916"/>
                </a:lnTo>
                <a:lnTo>
                  <a:pt x="317852" y="63968"/>
                </a:lnTo>
                <a:lnTo>
                  <a:pt x="326950" y="49031"/>
                </a:lnTo>
                <a:lnTo>
                  <a:pt x="320861" y="46823"/>
                </a:lnTo>
                <a:lnTo>
                  <a:pt x="316104" y="42424"/>
                </a:lnTo>
                <a:close/>
              </a:path>
              <a:path w="359410" h="557529">
                <a:moveTo>
                  <a:pt x="358182" y="17883"/>
                </a:moveTo>
                <a:lnTo>
                  <a:pt x="334382" y="17883"/>
                </a:lnTo>
                <a:lnTo>
                  <a:pt x="340373" y="21532"/>
                </a:lnTo>
                <a:lnTo>
                  <a:pt x="341322" y="25438"/>
                </a:lnTo>
                <a:lnTo>
                  <a:pt x="326950" y="49031"/>
                </a:lnTo>
                <a:lnTo>
                  <a:pt x="330342" y="50261"/>
                </a:lnTo>
                <a:lnTo>
                  <a:pt x="340069" y="49813"/>
                </a:lnTo>
                <a:lnTo>
                  <a:pt x="348918" y="45750"/>
                </a:lnTo>
                <a:lnTo>
                  <a:pt x="355767" y="38344"/>
                </a:lnTo>
                <a:lnTo>
                  <a:pt x="359205" y="28862"/>
                </a:lnTo>
                <a:lnTo>
                  <a:pt x="358881" y="21827"/>
                </a:lnTo>
                <a:lnTo>
                  <a:pt x="358757" y="19135"/>
                </a:lnTo>
                <a:lnTo>
                  <a:pt x="358182" y="17883"/>
                </a:lnTo>
                <a:close/>
              </a:path>
              <a:path w="359410" h="557529">
                <a:moveTo>
                  <a:pt x="334382" y="17883"/>
                </a:moveTo>
                <a:lnTo>
                  <a:pt x="330476" y="18832"/>
                </a:lnTo>
                <a:lnTo>
                  <a:pt x="316104" y="42424"/>
                </a:lnTo>
                <a:lnTo>
                  <a:pt x="320861" y="46823"/>
                </a:lnTo>
                <a:lnTo>
                  <a:pt x="326950" y="49031"/>
                </a:lnTo>
                <a:lnTo>
                  <a:pt x="341322" y="25438"/>
                </a:lnTo>
                <a:lnTo>
                  <a:pt x="340445" y="21827"/>
                </a:lnTo>
                <a:lnTo>
                  <a:pt x="340373" y="21532"/>
                </a:lnTo>
                <a:lnTo>
                  <a:pt x="334382" y="17883"/>
                </a:lnTo>
                <a:close/>
              </a:path>
              <a:path w="359410" h="557529">
                <a:moveTo>
                  <a:pt x="337806" y="0"/>
                </a:moveTo>
                <a:lnTo>
                  <a:pt x="328080" y="448"/>
                </a:lnTo>
                <a:lnTo>
                  <a:pt x="319231" y="4511"/>
                </a:lnTo>
                <a:lnTo>
                  <a:pt x="312382" y="11917"/>
                </a:lnTo>
                <a:lnTo>
                  <a:pt x="308944" y="21398"/>
                </a:lnTo>
                <a:lnTo>
                  <a:pt x="309288" y="28862"/>
                </a:lnTo>
                <a:lnTo>
                  <a:pt x="309392" y="31125"/>
                </a:lnTo>
                <a:lnTo>
                  <a:pt x="313455" y="39974"/>
                </a:lnTo>
                <a:lnTo>
                  <a:pt x="316104" y="42424"/>
                </a:lnTo>
                <a:lnTo>
                  <a:pt x="330476" y="18832"/>
                </a:lnTo>
                <a:lnTo>
                  <a:pt x="334382" y="17883"/>
                </a:lnTo>
                <a:lnTo>
                  <a:pt x="358182" y="17883"/>
                </a:lnTo>
                <a:lnTo>
                  <a:pt x="354694" y="10286"/>
                </a:lnTo>
                <a:lnTo>
                  <a:pt x="347288" y="3438"/>
                </a:lnTo>
                <a:lnTo>
                  <a:pt x="337806" y="0"/>
                </a:lnTo>
                <a:close/>
              </a:path>
              <a:path w="359410" h="557529">
                <a:moveTo>
                  <a:pt x="288134" y="93805"/>
                </a:moveTo>
                <a:lnTo>
                  <a:pt x="284226" y="94754"/>
                </a:lnTo>
                <a:lnTo>
                  <a:pt x="260757" y="133283"/>
                </a:lnTo>
                <a:lnTo>
                  <a:pt x="261705" y="137190"/>
                </a:lnTo>
                <a:lnTo>
                  <a:pt x="267696" y="140838"/>
                </a:lnTo>
                <a:lnTo>
                  <a:pt x="271602" y="139890"/>
                </a:lnTo>
                <a:lnTo>
                  <a:pt x="295072" y="101362"/>
                </a:lnTo>
                <a:lnTo>
                  <a:pt x="294195" y="97750"/>
                </a:lnTo>
                <a:lnTo>
                  <a:pt x="294123" y="97454"/>
                </a:lnTo>
                <a:lnTo>
                  <a:pt x="288134" y="93805"/>
                </a:lnTo>
                <a:close/>
              </a:path>
              <a:path w="359410" h="557529">
                <a:moveTo>
                  <a:pt x="241884" y="169728"/>
                </a:moveTo>
                <a:lnTo>
                  <a:pt x="237977" y="170677"/>
                </a:lnTo>
                <a:lnTo>
                  <a:pt x="214507" y="209205"/>
                </a:lnTo>
                <a:lnTo>
                  <a:pt x="215456" y="213111"/>
                </a:lnTo>
                <a:lnTo>
                  <a:pt x="221446" y="216761"/>
                </a:lnTo>
                <a:lnTo>
                  <a:pt x="225353" y="215811"/>
                </a:lnTo>
                <a:lnTo>
                  <a:pt x="248824" y="177283"/>
                </a:lnTo>
                <a:lnTo>
                  <a:pt x="247945" y="173672"/>
                </a:lnTo>
                <a:lnTo>
                  <a:pt x="247874" y="173377"/>
                </a:lnTo>
                <a:lnTo>
                  <a:pt x="241884" y="169728"/>
                </a:lnTo>
                <a:close/>
              </a:path>
              <a:path w="359410" h="557529">
                <a:moveTo>
                  <a:pt x="195635" y="245650"/>
                </a:moveTo>
                <a:lnTo>
                  <a:pt x="191728" y="246599"/>
                </a:lnTo>
                <a:lnTo>
                  <a:pt x="168258" y="285127"/>
                </a:lnTo>
                <a:lnTo>
                  <a:pt x="169206" y="289035"/>
                </a:lnTo>
                <a:lnTo>
                  <a:pt x="175197" y="292683"/>
                </a:lnTo>
                <a:lnTo>
                  <a:pt x="179103" y="291735"/>
                </a:lnTo>
                <a:lnTo>
                  <a:pt x="202574" y="253207"/>
                </a:lnTo>
                <a:lnTo>
                  <a:pt x="201697" y="249593"/>
                </a:lnTo>
                <a:lnTo>
                  <a:pt x="201625" y="249299"/>
                </a:lnTo>
                <a:lnTo>
                  <a:pt x="195635" y="245650"/>
                </a:lnTo>
                <a:close/>
              </a:path>
              <a:path w="359410" h="557529">
                <a:moveTo>
                  <a:pt x="149385" y="321572"/>
                </a:moveTo>
                <a:lnTo>
                  <a:pt x="145479" y="322522"/>
                </a:lnTo>
                <a:lnTo>
                  <a:pt x="122008" y="361050"/>
                </a:lnTo>
                <a:lnTo>
                  <a:pt x="122958" y="364956"/>
                </a:lnTo>
                <a:lnTo>
                  <a:pt x="128947" y="368605"/>
                </a:lnTo>
                <a:lnTo>
                  <a:pt x="132855" y="367656"/>
                </a:lnTo>
                <a:lnTo>
                  <a:pt x="156325" y="329128"/>
                </a:lnTo>
                <a:lnTo>
                  <a:pt x="155447" y="325517"/>
                </a:lnTo>
                <a:lnTo>
                  <a:pt x="155376" y="325222"/>
                </a:lnTo>
                <a:lnTo>
                  <a:pt x="149385" y="321572"/>
                </a:lnTo>
                <a:close/>
              </a:path>
              <a:path w="359410" h="557529">
                <a:moveTo>
                  <a:pt x="103136" y="397495"/>
                </a:moveTo>
                <a:lnTo>
                  <a:pt x="99229" y="398444"/>
                </a:lnTo>
                <a:lnTo>
                  <a:pt x="75760" y="436972"/>
                </a:lnTo>
                <a:lnTo>
                  <a:pt x="76708" y="440880"/>
                </a:lnTo>
                <a:lnTo>
                  <a:pt x="82698" y="444528"/>
                </a:lnTo>
                <a:lnTo>
                  <a:pt x="86605" y="443580"/>
                </a:lnTo>
                <a:lnTo>
                  <a:pt x="110075" y="405050"/>
                </a:lnTo>
                <a:lnTo>
                  <a:pt x="109198" y="401438"/>
                </a:lnTo>
                <a:lnTo>
                  <a:pt x="109126" y="401144"/>
                </a:lnTo>
                <a:lnTo>
                  <a:pt x="103136" y="397495"/>
                </a:lnTo>
                <a:close/>
              </a:path>
              <a:path w="359410" h="557529">
                <a:moveTo>
                  <a:pt x="28862" y="507158"/>
                </a:moveTo>
                <a:lnTo>
                  <a:pt x="19136" y="507607"/>
                </a:lnTo>
                <a:lnTo>
                  <a:pt x="10287" y="511670"/>
                </a:lnTo>
                <a:lnTo>
                  <a:pt x="3438" y="519075"/>
                </a:lnTo>
                <a:lnTo>
                  <a:pt x="0" y="528557"/>
                </a:lnTo>
                <a:lnTo>
                  <a:pt x="344" y="536022"/>
                </a:lnTo>
                <a:lnTo>
                  <a:pt x="448" y="538284"/>
                </a:lnTo>
                <a:lnTo>
                  <a:pt x="4511" y="547133"/>
                </a:lnTo>
                <a:lnTo>
                  <a:pt x="11917" y="553982"/>
                </a:lnTo>
                <a:lnTo>
                  <a:pt x="21399" y="557420"/>
                </a:lnTo>
                <a:lnTo>
                  <a:pt x="31126" y="556972"/>
                </a:lnTo>
                <a:lnTo>
                  <a:pt x="39975" y="552908"/>
                </a:lnTo>
                <a:lnTo>
                  <a:pt x="46823" y="545503"/>
                </a:lnTo>
                <a:lnTo>
                  <a:pt x="50261" y="536022"/>
                </a:lnTo>
                <a:lnTo>
                  <a:pt x="49917" y="528557"/>
                </a:lnTo>
                <a:lnTo>
                  <a:pt x="49813" y="526294"/>
                </a:lnTo>
                <a:lnTo>
                  <a:pt x="47129" y="520450"/>
                </a:lnTo>
                <a:lnTo>
                  <a:pt x="36449" y="520450"/>
                </a:lnTo>
                <a:lnTo>
                  <a:pt x="30459" y="516801"/>
                </a:lnTo>
                <a:lnTo>
                  <a:pt x="29510" y="512895"/>
                </a:lnTo>
                <a:lnTo>
                  <a:pt x="32255" y="508389"/>
                </a:lnTo>
                <a:lnTo>
                  <a:pt x="28862" y="507158"/>
                </a:lnTo>
                <a:close/>
              </a:path>
              <a:path w="359410" h="557529">
                <a:moveTo>
                  <a:pt x="32255" y="508389"/>
                </a:moveTo>
                <a:lnTo>
                  <a:pt x="29510" y="512895"/>
                </a:lnTo>
                <a:lnTo>
                  <a:pt x="30459" y="516801"/>
                </a:lnTo>
                <a:lnTo>
                  <a:pt x="36449" y="520450"/>
                </a:lnTo>
                <a:lnTo>
                  <a:pt x="40356" y="519501"/>
                </a:lnTo>
                <a:lnTo>
                  <a:pt x="43100" y="514996"/>
                </a:lnTo>
                <a:lnTo>
                  <a:pt x="38344" y="510597"/>
                </a:lnTo>
                <a:lnTo>
                  <a:pt x="32255" y="508389"/>
                </a:lnTo>
                <a:close/>
              </a:path>
              <a:path w="359410" h="557529">
                <a:moveTo>
                  <a:pt x="43100" y="514996"/>
                </a:moveTo>
                <a:lnTo>
                  <a:pt x="40356" y="519501"/>
                </a:lnTo>
                <a:lnTo>
                  <a:pt x="36449" y="520450"/>
                </a:lnTo>
                <a:lnTo>
                  <a:pt x="47129" y="520450"/>
                </a:lnTo>
                <a:lnTo>
                  <a:pt x="45750" y="517445"/>
                </a:lnTo>
                <a:lnTo>
                  <a:pt x="43100" y="514996"/>
                </a:lnTo>
                <a:close/>
              </a:path>
              <a:path w="359410" h="557529">
                <a:moveTo>
                  <a:pt x="56887" y="473417"/>
                </a:moveTo>
                <a:lnTo>
                  <a:pt x="52980" y="474366"/>
                </a:lnTo>
                <a:lnTo>
                  <a:pt x="32255" y="508389"/>
                </a:lnTo>
                <a:lnTo>
                  <a:pt x="38344" y="510597"/>
                </a:lnTo>
                <a:lnTo>
                  <a:pt x="43100" y="514996"/>
                </a:lnTo>
                <a:lnTo>
                  <a:pt x="63825" y="480973"/>
                </a:lnTo>
                <a:lnTo>
                  <a:pt x="62949" y="477362"/>
                </a:lnTo>
                <a:lnTo>
                  <a:pt x="62877" y="477066"/>
                </a:lnTo>
                <a:lnTo>
                  <a:pt x="56887" y="473417"/>
                </a:lnTo>
                <a:close/>
              </a:path>
            </a:pathLst>
          </a:custGeom>
          <a:solidFill>
            <a:srgbClr val="FF0000">
              <a:alpha val="79998"/>
            </a:srgbClr>
          </a:solidFill>
        </p:spPr>
        <p:txBody>
          <a:bodyPr wrap="square" lIns="0" tIns="0" rIns="0" bIns="0" rtlCol="0"/>
          <a:lstStyle/>
          <a:p>
            <a:endParaRPr/>
          </a:p>
        </p:txBody>
      </p:sp>
      <p:grpSp>
        <p:nvGrpSpPr>
          <p:cNvPr id="101" name="object 101"/>
          <p:cNvGrpSpPr/>
          <p:nvPr/>
        </p:nvGrpSpPr>
        <p:grpSpPr>
          <a:xfrm>
            <a:off x="687700" y="5417668"/>
            <a:ext cx="1022985" cy="504190"/>
            <a:chOff x="687700" y="5417668"/>
            <a:chExt cx="1022985" cy="504190"/>
          </a:xfrm>
        </p:grpSpPr>
        <p:sp>
          <p:nvSpPr>
            <p:cNvPr id="102" name="object 102"/>
            <p:cNvSpPr/>
            <p:nvPr/>
          </p:nvSpPr>
          <p:spPr>
            <a:xfrm>
              <a:off x="695637" y="5425606"/>
              <a:ext cx="1007110" cy="488315"/>
            </a:xfrm>
            <a:custGeom>
              <a:avLst/>
              <a:gdLst/>
              <a:ahLst/>
              <a:cxnLst/>
              <a:rect l="l" t="t" r="r" b="b"/>
              <a:pathLst>
                <a:path w="1007110" h="488314">
                  <a:moveTo>
                    <a:pt x="925207" y="0"/>
                  </a:moveTo>
                  <a:lnTo>
                    <a:pt x="81380" y="0"/>
                  </a:lnTo>
                  <a:lnTo>
                    <a:pt x="49703" y="6395"/>
                  </a:lnTo>
                  <a:lnTo>
                    <a:pt x="23835" y="23835"/>
                  </a:lnTo>
                  <a:lnTo>
                    <a:pt x="6395" y="49702"/>
                  </a:lnTo>
                  <a:lnTo>
                    <a:pt x="0" y="81379"/>
                  </a:lnTo>
                  <a:lnTo>
                    <a:pt x="0" y="406893"/>
                  </a:lnTo>
                  <a:lnTo>
                    <a:pt x="6395" y="438570"/>
                  </a:lnTo>
                  <a:lnTo>
                    <a:pt x="23835" y="464437"/>
                  </a:lnTo>
                  <a:lnTo>
                    <a:pt x="49703" y="481878"/>
                  </a:lnTo>
                  <a:lnTo>
                    <a:pt x="81380" y="488273"/>
                  </a:lnTo>
                  <a:lnTo>
                    <a:pt x="925207" y="488273"/>
                  </a:lnTo>
                  <a:lnTo>
                    <a:pt x="956884" y="481878"/>
                  </a:lnTo>
                  <a:lnTo>
                    <a:pt x="982751" y="464437"/>
                  </a:lnTo>
                  <a:lnTo>
                    <a:pt x="1000192" y="438570"/>
                  </a:lnTo>
                  <a:lnTo>
                    <a:pt x="1006587" y="406893"/>
                  </a:lnTo>
                  <a:lnTo>
                    <a:pt x="1006587" y="81379"/>
                  </a:lnTo>
                  <a:lnTo>
                    <a:pt x="1000192" y="49702"/>
                  </a:lnTo>
                  <a:lnTo>
                    <a:pt x="982751" y="23835"/>
                  </a:lnTo>
                  <a:lnTo>
                    <a:pt x="956884" y="6395"/>
                  </a:lnTo>
                  <a:lnTo>
                    <a:pt x="925207" y="0"/>
                  </a:lnTo>
                  <a:close/>
                </a:path>
              </a:pathLst>
            </a:custGeom>
            <a:solidFill>
              <a:srgbClr val="FFFFFF"/>
            </a:solidFill>
          </p:spPr>
          <p:txBody>
            <a:bodyPr wrap="square" lIns="0" tIns="0" rIns="0" bIns="0" rtlCol="0"/>
            <a:lstStyle/>
            <a:p>
              <a:endParaRPr/>
            </a:p>
          </p:txBody>
        </p:sp>
        <p:sp>
          <p:nvSpPr>
            <p:cNvPr id="103" name="object 103"/>
            <p:cNvSpPr/>
            <p:nvPr/>
          </p:nvSpPr>
          <p:spPr>
            <a:xfrm>
              <a:off x="695637" y="5425606"/>
              <a:ext cx="1007110" cy="488315"/>
            </a:xfrm>
            <a:custGeom>
              <a:avLst/>
              <a:gdLst/>
              <a:ahLst/>
              <a:cxnLst/>
              <a:rect l="l" t="t" r="r" b="b"/>
              <a:pathLst>
                <a:path w="1007110" h="488314">
                  <a:moveTo>
                    <a:pt x="0" y="81380"/>
                  </a:moveTo>
                  <a:lnTo>
                    <a:pt x="6395" y="49703"/>
                  </a:lnTo>
                  <a:lnTo>
                    <a:pt x="23835" y="23835"/>
                  </a:lnTo>
                  <a:lnTo>
                    <a:pt x="49703" y="6395"/>
                  </a:lnTo>
                  <a:lnTo>
                    <a:pt x="81380" y="0"/>
                  </a:lnTo>
                  <a:lnTo>
                    <a:pt x="925206" y="0"/>
                  </a:lnTo>
                  <a:lnTo>
                    <a:pt x="956883" y="6395"/>
                  </a:lnTo>
                  <a:lnTo>
                    <a:pt x="982751" y="23835"/>
                  </a:lnTo>
                  <a:lnTo>
                    <a:pt x="1000191" y="49703"/>
                  </a:lnTo>
                  <a:lnTo>
                    <a:pt x="1006587" y="81380"/>
                  </a:lnTo>
                  <a:lnTo>
                    <a:pt x="1006587" y="406893"/>
                  </a:lnTo>
                  <a:lnTo>
                    <a:pt x="1000191" y="438570"/>
                  </a:lnTo>
                  <a:lnTo>
                    <a:pt x="982751" y="464438"/>
                  </a:lnTo>
                  <a:lnTo>
                    <a:pt x="956883" y="481878"/>
                  </a:lnTo>
                  <a:lnTo>
                    <a:pt x="925206" y="488274"/>
                  </a:lnTo>
                  <a:lnTo>
                    <a:pt x="81380" y="488274"/>
                  </a:lnTo>
                  <a:lnTo>
                    <a:pt x="49703" y="481878"/>
                  </a:lnTo>
                  <a:lnTo>
                    <a:pt x="23835" y="464438"/>
                  </a:lnTo>
                  <a:lnTo>
                    <a:pt x="6395" y="438570"/>
                  </a:lnTo>
                  <a:lnTo>
                    <a:pt x="0" y="406893"/>
                  </a:lnTo>
                  <a:lnTo>
                    <a:pt x="0" y="81380"/>
                  </a:lnTo>
                  <a:close/>
                </a:path>
              </a:pathLst>
            </a:custGeom>
            <a:ln w="15875">
              <a:solidFill>
                <a:srgbClr val="2683C6"/>
              </a:solidFill>
            </a:ln>
          </p:spPr>
          <p:txBody>
            <a:bodyPr wrap="square" lIns="0" tIns="0" rIns="0" bIns="0" rtlCol="0"/>
            <a:lstStyle/>
            <a:p>
              <a:endParaRPr/>
            </a:p>
          </p:txBody>
        </p:sp>
      </p:grpSp>
      <p:sp>
        <p:nvSpPr>
          <p:cNvPr id="104" name="object 104"/>
          <p:cNvSpPr txBox="1"/>
          <p:nvPr/>
        </p:nvSpPr>
        <p:spPr>
          <a:xfrm>
            <a:off x="871112" y="5552947"/>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grpSp>
        <p:nvGrpSpPr>
          <p:cNvPr id="105" name="object 105"/>
          <p:cNvGrpSpPr/>
          <p:nvPr/>
        </p:nvGrpSpPr>
        <p:grpSpPr>
          <a:xfrm>
            <a:off x="2035237" y="5510885"/>
            <a:ext cx="1236345" cy="318135"/>
            <a:chOff x="2035237" y="5510885"/>
            <a:chExt cx="1236345" cy="318135"/>
          </a:xfrm>
        </p:grpSpPr>
        <p:sp>
          <p:nvSpPr>
            <p:cNvPr id="106" name="object 106"/>
            <p:cNvSpPr/>
            <p:nvPr/>
          </p:nvSpPr>
          <p:spPr>
            <a:xfrm>
              <a:off x="2043174" y="5518823"/>
              <a:ext cx="1220470" cy="302260"/>
            </a:xfrm>
            <a:custGeom>
              <a:avLst/>
              <a:gdLst/>
              <a:ahLst/>
              <a:cxnLst/>
              <a:rect l="l" t="t" r="r" b="b"/>
              <a:pathLst>
                <a:path w="1220470" h="302260">
                  <a:moveTo>
                    <a:pt x="1170113" y="0"/>
                  </a:moveTo>
                  <a:lnTo>
                    <a:pt x="50308" y="0"/>
                  </a:lnTo>
                  <a:lnTo>
                    <a:pt x="30725" y="3953"/>
                  </a:lnTo>
                  <a:lnTo>
                    <a:pt x="14734" y="14734"/>
                  </a:lnTo>
                  <a:lnTo>
                    <a:pt x="3953" y="30725"/>
                  </a:lnTo>
                  <a:lnTo>
                    <a:pt x="0" y="50307"/>
                  </a:lnTo>
                  <a:lnTo>
                    <a:pt x="0" y="251531"/>
                  </a:lnTo>
                  <a:lnTo>
                    <a:pt x="3953" y="271113"/>
                  </a:lnTo>
                  <a:lnTo>
                    <a:pt x="14734" y="287104"/>
                  </a:lnTo>
                  <a:lnTo>
                    <a:pt x="30725" y="297886"/>
                  </a:lnTo>
                  <a:lnTo>
                    <a:pt x="50308" y="301839"/>
                  </a:lnTo>
                  <a:lnTo>
                    <a:pt x="1170113" y="301839"/>
                  </a:lnTo>
                  <a:lnTo>
                    <a:pt x="1189695" y="297886"/>
                  </a:lnTo>
                  <a:lnTo>
                    <a:pt x="1205686" y="287104"/>
                  </a:lnTo>
                  <a:lnTo>
                    <a:pt x="1216468" y="271113"/>
                  </a:lnTo>
                  <a:lnTo>
                    <a:pt x="1220421" y="251531"/>
                  </a:lnTo>
                  <a:lnTo>
                    <a:pt x="1220421" y="50307"/>
                  </a:lnTo>
                  <a:lnTo>
                    <a:pt x="1216468" y="30725"/>
                  </a:lnTo>
                  <a:lnTo>
                    <a:pt x="1205686" y="14734"/>
                  </a:lnTo>
                  <a:lnTo>
                    <a:pt x="1189695" y="3953"/>
                  </a:lnTo>
                  <a:lnTo>
                    <a:pt x="1170113" y="0"/>
                  </a:lnTo>
                  <a:close/>
                </a:path>
              </a:pathLst>
            </a:custGeom>
            <a:solidFill>
              <a:srgbClr val="FFFFFF"/>
            </a:solidFill>
          </p:spPr>
          <p:txBody>
            <a:bodyPr wrap="square" lIns="0" tIns="0" rIns="0" bIns="0" rtlCol="0"/>
            <a:lstStyle/>
            <a:p>
              <a:endParaRPr/>
            </a:p>
          </p:txBody>
        </p:sp>
        <p:sp>
          <p:nvSpPr>
            <p:cNvPr id="107" name="object 107"/>
            <p:cNvSpPr/>
            <p:nvPr/>
          </p:nvSpPr>
          <p:spPr>
            <a:xfrm>
              <a:off x="2043174" y="5518823"/>
              <a:ext cx="1220470" cy="302260"/>
            </a:xfrm>
            <a:custGeom>
              <a:avLst/>
              <a:gdLst/>
              <a:ahLst/>
              <a:cxnLst/>
              <a:rect l="l" t="t" r="r" b="b"/>
              <a:pathLst>
                <a:path w="1220470" h="302260">
                  <a:moveTo>
                    <a:pt x="0" y="50307"/>
                  </a:moveTo>
                  <a:lnTo>
                    <a:pt x="3953" y="30725"/>
                  </a:lnTo>
                  <a:lnTo>
                    <a:pt x="14734" y="14734"/>
                  </a:lnTo>
                  <a:lnTo>
                    <a:pt x="30725" y="3953"/>
                  </a:lnTo>
                  <a:lnTo>
                    <a:pt x="50307" y="0"/>
                  </a:lnTo>
                  <a:lnTo>
                    <a:pt x="1170113" y="0"/>
                  </a:lnTo>
                  <a:lnTo>
                    <a:pt x="1189695" y="3953"/>
                  </a:lnTo>
                  <a:lnTo>
                    <a:pt x="1205686" y="14734"/>
                  </a:lnTo>
                  <a:lnTo>
                    <a:pt x="1216467" y="30725"/>
                  </a:lnTo>
                  <a:lnTo>
                    <a:pt x="1220421" y="50307"/>
                  </a:lnTo>
                  <a:lnTo>
                    <a:pt x="1220421" y="251532"/>
                  </a:lnTo>
                  <a:lnTo>
                    <a:pt x="1216467" y="271114"/>
                  </a:lnTo>
                  <a:lnTo>
                    <a:pt x="1205686" y="287105"/>
                  </a:lnTo>
                  <a:lnTo>
                    <a:pt x="1189695" y="297886"/>
                  </a:lnTo>
                  <a:lnTo>
                    <a:pt x="1170113"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grpSp>
      <p:sp>
        <p:nvSpPr>
          <p:cNvPr id="108" name="object 108"/>
          <p:cNvSpPr txBox="1"/>
          <p:nvPr/>
        </p:nvSpPr>
        <p:spPr>
          <a:xfrm>
            <a:off x="2169198" y="5552947"/>
            <a:ext cx="96901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BEC</a:t>
            </a:r>
            <a:r>
              <a:rPr sz="1200" spc="-75" dirty="0">
                <a:latin typeface="Corbel"/>
                <a:cs typeface="Corbel"/>
              </a:rPr>
              <a:t> </a:t>
            </a:r>
            <a:r>
              <a:rPr sz="1200" baseline="27777" dirty="0">
                <a:latin typeface="Corbel"/>
                <a:cs typeface="Corbel"/>
              </a:rPr>
              <a:t>[1]</a:t>
            </a:r>
            <a:r>
              <a:rPr sz="1200" spc="112" baseline="27777" dirty="0">
                <a:latin typeface="Corbel"/>
                <a:cs typeface="Corbel"/>
              </a:rPr>
              <a:t> </a:t>
            </a:r>
            <a:r>
              <a:rPr sz="1200" dirty="0">
                <a:latin typeface="Corbel"/>
                <a:cs typeface="Corbel"/>
              </a:rPr>
              <a:t>/</a:t>
            </a:r>
            <a:r>
              <a:rPr sz="1200" spc="-10" dirty="0">
                <a:latin typeface="Corbel"/>
                <a:cs typeface="Corbel"/>
              </a:rPr>
              <a:t> ESC</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grpSp>
        <p:nvGrpSpPr>
          <p:cNvPr id="109" name="object 109"/>
          <p:cNvGrpSpPr/>
          <p:nvPr/>
        </p:nvGrpSpPr>
        <p:grpSpPr>
          <a:xfrm>
            <a:off x="2567933" y="6231049"/>
            <a:ext cx="884555" cy="382905"/>
            <a:chOff x="2567933" y="6231049"/>
            <a:chExt cx="884555" cy="382905"/>
          </a:xfrm>
        </p:grpSpPr>
        <p:sp>
          <p:nvSpPr>
            <p:cNvPr id="110" name="object 110"/>
            <p:cNvSpPr/>
            <p:nvPr/>
          </p:nvSpPr>
          <p:spPr>
            <a:xfrm>
              <a:off x="2575871" y="6238987"/>
              <a:ext cx="868680" cy="367030"/>
            </a:xfrm>
            <a:custGeom>
              <a:avLst/>
              <a:gdLst/>
              <a:ahLst/>
              <a:cxnLst/>
              <a:rect l="l" t="t" r="r" b="b"/>
              <a:pathLst>
                <a:path w="868679" h="367029">
                  <a:moveTo>
                    <a:pt x="807204" y="0"/>
                  </a:moveTo>
                  <a:lnTo>
                    <a:pt x="61067" y="0"/>
                  </a:lnTo>
                  <a:lnTo>
                    <a:pt x="37297" y="4799"/>
                  </a:lnTo>
                  <a:lnTo>
                    <a:pt x="17886" y="17886"/>
                  </a:lnTo>
                  <a:lnTo>
                    <a:pt x="4799" y="37297"/>
                  </a:lnTo>
                  <a:lnTo>
                    <a:pt x="0" y="61068"/>
                  </a:lnTo>
                  <a:lnTo>
                    <a:pt x="0" y="305334"/>
                  </a:lnTo>
                  <a:lnTo>
                    <a:pt x="4799" y="329104"/>
                  </a:lnTo>
                  <a:lnTo>
                    <a:pt x="17886" y="348516"/>
                  </a:lnTo>
                  <a:lnTo>
                    <a:pt x="37297" y="361603"/>
                  </a:lnTo>
                  <a:lnTo>
                    <a:pt x="61067" y="366403"/>
                  </a:lnTo>
                  <a:lnTo>
                    <a:pt x="807204" y="366403"/>
                  </a:lnTo>
                  <a:lnTo>
                    <a:pt x="830974" y="361603"/>
                  </a:lnTo>
                  <a:lnTo>
                    <a:pt x="850386" y="348516"/>
                  </a:lnTo>
                  <a:lnTo>
                    <a:pt x="863473" y="329104"/>
                  </a:lnTo>
                  <a:lnTo>
                    <a:pt x="868272" y="305334"/>
                  </a:lnTo>
                  <a:lnTo>
                    <a:pt x="868272" y="61068"/>
                  </a:lnTo>
                  <a:lnTo>
                    <a:pt x="863473" y="37297"/>
                  </a:lnTo>
                  <a:lnTo>
                    <a:pt x="850386" y="17886"/>
                  </a:lnTo>
                  <a:lnTo>
                    <a:pt x="830974" y="4799"/>
                  </a:lnTo>
                  <a:lnTo>
                    <a:pt x="807204" y="0"/>
                  </a:lnTo>
                  <a:close/>
                </a:path>
              </a:pathLst>
            </a:custGeom>
            <a:solidFill>
              <a:srgbClr val="FFFFFF"/>
            </a:solidFill>
          </p:spPr>
          <p:txBody>
            <a:bodyPr wrap="square" lIns="0" tIns="0" rIns="0" bIns="0" rtlCol="0"/>
            <a:lstStyle/>
            <a:p>
              <a:endParaRPr/>
            </a:p>
          </p:txBody>
        </p:sp>
        <p:sp>
          <p:nvSpPr>
            <p:cNvPr id="111" name="object 111"/>
            <p:cNvSpPr/>
            <p:nvPr/>
          </p:nvSpPr>
          <p:spPr>
            <a:xfrm>
              <a:off x="2575871" y="6238987"/>
              <a:ext cx="868680" cy="367030"/>
            </a:xfrm>
            <a:custGeom>
              <a:avLst/>
              <a:gdLst/>
              <a:ahLst/>
              <a:cxnLst/>
              <a:rect l="l" t="t" r="r" b="b"/>
              <a:pathLst>
                <a:path w="868679"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grpSp>
      <p:sp>
        <p:nvSpPr>
          <p:cNvPr id="112" name="object 112"/>
          <p:cNvSpPr txBox="1"/>
          <p:nvPr/>
        </p:nvSpPr>
        <p:spPr>
          <a:xfrm>
            <a:off x="2667107" y="6214364"/>
            <a:ext cx="685800" cy="397510"/>
          </a:xfrm>
          <a:prstGeom prst="rect">
            <a:avLst/>
          </a:prstGeom>
        </p:spPr>
        <p:txBody>
          <a:bodyPr vert="horz" wrap="square" lIns="0" tIns="12700" rIns="0" bIns="0" rtlCol="0">
            <a:spAutoFit/>
          </a:bodyPr>
          <a:lstStyle/>
          <a:p>
            <a:pPr marL="47625">
              <a:lnSpc>
                <a:spcPct val="100000"/>
              </a:lnSpc>
              <a:spcBef>
                <a:spcPts val="100"/>
              </a:spcBef>
            </a:pPr>
            <a:r>
              <a:rPr sz="1200" dirty="0">
                <a:latin typeface="Corbel"/>
                <a:cs typeface="Corbel"/>
              </a:rPr>
              <a:t>Servo</a:t>
            </a:r>
            <a:r>
              <a:rPr sz="1200" spc="-30"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45"/>
              </a:spcBef>
            </a:pPr>
            <a:r>
              <a:rPr sz="1200" spc="-10" dirty="0">
                <a:latin typeface="Corbel"/>
                <a:cs typeface="Corbel"/>
              </a:rPr>
              <a:t>(Ailerons)</a:t>
            </a:r>
            <a:endParaRPr sz="1200">
              <a:latin typeface="Corbel"/>
              <a:cs typeface="Corbel"/>
            </a:endParaRPr>
          </a:p>
        </p:txBody>
      </p:sp>
      <p:sp>
        <p:nvSpPr>
          <p:cNvPr id="113" name="object 113"/>
          <p:cNvSpPr/>
          <p:nvPr/>
        </p:nvSpPr>
        <p:spPr>
          <a:xfrm>
            <a:off x="3723306" y="6238988"/>
            <a:ext cx="868680" cy="367030"/>
          </a:xfrm>
          <a:custGeom>
            <a:avLst/>
            <a:gdLst/>
            <a:ahLst/>
            <a:cxnLst/>
            <a:rect l="l" t="t" r="r" b="b"/>
            <a:pathLst>
              <a:path w="868679"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sp>
        <p:nvSpPr>
          <p:cNvPr id="114" name="object 114"/>
          <p:cNvSpPr txBox="1"/>
          <p:nvPr/>
        </p:nvSpPr>
        <p:spPr>
          <a:xfrm>
            <a:off x="3811748" y="6214364"/>
            <a:ext cx="690880" cy="397510"/>
          </a:xfrm>
          <a:prstGeom prst="rect">
            <a:avLst/>
          </a:prstGeom>
        </p:spPr>
        <p:txBody>
          <a:bodyPr vert="horz" wrap="square" lIns="0" tIns="12700" rIns="0" bIns="0" rtlCol="0">
            <a:spAutoFit/>
          </a:bodyPr>
          <a:lstStyle/>
          <a:p>
            <a:pPr marL="45085">
              <a:lnSpc>
                <a:spcPct val="100000"/>
              </a:lnSpc>
              <a:spcBef>
                <a:spcPts val="100"/>
              </a:spcBef>
            </a:pPr>
            <a:r>
              <a:rPr sz="1200" dirty="0">
                <a:latin typeface="Corbel"/>
                <a:cs typeface="Corbel"/>
              </a:rPr>
              <a:t>Servo</a:t>
            </a:r>
            <a:r>
              <a:rPr sz="1200" spc="-30"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38100">
              <a:lnSpc>
                <a:spcPct val="100000"/>
              </a:lnSpc>
              <a:spcBef>
                <a:spcPts val="45"/>
              </a:spcBef>
            </a:pPr>
            <a:r>
              <a:rPr sz="1200" spc="-10" dirty="0">
                <a:latin typeface="Corbel"/>
                <a:cs typeface="Corbel"/>
              </a:rPr>
              <a:t>(Elevator)</a:t>
            </a:r>
            <a:endParaRPr sz="1200">
              <a:latin typeface="Corbel"/>
              <a:cs typeface="Corbel"/>
            </a:endParaRPr>
          </a:p>
        </p:txBody>
      </p:sp>
      <p:sp>
        <p:nvSpPr>
          <p:cNvPr id="115" name="object 115"/>
          <p:cNvSpPr/>
          <p:nvPr/>
        </p:nvSpPr>
        <p:spPr>
          <a:xfrm>
            <a:off x="4792557" y="6238987"/>
            <a:ext cx="868680" cy="367030"/>
          </a:xfrm>
          <a:custGeom>
            <a:avLst/>
            <a:gdLst/>
            <a:ahLst/>
            <a:cxnLst/>
            <a:rect l="l" t="t" r="r" b="b"/>
            <a:pathLst>
              <a:path w="868679" h="367029">
                <a:moveTo>
                  <a:pt x="0" y="61068"/>
                </a:moveTo>
                <a:lnTo>
                  <a:pt x="4799" y="37298"/>
                </a:lnTo>
                <a:lnTo>
                  <a:pt x="17886" y="17886"/>
                </a:lnTo>
                <a:lnTo>
                  <a:pt x="37298" y="4799"/>
                </a:lnTo>
                <a:lnTo>
                  <a:pt x="61068" y="0"/>
                </a:lnTo>
                <a:lnTo>
                  <a:pt x="807204" y="0"/>
                </a:lnTo>
                <a:lnTo>
                  <a:pt x="830975" y="4799"/>
                </a:lnTo>
                <a:lnTo>
                  <a:pt x="850386" y="17886"/>
                </a:lnTo>
                <a:lnTo>
                  <a:pt x="863473" y="37298"/>
                </a:lnTo>
                <a:lnTo>
                  <a:pt x="868273" y="61068"/>
                </a:lnTo>
                <a:lnTo>
                  <a:pt x="868273" y="305334"/>
                </a:lnTo>
                <a:lnTo>
                  <a:pt x="863473" y="329104"/>
                </a:lnTo>
                <a:lnTo>
                  <a:pt x="850386" y="348516"/>
                </a:lnTo>
                <a:lnTo>
                  <a:pt x="830975" y="361603"/>
                </a:lnTo>
                <a:lnTo>
                  <a:pt x="807204" y="366403"/>
                </a:lnTo>
                <a:lnTo>
                  <a:pt x="61068" y="366403"/>
                </a:lnTo>
                <a:lnTo>
                  <a:pt x="37298" y="361603"/>
                </a:lnTo>
                <a:lnTo>
                  <a:pt x="17886" y="348516"/>
                </a:lnTo>
                <a:lnTo>
                  <a:pt x="4799" y="329104"/>
                </a:lnTo>
                <a:lnTo>
                  <a:pt x="0" y="305334"/>
                </a:lnTo>
                <a:lnTo>
                  <a:pt x="0" y="61068"/>
                </a:lnTo>
                <a:close/>
              </a:path>
            </a:pathLst>
          </a:custGeom>
          <a:ln w="15875">
            <a:solidFill>
              <a:srgbClr val="2683C6"/>
            </a:solidFill>
          </a:ln>
        </p:spPr>
        <p:txBody>
          <a:bodyPr wrap="square" lIns="0" tIns="0" rIns="0" bIns="0" rtlCol="0"/>
          <a:lstStyle/>
          <a:p>
            <a:endParaRPr/>
          </a:p>
        </p:txBody>
      </p:sp>
      <p:sp>
        <p:nvSpPr>
          <p:cNvPr id="116" name="object 116"/>
          <p:cNvSpPr txBox="1"/>
          <p:nvPr/>
        </p:nvSpPr>
        <p:spPr>
          <a:xfrm>
            <a:off x="4892523" y="6214364"/>
            <a:ext cx="669290" cy="397510"/>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Servo</a:t>
            </a:r>
            <a:r>
              <a:rPr sz="1200" spc="-20" dirty="0">
                <a:latin typeface="Corbel"/>
                <a:cs typeface="Corbel"/>
              </a:rPr>
              <a:t> 3</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marL="59690">
              <a:lnSpc>
                <a:spcPct val="100000"/>
              </a:lnSpc>
              <a:spcBef>
                <a:spcPts val="45"/>
              </a:spcBef>
            </a:pPr>
            <a:r>
              <a:rPr sz="1200" spc="-10" dirty="0">
                <a:latin typeface="Corbel"/>
                <a:cs typeface="Corbel"/>
              </a:rPr>
              <a:t>(Rudder)</a:t>
            </a:r>
            <a:endParaRPr sz="1200">
              <a:latin typeface="Corbel"/>
              <a:cs typeface="Corbel"/>
            </a:endParaRPr>
          </a:p>
        </p:txBody>
      </p:sp>
      <p:sp>
        <p:nvSpPr>
          <p:cNvPr id="117" name="object 117"/>
          <p:cNvSpPr/>
          <p:nvPr/>
        </p:nvSpPr>
        <p:spPr>
          <a:xfrm>
            <a:off x="3547233" y="4974842"/>
            <a:ext cx="1220470" cy="1045210"/>
          </a:xfrm>
          <a:custGeom>
            <a:avLst/>
            <a:gdLst/>
            <a:ahLst/>
            <a:cxnLst/>
            <a:rect l="l" t="t" r="r" b="b"/>
            <a:pathLst>
              <a:path w="1220470" h="1045210">
                <a:moveTo>
                  <a:pt x="0" y="174204"/>
                </a:moveTo>
                <a:lnTo>
                  <a:pt x="6222" y="127894"/>
                </a:lnTo>
                <a:lnTo>
                  <a:pt x="23784" y="86280"/>
                </a:lnTo>
                <a:lnTo>
                  <a:pt x="51023" y="51023"/>
                </a:lnTo>
                <a:lnTo>
                  <a:pt x="86280" y="23784"/>
                </a:lnTo>
                <a:lnTo>
                  <a:pt x="127894" y="6222"/>
                </a:lnTo>
                <a:lnTo>
                  <a:pt x="174204" y="0"/>
                </a:lnTo>
                <a:lnTo>
                  <a:pt x="1046215" y="0"/>
                </a:lnTo>
                <a:lnTo>
                  <a:pt x="1092525" y="6222"/>
                </a:lnTo>
                <a:lnTo>
                  <a:pt x="1134139" y="23784"/>
                </a:lnTo>
                <a:lnTo>
                  <a:pt x="1169396" y="51023"/>
                </a:lnTo>
                <a:lnTo>
                  <a:pt x="1196635" y="86280"/>
                </a:lnTo>
                <a:lnTo>
                  <a:pt x="1214197" y="127894"/>
                </a:lnTo>
                <a:lnTo>
                  <a:pt x="1220420" y="174204"/>
                </a:lnTo>
                <a:lnTo>
                  <a:pt x="1220420" y="871000"/>
                </a:lnTo>
                <a:lnTo>
                  <a:pt x="1214197" y="917310"/>
                </a:lnTo>
                <a:lnTo>
                  <a:pt x="1196635" y="958924"/>
                </a:lnTo>
                <a:lnTo>
                  <a:pt x="1169396" y="994181"/>
                </a:lnTo>
                <a:lnTo>
                  <a:pt x="1134139" y="1021420"/>
                </a:lnTo>
                <a:lnTo>
                  <a:pt x="1092525" y="1038982"/>
                </a:lnTo>
                <a:lnTo>
                  <a:pt x="1046215" y="1045205"/>
                </a:lnTo>
                <a:lnTo>
                  <a:pt x="174204" y="1045205"/>
                </a:lnTo>
                <a:lnTo>
                  <a:pt x="127894" y="1038982"/>
                </a:lnTo>
                <a:lnTo>
                  <a:pt x="86280" y="1021420"/>
                </a:lnTo>
                <a:lnTo>
                  <a:pt x="51023" y="994181"/>
                </a:lnTo>
                <a:lnTo>
                  <a:pt x="23784" y="958924"/>
                </a:lnTo>
                <a:lnTo>
                  <a:pt x="6222" y="917310"/>
                </a:lnTo>
                <a:lnTo>
                  <a:pt x="0" y="871000"/>
                </a:lnTo>
                <a:lnTo>
                  <a:pt x="0" y="174204"/>
                </a:lnTo>
                <a:close/>
              </a:path>
            </a:pathLst>
          </a:custGeom>
          <a:ln w="15875">
            <a:solidFill>
              <a:srgbClr val="2683C6"/>
            </a:solidFill>
          </a:ln>
        </p:spPr>
        <p:txBody>
          <a:bodyPr wrap="square" lIns="0" tIns="0" rIns="0" bIns="0" rtlCol="0"/>
          <a:lstStyle/>
          <a:p>
            <a:endParaRPr/>
          </a:p>
        </p:txBody>
      </p:sp>
      <p:sp>
        <p:nvSpPr>
          <p:cNvPr id="118" name="object 118"/>
          <p:cNvSpPr txBox="1"/>
          <p:nvPr/>
        </p:nvSpPr>
        <p:spPr>
          <a:xfrm>
            <a:off x="3781903" y="5046979"/>
            <a:ext cx="75184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p:txBody>
      </p:sp>
      <p:grpSp>
        <p:nvGrpSpPr>
          <p:cNvPr id="119" name="object 119"/>
          <p:cNvGrpSpPr/>
          <p:nvPr/>
        </p:nvGrpSpPr>
        <p:grpSpPr>
          <a:xfrm>
            <a:off x="2211311" y="4997711"/>
            <a:ext cx="884555" cy="318135"/>
            <a:chOff x="2211311" y="4997711"/>
            <a:chExt cx="884555" cy="318135"/>
          </a:xfrm>
        </p:grpSpPr>
        <p:sp>
          <p:nvSpPr>
            <p:cNvPr id="120" name="object 120"/>
            <p:cNvSpPr/>
            <p:nvPr/>
          </p:nvSpPr>
          <p:spPr>
            <a:xfrm>
              <a:off x="2219248" y="5005649"/>
              <a:ext cx="868680" cy="302260"/>
            </a:xfrm>
            <a:custGeom>
              <a:avLst/>
              <a:gdLst/>
              <a:ahLst/>
              <a:cxnLst/>
              <a:rect l="l" t="t" r="r" b="b"/>
              <a:pathLst>
                <a:path w="868680" h="302260">
                  <a:moveTo>
                    <a:pt x="817965" y="0"/>
                  </a:moveTo>
                  <a:lnTo>
                    <a:pt x="50307" y="0"/>
                  </a:lnTo>
                  <a:lnTo>
                    <a:pt x="30725" y="3953"/>
                  </a:lnTo>
                  <a:lnTo>
                    <a:pt x="14734" y="14734"/>
                  </a:lnTo>
                  <a:lnTo>
                    <a:pt x="3953" y="30725"/>
                  </a:lnTo>
                  <a:lnTo>
                    <a:pt x="0" y="50307"/>
                  </a:lnTo>
                  <a:lnTo>
                    <a:pt x="0" y="251532"/>
                  </a:lnTo>
                  <a:lnTo>
                    <a:pt x="3953" y="271114"/>
                  </a:lnTo>
                  <a:lnTo>
                    <a:pt x="14734" y="287104"/>
                  </a:lnTo>
                  <a:lnTo>
                    <a:pt x="30725" y="297886"/>
                  </a:lnTo>
                  <a:lnTo>
                    <a:pt x="50307" y="301839"/>
                  </a:lnTo>
                  <a:lnTo>
                    <a:pt x="817965" y="301839"/>
                  </a:lnTo>
                  <a:lnTo>
                    <a:pt x="837547" y="297886"/>
                  </a:lnTo>
                  <a:lnTo>
                    <a:pt x="853538" y="287104"/>
                  </a:lnTo>
                  <a:lnTo>
                    <a:pt x="864320" y="271114"/>
                  </a:lnTo>
                  <a:lnTo>
                    <a:pt x="868273" y="251532"/>
                  </a:lnTo>
                  <a:lnTo>
                    <a:pt x="868273" y="50307"/>
                  </a:lnTo>
                  <a:lnTo>
                    <a:pt x="864320" y="30725"/>
                  </a:lnTo>
                  <a:lnTo>
                    <a:pt x="853538" y="14734"/>
                  </a:lnTo>
                  <a:lnTo>
                    <a:pt x="837547" y="3953"/>
                  </a:lnTo>
                  <a:lnTo>
                    <a:pt x="817965" y="0"/>
                  </a:lnTo>
                  <a:close/>
                </a:path>
              </a:pathLst>
            </a:custGeom>
            <a:solidFill>
              <a:srgbClr val="FFFFFF"/>
            </a:solidFill>
          </p:spPr>
          <p:txBody>
            <a:bodyPr wrap="square" lIns="0" tIns="0" rIns="0" bIns="0" rtlCol="0"/>
            <a:lstStyle/>
            <a:p>
              <a:endParaRPr/>
            </a:p>
          </p:txBody>
        </p:sp>
        <p:sp>
          <p:nvSpPr>
            <p:cNvPr id="121" name="object 121"/>
            <p:cNvSpPr/>
            <p:nvPr/>
          </p:nvSpPr>
          <p:spPr>
            <a:xfrm>
              <a:off x="2219248" y="5005649"/>
              <a:ext cx="868680" cy="302260"/>
            </a:xfrm>
            <a:custGeom>
              <a:avLst/>
              <a:gdLst/>
              <a:ahLst/>
              <a:cxnLst/>
              <a:rect l="l" t="t" r="r" b="b"/>
              <a:pathLst>
                <a:path w="868680" h="302260">
                  <a:moveTo>
                    <a:pt x="0" y="50307"/>
                  </a:moveTo>
                  <a:lnTo>
                    <a:pt x="3953" y="30725"/>
                  </a:lnTo>
                  <a:lnTo>
                    <a:pt x="14734" y="14734"/>
                  </a:lnTo>
                  <a:lnTo>
                    <a:pt x="30725" y="3953"/>
                  </a:lnTo>
                  <a:lnTo>
                    <a:pt x="50307" y="0"/>
                  </a:lnTo>
                  <a:lnTo>
                    <a:pt x="817965" y="0"/>
                  </a:lnTo>
                  <a:lnTo>
                    <a:pt x="837547" y="3953"/>
                  </a:lnTo>
                  <a:lnTo>
                    <a:pt x="853538" y="14734"/>
                  </a:lnTo>
                  <a:lnTo>
                    <a:pt x="864319" y="30725"/>
                  </a:lnTo>
                  <a:lnTo>
                    <a:pt x="868273" y="50307"/>
                  </a:lnTo>
                  <a:lnTo>
                    <a:pt x="868273" y="251532"/>
                  </a:lnTo>
                  <a:lnTo>
                    <a:pt x="864319" y="271114"/>
                  </a:lnTo>
                  <a:lnTo>
                    <a:pt x="853538" y="287105"/>
                  </a:lnTo>
                  <a:lnTo>
                    <a:pt x="837547" y="297886"/>
                  </a:lnTo>
                  <a:lnTo>
                    <a:pt x="817965" y="301840"/>
                  </a:lnTo>
                  <a:lnTo>
                    <a:pt x="50307" y="301840"/>
                  </a:lnTo>
                  <a:lnTo>
                    <a:pt x="30725" y="297886"/>
                  </a:lnTo>
                  <a:lnTo>
                    <a:pt x="14734" y="287105"/>
                  </a:lnTo>
                  <a:lnTo>
                    <a:pt x="3953" y="271114"/>
                  </a:lnTo>
                  <a:lnTo>
                    <a:pt x="0" y="251532"/>
                  </a:lnTo>
                  <a:lnTo>
                    <a:pt x="0" y="50307"/>
                  </a:lnTo>
                  <a:close/>
                </a:path>
              </a:pathLst>
            </a:custGeom>
            <a:ln w="15875">
              <a:solidFill>
                <a:srgbClr val="2683C6"/>
              </a:solidFill>
            </a:ln>
          </p:spPr>
          <p:txBody>
            <a:bodyPr wrap="square" lIns="0" tIns="0" rIns="0" bIns="0" rtlCol="0"/>
            <a:lstStyle/>
            <a:p>
              <a:endParaRPr/>
            </a:p>
          </p:txBody>
        </p:sp>
      </p:grpSp>
      <p:sp>
        <p:nvSpPr>
          <p:cNvPr id="122" name="object 122"/>
          <p:cNvSpPr txBox="1"/>
          <p:nvPr/>
        </p:nvSpPr>
        <p:spPr>
          <a:xfrm>
            <a:off x="2351760" y="5040883"/>
            <a:ext cx="60388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Motor</a:t>
            </a:r>
            <a:r>
              <a:rPr sz="1200" spc="-45" dirty="0">
                <a:latin typeface="Corbel"/>
                <a:cs typeface="Corbel"/>
              </a:rPr>
              <a:t> </a:t>
            </a:r>
            <a:r>
              <a:rPr sz="1200" spc="-37" baseline="27777" dirty="0">
                <a:latin typeface="Corbel"/>
                <a:cs typeface="Corbel"/>
              </a:rPr>
              <a:t>[2]</a:t>
            </a:r>
            <a:endParaRPr sz="1200" baseline="27777">
              <a:latin typeface="Corbel"/>
              <a:cs typeface="Corbel"/>
            </a:endParaRPr>
          </a:p>
        </p:txBody>
      </p:sp>
      <p:grpSp>
        <p:nvGrpSpPr>
          <p:cNvPr id="123" name="object 123"/>
          <p:cNvGrpSpPr/>
          <p:nvPr/>
        </p:nvGrpSpPr>
        <p:grpSpPr>
          <a:xfrm>
            <a:off x="1676825" y="5242514"/>
            <a:ext cx="3575050" cy="1022350"/>
            <a:chOff x="1676825" y="5242514"/>
            <a:chExt cx="3575050" cy="1022350"/>
          </a:xfrm>
        </p:grpSpPr>
        <p:sp>
          <p:nvSpPr>
            <p:cNvPr id="124" name="object 124"/>
            <p:cNvSpPr/>
            <p:nvPr/>
          </p:nvSpPr>
          <p:spPr>
            <a:xfrm>
              <a:off x="1676819" y="5282095"/>
              <a:ext cx="3575050" cy="982344"/>
            </a:xfrm>
            <a:custGeom>
              <a:avLst/>
              <a:gdLst/>
              <a:ahLst/>
              <a:cxnLst/>
              <a:rect l="l" t="t" r="r" b="b"/>
              <a:pathLst>
                <a:path w="3575050" h="982345">
                  <a:moveTo>
                    <a:pt x="391744" y="387654"/>
                  </a:moveTo>
                  <a:lnTo>
                    <a:pt x="390461" y="381304"/>
                  </a:lnTo>
                  <a:lnTo>
                    <a:pt x="389750" y="377774"/>
                  </a:lnTo>
                  <a:lnTo>
                    <a:pt x="384314" y="369697"/>
                  </a:lnTo>
                  <a:lnTo>
                    <a:pt x="376237" y="364248"/>
                  </a:lnTo>
                  <a:lnTo>
                    <a:pt x="366344" y="362254"/>
                  </a:lnTo>
                  <a:lnTo>
                    <a:pt x="356463" y="364248"/>
                  </a:lnTo>
                  <a:lnTo>
                    <a:pt x="348386" y="369697"/>
                  </a:lnTo>
                  <a:lnTo>
                    <a:pt x="342950" y="377774"/>
                  </a:lnTo>
                  <a:lnTo>
                    <a:pt x="342226" y="381304"/>
                  </a:lnTo>
                  <a:lnTo>
                    <a:pt x="49517" y="381304"/>
                  </a:lnTo>
                  <a:lnTo>
                    <a:pt x="48806" y="377774"/>
                  </a:lnTo>
                  <a:lnTo>
                    <a:pt x="43357" y="369697"/>
                  </a:lnTo>
                  <a:lnTo>
                    <a:pt x="35293" y="364248"/>
                  </a:lnTo>
                  <a:lnTo>
                    <a:pt x="25400" y="362254"/>
                  </a:lnTo>
                  <a:lnTo>
                    <a:pt x="15506" y="364248"/>
                  </a:lnTo>
                  <a:lnTo>
                    <a:pt x="7442" y="369697"/>
                  </a:lnTo>
                  <a:lnTo>
                    <a:pt x="1993" y="377774"/>
                  </a:lnTo>
                  <a:lnTo>
                    <a:pt x="0" y="387654"/>
                  </a:lnTo>
                  <a:lnTo>
                    <a:pt x="1993" y="397548"/>
                  </a:lnTo>
                  <a:lnTo>
                    <a:pt x="7442" y="405612"/>
                  </a:lnTo>
                  <a:lnTo>
                    <a:pt x="15519" y="411060"/>
                  </a:lnTo>
                  <a:lnTo>
                    <a:pt x="25400" y="413054"/>
                  </a:lnTo>
                  <a:lnTo>
                    <a:pt x="35280" y="411060"/>
                  </a:lnTo>
                  <a:lnTo>
                    <a:pt x="43357" y="405612"/>
                  </a:lnTo>
                  <a:lnTo>
                    <a:pt x="48806" y="397548"/>
                  </a:lnTo>
                  <a:lnTo>
                    <a:pt x="49517" y="394004"/>
                  </a:lnTo>
                  <a:lnTo>
                    <a:pt x="342226" y="394004"/>
                  </a:lnTo>
                  <a:lnTo>
                    <a:pt x="342950" y="397548"/>
                  </a:lnTo>
                  <a:lnTo>
                    <a:pt x="348386" y="405612"/>
                  </a:lnTo>
                  <a:lnTo>
                    <a:pt x="356463" y="411060"/>
                  </a:lnTo>
                  <a:lnTo>
                    <a:pt x="366344" y="413054"/>
                  </a:lnTo>
                  <a:lnTo>
                    <a:pt x="376237" y="411060"/>
                  </a:lnTo>
                  <a:lnTo>
                    <a:pt x="384314" y="405612"/>
                  </a:lnTo>
                  <a:lnTo>
                    <a:pt x="389750" y="397548"/>
                  </a:lnTo>
                  <a:lnTo>
                    <a:pt x="390461" y="394004"/>
                  </a:lnTo>
                  <a:lnTo>
                    <a:pt x="391744" y="387654"/>
                  </a:lnTo>
                  <a:close/>
                </a:path>
                <a:path w="3575050" h="982345">
                  <a:moveTo>
                    <a:pt x="1001966" y="25400"/>
                  </a:moveTo>
                  <a:lnTo>
                    <a:pt x="976566" y="0"/>
                  </a:lnTo>
                  <a:lnTo>
                    <a:pt x="966673" y="1993"/>
                  </a:lnTo>
                  <a:lnTo>
                    <a:pt x="958596" y="7442"/>
                  </a:lnTo>
                  <a:lnTo>
                    <a:pt x="953160" y="15506"/>
                  </a:lnTo>
                  <a:lnTo>
                    <a:pt x="951166" y="25400"/>
                  </a:lnTo>
                  <a:lnTo>
                    <a:pt x="953160" y="35293"/>
                  </a:lnTo>
                  <a:lnTo>
                    <a:pt x="958596" y="43357"/>
                  </a:lnTo>
                  <a:lnTo>
                    <a:pt x="966673" y="48806"/>
                  </a:lnTo>
                  <a:lnTo>
                    <a:pt x="970216" y="49517"/>
                  </a:lnTo>
                  <a:lnTo>
                    <a:pt x="970216" y="212610"/>
                  </a:lnTo>
                  <a:lnTo>
                    <a:pt x="966673" y="213334"/>
                  </a:lnTo>
                  <a:lnTo>
                    <a:pt x="958596" y="218770"/>
                  </a:lnTo>
                  <a:lnTo>
                    <a:pt x="953160" y="226847"/>
                  </a:lnTo>
                  <a:lnTo>
                    <a:pt x="951166" y="236728"/>
                  </a:lnTo>
                  <a:lnTo>
                    <a:pt x="953160" y="246621"/>
                  </a:lnTo>
                  <a:lnTo>
                    <a:pt x="958596" y="254698"/>
                  </a:lnTo>
                  <a:lnTo>
                    <a:pt x="966673" y="260134"/>
                  </a:lnTo>
                  <a:lnTo>
                    <a:pt x="976566" y="262128"/>
                  </a:lnTo>
                  <a:lnTo>
                    <a:pt x="986447" y="260134"/>
                  </a:lnTo>
                  <a:lnTo>
                    <a:pt x="994524" y="254698"/>
                  </a:lnTo>
                  <a:lnTo>
                    <a:pt x="999959" y="246621"/>
                  </a:lnTo>
                  <a:lnTo>
                    <a:pt x="1000683" y="243078"/>
                  </a:lnTo>
                  <a:lnTo>
                    <a:pt x="1001966" y="236728"/>
                  </a:lnTo>
                  <a:lnTo>
                    <a:pt x="999959" y="226847"/>
                  </a:lnTo>
                  <a:lnTo>
                    <a:pt x="994524" y="218770"/>
                  </a:lnTo>
                  <a:lnTo>
                    <a:pt x="986447" y="213334"/>
                  </a:lnTo>
                  <a:lnTo>
                    <a:pt x="982916" y="212610"/>
                  </a:lnTo>
                  <a:lnTo>
                    <a:pt x="982916" y="211328"/>
                  </a:lnTo>
                  <a:lnTo>
                    <a:pt x="982916" y="50800"/>
                  </a:lnTo>
                  <a:lnTo>
                    <a:pt x="982916" y="49517"/>
                  </a:lnTo>
                  <a:lnTo>
                    <a:pt x="986447" y="48806"/>
                  </a:lnTo>
                  <a:lnTo>
                    <a:pt x="994524" y="43357"/>
                  </a:lnTo>
                  <a:lnTo>
                    <a:pt x="999959" y="35293"/>
                  </a:lnTo>
                  <a:lnTo>
                    <a:pt x="1001966" y="25400"/>
                  </a:lnTo>
                  <a:close/>
                </a:path>
                <a:path w="3575050" h="982345">
                  <a:moveTo>
                    <a:pt x="1895805" y="387654"/>
                  </a:moveTo>
                  <a:lnTo>
                    <a:pt x="1894522" y="381304"/>
                  </a:lnTo>
                  <a:lnTo>
                    <a:pt x="1893811" y="377774"/>
                  </a:lnTo>
                  <a:lnTo>
                    <a:pt x="1888363" y="369697"/>
                  </a:lnTo>
                  <a:lnTo>
                    <a:pt x="1880298" y="364248"/>
                  </a:lnTo>
                  <a:lnTo>
                    <a:pt x="1870405" y="362254"/>
                  </a:lnTo>
                  <a:lnTo>
                    <a:pt x="1860524" y="364248"/>
                  </a:lnTo>
                  <a:lnTo>
                    <a:pt x="1852447" y="369697"/>
                  </a:lnTo>
                  <a:lnTo>
                    <a:pt x="1846999" y="377774"/>
                  </a:lnTo>
                  <a:lnTo>
                    <a:pt x="1846287" y="381304"/>
                  </a:lnTo>
                  <a:lnTo>
                    <a:pt x="1610893" y="381304"/>
                  </a:lnTo>
                  <a:lnTo>
                    <a:pt x="1610169" y="377774"/>
                  </a:lnTo>
                  <a:lnTo>
                    <a:pt x="1604733" y="369697"/>
                  </a:lnTo>
                  <a:lnTo>
                    <a:pt x="1596656" y="364248"/>
                  </a:lnTo>
                  <a:lnTo>
                    <a:pt x="1586776" y="362254"/>
                  </a:lnTo>
                  <a:lnTo>
                    <a:pt x="1576882" y="364248"/>
                  </a:lnTo>
                  <a:lnTo>
                    <a:pt x="1568805" y="369697"/>
                  </a:lnTo>
                  <a:lnTo>
                    <a:pt x="1563370" y="377774"/>
                  </a:lnTo>
                  <a:lnTo>
                    <a:pt x="1561376" y="387654"/>
                  </a:lnTo>
                  <a:lnTo>
                    <a:pt x="1563370" y="397548"/>
                  </a:lnTo>
                  <a:lnTo>
                    <a:pt x="1568818" y="405612"/>
                  </a:lnTo>
                  <a:lnTo>
                    <a:pt x="1576895" y="411060"/>
                  </a:lnTo>
                  <a:lnTo>
                    <a:pt x="1586776" y="413054"/>
                  </a:lnTo>
                  <a:lnTo>
                    <a:pt x="1596656" y="411060"/>
                  </a:lnTo>
                  <a:lnTo>
                    <a:pt x="1604733" y="405612"/>
                  </a:lnTo>
                  <a:lnTo>
                    <a:pt x="1610169" y="397548"/>
                  </a:lnTo>
                  <a:lnTo>
                    <a:pt x="1610893" y="394004"/>
                  </a:lnTo>
                  <a:lnTo>
                    <a:pt x="1846275" y="394004"/>
                  </a:lnTo>
                  <a:lnTo>
                    <a:pt x="1846999" y="397548"/>
                  </a:lnTo>
                  <a:lnTo>
                    <a:pt x="1852447" y="405612"/>
                  </a:lnTo>
                  <a:lnTo>
                    <a:pt x="1860524" y="411060"/>
                  </a:lnTo>
                  <a:lnTo>
                    <a:pt x="1870405" y="413054"/>
                  </a:lnTo>
                  <a:lnTo>
                    <a:pt x="1880298" y="411060"/>
                  </a:lnTo>
                  <a:lnTo>
                    <a:pt x="1888363" y="405612"/>
                  </a:lnTo>
                  <a:lnTo>
                    <a:pt x="1893811" y="397548"/>
                  </a:lnTo>
                  <a:lnTo>
                    <a:pt x="1894522" y="394004"/>
                  </a:lnTo>
                  <a:lnTo>
                    <a:pt x="1895805" y="387654"/>
                  </a:lnTo>
                  <a:close/>
                </a:path>
                <a:path w="3575050" h="982345">
                  <a:moveTo>
                    <a:pt x="3574783" y="951903"/>
                  </a:moveTo>
                  <a:lnTo>
                    <a:pt x="3571062" y="942911"/>
                  </a:lnTo>
                  <a:lnTo>
                    <a:pt x="3564255" y="935951"/>
                  </a:lnTo>
                  <a:lnTo>
                    <a:pt x="3554958" y="932014"/>
                  </a:lnTo>
                  <a:lnTo>
                    <a:pt x="3544811" y="932014"/>
                  </a:lnTo>
                  <a:lnTo>
                    <a:pt x="3535870" y="935697"/>
                  </a:lnTo>
                  <a:lnTo>
                    <a:pt x="3528923" y="942517"/>
                  </a:lnTo>
                  <a:lnTo>
                    <a:pt x="3527514" y="945845"/>
                  </a:lnTo>
                  <a:lnTo>
                    <a:pt x="2505735" y="736625"/>
                  </a:lnTo>
                  <a:lnTo>
                    <a:pt x="2505545" y="735634"/>
                  </a:lnTo>
                  <a:lnTo>
                    <a:pt x="2505570" y="733323"/>
                  </a:lnTo>
                  <a:lnTo>
                    <a:pt x="2505532" y="732967"/>
                  </a:lnTo>
                  <a:lnTo>
                    <a:pt x="2504732" y="731037"/>
                  </a:lnTo>
                  <a:lnTo>
                    <a:pt x="2504478" y="730453"/>
                  </a:lnTo>
                  <a:lnTo>
                    <a:pt x="2504021" y="728078"/>
                  </a:lnTo>
                  <a:lnTo>
                    <a:pt x="2502712" y="726173"/>
                  </a:lnTo>
                  <a:lnTo>
                    <a:pt x="2501811" y="723963"/>
                  </a:lnTo>
                  <a:lnTo>
                    <a:pt x="2499995" y="722109"/>
                  </a:lnTo>
                  <a:lnTo>
                    <a:pt x="2498585" y="720001"/>
                  </a:lnTo>
                  <a:lnTo>
                    <a:pt x="2496667" y="718731"/>
                  </a:lnTo>
                  <a:lnTo>
                    <a:pt x="2495004" y="717016"/>
                  </a:lnTo>
                  <a:lnTo>
                    <a:pt x="2492616" y="715987"/>
                  </a:lnTo>
                  <a:lnTo>
                    <a:pt x="2490508" y="714552"/>
                  </a:lnTo>
                  <a:lnTo>
                    <a:pt x="2488209" y="714095"/>
                  </a:lnTo>
                  <a:lnTo>
                    <a:pt x="2485948" y="713117"/>
                  </a:lnTo>
                  <a:lnTo>
                    <a:pt x="2485796" y="713117"/>
                  </a:lnTo>
                  <a:lnTo>
                    <a:pt x="2483193" y="713079"/>
                  </a:lnTo>
                  <a:lnTo>
                    <a:pt x="2480614" y="712558"/>
                  </a:lnTo>
                  <a:lnTo>
                    <a:pt x="2478011" y="713079"/>
                  </a:lnTo>
                  <a:lnTo>
                    <a:pt x="2475560" y="713079"/>
                  </a:lnTo>
                  <a:lnTo>
                    <a:pt x="2473160" y="714070"/>
                  </a:lnTo>
                  <a:lnTo>
                    <a:pt x="2470734" y="714552"/>
                  </a:lnTo>
                  <a:lnTo>
                    <a:pt x="2468778" y="715873"/>
                  </a:lnTo>
                  <a:lnTo>
                    <a:pt x="2466619" y="716762"/>
                  </a:lnTo>
                  <a:lnTo>
                    <a:pt x="2464714" y="718616"/>
                  </a:lnTo>
                  <a:lnTo>
                    <a:pt x="2462657" y="720001"/>
                  </a:lnTo>
                  <a:lnTo>
                    <a:pt x="2461349" y="721944"/>
                  </a:lnTo>
                  <a:lnTo>
                    <a:pt x="2459672" y="723582"/>
                  </a:lnTo>
                  <a:lnTo>
                    <a:pt x="2458618" y="725982"/>
                  </a:lnTo>
                  <a:lnTo>
                    <a:pt x="2457208" y="728078"/>
                  </a:lnTo>
                  <a:lnTo>
                    <a:pt x="2456738" y="730377"/>
                  </a:lnTo>
                  <a:lnTo>
                    <a:pt x="2455773" y="732637"/>
                  </a:lnTo>
                  <a:lnTo>
                    <a:pt x="2455761" y="732891"/>
                  </a:lnTo>
                  <a:lnTo>
                    <a:pt x="2455735" y="735152"/>
                  </a:lnTo>
                  <a:lnTo>
                    <a:pt x="2455735" y="735342"/>
                  </a:lnTo>
                  <a:lnTo>
                    <a:pt x="2455545" y="736282"/>
                  </a:lnTo>
                  <a:lnTo>
                    <a:pt x="1355686" y="946137"/>
                  </a:lnTo>
                  <a:lnTo>
                    <a:pt x="1354315" y="942797"/>
                  </a:lnTo>
                  <a:lnTo>
                    <a:pt x="1347457" y="935888"/>
                  </a:lnTo>
                  <a:lnTo>
                    <a:pt x="1338503" y="932053"/>
                  </a:lnTo>
                  <a:lnTo>
                    <a:pt x="1328153" y="932053"/>
                  </a:lnTo>
                  <a:lnTo>
                    <a:pt x="1319085" y="935761"/>
                  </a:lnTo>
                  <a:lnTo>
                    <a:pt x="1312176" y="942619"/>
                  </a:lnTo>
                  <a:lnTo>
                    <a:pt x="1308455" y="951318"/>
                  </a:lnTo>
                  <a:lnTo>
                    <a:pt x="1308341" y="951572"/>
                  </a:lnTo>
                  <a:lnTo>
                    <a:pt x="1308227" y="961656"/>
                  </a:lnTo>
                  <a:lnTo>
                    <a:pt x="1312049" y="970991"/>
                  </a:lnTo>
                  <a:lnTo>
                    <a:pt x="1318907" y="977912"/>
                  </a:lnTo>
                  <a:lnTo>
                    <a:pt x="1328115" y="981849"/>
                  </a:lnTo>
                  <a:lnTo>
                    <a:pt x="1337945" y="981849"/>
                  </a:lnTo>
                  <a:lnTo>
                    <a:pt x="1347279" y="978039"/>
                  </a:lnTo>
                  <a:lnTo>
                    <a:pt x="1354188" y="971169"/>
                  </a:lnTo>
                  <a:lnTo>
                    <a:pt x="1357350" y="963790"/>
                  </a:lnTo>
                  <a:lnTo>
                    <a:pt x="1358023" y="962228"/>
                  </a:lnTo>
                  <a:lnTo>
                    <a:pt x="1358061" y="958621"/>
                  </a:lnTo>
                  <a:lnTo>
                    <a:pt x="2457818" y="748779"/>
                  </a:lnTo>
                  <a:lnTo>
                    <a:pt x="2458542" y="749858"/>
                  </a:lnTo>
                  <a:lnTo>
                    <a:pt x="2459418" y="751954"/>
                  </a:lnTo>
                  <a:lnTo>
                    <a:pt x="2461247" y="753846"/>
                  </a:lnTo>
                  <a:lnTo>
                    <a:pt x="2462657" y="755916"/>
                  </a:lnTo>
                  <a:lnTo>
                    <a:pt x="2464612" y="757250"/>
                  </a:lnTo>
                  <a:lnTo>
                    <a:pt x="2466238" y="758901"/>
                  </a:lnTo>
                  <a:lnTo>
                    <a:pt x="2468626" y="759955"/>
                  </a:lnTo>
                  <a:lnTo>
                    <a:pt x="2470734" y="761365"/>
                  </a:lnTo>
                  <a:lnTo>
                    <a:pt x="2472994" y="761822"/>
                  </a:lnTo>
                  <a:lnTo>
                    <a:pt x="2474264" y="762368"/>
                  </a:lnTo>
                  <a:lnTo>
                    <a:pt x="2474264" y="932776"/>
                  </a:lnTo>
                  <a:lnTo>
                    <a:pt x="2470734" y="933500"/>
                  </a:lnTo>
                  <a:lnTo>
                    <a:pt x="2462657" y="938936"/>
                  </a:lnTo>
                  <a:lnTo>
                    <a:pt x="2457208" y="947013"/>
                  </a:lnTo>
                  <a:lnTo>
                    <a:pt x="2455214" y="956894"/>
                  </a:lnTo>
                  <a:lnTo>
                    <a:pt x="2457208" y="966787"/>
                  </a:lnTo>
                  <a:lnTo>
                    <a:pt x="2462657" y="974864"/>
                  </a:lnTo>
                  <a:lnTo>
                    <a:pt x="2470734" y="980300"/>
                  </a:lnTo>
                  <a:lnTo>
                    <a:pt x="2480614" y="982294"/>
                  </a:lnTo>
                  <a:lnTo>
                    <a:pt x="2490508" y="980300"/>
                  </a:lnTo>
                  <a:lnTo>
                    <a:pt x="2498572" y="974864"/>
                  </a:lnTo>
                  <a:lnTo>
                    <a:pt x="2504021" y="966787"/>
                  </a:lnTo>
                  <a:lnTo>
                    <a:pt x="2504732" y="963244"/>
                  </a:lnTo>
                  <a:lnTo>
                    <a:pt x="2506014" y="956894"/>
                  </a:lnTo>
                  <a:lnTo>
                    <a:pt x="2504021" y="947013"/>
                  </a:lnTo>
                  <a:lnTo>
                    <a:pt x="2498572" y="938936"/>
                  </a:lnTo>
                  <a:lnTo>
                    <a:pt x="2490508" y="933500"/>
                  </a:lnTo>
                  <a:lnTo>
                    <a:pt x="2486964" y="932776"/>
                  </a:lnTo>
                  <a:lnTo>
                    <a:pt x="2486964" y="931494"/>
                  </a:lnTo>
                  <a:lnTo>
                    <a:pt x="2486964" y="763358"/>
                  </a:lnTo>
                  <a:lnTo>
                    <a:pt x="2486964" y="762317"/>
                  </a:lnTo>
                  <a:lnTo>
                    <a:pt x="2488082" y="761860"/>
                  </a:lnTo>
                  <a:lnTo>
                    <a:pt x="2490508" y="761365"/>
                  </a:lnTo>
                  <a:lnTo>
                    <a:pt x="2492464" y="760044"/>
                  </a:lnTo>
                  <a:lnTo>
                    <a:pt x="2494610" y="759155"/>
                  </a:lnTo>
                  <a:lnTo>
                    <a:pt x="2496489" y="757326"/>
                  </a:lnTo>
                  <a:lnTo>
                    <a:pt x="2498572" y="755916"/>
                  </a:lnTo>
                  <a:lnTo>
                    <a:pt x="2499868" y="753986"/>
                  </a:lnTo>
                  <a:lnTo>
                    <a:pt x="2501557" y="752335"/>
                  </a:lnTo>
                  <a:lnTo>
                    <a:pt x="2502585" y="749973"/>
                  </a:lnTo>
                  <a:lnTo>
                    <a:pt x="2503195" y="749071"/>
                  </a:lnTo>
                  <a:lnTo>
                    <a:pt x="3524961" y="958278"/>
                  </a:lnTo>
                  <a:lnTo>
                    <a:pt x="3524999" y="961986"/>
                  </a:lnTo>
                  <a:lnTo>
                    <a:pt x="3528669" y="970889"/>
                  </a:lnTo>
                  <a:lnTo>
                    <a:pt x="3535489" y="977849"/>
                  </a:lnTo>
                  <a:lnTo>
                    <a:pt x="3544836" y="981811"/>
                  </a:lnTo>
                  <a:lnTo>
                    <a:pt x="3554857" y="981811"/>
                  </a:lnTo>
                  <a:lnTo>
                    <a:pt x="3563861" y="978090"/>
                  </a:lnTo>
                  <a:lnTo>
                    <a:pt x="3570808" y="971283"/>
                  </a:lnTo>
                  <a:lnTo>
                    <a:pt x="3573970" y="963828"/>
                  </a:lnTo>
                  <a:lnTo>
                    <a:pt x="3574758" y="961986"/>
                  </a:lnTo>
                  <a:lnTo>
                    <a:pt x="3574783" y="951903"/>
                  </a:lnTo>
                  <a:close/>
                </a:path>
              </a:pathLst>
            </a:custGeom>
            <a:solidFill>
              <a:srgbClr val="FF0000">
                <a:alpha val="79998"/>
              </a:srgbClr>
            </a:solidFill>
          </p:spPr>
          <p:txBody>
            <a:bodyPr wrap="square" lIns="0" tIns="0" rIns="0" bIns="0" rtlCol="0"/>
            <a:lstStyle/>
            <a:p>
              <a:endParaRPr/>
            </a:p>
          </p:txBody>
        </p:sp>
        <p:pic>
          <p:nvPicPr>
            <p:cNvPr id="125" name="object 125"/>
            <p:cNvPicPr/>
            <p:nvPr/>
          </p:nvPicPr>
          <p:blipFill>
            <a:blip r:embed="rId5" cstate="print"/>
            <a:stretch>
              <a:fillRect/>
            </a:stretch>
          </p:blipFill>
          <p:spPr>
            <a:xfrm>
              <a:off x="3714229" y="5242514"/>
              <a:ext cx="851016" cy="72494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19529" y="1688994"/>
            <a:ext cx="2676565" cy="1338282"/>
          </a:xfrm>
          <a:prstGeom prst="rect">
            <a:avLst/>
          </a:prstGeom>
        </p:spPr>
      </p:pic>
      <p:pic>
        <p:nvPicPr>
          <p:cNvPr id="3" name="object 3"/>
          <p:cNvPicPr/>
          <p:nvPr/>
        </p:nvPicPr>
        <p:blipFill>
          <a:blip r:embed="rId3" cstate="print"/>
          <a:stretch>
            <a:fillRect/>
          </a:stretch>
        </p:blipFill>
        <p:spPr>
          <a:xfrm>
            <a:off x="914541" y="4661919"/>
            <a:ext cx="4987544" cy="2071136"/>
          </a:xfrm>
          <a:prstGeom prst="rect">
            <a:avLst/>
          </a:prstGeom>
        </p:spPr>
      </p:pic>
      <p:sp>
        <p:nvSpPr>
          <p:cNvPr id="4" name="object 4"/>
          <p:cNvSpPr txBox="1"/>
          <p:nvPr/>
        </p:nvSpPr>
        <p:spPr>
          <a:xfrm>
            <a:off x="1097953" y="5418835"/>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sp>
        <p:nvSpPr>
          <p:cNvPr id="5" name="object 5"/>
          <p:cNvSpPr txBox="1"/>
          <p:nvPr/>
        </p:nvSpPr>
        <p:spPr>
          <a:xfrm>
            <a:off x="2396039" y="5418835"/>
            <a:ext cx="96901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BEC</a:t>
            </a:r>
            <a:r>
              <a:rPr sz="1200" spc="-75" dirty="0">
                <a:latin typeface="Corbel"/>
                <a:cs typeface="Corbel"/>
              </a:rPr>
              <a:t> </a:t>
            </a:r>
            <a:r>
              <a:rPr sz="1200" baseline="27777" dirty="0">
                <a:latin typeface="Corbel"/>
                <a:cs typeface="Corbel"/>
              </a:rPr>
              <a:t>[1]</a:t>
            </a:r>
            <a:r>
              <a:rPr sz="1200" spc="112" baseline="27777" dirty="0">
                <a:latin typeface="Corbel"/>
                <a:cs typeface="Corbel"/>
              </a:rPr>
              <a:t> </a:t>
            </a:r>
            <a:r>
              <a:rPr sz="1200" dirty="0">
                <a:latin typeface="Corbel"/>
                <a:cs typeface="Corbel"/>
              </a:rPr>
              <a:t>/</a:t>
            </a:r>
            <a:r>
              <a:rPr sz="1200" spc="-10" dirty="0">
                <a:latin typeface="Corbel"/>
                <a:cs typeface="Corbel"/>
              </a:rPr>
              <a:t> ESC</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6" name="object 6"/>
          <p:cNvSpPr txBox="1"/>
          <p:nvPr/>
        </p:nvSpPr>
        <p:spPr>
          <a:xfrm>
            <a:off x="3996997" y="5370067"/>
            <a:ext cx="374015"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FC</a:t>
            </a:r>
            <a:r>
              <a:rPr sz="1800" spc="-97" baseline="-18518" dirty="0">
                <a:latin typeface="Corbel"/>
                <a:cs typeface="Corbel"/>
              </a:rPr>
              <a:t> </a:t>
            </a:r>
            <a:r>
              <a:rPr sz="800" spc="-25" dirty="0">
                <a:latin typeface="Corbel"/>
                <a:cs typeface="Corbel"/>
              </a:rPr>
              <a:t>[3]</a:t>
            </a:r>
            <a:endParaRPr sz="800">
              <a:latin typeface="Corbel"/>
              <a:cs typeface="Corbel"/>
            </a:endParaRPr>
          </a:p>
        </p:txBody>
      </p:sp>
      <p:sp>
        <p:nvSpPr>
          <p:cNvPr id="7" name="object 7"/>
          <p:cNvSpPr txBox="1"/>
          <p:nvPr/>
        </p:nvSpPr>
        <p:spPr>
          <a:xfrm>
            <a:off x="2207174" y="6219444"/>
            <a:ext cx="667385" cy="363220"/>
          </a:xfrm>
          <a:prstGeom prst="rect">
            <a:avLst/>
          </a:prstGeom>
        </p:spPr>
        <p:txBody>
          <a:bodyPr vert="horz" wrap="square" lIns="0" tIns="22860" rIns="0" bIns="0" rtlCol="0">
            <a:spAutoFit/>
          </a:bodyPr>
          <a:lstStyle/>
          <a:p>
            <a:pPr marL="38100">
              <a:lnSpc>
                <a:spcPct val="100000"/>
              </a:lnSpc>
              <a:spcBef>
                <a:spcPts val="180"/>
              </a:spcBef>
            </a:pPr>
            <a:r>
              <a:rPr sz="1200" dirty="0">
                <a:latin typeface="Corbel"/>
                <a:cs typeface="Corbel"/>
              </a:rPr>
              <a:t>Servo</a:t>
            </a:r>
            <a:r>
              <a:rPr sz="1200" spc="-30"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50800">
              <a:lnSpc>
                <a:spcPct val="100000"/>
              </a:lnSpc>
              <a:spcBef>
                <a:spcPts val="60"/>
              </a:spcBef>
            </a:pPr>
            <a:r>
              <a:rPr sz="900" dirty="0">
                <a:latin typeface="Corbel"/>
                <a:cs typeface="Corbel"/>
              </a:rPr>
              <a:t>(Main</a:t>
            </a:r>
            <a:r>
              <a:rPr sz="900" spc="-30" dirty="0">
                <a:latin typeface="Corbel"/>
                <a:cs typeface="Corbel"/>
              </a:rPr>
              <a:t> </a:t>
            </a:r>
            <a:r>
              <a:rPr sz="900" spc="-10" dirty="0">
                <a:latin typeface="Corbel"/>
                <a:cs typeface="Corbel"/>
              </a:rPr>
              <a:t>rotor)</a:t>
            </a:r>
            <a:endParaRPr sz="900">
              <a:latin typeface="Corbel"/>
              <a:cs typeface="Corbel"/>
            </a:endParaRPr>
          </a:p>
        </p:txBody>
      </p:sp>
      <p:sp>
        <p:nvSpPr>
          <p:cNvPr id="8" name="object 8"/>
          <p:cNvSpPr txBox="1"/>
          <p:nvPr/>
        </p:nvSpPr>
        <p:spPr>
          <a:xfrm>
            <a:off x="3176203" y="6216396"/>
            <a:ext cx="676910" cy="363220"/>
          </a:xfrm>
          <a:prstGeom prst="rect">
            <a:avLst/>
          </a:prstGeom>
        </p:spPr>
        <p:txBody>
          <a:bodyPr vert="horz" wrap="square" lIns="0" tIns="22860" rIns="0" bIns="0" rtlCol="0">
            <a:spAutoFit/>
          </a:bodyPr>
          <a:lstStyle/>
          <a:p>
            <a:pPr marL="38100">
              <a:lnSpc>
                <a:spcPct val="100000"/>
              </a:lnSpc>
              <a:spcBef>
                <a:spcPts val="180"/>
              </a:spcBef>
            </a:pPr>
            <a:r>
              <a:rPr sz="1200" dirty="0">
                <a:latin typeface="Corbel"/>
                <a:cs typeface="Corbel"/>
              </a:rPr>
              <a:t>Servo</a:t>
            </a:r>
            <a:r>
              <a:rPr sz="1200" spc="-30"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55244">
              <a:lnSpc>
                <a:spcPct val="100000"/>
              </a:lnSpc>
              <a:spcBef>
                <a:spcPts val="60"/>
              </a:spcBef>
            </a:pPr>
            <a:r>
              <a:rPr sz="900" dirty="0">
                <a:latin typeface="Corbel"/>
                <a:cs typeface="Corbel"/>
              </a:rPr>
              <a:t>(Main</a:t>
            </a:r>
            <a:r>
              <a:rPr sz="900" spc="-30" dirty="0">
                <a:latin typeface="Corbel"/>
                <a:cs typeface="Corbel"/>
              </a:rPr>
              <a:t> </a:t>
            </a:r>
            <a:r>
              <a:rPr sz="900" spc="-10" dirty="0">
                <a:latin typeface="Corbel"/>
                <a:cs typeface="Corbel"/>
              </a:rPr>
              <a:t>rotor)</a:t>
            </a:r>
            <a:endParaRPr sz="900">
              <a:latin typeface="Corbel"/>
              <a:cs typeface="Corbel"/>
            </a:endParaRPr>
          </a:p>
        </p:txBody>
      </p:sp>
      <p:sp>
        <p:nvSpPr>
          <p:cNvPr id="9" name="object 9"/>
          <p:cNvSpPr txBox="1"/>
          <p:nvPr/>
        </p:nvSpPr>
        <p:spPr>
          <a:xfrm>
            <a:off x="4144719" y="6216396"/>
            <a:ext cx="669290" cy="363220"/>
          </a:xfrm>
          <a:prstGeom prst="rect">
            <a:avLst/>
          </a:prstGeom>
        </p:spPr>
        <p:txBody>
          <a:bodyPr vert="horz" wrap="square" lIns="0" tIns="22860" rIns="0" bIns="0" rtlCol="0">
            <a:spAutoFit/>
          </a:bodyPr>
          <a:lstStyle/>
          <a:p>
            <a:pPr marL="38100">
              <a:lnSpc>
                <a:spcPct val="100000"/>
              </a:lnSpc>
              <a:spcBef>
                <a:spcPts val="180"/>
              </a:spcBef>
            </a:pPr>
            <a:r>
              <a:rPr sz="1200" dirty="0">
                <a:latin typeface="Corbel"/>
                <a:cs typeface="Corbel"/>
              </a:rPr>
              <a:t>Servo</a:t>
            </a:r>
            <a:r>
              <a:rPr sz="1200" spc="-20" dirty="0">
                <a:latin typeface="Corbel"/>
                <a:cs typeface="Corbel"/>
              </a:rPr>
              <a:t> 3</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marL="51435">
              <a:lnSpc>
                <a:spcPct val="100000"/>
              </a:lnSpc>
              <a:spcBef>
                <a:spcPts val="60"/>
              </a:spcBef>
            </a:pPr>
            <a:r>
              <a:rPr sz="900" dirty="0">
                <a:latin typeface="Corbel"/>
                <a:cs typeface="Corbel"/>
              </a:rPr>
              <a:t>(Main</a:t>
            </a:r>
            <a:r>
              <a:rPr sz="900" spc="-30" dirty="0">
                <a:latin typeface="Corbel"/>
                <a:cs typeface="Corbel"/>
              </a:rPr>
              <a:t> </a:t>
            </a:r>
            <a:r>
              <a:rPr sz="900" spc="-10" dirty="0">
                <a:latin typeface="Corbel"/>
                <a:cs typeface="Corbel"/>
              </a:rPr>
              <a:t>rotor)</a:t>
            </a:r>
            <a:endParaRPr sz="900">
              <a:latin typeface="Corbel"/>
              <a:cs typeface="Corbel"/>
            </a:endParaRPr>
          </a:p>
        </p:txBody>
      </p:sp>
      <p:sp>
        <p:nvSpPr>
          <p:cNvPr id="10" name="object 10"/>
          <p:cNvSpPr txBox="1"/>
          <p:nvPr/>
        </p:nvSpPr>
        <p:spPr>
          <a:xfrm>
            <a:off x="3807989" y="4702555"/>
            <a:ext cx="75184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p:txBody>
      </p:sp>
      <p:sp>
        <p:nvSpPr>
          <p:cNvPr id="11" name="object 11"/>
          <p:cNvSpPr txBox="1"/>
          <p:nvPr/>
        </p:nvSpPr>
        <p:spPr>
          <a:xfrm>
            <a:off x="2578601" y="4702555"/>
            <a:ext cx="60388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Motor</a:t>
            </a:r>
            <a:r>
              <a:rPr sz="1200" spc="-4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2" name="object 12"/>
          <p:cNvSpPr/>
          <p:nvPr/>
        </p:nvSpPr>
        <p:spPr>
          <a:xfrm>
            <a:off x="7501267" y="2433513"/>
            <a:ext cx="842010" cy="146685"/>
          </a:xfrm>
          <a:custGeom>
            <a:avLst/>
            <a:gdLst/>
            <a:ahLst/>
            <a:cxnLst/>
            <a:rect l="l" t="t" r="r" b="b"/>
            <a:pathLst>
              <a:path w="842009" h="146685">
                <a:moveTo>
                  <a:pt x="765457" y="114830"/>
                </a:moveTo>
                <a:lnTo>
                  <a:pt x="761343" y="146315"/>
                </a:lnTo>
                <a:lnTo>
                  <a:pt x="841838" y="118412"/>
                </a:lnTo>
                <a:lnTo>
                  <a:pt x="839645" y="116932"/>
                </a:lnTo>
                <a:lnTo>
                  <a:pt x="781527" y="116932"/>
                </a:lnTo>
                <a:lnTo>
                  <a:pt x="765457" y="114830"/>
                </a:lnTo>
                <a:close/>
              </a:path>
              <a:path w="842009" h="146685">
                <a:moveTo>
                  <a:pt x="767103" y="102241"/>
                </a:moveTo>
                <a:lnTo>
                  <a:pt x="765503" y="114482"/>
                </a:lnTo>
                <a:lnTo>
                  <a:pt x="765457" y="114830"/>
                </a:lnTo>
                <a:lnTo>
                  <a:pt x="781527" y="116932"/>
                </a:lnTo>
                <a:lnTo>
                  <a:pt x="784715" y="114482"/>
                </a:lnTo>
                <a:lnTo>
                  <a:pt x="785624" y="107527"/>
                </a:lnTo>
                <a:lnTo>
                  <a:pt x="783173" y="104340"/>
                </a:lnTo>
                <a:lnTo>
                  <a:pt x="767103" y="102241"/>
                </a:lnTo>
                <a:close/>
              </a:path>
              <a:path w="842009" h="146685">
                <a:moveTo>
                  <a:pt x="771217" y="70758"/>
                </a:moveTo>
                <a:lnTo>
                  <a:pt x="767103" y="102241"/>
                </a:lnTo>
                <a:lnTo>
                  <a:pt x="783173" y="104340"/>
                </a:lnTo>
                <a:lnTo>
                  <a:pt x="785624" y="107527"/>
                </a:lnTo>
                <a:lnTo>
                  <a:pt x="784715" y="114482"/>
                </a:lnTo>
                <a:lnTo>
                  <a:pt x="781527" y="116932"/>
                </a:lnTo>
                <a:lnTo>
                  <a:pt x="839645" y="116932"/>
                </a:lnTo>
                <a:lnTo>
                  <a:pt x="771217" y="70758"/>
                </a:lnTo>
                <a:close/>
              </a:path>
              <a:path w="842009" h="146685">
                <a:moveTo>
                  <a:pt x="74930" y="31821"/>
                </a:moveTo>
                <a:lnTo>
                  <a:pt x="76170" y="38026"/>
                </a:lnTo>
                <a:lnTo>
                  <a:pt x="76200" y="38173"/>
                </a:lnTo>
                <a:lnTo>
                  <a:pt x="74905" y="44521"/>
                </a:lnTo>
                <a:lnTo>
                  <a:pt x="230191" y="44820"/>
                </a:lnTo>
                <a:lnTo>
                  <a:pt x="765457" y="114830"/>
                </a:lnTo>
                <a:lnTo>
                  <a:pt x="767103" y="102241"/>
                </a:lnTo>
                <a:lnTo>
                  <a:pt x="230216" y="32120"/>
                </a:lnTo>
                <a:lnTo>
                  <a:pt x="74930" y="31821"/>
                </a:lnTo>
                <a:close/>
              </a:path>
              <a:path w="842009" h="146685">
                <a:moveTo>
                  <a:pt x="38173" y="0"/>
                </a:moveTo>
                <a:lnTo>
                  <a:pt x="23051" y="3022"/>
                </a:lnTo>
                <a:lnTo>
                  <a:pt x="23252" y="3022"/>
                </a:lnTo>
                <a:lnTo>
                  <a:pt x="11141" y="11211"/>
                </a:lnTo>
                <a:lnTo>
                  <a:pt x="3022" y="23201"/>
                </a:lnTo>
                <a:lnTo>
                  <a:pt x="0" y="38026"/>
                </a:lnTo>
                <a:lnTo>
                  <a:pt x="2965" y="52862"/>
                </a:lnTo>
                <a:lnTo>
                  <a:pt x="11261" y="65092"/>
                </a:lnTo>
                <a:lnTo>
                  <a:pt x="23286" y="73234"/>
                </a:lnTo>
                <a:lnTo>
                  <a:pt x="23483" y="73234"/>
                </a:lnTo>
                <a:lnTo>
                  <a:pt x="38026" y="76200"/>
                </a:lnTo>
                <a:lnTo>
                  <a:pt x="73177" y="52997"/>
                </a:lnTo>
                <a:lnTo>
                  <a:pt x="74905" y="44521"/>
                </a:lnTo>
                <a:lnTo>
                  <a:pt x="34657" y="44521"/>
                </a:lnTo>
                <a:lnTo>
                  <a:pt x="31743" y="41595"/>
                </a:lnTo>
                <a:lnTo>
                  <a:pt x="31757" y="34580"/>
                </a:lnTo>
                <a:lnTo>
                  <a:pt x="34528" y="31821"/>
                </a:lnTo>
                <a:lnTo>
                  <a:pt x="74930" y="31821"/>
                </a:lnTo>
                <a:lnTo>
                  <a:pt x="73234" y="23337"/>
                </a:lnTo>
                <a:lnTo>
                  <a:pt x="65093" y="11211"/>
                </a:lnTo>
                <a:lnTo>
                  <a:pt x="52998" y="3022"/>
                </a:lnTo>
                <a:lnTo>
                  <a:pt x="38173" y="0"/>
                </a:lnTo>
                <a:close/>
              </a:path>
              <a:path w="842009" h="146685">
                <a:moveTo>
                  <a:pt x="74930" y="31821"/>
                </a:moveTo>
                <a:lnTo>
                  <a:pt x="34528" y="31821"/>
                </a:lnTo>
                <a:lnTo>
                  <a:pt x="31757" y="34580"/>
                </a:lnTo>
                <a:lnTo>
                  <a:pt x="31743" y="41595"/>
                </a:lnTo>
                <a:lnTo>
                  <a:pt x="34657" y="44521"/>
                </a:lnTo>
                <a:lnTo>
                  <a:pt x="74905" y="44521"/>
                </a:lnTo>
                <a:lnTo>
                  <a:pt x="76200" y="38173"/>
                </a:lnTo>
                <a:lnTo>
                  <a:pt x="74990" y="32120"/>
                </a:lnTo>
                <a:lnTo>
                  <a:pt x="74930" y="31821"/>
                </a:lnTo>
                <a:close/>
              </a:path>
            </a:pathLst>
          </a:custGeom>
          <a:solidFill>
            <a:srgbClr val="7F7F7F"/>
          </a:solidFill>
        </p:spPr>
        <p:txBody>
          <a:bodyPr wrap="square" lIns="0" tIns="0" rIns="0" bIns="0" rtlCol="0"/>
          <a:lstStyle/>
          <a:p>
            <a:endParaRPr/>
          </a:p>
        </p:txBody>
      </p:sp>
      <p:sp>
        <p:nvSpPr>
          <p:cNvPr id="13" name="object 13"/>
          <p:cNvSpPr txBox="1"/>
          <p:nvPr/>
        </p:nvSpPr>
        <p:spPr>
          <a:xfrm>
            <a:off x="6311899" y="2380527"/>
            <a:ext cx="1217295" cy="488315"/>
          </a:xfrm>
          <a:prstGeom prst="rect">
            <a:avLst/>
          </a:prstGeom>
          <a:ln w="12700">
            <a:solidFill>
              <a:srgbClr val="7F7F7F"/>
            </a:solidFill>
          </a:ln>
        </p:spPr>
        <p:txBody>
          <a:bodyPr vert="horz" wrap="square" lIns="0" tIns="80010" rIns="0" bIns="0" rtlCol="0">
            <a:spAutoFit/>
          </a:bodyPr>
          <a:lstStyle/>
          <a:p>
            <a:pPr marL="91440">
              <a:lnSpc>
                <a:spcPct val="100000"/>
              </a:lnSpc>
              <a:spcBef>
                <a:spcPts val="630"/>
              </a:spcBef>
            </a:pPr>
            <a:r>
              <a:rPr sz="1000" spc="-10" dirty="0">
                <a:solidFill>
                  <a:srgbClr val="595959"/>
                </a:solidFill>
                <a:latin typeface="Corbel"/>
                <a:cs typeface="Corbel"/>
              </a:rPr>
              <a:t>Payload</a:t>
            </a:r>
            <a:endParaRPr sz="1000">
              <a:latin typeface="Corbel"/>
              <a:cs typeface="Corbel"/>
            </a:endParaRPr>
          </a:p>
          <a:p>
            <a:pPr marL="91440">
              <a:lnSpc>
                <a:spcPct val="100000"/>
              </a:lnSpc>
            </a:pPr>
            <a:r>
              <a:rPr sz="1000" dirty="0">
                <a:solidFill>
                  <a:srgbClr val="595959"/>
                </a:solidFill>
                <a:latin typeface="Corbel"/>
                <a:cs typeface="Corbel"/>
              </a:rPr>
              <a:t>(Gimbal</a:t>
            </a:r>
            <a:r>
              <a:rPr sz="1000" spc="-20" dirty="0">
                <a:solidFill>
                  <a:srgbClr val="595959"/>
                </a:solidFill>
                <a:latin typeface="Corbel"/>
                <a:cs typeface="Corbel"/>
              </a:rPr>
              <a:t> </a:t>
            </a:r>
            <a:r>
              <a:rPr sz="1000" dirty="0">
                <a:solidFill>
                  <a:srgbClr val="595959"/>
                </a:solidFill>
                <a:latin typeface="Corbel"/>
                <a:cs typeface="Corbel"/>
              </a:rPr>
              <a:t>&amp;</a:t>
            </a:r>
            <a:r>
              <a:rPr sz="1000" spc="-15" dirty="0">
                <a:solidFill>
                  <a:srgbClr val="595959"/>
                </a:solidFill>
                <a:latin typeface="Corbel"/>
                <a:cs typeface="Corbel"/>
              </a:rPr>
              <a:t> </a:t>
            </a:r>
            <a:r>
              <a:rPr sz="1000" spc="-10" dirty="0">
                <a:solidFill>
                  <a:srgbClr val="595959"/>
                </a:solidFill>
                <a:latin typeface="Corbel"/>
                <a:cs typeface="Corbel"/>
              </a:rPr>
              <a:t>Camera)</a:t>
            </a:r>
            <a:endParaRPr sz="1000">
              <a:latin typeface="Corbel"/>
              <a:cs typeface="Corbel"/>
            </a:endParaRPr>
          </a:p>
        </p:txBody>
      </p:sp>
      <p:pic>
        <p:nvPicPr>
          <p:cNvPr id="14" name="object 14"/>
          <p:cNvPicPr/>
          <p:nvPr/>
        </p:nvPicPr>
        <p:blipFill>
          <a:blip r:embed="rId4" cstate="print"/>
          <a:stretch>
            <a:fillRect/>
          </a:stretch>
        </p:blipFill>
        <p:spPr>
          <a:xfrm>
            <a:off x="6443319" y="3796589"/>
            <a:ext cx="5292513" cy="2673300"/>
          </a:xfrm>
          <a:prstGeom prst="rect">
            <a:avLst/>
          </a:prstGeom>
        </p:spPr>
      </p:pic>
      <p:sp>
        <p:nvSpPr>
          <p:cNvPr id="15" name="object 15"/>
          <p:cNvSpPr txBox="1"/>
          <p:nvPr/>
        </p:nvSpPr>
        <p:spPr>
          <a:xfrm>
            <a:off x="6681904" y="5199379"/>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sp>
        <p:nvSpPr>
          <p:cNvPr id="16" name="object 16"/>
          <p:cNvSpPr txBox="1"/>
          <p:nvPr/>
        </p:nvSpPr>
        <p:spPr>
          <a:xfrm>
            <a:off x="8117833" y="5147564"/>
            <a:ext cx="472440"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BEC</a:t>
            </a:r>
            <a:r>
              <a:rPr sz="1800" spc="-104" baseline="-18518" dirty="0">
                <a:latin typeface="Corbel"/>
                <a:cs typeface="Corbel"/>
              </a:rPr>
              <a:t> </a:t>
            </a:r>
            <a:r>
              <a:rPr sz="800" spc="-25" dirty="0">
                <a:latin typeface="Corbel"/>
                <a:cs typeface="Corbel"/>
              </a:rPr>
              <a:t>[1]</a:t>
            </a:r>
            <a:endParaRPr sz="800">
              <a:latin typeface="Corbel"/>
              <a:cs typeface="Corbel"/>
            </a:endParaRPr>
          </a:p>
        </p:txBody>
      </p:sp>
      <p:sp>
        <p:nvSpPr>
          <p:cNvPr id="17" name="object 17"/>
          <p:cNvSpPr txBox="1"/>
          <p:nvPr/>
        </p:nvSpPr>
        <p:spPr>
          <a:xfrm>
            <a:off x="10878510" y="5199379"/>
            <a:ext cx="75184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p:txBody>
      </p:sp>
      <p:sp>
        <p:nvSpPr>
          <p:cNvPr id="18" name="object 18"/>
          <p:cNvSpPr txBox="1"/>
          <p:nvPr/>
        </p:nvSpPr>
        <p:spPr>
          <a:xfrm>
            <a:off x="6534555" y="3843020"/>
            <a:ext cx="70231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9" name="object 19"/>
          <p:cNvSpPr txBox="1"/>
          <p:nvPr/>
        </p:nvSpPr>
        <p:spPr>
          <a:xfrm>
            <a:off x="6600437" y="4254500"/>
            <a:ext cx="57086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0" name="object 20"/>
          <p:cNvSpPr txBox="1"/>
          <p:nvPr/>
        </p:nvSpPr>
        <p:spPr>
          <a:xfrm>
            <a:off x="9356287" y="3839971"/>
            <a:ext cx="71374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spc="-10" dirty="0">
                <a:latin typeface="Corbel"/>
                <a:cs typeface="Corbel"/>
              </a:rPr>
              <a:t>4</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1" name="object 21"/>
          <p:cNvSpPr txBox="1"/>
          <p:nvPr/>
        </p:nvSpPr>
        <p:spPr>
          <a:xfrm>
            <a:off x="9422168" y="4251452"/>
            <a:ext cx="58166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0" dirty="0">
                <a:latin typeface="Corbel"/>
                <a:cs typeface="Corbel"/>
              </a:rPr>
              <a:t> </a:t>
            </a:r>
            <a:r>
              <a:rPr sz="1200" spc="-10" dirty="0">
                <a:latin typeface="Corbel"/>
                <a:cs typeface="Corbel"/>
              </a:rPr>
              <a:t>4</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2" name="object 22"/>
          <p:cNvSpPr txBox="1"/>
          <p:nvPr/>
        </p:nvSpPr>
        <p:spPr>
          <a:xfrm>
            <a:off x="8406242" y="3839971"/>
            <a:ext cx="70421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0" dirty="0">
                <a:latin typeface="Corbel"/>
                <a:cs typeface="Corbel"/>
              </a:rPr>
              <a:t> 3</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3" name="object 23"/>
          <p:cNvSpPr txBox="1"/>
          <p:nvPr/>
        </p:nvSpPr>
        <p:spPr>
          <a:xfrm>
            <a:off x="8472123" y="4248404"/>
            <a:ext cx="5721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15" dirty="0">
                <a:latin typeface="Corbel"/>
                <a:cs typeface="Corbel"/>
              </a:rPr>
              <a:t> </a:t>
            </a:r>
            <a:r>
              <a:rPr sz="1200" spc="-20" dirty="0">
                <a:latin typeface="Corbel"/>
                <a:cs typeface="Corbel"/>
              </a:rPr>
              <a:t>3</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4" name="object 24"/>
          <p:cNvSpPr txBox="1"/>
          <p:nvPr/>
        </p:nvSpPr>
        <p:spPr>
          <a:xfrm>
            <a:off x="7454760" y="3839971"/>
            <a:ext cx="7118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5" name="object 25"/>
          <p:cNvSpPr txBox="1"/>
          <p:nvPr/>
        </p:nvSpPr>
        <p:spPr>
          <a:xfrm>
            <a:off x="7520641" y="4248404"/>
            <a:ext cx="58039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26" name="object 26"/>
          <p:cNvSpPr txBox="1"/>
          <p:nvPr/>
        </p:nvSpPr>
        <p:spPr>
          <a:xfrm>
            <a:off x="9526150" y="5147564"/>
            <a:ext cx="374015"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FC</a:t>
            </a:r>
            <a:r>
              <a:rPr sz="1800" spc="-97" baseline="-18518" dirty="0">
                <a:latin typeface="Corbel"/>
                <a:cs typeface="Corbel"/>
              </a:rPr>
              <a:t> </a:t>
            </a:r>
            <a:r>
              <a:rPr sz="800" spc="-25" dirty="0">
                <a:latin typeface="Corbel"/>
                <a:cs typeface="Corbel"/>
              </a:rPr>
              <a:t>[3]</a:t>
            </a:r>
            <a:endParaRPr sz="800">
              <a:latin typeface="Corbel"/>
              <a:cs typeface="Corbel"/>
            </a:endParaRPr>
          </a:p>
        </p:txBody>
      </p:sp>
      <p:sp>
        <p:nvSpPr>
          <p:cNvPr id="27" name="object 27"/>
          <p:cNvSpPr txBox="1"/>
          <p:nvPr/>
        </p:nvSpPr>
        <p:spPr>
          <a:xfrm>
            <a:off x="5128996" y="5418835"/>
            <a:ext cx="58356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GNSS</a:t>
            </a:r>
            <a:r>
              <a:rPr sz="1200" spc="-80" dirty="0">
                <a:latin typeface="Corbel"/>
                <a:cs typeface="Corbel"/>
              </a:rPr>
              <a:t> </a:t>
            </a:r>
            <a:r>
              <a:rPr sz="1200" spc="-37" baseline="27777" dirty="0">
                <a:latin typeface="Corbel"/>
                <a:cs typeface="Corbel"/>
              </a:rPr>
              <a:t>[3]</a:t>
            </a:r>
            <a:endParaRPr sz="1200" baseline="27777">
              <a:latin typeface="Corbel"/>
              <a:cs typeface="Corbel"/>
            </a:endParaRPr>
          </a:p>
        </p:txBody>
      </p:sp>
      <p:sp>
        <p:nvSpPr>
          <p:cNvPr id="28" name="object 28"/>
          <p:cNvSpPr txBox="1"/>
          <p:nvPr/>
        </p:nvSpPr>
        <p:spPr>
          <a:xfrm>
            <a:off x="8607426" y="6010147"/>
            <a:ext cx="583565"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GNSS</a:t>
            </a:r>
            <a:r>
              <a:rPr sz="1200" spc="-80" dirty="0">
                <a:latin typeface="Corbel"/>
                <a:cs typeface="Corbel"/>
              </a:rPr>
              <a:t> </a:t>
            </a:r>
            <a:r>
              <a:rPr sz="1200" spc="-37" baseline="27777" dirty="0">
                <a:latin typeface="Corbel"/>
                <a:cs typeface="Corbel"/>
              </a:rPr>
              <a:t>[3]</a:t>
            </a:r>
            <a:endParaRPr sz="1200" baseline="27777">
              <a:latin typeface="Corbel"/>
              <a:cs typeface="Corbel"/>
            </a:endParaRPr>
          </a:p>
        </p:txBody>
      </p:sp>
      <p:sp>
        <p:nvSpPr>
          <p:cNvPr id="29" name="object 29"/>
          <p:cNvSpPr txBox="1"/>
          <p:nvPr/>
        </p:nvSpPr>
        <p:spPr>
          <a:xfrm>
            <a:off x="10009695" y="6101588"/>
            <a:ext cx="142557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Gimbal</a:t>
            </a:r>
            <a:r>
              <a:rPr sz="1200" spc="-40" dirty="0">
                <a:latin typeface="Corbel"/>
                <a:cs typeface="Corbel"/>
              </a:rPr>
              <a:t> </a:t>
            </a:r>
            <a:r>
              <a:rPr sz="1200" dirty="0">
                <a:latin typeface="Corbel"/>
                <a:cs typeface="Corbel"/>
              </a:rPr>
              <a:t>/</a:t>
            </a:r>
            <a:r>
              <a:rPr sz="1200" spc="-60" dirty="0">
                <a:latin typeface="Corbel"/>
                <a:cs typeface="Corbel"/>
              </a:rPr>
              <a:t> </a:t>
            </a:r>
            <a:r>
              <a:rPr sz="1200" dirty="0">
                <a:latin typeface="Corbel"/>
                <a:cs typeface="Corbel"/>
              </a:rPr>
              <a:t>Camera</a:t>
            </a:r>
            <a:r>
              <a:rPr sz="1200" spc="-15" dirty="0">
                <a:latin typeface="Corbel"/>
                <a:cs typeface="Corbel"/>
              </a:rPr>
              <a:t> </a:t>
            </a:r>
            <a:r>
              <a:rPr sz="1200" dirty="0">
                <a:latin typeface="Corbel"/>
                <a:cs typeface="Corbel"/>
              </a:rPr>
              <a:t>/</a:t>
            </a:r>
            <a:r>
              <a:rPr sz="1200" spc="-90" dirty="0">
                <a:latin typeface="Corbel"/>
                <a:cs typeface="Corbel"/>
              </a:rPr>
              <a:t> </a:t>
            </a:r>
            <a:r>
              <a:rPr sz="1200" spc="-25" dirty="0">
                <a:latin typeface="Corbel"/>
                <a:cs typeface="Corbel"/>
              </a:rPr>
              <a:t>VTX</a:t>
            </a:r>
            <a:endParaRPr sz="1200">
              <a:latin typeface="Corbel"/>
              <a:cs typeface="Corbel"/>
            </a:endParaRPr>
          </a:p>
        </p:txBody>
      </p:sp>
      <p:sp>
        <p:nvSpPr>
          <p:cNvPr id="30" name="object 30"/>
          <p:cNvSpPr/>
          <p:nvPr/>
        </p:nvSpPr>
        <p:spPr>
          <a:xfrm>
            <a:off x="9553457" y="1163491"/>
            <a:ext cx="310515" cy="648335"/>
          </a:xfrm>
          <a:custGeom>
            <a:avLst/>
            <a:gdLst/>
            <a:ahLst/>
            <a:cxnLst/>
            <a:rect l="l" t="t" r="r" b="b"/>
            <a:pathLst>
              <a:path w="310515" h="648335">
                <a:moveTo>
                  <a:pt x="31748" y="571593"/>
                </a:moveTo>
                <a:lnTo>
                  <a:pt x="0" y="571835"/>
                </a:lnTo>
                <a:lnTo>
                  <a:pt x="38680" y="647743"/>
                </a:lnTo>
                <a:lnTo>
                  <a:pt x="66698" y="590621"/>
                </a:lnTo>
                <a:lnTo>
                  <a:pt x="34737" y="590621"/>
                </a:lnTo>
                <a:lnTo>
                  <a:pt x="31871" y="587800"/>
                </a:lnTo>
                <a:lnTo>
                  <a:pt x="31748" y="571593"/>
                </a:lnTo>
                <a:close/>
              </a:path>
              <a:path w="310515" h="648335">
                <a:moveTo>
                  <a:pt x="235377" y="31807"/>
                </a:moveTo>
                <a:lnTo>
                  <a:pt x="32332" y="32127"/>
                </a:lnTo>
                <a:lnTo>
                  <a:pt x="30713" y="32804"/>
                </a:lnTo>
                <a:lnTo>
                  <a:pt x="28333" y="35206"/>
                </a:lnTo>
                <a:lnTo>
                  <a:pt x="27670" y="36832"/>
                </a:lnTo>
                <a:lnTo>
                  <a:pt x="31745" y="571254"/>
                </a:lnTo>
                <a:lnTo>
                  <a:pt x="31871" y="587800"/>
                </a:lnTo>
                <a:lnTo>
                  <a:pt x="34737" y="590621"/>
                </a:lnTo>
                <a:lnTo>
                  <a:pt x="41698" y="590621"/>
                </a:lnTo>
                <a:lnTo>
                  <a:pt x="44475" y="587800"/>
                </a:lnTo>
                <a:lnTo>
                  <a:pt x="44446" y="571254"/>
                </a:lnTo>
                <a:lnTo>
                  <a:pt x="40671" y="76200"/>
                </a:lnTo>
                <a:lnTo>
                  <a:pt x="40586" y="65083"/>
                </a:lnTo>
                <a:lnTo>
                  <a:pt x="40494" y="52985"/>
                </a:lnTo>
                <a:lnTo>
                  <a:pt x="40432" y="44824"/>
                </a:lnTo>
                <a:lnTo>
                  <a:pt x="34043" y="44824"/>
                </a:lnTo>
                <a:lnTo>
                  <a:pt x="40287" y="38522"/>
                </a:lnTo>
                <a:lnTo>
                  <a:pt x="234179" y="38522"/>
                </a:lnTo>
                <a:lnTo>
                  <a:pt x="234105" y="38159"/>
                </a:lnTo>
                <a:lnTo>
                  <a:pt x="235313" y="32127"/>
                </a:lnTo>
                <a:lnTo>
                  <a:pt x="235377" y="31807"/>
                </a:lnTo>
                <a:close/>
              </a:path>
              <a:path w="310515" h="648335">
                <a:moveTo>
                  <a:pt x="76031" y="571593"/>
                </a:moveTo>
                <a:lnTo>
                  <a:pt x="44449" y="571593"/>
                </a:lnTo>
                <a:lnTo>
                  <a:pt x="44475" y="587800"/>
                </a:lnTo>
                <a:lnTo>
                  <a:pt x="41698" y="590621"/>
                </a:lnTo>
                <a:lnTo>
                  <a:pt x="66698" y="590621"/>
                </a:lnTo>
                <a:lnTo>
                  <a:pt x="75912" y="571835"/>
                </a:lnTo>
                <a:lnTo>
                  <a:pt x="76031" y="571593"/>
                </a:lnTo>
                <a:close/>
              </a:path>
              <a:path w="310515" h="648335">
                <a:moveTo>
                  <a:pt x="76197" y="571254"/>
                </a:moveTo>
                <a:lnTo>
                  <a:pt x="31748" y="571593"/>
                </a:lnTo>
                <a:lnTo>
                  <a:pt x="76031" y="571593"/>
                </a:lnTo>
                <a:lnTo>
                  <a:pt x="76197" y="571254"/>
                </a:lnTo>
                <a:close/>
              </a:path>
              <a:path w="310515" h="648335">
                <a:moveTo>
                  <a:pt x="272145" y="0"/>
                </a:moveTo>
                <a:lnTo>
                  <a:pt x="257319" y="3017"/>
                </a:lnTo>
                <a:lnTo>
                  <a:pt x="245222" y="11201"/>
                </a:lnTo>
                <a:lnTo>
                  <a:pt x="237076" y="23325"/>
                </a:lnTo>
                <a:lnTo>
                  <a:pt x="234105" y="38159"/>
                </a:lnTo>
                <a:lnTo>
                  <a:pt x="237122" y="52985"/>
                </a:lnTo>
                <a:lnTo>
                  <a:pt x="245307" y="65083"/>
                </a:lnTo>
                <a:lnTo>
                  <a:pt x="257430" y="73229"/>
                </a:lnTo>
                <a:lnTo>
                  <a:pt x="272265" y="76200"/>
                </a:lnTo>
                <a:lnTo>
                  <a:pt x="286862" y="73229"/>
                </a:lnTo>
                <a:lnTo>
                  <a:pt x="287022" y="73229"/>
                </a:lnTo>
                <a:lnTo>
                  <a:pt x="299063" y="65083"/>
                </a:lnTo>
                <a:lnTo>
                  <a:pt x="307260" y="52985"/>
                </a:lnTo>
                <a:lnTo>
                  <a:pt x="308946" y="44824"/>
                </a:lnTo>
                <a:lnTo>
                  <a:pt x="309010" y="44507"/>
                </a:lnTo>
                <a:lnTo>
                  <a:pt x="275659" y="44507"/>
                </a:lnTo>
                <a:lnTo>
                  <a:pt x="278560" y="41597"/>
                </a:lnTo>
                <a:lnTo>
                  <a:pt x="278550" y="34583"/>
                </a:lnTo>
                <a:lnTo>
                  <a:pt x="275764" y="31807"/>
                </a:lnTo>
                <a:lnTo>
                  <a:pt x="309036" y="31807"/>
                </a:lnTo>
                <a:lnTo>
                  <a:pt x="307310" y="23325"/>
                </a:lnTo>
                <a:lnTo>
                  <a:pt x="299160" y="11201"/>
                </a:lnTo>
                <a:lnTo>
                  <a:pt x="287049" y="3017"/>
                </a:lnTo>
                <a:lnTo>
                  <a:pt x="287212" y="3017"/>
                </a:lnTo>
                <a:lnTo>
                  <a:pt x="272145" y="0"/>
                </a:lnTo>
                <a:close/>
              </a:path>
              <a:path w="310515" h="648335">
                <a:moveTo>
                  <a:pt x="40384" y="38522"/>
                </a:moveTo>
                <a:lnTo>
                  <a:pt x="37241" y="41597"/>
                </a:lnTo>
                <a:lnTo>
                  <a:pt x="34043" y="44824"/>
                </a:lnTo>
                <a:lnTo>
                  <a:pt x="40432" y="44824"/>
                </a:lnTo>
                <a:lnTo>
                  <a:pt x="40384" y="38522"/>
                </a:lnTo>
                <a:close/>
              </a:path>
              <a:path w="310515" h="648335">
                <a:moveTo>
                  <a:pt x="234179" y="38522"/>
                </a:moveTo>
                <a:lnTo>
                  <a:pt x="40384" y="38522"/>
                </a:lnTo>
                <a:lnTo>
                  <a:pt x="40432" y="44824"/>
                </a:lnTo>
                <a:lnTo>
                  <a:pt x="34043" y="44824"/>
                </a:lnTo>
                <a:lnTo>
                  <a:pt x="235397" y="44507"/>
                </a:lnTo>
                <a:lnTo>
                  <a:pt x="234179" y="38522"/>
                </a:lnTo>
                <a:close/>
              </a:path>
              <a:path w="310515" h="648335">
                <a:moveTo>
                  <a:pt x="309036" y="31807"/>
                </a:moveTo>
                <a:lnTo>
                  <a:pt x="275764" y="31807"/>
                </a:lnTo>
                <a:lnTo>
                  <a:pt x="278550" y="34583"/>
                </a:lnTo>
                <a:lnTo>
                  <a:pt x="278560" y="41597"/>
                </a:lnTo>
                <a:lnTo>
                  <a:pt x="275659" y="44507"/>
                </a:lnTo>
                <a:lnTo>
                  <a:pt x="309010" y="44507"/>
                </a:lnTo>
                <a:lnTo>
                  <a:pt x="310208" y="38522"/>
                </a:lnTo>
                <a:lnTo>
                  <a:pt x="310281" y="38159"/>
                </a:lnTo>
                <a:lnTo>
                  <a:pt x="310059" y="36832"/>
                </a:lnTo>
                <a:lnTo>
                  <a:pt x="309101" y="32127"/>
                </a:lnTo>
                <a:lnTo>
                  <a:pt x="309036" y="31807"/>
                </a:lnTo>
                <a:close/>
              </a:path>
            </a:pathLst>
          </a:custGeom>
          <a:solidFill>
            <a:srgbClr val="7F7F7F"/>
          </a:solidFill>
        </p:spPr>
        <p:txBody>
          <a:bodyPr wrap="square" lIns="0" tIns="0" rIns="0" bIns="0" rtlCol="0"/>
          <a:lstStyle/>
          <a:p>
            <a:endParaRPr/>
          </a:p>
        </p:txBody>
      </p:sp>
      <p:sp>
        <p:nvSpPr>
          <p:cNvPr id="31" name="object 31"/>
          <p:cNvSpPr txBox="1"/>
          <p:nvPr/>
        </p:nvSpPr>
        <p:spPr>
          <a:xfrm>
            <a:off x="9837757" y="1109686"/>
            <a:ext cx="1508760" cy="492125"/>
          </a:xfrm>
          <a:prstGeom prst="rect">
            <a:avLst/>
          </a:prstGeom>
          <a:ln w="15034">
            <a:solidFill>
              <a:srgbClr val="7F7F7F"/>
            </a:solidFill>
          </a:ln>
        </p:spPr>
        <p:txBody>
          <a:bodyPr vert="horz" wrap="square" lIns="0" tIns="80010" rIns="0" bIns="0" rtlCol="0">
            <a:spAutoFit/>
          </a:bodyPr>
          <a:lstStyle/>
          <a:p>
            <a:pPr marL="92075" marR="340360">
              <a:lnSpc>
                <a:spcPct val="100000"/>
              </a:lnSpc>
              <a:spcBef>
                <a:spcPts val="630"/>
              </a:spcBef>
            </a:pPr>
            <a:r>
              <a:rPr sz="1000" dirty="0">
                <a:solidFill>
                  <a:srgbClr val="595959"/>
                </a:solidFill>
                <a:latin typeface="Corbel"/>
                <a:cs typeface="Corbel"/>
              </a:rPr>
              <a:t>Rotors</a:t>
            </a:r>
            <a:r>
              <a:rPr sz="1000" spc="-30" dirty="0">
                <a:solidFill>
                  <a:srgbClr val="595959"/>
                </a:solidFill>
                <a:latin typeface="Corbel"/>
                <a:cs typeface="Corbel"/>
              </a:rPr>
              <a:t> </a:t>
            </a:r>
            <a:r>
              <a:rPr sz="1000" dirty="0">
                <a:solidFill>
                  <a:srgbClr val="595959"/>
                </a:solidFill>
                <a:latin typeface="Corbel"/>
                <a:cs typeface="Corbel"/>
              </a:rPr>
              <a:t>for</a:t>
            </a:r>
            <a:r>
              <a:rPr sz="1000" spc="-20" dirty="0">
                <a:solidFill>
                  <a:srgbClr val="595959"/>
                </a:solidFill>
                <a:latin typeface="Corbel"/>
                <a:cs typeface="Corbel"/>
              </a:rPr>
              <a:t> </a:t>
            </a:r>
            <a:r>
              <a:rPr sz="1000" dirty="0">
                <a:solidFill>
                  <a:srgbClr val="595959"/>
                </a:solidFill>
                <a:latin typeface="Corbel"/>
                <a:cs typeface="Corbel"/>
              </a:rPr>
              <a:t>Vertical</a:t>
            </a:r>
            <a:r>
              <a:rPr sz="1000" spc="-20" dirty="0">
                <a:solidFill>
                  <a:srgbClr val="595959"/>
                </a:solidFill>
                <a:latin typeface="Corbel"/>
                <a:cs typeface="Corbel"/>
              </a:rPr>
              <a:t> </a:t>
            </a:r>
            <a:r>
              <a:rPr sz="1000" spc="-50" dirty="0">
                <a:solidFill>
                  <a:srgbClr val="595959"/>
                </a:solidFill>
                <a:latin typeface="Corbel"/>
                <a:cs typeface="Corbel"/>
              </a:rPr>
              <a:t>&amp;</a:t>
            </a:r>
            <a:r>
              <a:rPr sz="1000" spc="500" dirty="0">
                <a:solidFill>
                  <a:srgbClr val="595959"/>
                </a:solidFill>
                <a:latin typeface="Corbel"/>
                <a:cs typeface="Corbel"/>
              </a:rPr>
              <a:t> </a:t>
            </a:r>
            <a:r>
              <a:rPr sz="1000" dirty="0">
                <a:solidFill>
                  <a:srgbClr val="595959"/>
                </a:solidFill>
                <a:latin typeface="Corbel"/>
                <a:cs typeface="Corbel"/>
              </a:rPr>
              <a:t>Horizontal</a:t>
            </a:r>
            <a:r>
              <a:rPr sz="1000" spc="-45" dirty="0">
                <a:solidFill>
                  <a:srgbClr val="595959"/>
                </a:solidFill>
                <a:latin typeface="Corbel"/>
                <a:cs typeface="Corbel"/>
              </a:rPr>
              <a:t> </a:t>
            </a:r>
            <a:r>
              <a:rPr sz="1000" spc="-10" dirty="0">
                <a:solidFill>
                  <a:srgbClr val="595959"/>
                </a:solidFill>
                <a:latin typeface="Corbel"/>
                <a:cs typeface="Corbel"/>
              </a:rPr>
              <a:t>Flights</a:t>
            </a:r>
            <a:endParaRPr sz="1000">
              <a:latin typeface="Corbel"/>
              <a:cs typeface="Corbel"/>
            </a:endParaRPr>
          </a:p>
        </p:txBody>
      </p:sp>
      <p:sp>
        <p:nvSpPr>
          <p:cNvPr id="32" name="object 32"/>
          <p:cNvSpPr/>
          <p:nvPr/>
        </p:nvSpPr>
        <p:spPr>
          <a:xfrm>
            <a:off x="7683640" y="1163446"/>
            <a:ext cx="2180590" cy="768985"/>
          </a:xfrm>
          <a:custGeom>
            <a:avLst/>
            <a:gdLst/>
            <a:ahLst/>
            <a:cxnLst/>
            <a:rect l="l" t="t" r="r" b="b"/>
            <a:pathLst>
              <a:path w="2180590" h="768985">
                <a:moveTo>
                  <a:pt x="2180094" y="38163"/>
                </a:moveTo>
                <a:lnTo>
                  <a:pt x="2179409" y="34582"/>
                </a:lnTo>
                <a:lnTo>
                  <a:pt x="2178964" y="32372"/>
                </a:lnTo>
                <a:lnTo>
                  <a:pt x="2178850" y="31813"/>
                </a:lnTo>
                <a:lnTo>
                  <a:pt x="2177123" y="23329"/>
                </a:lnTo>
                <a:lnTo>
                  <a:pt x="2168969" y="11201"/>
                </a:lnTo>
                <a:lnTo>
                  <a:pt x="2156866" y="3022"/>
                </a:lnTo>
                <a:lnTo>
                  <a:pt x="2157031" y="3022"/>
                </a:lnTo>
                <a:lnTo>
                  <a:pt x="2141956" y="0"/>
                </a:lnTo>
                <a:lnTo>
                  <a:pt x="2140801" y="241"/>
                </a:lnTo>
                <a:lnTo>
                  <a:pt x="2104555" y="23329"/>
                </a:lnTo>
                <a:lnTo>
                  <a:pt x="2102853" y="31813"/>
                </a:lnTo>
                <a:lnTo>
                  <a:pt x="1902815" y="32131"/>
                </a:lnTo>
                <a:lnTo>
                  <a:pt x="1900047" y="32131"/>
                </a:lnTo>
                <a:lnTo>
                  <a:pt x="1835302" y="32232"/>
                </a:lnTo>
                <a:lnTo>
                  <a:pt x="1899754" y="32232"/>
                </a:lnTo>
                <a:lnTo>
                  <a:pt x="1898624" y="32639"/>
                </a:lnTo>
                <a:lnTo>
                  <a:pt x="1898421" y="32804"/>
                </a:lnTo>
                <a:lnTo>
                  <a:pt x="70599" y="620318"/>
                </a:lnTo>
                <a:lnTo>
                  <a:pt x="60883" y="590092"/>
                </a:lnTo>
                <a:lnTo>
                  <a:pt x="0" y="649681"/>
                </a:lnTo>
                <a:lnTo>
                  <a:pt x="84201" y="662635"/>
                </a:lnTo>
                <a:lnTo>
                  <a:pt x="76073" y="637374"/>
                </a:lnTo>
                <a:lnTo>
                  <a:pt x="74485" y="632409"/>
                </a:lnTo>
                <a:lnTo>
                  <a:pt x="1837931" y="65595"/>
                </a:lnTo>
                <a:lnTo>
                  <a:pt x="994397" y="504126"/>
                </a:lnTo>
                <a:lnTo>
                  <a:pt x="979754" y="475957"/>
                </a:lnTo>
                <a:lnTo>
                  <a:pt x="929716" y="544906"/>
                </a:lnTo>
                <a:lnTo>
                  <a:pt x="1014907" y="543572"/>
                </a:lnTo>
                <a:lnTo>
                  <a:pt x="1004150" y="522871"/>
                </a:lnTo>
                <a:lnTo>
                  <a:pt x="1000277" y="515442"/>
                </a:lnTo>
                <a:lnTo>
                  <a:pt x="985875" y="522871"/>
                </a:lnTo>
                <a:lnTo>
                  <a:pt x="1000175" y="515442"/>
                </a:lnTo>
                <a:lnTo>
                  <a:pt x="998283" y="511606"/>
                </a:lnTo>
                <a:lnTo>
                  <a:pt x="1000277" y="515442"/>
                </a:lnTo>
                <a:lnTo>
                  <a:pt x="1845779" y="75831"/>
                </a:lnTo>
                <a:lnTo>
                  <a:pt x="1063002" y="715606"/>
                </a:lnTo>
                <a:lnTo>
                  <a:pt x="1042911" y="691019"/>
                </a:lnTo>
                <a:lnTo>
                  <a:pt x="1008024" y="768743"/>
                </a:lnTo>
                <a:lnTo>
                  <a:pt x="1091133" y="750023"/>
                </a:lnTo>
                <a:lnTo>
                  <a:pt x="1079423" y="735698"/>
                </a:lnTo>
                <a:lnTo>
                  <a:pt x="1071041" y="725436"/>
                </a:lnTo>
                <a:lnTo>
                  <a:pt x="1900948" y="47142"/>
                </a:lnTo>
                <a:lnTo>
                  <a:pt x="1905393" y="44831"/>
                </a:lnTo>
                <a:lnTo>
                  <a:pt x="2097151" y="44526"/>
                </a:lnTo>
                <a:lnTo>
                  <a:pt x="2102866" y="44526"/>
                </a:lnTo>
                <a:lnTo>
                  <a:pt x="2104605" y="52984"/>
                </a:lnTo>
                <a:lnTo>
                  <a:pt x="2112784" y="65087"/>
                </a:lnTo>
                <a:lnTo>
                  <a:pt x="2124913" y="73228"/>
                </a:lnTo>
                <a:lnTo>
                  <a:pt x="2139746" y="76200"/>
                </a:lnTo>
                <a:lnTo>
                  <a:pt x="2140902" y="75971"/>
                </a:lnTo>
                <a:lnTo>
                  <a:pt x="2142083" y="76200"/>
                </a:lnTo>
                <a:lnTo>
                  <a:pt x="2156676" y="73228"/>
                </a:lnTo>
                <a:lnTo>
                  <a:pt x="2156828" y="73228"/>
                </a:lnTo>
                <a:lnTo>
                  <a:pt x="2168880" y="65087"/>
                </a:lnTo>
                <a:lnTo>
                  <a:pt x="2177072" y="52984"/>
                </a:lnTo>
                <a:lnTo>
                  <a:pt x="2178761" y="44831"/>
                </a:lnTo>
                <a:lnTo>
                  <a:pt x="2178824" y="44513"/>
                </a:lnTo>
                <a:lnTo>
                  <a:pt x="2180094" y="38163"/>
                </a:lnTo>
                <a:close/>
              </a:path>
            </a:pathLst>
          </a:custGeom>
          <a:solidFill>
            <a:srgbClr val="7F7F7F"/>
          </a:solidFill>
        </p:spPr>
        <p:txBody>
          <a:bodyPr wrap="square" lIns="0" tIns="0" rIns="0" bIns="0" rtlCol="0"/>
          <a:lstStyle/>
          <a:p>
            <a:endParaRPr/>
          </a:p>
        </p:txBody>
      </p:sp>
      <p:sp>
        <p:nvSpPr>
          <p:cNvPr id="33" name="object 33"/>
          <p:cNvSpPr/>
          <p:nvPr/>
        </p:nvSpPr>
        <p:spPr>
          <a:xfrm>
            <a:off x="9207193" y="2727570"/>
            <a:ext cx="674370" cy="161290"/>
          </a:xfrm>
          <a:custGeom>
            <a:avLst/>
            <a:gdLst/>
            <a:ahLst/>
            <a:cxnLst/>
            <a:rect l="l" t="t" r="r" b="b"/>
            <a:pathLst>
              <a:path w="674370" h="161289">
                <a:moveTo>
                  <a:pt x="635817" y="84637"/>
                </a:moveTo>
                <a:lnTo>
                  <a:pt x="620991" y="87653"/>
                </a:lnTo>
                <a:lnTo>
                  <a:pt x="608892" y="95836"/>
                </a:lnTo>
                <a:lnTo>
                  <a:pt x="600745" y="107958"/>
                </a:lnTo>
                <a:lnTo>
                  <a:pt x="597773" y="122792"/>
                </a:lnTo>
                <a:lnTo>
                  <a:pt x="600789" y="137618"/>
                </a:lnTo>
                <a:lnTo>
                  <a:pt x="608971" y="149717"/>
                </a:lnTo>
                <a:lnTo>
                  <a:pt x="621094" y="157865"/>
                </a:lnTo>
                <a:lnTo>
                  <a:pt x="635928" y="160837"/>
                </a:lnTo>
                <a:lnTo>
                  <a:pt x="650543" y="157865"/>
                </a:lnTo>
                <a:lnTo>
                  <a:pt x="650691" y="157865"/>
                </a:lnTo>
                <a:lnTo>
                  <a:pt x="662737" y="149717"/>
                </a:lnTo>
                <a:lnTo>
                  <a:pt x="670932" y="137618"/>
                </a:lnTo>
                <a:lnTo>
                  <a:pt x="672645" y="129305"/>
                </a:lnTo>
                <a:lnTo>
                  <a:pt x="639167" y="129305"/>
                </a:lnTo>
                <a:lnTo>
                  <a:pt x="642228" y="126235"/>
                </a:lnTo>
                <a:lnTo>
                  <a:pt x="642217" y="119221"/>
                </a:lnTo>
                <a:lnTo>
                  <a:pt x="639430" y="116441"/>
                </a:lnTo>
                <a:lnTo>
                  <a:pt x="672703" y="116441"/>
                </a:lnTo>
                <a:lnTo>
                  <a:pt x="670977" y="107958"/>
                </a:lnTo>
                <a:lnTo>
                  <a:pt x="662827" y="95836"/>
                </a:lnTo>
                <a:lnTo>
                  <a:pt x="650716" y="87653"/>
                </a:lnTo>
                <a:lnTo>
                  <a:pt x="650867" y="87653"/>
                </a:lnTo>
                <a:lnTo>
                  <a:pt x="635817" y="84637"/>
                </a:lnTo>
                <a:close/>
              </a:path>
              <a:path w="674370" h="161289">
                <a:moveTo>
                  <a:pt x="75895" y="31084"/>
                </a:moveTo>
                <a:lnTo>
                  <a:pt x="73308" y="43518"/>
                </a:lnTo>
                <a:lnTo>
                  <a:pt x="485601" y="129305"/>
                </a:lnTo>
                <a:lnTo>
                  <a:pt x="599098" y="129305"/>
                </a:lnTo>
                <a:lnTo>
                  <a:pt x="597773" y="122792"/>
                </a:lnTo>
                <a:lnTo>
                  <a:pt x="598986" y="116738"/>
                </a:lnTo>
                <a:lnTo>
                  <a:pt x="487545" y="116738"/>
                </a:lnTo>
                <a:lnTo>
                  <a:pt x="486242" y="116605"/>
                </a:lnTo>
                <a:lnTo>
                  <a:pt x="486904" y="116605"/>
                </a:lnTo>
                <a:lnTo>
                  <a:pt x="75895" y="31084"/>
                </a:lnTo>
                <a:close/>
              </a:path>
              <a:path w="674370" h="161289">
                <a:moveTo>
                  <a:pt x="672703" y="116441"/>
                </a:moveTo>
                <a:lnTo>
                  <a:pt x="639430" y="116441"/>
                </a:lnTo>
                <a:lnTo>
                  <a:pt x="642217" y="119221"/>
                </a:lnTo>
                <a:lnTo>
                  <a:pt x="642228" y="126235"/>
                </a:lnTo>
                <a:lnTo>
                  <a:pt x="639167" y="129305"/>
                </a:lnTo>
                <a:lnTo>
                  <a:pt x="672645" y="129305"/>
                </a:lnTo>
                <a:lnTo>
                  <a:pt x="673950" y="122792"/>
                </a:lnTo>
                <a:lnTo>
                  <a:pt x="673268" y="119221"/>
                </a:lnTo>
                <a:lnTo>
                  <a:pt x="672763" y="116738"/>
                </a:lnTo>
                <a:lnTo>
                  <a:pt x="672703" y="116441"/>
                </a:lnTo>
                <a:close/>
              </a:path>
              <a:path w="674370" h="161289">
                <a:moveTo>
                  <a:pt x="599046" y="116441"/>
                </a:moveTo>
                <a:lnTo>
                  <a:pt x="486242" y="116605"/>
                </a:lnTo>
                <a:lnTo>
                  <a:pt x="487545" y="116738"/>
                </a:lnTo>
                <a:lnTo>
                  <a:pt x="486904" y="116605"/>
                </a:lnTo>
                <a:lnTo>
                  <a:pt x="599013" y="116605"/>
                </a:lnTo>
                <a:lnTo>
                  <a:pt x="599046" y="116441"/>
                </a:lnTo>
                <a:close/>
              </a:path>
              <a:path w="674370" h="161289">
                <a:moveTo>
                  <a:pt x="599013" y="116605"/>
                </a:moveTo>
                <a:lnTo>
                  <a:pt x="486904" y="116605"/>
                </a:lnTo>
                <a:lnTo>
                  <a:pt x="487545" y="116738"/>
                </a:lnTo>
                <a:lnTo>
                  <a:pt x="598986" y="116738"/>
                </a:lnTo>
                <a:lnTo>
                  <a:pt x="599013" y="116605"/>
                </a:lnTo>
                <a:close/>
              </a:path>
              <a:path w="674370" h="161289">
                <a:moveTo>
                  <a:pt x="82363" y="0"/>
                </a:moveTo>
                <a:lnTo>
                  <a:pt x="0" y="21779"/>
                </a:lnTo>
                <a:lnTo>
                  <a:pt x="66841" y="74602"/>
                </a:lnTo>
                <a:lnTo>
                  <a:pt x="73308" y="43518"/>
                </a:lnTo>
                <a:lnTo>
                  <a:pt x="57442" y="40217"/>
                </a:lnTo>
                <a:lnTo>
                  <a:pt x="55237" y="36854"/>
                </a:lnTo>
                <a:lnTo>
                  <a:pt x="56666" y="29987"/>
                </a:lnTo>
                <a:lnTo>
                  <a:pt x="60029" y="27782"/>
                </a:lnTo>
                <a:lnTo>
                  <a:pt x="76582" y="27782"/>
                </a:lnTo>
                <a:lnTo>
                  <a:pt x="82363" y="0"/>
                </a:lnTo>
                <a:close/>
              </a:path>
              <a:path w="674370" h="161289">
                <a:moveTo>
                  <a:pt x="60029" y="27782"/>
                </a:moveTo>
                <a:lnTo>
                  <a:pt x="56666" y="29987"/>
                </a:lnTo>
                <a:lnTo>
                  <a:pt x="55237" y="36854"/>
                </a:lnTo>
                <a:lnTo>
                  <a:pt x="57442" y="40217"/>
                </a:lnTo>
                <a:lnTo>
                  <a:pt x="73308" y="43518"/>
                </a:lnTo>
                <a:lnTo>
                  <a:pt x="75895" y="31084"/>
                </a:lnTo>
                <a:lnTo>
                  <a:pt x="60029" y="27782"/>
                </a:lnTo>
                <a:close/>
              </a:path>
              <a:path w="674370" h="161289">
                <a:moveTo>
                  <a:pt x="76582" y="27782"/>
                </a:moveTo>
                <a:lnTo>
                  <a:pt x="60029" y="27782"/>
                </a:lnTo>
                <a:lnTo>
                  <a:pt x="75895" y="31084"/>
                </a:lnTo>
                <a:lnTo>
                  <a:pt x="76582" y="27782"/>
                </a:lnTo>
                <a:close/>
              </a:path>
            </a:pathLst>
          </a:custGeom>
          <a:solidFill>
            <a:srgbClr val="7F7F7F"/>
          </a:solidFill>
        </p:spPr>
        <p:txBody>
          <a:bodyPr wrap="square" lIns="0" tIns="0" rIns="0" bIns="0" rtlCol="0"/>
          <a:lstStyle/>
          <a:p>
            <a:endParaRPr/>
          </a:p>
        </p:txBody>
      </p:sp>
      <p:sp>
        <p:nvSpPr>
          <p:cNvPr id="34" name="object 34"/>
          <p:cNvSpPr txBox="1"/>
          <p:nvPr/>
        </p:nvSpPr>
        <p:spPr>
          <a:xfrm>
            <a:off x="9851397" y="2796833"/>
            <a:ext cx="948055" cy="286385"/>
          </a:xfrm>
          <a:prstGeom prst="rect">
            <a:avLst/>
          </a:prstGeom>
          <a:ln w="12700">
            <a:solidFill>
              <a:srgbClr val="7F7F7F"/>
            </a:solidFill>
          </a:ln>
        </p:spPr>
        <p:txBody>
          <a:bodyPr vert="horz" wrap="square" lIns="0" tIns="53975" rIns="0" bIns="0" rtlCol="0">
            <a:spAutoFit/>
          </a:bodyPr>
          <a:lstStyle/>
          <a:p>
            <a:pPr marL="91440">
              <a:lnSpc>
                <a:spcPct val="100000"/>
              </a:lnSpc>
              <a:spcBef>
                <a:spcPts val="425"/>
              </a:spcBef>
            </a:pPr>
            <a:r>
              <a:rPr sz="1000" dirty="0">
                <a:solidFill>
                  <a:srgbClr val="595959"/>
                </a:solidFill>
                <a:latin typeface="Corbel"/>
                <a:cs typeface="Corbel"/>
              </a:rPr>
              <a:t>Landing</a:t>
            </a:r>
            <a:r>
              <a:rPr sz="1000" spc="-35" dirty="0">
                <a:solidFill>
                  <a:srgbClr val="595959"/>
                </a:solidFill>
                <a:latin typeface="Corbel"/>
                <a:cs typeface="Corbel"/>
              </a:rPr>
              <a:t> </a:t>
            </a:r>
            <a:r>
              <a:rPr sz="1000" spc="-20" dirty="0">
                <a:solidFill>
                  <a:srgbClr val="595959"/>
                </a:solidFill>
                <a:latin typeface="Corbel"/>
                <a:cs typeface="Corbel"/>
              </a:rPr>
              <a:t>Gear</a:t>
            </a:r>
            <a:endParaRPr sz="1000">
              <a:latin typeface="Corbel"/>
              <a:cs typeface="Corbel"/>
            </a:endParaRPr>
          </a:p>
        </p:txBody>
      </p:sp>
      <p:sp>
        <p:nvSpPr>
          <p:cNvPr id="35" name="object 35"/>
          <p:cNvSpPr/>
          <p:nvPr/>
        </p:nvSpPr>
        <p:spPr>
          <a:xfrm>
            <a:off x="8932866" y="2164773"/>
            <a:ext cx="948690" cy="372745"/>
          </a:xfrm>
          <a:custGeom>
            <a:avLst/>
            <a:gdLst/>
            <a:ahLst/>
            <a:cxnLst/>
            <a:rect l="l" t="t" r="r" b="b"/>
            <a:pathLst>
              <a:path w="948690" h="372744">
                <a:moveTo>
                  <a:pt x="910145" y="296103"/>
                </a:moveTo>
                <a:lnTo>
                  <a:pt x="895319" y="299118"/>
                </a:lnTo>
                <a:lnTo>
                  <a:pt x="883220" y="307301"/>
                </a:lnTo>
                <a:lnTo>
                  <a:pt x="875073" y="319423"/>
                </a:lnTo>
                <a:lnTo>
                  <a:pt x="872101" y="334258"/>
                </a:lnTo>
                <a:lnTo>
                  <a:pt x="875116" y="349084"/>
                </a:lnTo>
                <a:lnTo>
                  <a:pt x="883299" y="361182"/>
                </a:lnTo>
                <a:lnTo>
                  <a:pt x="895421" y="369330"/>
                </a:lnTo>
                <a:lnTo>
                  <a:pt x="910255" y="372303"/>
                </a:lnTo>
                <a:lnTo>
                  <a:pt x="924870" y="369330"/>
                </a:lnTo>
                <a:lnTo>
                  <a:pt x="925018" y="369330"/>
                </a:lnTo>
                <a:lnTo>
                  <a:pt x="937065" y="361182"/>
                </a:lnTo>
                <a:lnTo>
                  <a:pt x="945259" y="349084"/>
                </a:lnTo>
                <a:lnTo>
                  <a:pt x="946972" y="340772"/>
                </a:lnTo>
                <a:lnTo>
                  <a:pt x="947006" y="340606"/>
                </a:lnTo>
                <a:lnTo>
                  <a:pt x="913658" y="340606"/>
                </a:lnTo>
                <a:lnTo>
                  <a:pt x="916556" y="337700"/>
                </a:lnTo>
                <a:lnTo>
                  <a:pt x="916545" y="330686"/>
                </a:lnTo>
                <a:lnTo>
                  <a:pt x="913757" y="327906"/>
                </a:lnTo>
                <a:lnTo>
                  <a:pt x="947030" y="327906"/>
                </a:lnTo>
                <a:lnTo>
                  <a:pt x="945305" y="319423"/>
                </a:lnTo>
                <a:lnTo>
                  <a:pt x="937154" y="307301"/>
                </a:lnTo>
                <a:lnTo>
                  <a:pt x="925043" y="299118"/>
                </a:lnTo>
                <a:lnTo>
                  <a:pt x="925194" y="299118"/>
                </a:lnTo>
                <a:lnTo>
                  <a:pt x="910145" y="296103"/>
                </a:lnTo>
                <a:close/>
              </a:path>
              <a:path w="948690" h="372744">
                <a:moveTo>
                  <a:pt x="72436" y="29130"/>
                </a:moveTo>
                <a:lnTo>
                  <a:pt x="67385" y="40781"/>
                </a:lnTo>
                <a:lnTo>
                  <a:pt x="758917" y="340606"/>
                </a:lnTo>
                <a:lnTo>
                  <a:pt x="759716" y="340772"/>
                </a:lnTo>
                <a:lnTo>
                  <a:pt x="873392" y="340606"/>
                </a:lnTo>
                <a:lnTo>
                  <a:pt x="872101" y="334258"/>
                </a:lnTo>
                <a:lnTo>
                  <a:pt x="873236" y="328594"/>
                </a:lnTo>
                <a:lnTo>
                  <a:pt x="763106" y="328594"/>
                </a:lnTo>
                <a:lnTo>
                  <a:pt x="760569" y="328071"/>
                </a:lnTo>
                <a:lnTo>
                  <a:pt x="761899" y="328071"/>
                </a:lnTo>
                <a:lnTo>
                  <a:pt x="72436" y="29130"/>
                </a:lnTo>
                <a:close/>
              </a:path>
              <a:path w="948690" h="372744">
                <a:moveTo>
                  <a:pt x="947030" y="327906"/>
                </a:moveTo>
                <a:lnTo>
                  <a:pt x="913757" y="327906"/>
                </a:lnTo>
                <a:lnTo>
                  <a:pt x="916545" y="330686"/>
                </a:lnTo>
                <a:lnTo>
                  <a:pt x="916556" y="337700"/>
                </a:lnTo>
                <a:lnTo>
                  <a:pt x="913658" y="340606"/>
                </a:lnTo>
                <a:lnTo>
                  <a:pt x="947006" y="340606"/>
                </a:lnTo>
                <a:lnTo>
                  <a:pt x="948277" y="334258"/>
                </a:lnTo>
                <a:lnTo>
                  <a:pt x="947595" y="330686"/>
                </a:lnTo>
                <a:lnTo>
                  <a:pt x="947170" y="328594"/>
                </a:lnTo>
                <a:lnTo>
                  <a:pt x="947064" y="328071"/>
                </a:lnTo>
                <a:lnTo>
                  <a:pt x="947030" y="327906"/>
                </a:lnTo>
                <a:close/>
              </a:path>
              <a:path w="948690" h="372744">
                <a:moveTo>
                  <a:pt x="873373" y="327906"/>
                </a:moveTo>
                <a:lnTo>
                  <a:pt x="760569" y="328071"/>
                </a:lnTo>
                <a:lnTo>
                  <a:pt x="763106" y="328594"/>
                </a:lnTo>
                <a:lnTo>
                  <a:pt x="761899" y="328071"/>
                </a:lnTo>
                <a:lnTo>
                  <a:pt x="873340" y="328071"/>
                </a:lnTo>
                <a:lnTo>
                  <a:pt x="873373" y="327906"/>
                </a:lnTo>
                <a:close/>
              </a:path>
              <a:path w="948690" h="372744">
                <a:moveTo>
                  <a:pt x="873340" y="328071"/>
                </a:moveTo>
                <a:lnTo>
                  <a:pt x="761899" y="328071"/>
                </a:lnTo>
                <a:lnTo>
                  <a:pt x="763106" y="328594"/>
                </a:lnTo>
                <a:lnTo>
                  <a:pt x="873236" y="328594"/>
                </a:lnTo>
                <a:lnTo>
                  <a:pt x="873340" y="328071"/>
                </a:lnTo>
                <a:close/>
              </a:path>
              <a:path w="948690" h="372744">
                <a:moveTo>
                  <a:pt x="85067" y="0"/>
                </a:moveTo>
                <a:lnTo>
                  <a:pt x="0" y="4643"/>
                </a:lnTo>
                <a:lnTo>
                  <a:pt x="54754" y="69912"/>
                </a:lnTo>
                <a:lnTo>
                  <a:pt x="67385" y="40781"/>
                </a:lnTo>
                <a:lnTo>
                  <a:pt x="52515" y="34334"/>
                </a:lnTo>
                <a:lnTo>
                  <a:pt x="51037" y="30595"/>
                </a:lnTo>
                <a:lnTo>
                  <a:pt x="53827" y="24160"/>
                </a:lnTo>
                <a:lnTo>
                  <a:pt x="57567" y="22683"/>
                </a:lnTo>
                <a:lnTo>
                  <a:pt x="75232" y="22683"/>
                </a:lnTo>
                <a:lnTo>
                  <a:pt x="85067" y="0"/>
                </a:lnTo>
                <a:close/>
              </a:path>
              <a:path w="948690" h="372744">
                <a:moveTo>
                  <a:pt x="57567" y="22683"/>
                </a:moveTo>
                <a:lnTo>
                  <a:pt x="53827" y="24160"/>
                </a:lnTo>
                <a:lnTo>
                  <a:pt x="51037" y="30595"/>
                </a:lnTo>
                <a:lnTo>
                  <a:pt x="52515" y="34334"/>
                </a:lnTo>
                <a:lnTo>
                  <a:pt x="67385" y="40781"/>
                </a:lnTo>
                <a:lnTo>
                  <a:pt x="72436" y="29130"/>
                </a:lnTo>
                <a:lnTo>
                  <a:pt x="57567" y="22683"/>
                </a:lnTo>
                <a:close/>
              </a:path>
              <a:path w="948690" h="372744">
                <a:moveTo>
                  <a:pt x="75232" y="22683"/>
                </a:moveTo>
                <a:lnTo>
                  <a:pt x="57567" y="22683"/>
                </a:lnTo>
                <a:lnTo>
                  <a:pt x="72436" y="29130"/>
                </a:lnTo>
                <a:lnTo>
                  <a:pt x="75232" y="22683"/>
                </a:lnTo>
                <a:close/>
              </a:path>
            </a:pathLst>
          </a:custGeom>
          <a:solidFill>
            <a:srgbClr val="7F7F7F"/>
          </a:solidFill>
        </p:spPr>
        <p:txBody>
          <a:bodyPr wrap="square" lIns="0" tIns="0" rIns="0" bIns="0" rtlCol="0"/>
          <a:lstStyle/>
          <a:p>
            <a:endParaRPr/>
          </a:p>
        </p:txBody>
      </p:sp>
      <p:sp>
        <p:nvSpPr>
          <p:cNvPr id="36" name="object 36"/>
          <p:cNvSpPr txBox="1"/>
          <p:nvPr/>
        </p:nvSpPr>
        <p:spPr>
          <a:xfrm>
            <a:off x="9851397" y="2445501"/>
            <a:ext cx="948055" cy="286385"/>
          </a:xfrm>
          <a:prstGeom prst="rect">
            <a:avLst/>
          </a:prstGeom>
          <a:ln w="12700">
            <a:solidFill>
              <a:srgbClr val="7F7F7F"/>
            </a:solidFill>
          </a:ln>
        </p:spPr>
        <p:txBody>
          <a:bodyPr vert="horz" wrap="square" lIns="0" tIns="54610" rIns="0" bIns="0" rtlCol="0">
            <a:spAutoFit/>
          </a:bodyPr>
          <a:lstStyle/>
          <a:p>
            <a:pPr marL="91440">
              <a:lnSpc>
                <a:spcPct val="100000"/>
              </a:lnSpc>
              <a:spcBef>
                <a:spcPts val="430"/>
              </a:spcBef>
            </a:pPr>
            <a:r>
              <a:rPr sz="1000" spc="-10" dirty="0">
                <a:solidFill>
                  <a:srgbClr val="595959"/>
                </a:solidFill>
                <a:latin typeface="Corbel"/>
                <a:cs typeface="Corbel"/>
              </a:rPr>
              <a:t>Sensors</a:t>
            </a:r>
            <a:endParaRPr sz="1000">
              <a:latin typeface="Corbel"/>
              <a:cs typeface="Corbel"/>
            </a:endParaRPr>
          </a:p>
        </p:txBody>
      </p:sp>
      <p:sp>
        <p:nvSpPr>
          <p:cNvPr id="37" name="object 37"/>
          <p:cNvSpPr/>
          <p:nvPr/>
        </p:nvSpPr>
        <p:spPr>
          <a:xfrm>
            <a:off x="9077645" y="2061295"/>
            <a:ext cx="803910" cy="124460"/>
          </a:xfrm>
          <a:custGeom>
            <a:avLst/>
            <a:gdLst/>
            <a:ahLst/>
            <a:cxnLst/>
            <a:rect l="l" t="t" r="r" b="b"/>
            <a:pathLst>
              <a:path w="803909" h="124460">
                <a:moveTo>
                  <a:pt x="765366" y="48251"/>
                </a:moveTo>
                <a:lnTo>
                  <a:pt x="750540" y="51266"/>
                </a:lnTo>
                <a:lnTo>
                  <a:pt x="738441" y="59449"/>
                </a:lnTo>
                <a:lnTo>
                  <a:pt x="730294" y="71571"/>
                </a:lnTo>
                <a:lnTo>
                  <a:pt x="727322" y="86405"/>
                </a:lnTo>
                <a:lnTo>
                  <a:pt x="730338" y="101231"/>
                </a:lnTo>
                <a:lnTo>
                  <a:pt x="738520" y="113330"/>
                </a:lnTo>
                <a:lnTo>
                  <a:pt x="750643" y="121477"/>
                </a:lnTo>
                <a:lnTo>
                  <a:pt x="765477" y="124449"/>
                </a:lnTo>
                <a:lnTo>
                  <a:pt x="780088" y="121477"/>
                </a:lnTo>
                <a:lnTo>
                  <a:pt x="780238" y="121477"/>
                </a:lnTo>
                <a:lnTo>
                  <a:pt x="792285" y="113330"/>
                </a:lnTo>
                <a:lnTo>
                  <a:pt x="800480" y="101231"/>
                </a:lnTo>
                <a:lnTo>
                  <a:pt x="802194" y="92918"/>
                </a:lnTo>
                <a:lnTo>
                  <a:pt x="802227" y="92753"/>
                </a:lnTo>
                <a:lnTo>
                  <a:pt x="768879" y="92753"/>
                </a:lnTo>
                <a:lnTo>
                  <a:pt x="771777" y="89848"/>
                </a:lnTo>
                <a:lnTo>
                  <a:pt x="771766" y="82834"/>
                </a:lnTo>
                <a:lnTo>
                  <a:pt x="768979" y="80053"/>
                </a:lnTo>
                <a:lnTo>
                  <a:pt x="802251" y="80053"/>
                </a:lnTo>
                <a:lnTo>
                  <a:pt x="800526" y="71571"/>
                </a:lnTo>
                <a:lnTo>
                  <a:pt x="792376" y="59449"/>
                </a:lnTo>
                <a:lnTo>
                  <a:pt x="780265" y="51266"/>
                </a:lnTo>
                <a:lnTo>
                  <a:pt x="780419" y="51266"/>
                </a:lnTo>
                <a:lnTo>
                  <a:pt x="765366" y="48251"/>
                </a:lnTo>
                <a:close/>
              </a:path>
              <a:path w="803909" h="124460">
                <a:moveTo>
                  <a:pt x="76462" y="31623"/>
                </a:moveTo>
                <a:lnTo>
                  <a:pt x="75323" y="44269"/>
                </a:lnTo>
                <a:lnTo>
                  <a:pt x="615810" y="92918"/>
                </a:lnTo>
                <a:lnTo>
                  <a:pt x="728613" y="92753"/>
                </a:lnTo>
                <a:lnTo>
                  <a:pt x="727322" y="86405"/>
                </a:lnTo>
                <a:lnTo>
                  <a:pt x="728562" y="80218"/>
                </a:lnTo>
                <a:lnTo>
                  <a:pt x="615791" y="80218"/>
                </a:lnTo>
                <a:lnTo>
                  <a:pt x="76462" y="31623"/>
                </a:lnTo>
                <a:close/>
              </a:path>
              <a:path w="803909" h="124460">
                <a:moveTo>
                  <a:pt x="802251" y="80053"/>
                </a:moveTo>
                <a:lnTo>
                  <a:pt x="768979" y="80053"/>
                </a:lnTo>
                <a:lnTo>
                  <a:pt x="771766" y="82834"/>
                </a:lnTo>
                <a:lnTo>
                  <a:pt x="771777" y="89848"/>
                </a:lnTo>
                <a:lnTo>
                  <a:pt x="768879" y="92753"/>
                </a:lnTo>
                <a:lnTo>
                  <a:pt x="802227" y="92753"/>
                </a:lnTo>
                <a:lnTo>
                  <a:pt x="803499" y="86405"/>
                </a:lnTo>
                <a:lnTo>
                  <a:pt x="802817" y="82834"/>
                </a:lnTo>
                <a:lnTo>
                  <a:pt x="802285" y="80218"/>
                </a:lnTo>
                <a:lnTo>
                  <a:pt x="802251" y="80053"/>
                </a:lnTo>
                <a:close/>
              </a:path>
              <a:path w="803909" h="124460">
                <a:moveTo>
                  <a:pt x="728595" y="80053"/>
                </a:moveTo>
                <a:lnTo>
                  <a:pt x="615791" y="80218"/>
                </a:lnTo>
                <a:lnTo>
                  <a:pt x="728562" y="80218"/>
                </a:lnTo>
                <a:lnTo>
                  <a:pt x="728595" y="80053"/>
                </a:lnTo>
                <a:close/>
              </a:path>
              <a:path w="803909" h="124460">
                <a:moveTo>
                  <a:pt x="79310" y="0"/>
                </a:moveTo>
                <a:lnTo>
                  <a:pt x="0" y="31112"/>
                </a:lnTo>
                <a:lnTo>
                  <a:pt x="72475" y="75892"/>
                </a:lnTo>
                <a:lnTo>
                  <a:pt x="75323" y="44269"/>
                </a:lnTo>
                <a:lnTo>
                  <a:pt x="59181" y="42816"/>
                </a:lnTo>
                <a:lnTo>
                  <a:pt x="56605" y="39730"/>
                </a:lnTo>
                <a:lnTo>
                  <a:pt x="57233" y="32744"/>
                </a:lnTo>
                <a:lnTo>
                  <a:pt x="60321" y="30168"/>
                </a:lnTo>
                <a:lnTo>
                  <a:pt x="76593" y="30168"/>
                </a:lnTo>
                <a:lnTo>
                  <a:pt x="79310" y="0"/>
                </a:lnTo>
                <a:close/>
              </a:path>
              <a:path w="803909" h="124460">
                <a:moveTo>
                  <a:pt x="60321" y="30168"/>
                </a:moveTo>
                <a:lnTo>
                  <a:pt x="57233" y="32744"/>
                </a:lnTo>
                <a:lnTo>
                  <a:pt x="56605" y="39730"/>
                </a:lnTo>
                <a:lnTo>
                  <a:pt x="59181" y="42816"/>
                </a:lnTo>
                <a:lnTo>
                  <a:pt x="75323" y="44269"/>
                </a:lnTo>
                <a:lnTo>
                  <a:pt x="76361" y="32744"/>
                </a:lnTo>
                <a:lnTo>
                  <a:pt x="76462" y="31623"/>
                </a:lnTo>
                <a:lnTo>
                  <a:pt x="60321" y="30168"/>
                </a:lnTo>
                <a:close/>
              </a:path>
              <a:path w="803909" h="124460">
                <a:moveTo>
                  <a:pt x="76593" y="30168"/>
                </a:moveTo>
                <a:lnTo>
                  <a:pt x="60321" y="30168"/>
                </a:lnTo>
                <a:lnTo>
                  <a:pt x="76462" y="31623"/>
                </a:lnTo>
                <a:lnTo>
                  <a:pt x="76508" y="31112"/>
                </a:lnTo>
                <a:lnTo>
                  <a:pt x="76593" y="30168"/>
                </a:lnTo>
                <a:close/>
              </a:path>
            </a:pathLst>
          </a:custGeom>
          <a:solidFill>
            <a:srgbClr val="7F7F7F"/>
          </a:solidFill>
        </p:spPr>
        <p:txBody>
          <a:bodyPr wrap="square" lIns="0" tIns="0" rIns="0" bIns="0" rtlCol="0"/>
          <a:lstStyle/>
          <a:p>
            <a:endParaRPr/>
          </a:p>
        </p:txBody>
      </p:sp>
      <p:sp>
        <p:nvSpPr>
          <p:cNvPr id="38" name="object 38"/>
          <p:cNvSpPr txBox="1"/>
          <p:nvPr/>
        </p:nvSpPr>
        <p:spPr>
          <a:xfrm>
            <a:off x="9851397" y="2094170"/>
            <a:ext cx="948055" cy="286385"/>
          </a:xfrm>
          <a:prstGeom prst="rect">
            <a:avLst/>
          </a:prstGeom>
          <a:ln w="12700">
            <a:solidFill>
              <a:srgbClr val="7F7F7F"/>
            </a:solidFill>
          </a:ln>
        </p:spPr>
        <p:txBody>
          <a:bodyPr vert="horz" wrap="square" lIns="0" tIns="55244" rIns="0" bIns="0" rtlCol="0">
            <a:spAutoFit/>
          </a:bodyPr>
          <a:lstStyle/>
          <a:p>
            <a:pPr marL="91440">
              <a:lnSpc>
                <a:spcPct val="100000"/>
              </a:lnSpc>
              <a:spcBef>
                <a:spcPts val="434"/>
              </a:spcBef>
            </a:pPr>
            <a:r>
              <a:rPr sz="1000" dirty="0">
                <a:solidFill>
                  <a:srgbClr val="595959"/>
                </a:solidFill>
                <a:latin typeface="Corbel"/>
                <a:cs typeface="Corbel"/>
              </a:rPr>
              <a:t>Shell</a:t>
            </a:r>
            <a:r>
              <a:rPr sz="1000" spc="-15" dirty="0">
                <a:solidFill>
                  <a:srgbClr val="595959"/>
                </a:solidFill>
                <a:latin typeface="Corbel"/>
                <a:cs typeface="Corbel"/>
              </a:rPr>
              <a:t> </a:t>
            </a:r>
            <a:r>
              <a:rPr sz="1000" spc="-10" dirty="0">
                <a:solidFill>
                  <a:srgbClr val="595959"/>
                </a:solidFill>
                <a:latin typeface="Corbel"/>
                <a:cs typeface="Corbel"/>
              </a:rPr>
              <a:t>(Body)</a:t>
            </a:r>
            <a:endParaRPr sz="1000">
              <a:latin typeface="Corbel"/>
              <a:cs typeface="Corbel"/>
            </a:endParaRPr>
          </a:p>
        </p:txBody>
      </p:sp>
      <p:sp>
        <p:nvSpPr>
          <p:cNvPr id="39" name="object 39"/>
          <p:cNvSpPr txBox="1"/>
          <p:nvPr/>
        </p:nvSpPr>
        <p:spPr>
          <a:xfrm>
            <a:off x="5119659" y="6216396"/>
            <a:ext cx="678815" cy="363220"/>
          </a:xfrm>
          <a:prstGeom prst="rect">
            <a:avLst/>
          </a:prstGeom>
        </p:spPr>
        <p:txBody>
          <a:bodyPr vert="horz" wrap="square" lIns="0" tIns="22860" rIns="0" bIns="0" rtlCol="0">
            <a:spAutoFit/>
          </a:bodyPr>
          <a:lstStyle/>
          <a:p>
            <a:pPr marL="38100">
              <a:lnSpc>
                <a:spcPct val="100000"/>
              </a:lnSpc>
              <a:spcBef>
                <a:spcPts val="180"/>
              </a:spcBef>
            </a:pPr>
            <a:r>
              <a:rPr sz="1200" dirty="0">
                <a:latin typeface="Corbel"/>
                <a:cs typeface="Corbel"/>
              </a:rPr>
              <a:t>Servo</a:t>
            </a:r>
            <a:r>
              <a:rPr sz="1200" spc="-25" dirty="0">
                <a:latin typeface="Corbel"/>
                <a:cs typeface="Corbel"/>
              </a:rPr>
              <a:t> </a:t>
            </a:r>
            <a:r>
              <a:rPr sz="1200" spc="-10" dirty="0">
                <a:latin typeface="Corbel"/>
                <a:cs typeface="Corbel"/>
              </a:rPr>
              <a:t>4</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marL="87630">
              <a:lnSpc>
                <a:spcPct val="100000"/>
              </a:lnSpc>
              <a:spcBef>
                <a:spcPts val="60"/>
              </a:spcBef>
            </a:pPr>
            <a:r>
              <a:rPr sz="900" dirty="0">
                <a:latin typeface="Corbel"/>
                <a:cs typeface="Corbel"/>
              </a:rPr>
              <a:t>(Tail</a:t>
            </a:r>
            <a:r>
              <a:rPr sz="900" spc="-30" dirty="0">
                <a:latin typeface="Corbel"/>
                <a:cs typeface="Corbel"/>
              </a:rPr>
              <a:t> </a:t>
            </a:r>
            <a:r>
              <a:rPr sz="900" spc="-10" dirty="0">
                <a:latin typeface="Corbel"/>
                <a:cs typeface="Corbel"/>
              </a:rPr>
              <a:t>rotor)</a:t>
            </a:r>
            <a:endParaRPr sz="900">
              <a:latin typeface="Corbel"/>
              <a:cs typeface="Corbel"/>
            </a:endParaRPr>
          </a:p>
        </p:txBody>
      </p:sp>
      <p:grpSp>
        <p:nvGrpSpPr>
          <p:cNvPr id="40" name="object 40"/>
          <p:cNvGrpSpPr/>
          <p:nvPr/>
        </p:nvGrpSpPr>
        <p:grpSpPr>
          <a:xfrm>
            <a:off x="1781971" y="338495"/>
            <a:ext cx="3632200" cy="1887855"/>
            <a:chOff x="1781971" y="338495"/>
            <a:chExt cx="3632200" cy="1887855"/>
          </a:xfrm>
        </p:grpSpPr>
        <p:pic>
          <p:nvPicPr>
            <p:cNvPr id="41" name="object 41"/>
            <p:cNvPicPr/>
            <p:nvPr/>
          </p:nvPicPr>
          <p:blipFill>
            <a:blip r:embed="rId5" cstate="print"/>
            <a:stretch>
              <a:fillRect/>
            </a:stretch>
          </p:blipFill>
          <p:spPr>
            <a:xfrm>
              <a:off x="1781971" y="805343"/>
              <a:ext cx="3631628" cy="1420531"/>
            </a:xfrm>
            <a:prstGeom prst="rect">
              <a:avLst/>
            </a:prstGeom>
          </p:spPr>
        </p:pic>
        <p:sp>
          <p:nvSpPr>
            <p:cNvPr id="42" name="object 42"/>
            <p:cNvSpPr/>
            <p:nvPr/>
          </p:nvSpPr>
          <p:spPr>
            <a:xfrm>
              <a:off x="2816221" y="338495"/>
              <a:ext cx="598805" cy="770890"/>
            </a:xfrm>
            <a:custGeom>
              <a:avLst/>
              <a:gdLst/>
              <a:ahLst/>
              <a:cxnLst/>
              <a:rect l="l" t="t" r="r" b="b"/>
              <a:pathLst>
                <a:path w="598804" h="770890">
                  <a:moveTo>
                    <a:pt x="556750" y="706562"/>
                  </a:moveTo>
                  <a:lnTo>
                    <a:pt x="528851" y="721718"/>
                  </a:lnTo>
                  <a:lnTo>
                    <a:pt x="598704" y="770488"/>
                  </a:lnTo>
                  <a:lnTo>
                    <a:pt x="597053" y="721944"/>
                  </a:lnTo>
                  <a:lnTo>
                    <a:pt x="568342" y="721944"/>
                  </a:lnTo>
                  <a:lnTo>
                    <a:pt x="564486" y="720803"/>
                  </a:lnTo>
                  <a:lnTo>
                    <a:pt x="556750" y="706562"/>
                  </a:lnTo>
                  <a:close/>
                </a:path>
                <a:path w="598804" h="770890">
                  <a:moveTo>
                    <a:pt x="567910" y="700499"/>
                  </a:moveTo>
                  <a:lnTo>
                    <a:pt x="556750" y="706562"/>
                  </a:lnTo>
                  <a:lnTo>
                    <a:pt x="564486" y="720803"/>
                  </a:lnTo>
                  <a:lnTo>
                    <a:pt x="568342" y="721944"/>
                  </a:lnTo>
                  <a:lnTo>
                    <a:pt x="574505" y="718596"/>
                  </a:lnTo>
                  <a:lnTo>
                    <a:pt x="575647" y="714740"/>
                  </a:lnTo>
                  <a:lnTo>
                    <a:pt x="567910" y="700499"/>
                  </a:lnTo>
                  <a:close/>
                </a:path>
                <a:path w="598804" h="770890">
                  <a:moveTo>
                    <a:pt x="595809" y="685344"/>
                  </a:moveTo>
                  <a:lnTo>
                    <a:pt x="567910" y="700499"/>
                  </a:lnTo>
                  <a:lnTo>
                    <a:pt x="575647" y="714740"/>
                  </a:lnTo>
                  <a:lnTo>
                    <a:pt x="574505" y="718596"/>
                  </a:lnTo>
                  <a:lnTo>
                    <a:pt x="568342" y="721944"/>
                  </a:lnTo>
                  <a:lnTo>
                    <a:pt x="597053" y="721944"/>
                  </a:lnTo>
                  <a:lnTo>
                    <a:pt x="595809" y="685344"/>
                  </a:lnTo>
                  <a:close/>
                </a:path>
                <a:path w="598804" h="770890">
                  <a:moveTo>
                    <a:pt x="195374" y="41339"/>
                  </a:moveTo>
                  <a:lnTo>
                    <a:pt x="556750" y="706562"/>
                  </a:lnTo>
                  <a:lnTo>
                    <a:pt x="567910" y="700499"/>
                  </a:lnTo>
                  <a:lnTo>
                    <a:pt x="211630" y="44658"/>
                  </a:lnTo>
                  <a:lnTo>
                    <a:pt x="200946" y="44658"/>
                  </a:lnTo>
                  <a:lnTo>
                    <a:pt x="195374" y="41339"/>
                  </a:lnTo>
                  <a:close/>
                </a:path>
                <a:path w="598804" h="770890">
                  <a:moveTo>
                    <a:pt x="38128" y="0"/>
                  </a:moveTo>
                  <a:lnTo>
                    <a:pt x="23105" y="3012"/>
                  </a:lnTo>
                  <a:lnTo>
                    <a:pt x="23238" y="3012"/>
                  </a:lnTo>
                  <a:lnTo>
                    <a:pt x="11126" y="11193"/>
                  </a:lnTo>
                  <a:lnTo>
                    <a:pt x="2974" y="23315"/>
                  </a:lnTo>
                  <a:lnTo>
                    <a:pt x="684" y="34584"/>
                  </a:lnTo>
                  <a:lnTo>
                    <a:pt x="0" y="38149"/>
                  </a:lnTo>
                  <a:lnTo>
                    <a:pt x="1272" y="44497"/>
                  </a:lnTo>
                  <a:lnTo>
                    <a:pt x="3015" y="52975"/>
                  </a:lnTo>
                  <a:lnTo>
                    <a:pt x="11206" y="65075"/>
                  </a:lnTo>
                  <a:lnTo>
                    <a:pt x="23260" y="73224"/>
                  </a:lnTo>
                  <a:lnTo>
                    <a:pt x="23390" y="73224"/>
                  </a:lnTo>
                  <a:lnTo>
                    <a:pt x="38030" y="76200"/>
                  </a:lnTo>
                  <a:lnTo>
                    <a:pt x="52865" y="73224"/>
                  </a:lnTo>
                  <a:lnTo>
                    <a:pt x="64986" y="65075"/>
                  </a:lnTo>
                  <a:lnTo>
                    <a:pt x="73166" y="52975"/>
                  </a:lnTo>
                  <a:lnTo>
                    <a:pt x="74857" y="44658"/>
                  </a:lnTo>
                  <a:lnTo>
                    <a:pt x="74890" y="44497"/>
                  </a:lnTo>
                  <a:lnTo>
                    <a:pt x="34615" y="44497"/>
                  </a:lnTo>
                  <a:lnTo>
                    <a:pt x="31725" y="41598"/>
                  </a:lnTo>
                  <a:lnTo>
                    <a:pt x="31734" y="34584"/>
                  </a:lnTo>
                  <a:lnTo>
                    <a:pt x="34530" y="31797"/>
                  </a:lnTo>
                  <a:lnTo>
                    <a:pt x="74906" y="31797"/>
                  </a:lnTo>
                  <a:lnTo>
                    <a:pt x="73205" y="23315"/>
                  </a:lnTo>
                  <a:lnTo>
                    <a:pt x="65055" y="11193"/>
                  </a:lnTo>
                  <a:lnTo>
                    <a:pt x="52955" y="3012"/>
                  </a:lnTo>
                  <a:lnTo>
                    <a:pt x="38128" y="0"/>
                  </a:lnTo>
                  <a:close/>
                </a:path>
                <a:path w="598804" h="770890">
                  <a:moveTo>
                    <a:pt x="74906" y="31797"/>
                  </a:moveTo>
                  <a:lnTo>
                    <a:pt x="76180" y="38149"/>
                  </a:lnTo>
                  <a:lnTo>
                    <a:pt x="74890" y="44497"/>
                  </a:lnTo>
                  <a:lnTo>
                    <a:pt x="200946" y="44658"/>
                  </a:lnTo>
                  <a:lnTo>
                    <a:pt x="197177" y="44658"/>
                  </a:lnTo>
                  <a:lnTo>
                    <a:pt x="195374" y="41339"/>
                  </a:lnTo>
                  <a:lnTo>
                    <a:pt x="209827" y="41339"/>
                  </a:lnTo>
                  <a:lnTo>
                    <a:pt x="205424" y="33234"/>
                  </a:lnTo>
                  <a:lnTo>
                    <a:pt x="203288" y="31962"/>
                  </a:lnTo>
                  <a:lnTo>
                    <a:pt x="74906" y="31797"/>
                  </a:lnTo>
                  <a:close/>
                </a:path>
                <a:path w="598804" h="770890">
                  <a:moveTo>
                    <a:pt x="209827" y="41339"/>
                  </a:moveTo>
                  <a:lnTo>
                    <a:pt x="195374" y="41339"/>
                  </a:lnTo>
                  <a:lnTo>
                    <a:pt x="200946" y="44658"/>
                  </a:lnTo>
                  <a:lnTo>
                    <a:pt x="211630" y="44658"/>
                  </a:lnTo>
                  <a:lnTo>
                    <a:pt x="209827" y="41339"/>
                  </a:lnTo>
                  <a:close/>
                </a:path>
                <a:path w="598804" h="770890">
                  <a:moveTo>
                    <a:pt x="74906" y="31797"/>
                  </a:moveTo>
                  <a:lnTo>
                    <a:pt x="34530" y="31797"/>
                  </a:lnTo>
                  <a:lnTo>
                    <a:pt x="31734" y="34584"/>
                  </a:lnTo>
                  <a:lnTo>
                    <a:pt x="31725" y="41598"/>
                  </a:lnTo>
                  <a:lnTo>
                    <a:pt x="34615" y="44497"/>
                  </a:lnTo>
                  <a:lnTo>
                    <a:pt x="74890" y="44497"/>
                  </a:lnTo>
                  <a:lnTo>
                    <a:pt x="76180" y="38149"/>
                  </a:lnTo>
                  <a:lnTo>
                    <a:pt x="74939" y="31962"/>
                  </a:lnTo>
                  <a:lnTo>
                    <a:pt x="74906" y="31797"/>
                  </a:lnTo>
                  <a:close/>
                </a:path>
              </a:pathLst>
            </a:custGeom>
            <a:solidFill>
              <a:srgbClr val="7F7F7F"/>
            </a:solidFill>
          </p:spPr>
          <p:txBody>
            <a:bodyPr wrap="square" lIns="0" tIns="0" rIns="0" bIns="0" rtlCol="0"/>
            <a:lstStyle/>
            <a:p>
              <a:endParaRPr/>
            </a:p>
          </p:txBody>
        </p:sp>
      </p:grpSp>
      <p:sp>
        <p:nvSpPr>
          <p:cNvPr id="43" name="object 43"/>
          <p:cNvSpPr txBox="1"/>
          <p:nvPr/>
        </p:nvSpPr>
        <p:spPr>
          <a:xfrm>
            <a:off x="1813591" y="325316"/>
            <a:ext cx="1031875" cy="274955"/>
          </a:xfrm>
          <a:prstGeom prst="rect">
            <a:avLst/>
          </a:prstGeom>
          <a:ln w="12700">
            <a:solidFill>
              <a:srgbClr val="7F7F7F"/>
            </a:solidFill>
          </a:ln>
        </p:spPr>
        <p:txBody>
          <a:bodyPr vert="horz" wrap="square" lIns="0" tIns="47625" rIns="0" bIns="0" rtlCol="0">
            <a:spAutoFit/>
          </a:bodyPr>
          <a:lstStyle/>
          <a:p>
            <a:pPr marL="90805">
              <a:lnSpc>
                <a:spcPct val="100000"/>
              </a:lnSpc>
              <a:spcBef>
                <a:spcPts val="375"/>
              </a:spcBef>
            </a:pPr>
            <a:r>
              <a:rPr sz="1000" dirty="0">
                <a:solidFill>
                  <a:srgbClr val="595959"/>
                </a:solidFill>
                <a:latin typeface="Corbel"/>
                <a:cs typeface="Corbel"/>
              </a:rPr>
              <a:t>Main</a:t>
            </a:r>
            <a:r>
              <a:rPr sz="1000" spc="175"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44" name="object 44"/>
          <p:cNvSpPr/>
          <p:nvPr/>
        </p:nvSpPr>
        <p:spPr>
          <a:xfrm>
            <a:off x="4549461" y="338495"/>
            <a:ext cx="379095" cy="678180"/>
          </a:xfrm>
          <a:custGeom>
            <a:avLst/>
            <a:gdLst/>
            <a:ahLst/>
            <a:cxnLst/>
            <a:rect l="l" t="t" r="r" b="b"/>
            <a:pathLst>
              <a:path w="379095" h="678180">
                <a:moveTo>
                  <a:pt x="335930" y="605760"/>
                </a:moveTo>
                <a:lnTo>
                  <a:pt x="305229" y="613855"/>
                </a:lnTo>
                <a:lnTo>
                  <a:pt x="361499" y="677823"/>
                </a:lnTo>
                <a:lnTo>
                  <a:pt x="372850" y="623455"/>
                </a:lnTo>
                <a:lnTo>
                  <a:pt x="343536" y="623455"/>
                </a:lnTo>
                <a:lnTo>
                  <a:pt x="340062" y="621431"/>
                </a:lnTo>
                <a:lnTo>
                  <a:pt x="335930" y="605760"/>
                </a:lnTo>
                <a:close/>
              </a:path>
              <a:path w="379095" h="678180">
                <a:moveTo>
                  <a:pt x="348210" y="602522"/>
                </a:moveTo>
                <a:lnTo>
                  <a:pt x="335930" y="605760"/>
                </a:lnTo>
                <a:lnTo>
                  <a:pt x="340062" y="621431"/>
                </a:lnTo>
                <a:lnTo>
                  <a:pt x="343536" y="623455"/>
                </a:lnTo>
                <a:lnTo>
                  <a:pt x="350319" y="621667"/>
                </a:lnTo>
                <a:lnTo>
                  <a:pt x="352342" y="618194"/>
                </a:lnTo>
                <a:lnTo>
                  <a:pt x="348210" y="602522"/>
                </a:lnTo>
                <a:close/>
              </a:path>
              <a:path w="379095" h="678180">
                <a:moveTo>
                  <a:pt x="378910" y="594427"/>
                </a:moveTo>
                <a:lnTo>
                  <a:pt x="348210" y="602522"/>
                </a:lnTo>
                <a:lnTo>
                  <a:pt x="352342" y="618194"/>
                </a:lnTo>
                <a:lnTo>
                  <a:pt x="350319" y="621667"/>
                </a:lnTo>
                <a:lnTo>
                  <a:pt x="343536" y="623455"/>
                </a:lnTo>
                <a:lnTo>
                  <a:pt x="372850" y="623455"/>
                </a:lnTo>
                <a:lnTo>
                  <a:pt x="378910" y="594427"/>
                </a:lnTo>
                <a:close/>
              </a:path>
              <a:path w="379095" h="678180">
                <a:moveTo>
                  <a:pt x="186726" y="39927"/>
                </a:moveTo>
                <a:lnTo>
                  <a:pt x="335930" y="605760"/>
                </a:lnTo>
                <a:lnTo>
                  <a:pt x="348210" y="602522"/>
                </a:lnTo>
                <a:lnTo>
                  <a:pt x="201109" y="44658"/>
                </a:lnTo>
                <a:lnTo>
                  <a:pt x="192859" y="44658"/>
                </a:lnTo>
                <a:lnTo>
                  <a:pt x="186726" y="39927"/>
                </a:lnTo>
                <a:close/>
              </a:path>
              <a:path w="379095" h="678180">
                <a:moveTo>
                  <a:pt x="38131" y="0"/>
                </a:moveTo>
                <a:lnTo>
                  <a:pt x="23099" y="3013"/>
                </a:lnTo>
                <a:lnTo>
                  <a:pt x="23238" y="3013"/>
                </a:lnTo>
                <a:lnTo>
                  <a:pt x="11126" y="11195"/>
                </a:lnTo>
                <a:lnTo>
                  <a:pt x="2974" y="23316"/>
                </a:lnTo>
                <a:lnTo>
                  <a:pt x="684" y="34584"/>
                </a:lnTo>
                <a:lnTo>
                  <a:pt x="0" y="38150"/>
                </a:lnTo>
                <a:lnTo>
                  <a:pt x="1272" y="44499"/>
                </a:lnTo>
                <a:lnTo>
                  <a:pt x="3017" y="52977"/>
                </a:lnTo>
                <a:lnTo>
                  <a:pt x="11209" y="65076"/>
                </a:lnTo>
                <a:lnTo>
                  <a:pt x="23260" y="73225"/>
                </a:lnTo>
                <a:lnTo>
                  <a:pt x="23397" y="73225"/>
                </a:lnTo>
                <a:lnTo>
                  <a:pt x="38028" y="76200"/>
                </a:lnTo>
                <a:lnTo>
                  <a:pt x="52862" y="73225"/>
                </a:lnTo>
                <a:lnTo>
                  <a:pt x="64984" y="65076"/>
                </a:lnTo>
                <a:lnTo>
                  <a:pt x="73165" y="52977"/>
                </a:lnTo>
                <a:lnTo>
                  <a:pt x="74856" y="44658"/>
                </a:lnTo>
                <a:lnTo>
                  <a:pt x="74889" y="44499"/>
                </a:lnTo>
                <a:lnTo>
                  <a:pt x="34618" y="44499"/>
                </a:lnTo>
                <a:lnTo>
                  <a:pt x="31725" y="41598"/>
                </a:lnTo>
                <a:lnTo>
                  <a:pt x="31734" y="34584"/>
                </a:lnTo>
                <a:lnTo>
                  <a:pt x="34527" y="31799"/>
                </a:lnTo>
                <a:lnTo>
                  <a:pt x="74906" y="31799"/>
                </a:lnTo>
                <a:lnTo>
                  <a:pt x="73205" y="23316"/>
                </a:lnTo>
                <a:lnTo>
                  <a:pt x="65057" y="11195"/>
                </a:lnTo>
                <a:lnTo>
                  <a:pt x="52957" y="3013"/>
                </a:lnTo>
                <a:lnTo>
                  <a:pt x="38131" y="0"/>
                </a:lnTo>
                <a:close/>
              </a:path>
              <a:path w="379095" h="678180">
                <a:moveTo>
                  <a:pt x="74906" y="31799"/>
                </a:moveTo>
                <a:lnTo>
                  <a:pt x="76179" y="38150"/>
                </a:lnTo>
                <a:lnTo>
                  <a:pt x="74889" y="44499"/>
                </a:lnTo>
                <a:lnTo>
                  <a:pt x="192859" y="44658"/>
                </a:lnTo>
                <a:lnTo>
                  <a:pt x="187974" y="44658"/>
                </a:lnTo>
                <a:lnTo>
                  <a:pt x="186726" y="39927"/>
                </a:lnTo>
                <a:lnTo>
                  <a:pt x="199861" y="39927"/>
                </a:lnTo>
                <a:lnTo>
                  <a:pt x="198273" y="33903"/>
                </a:lnTo>
                <a:lnTo>
                  <a:pt x="195756" y="31962"/>
                </a:lnTo>
                <a:lnTo>
                  <a:pt x="74906" y="31799"/>
                </a:lnTo>
                <a:close/>
              </a:path>
              <a:path w="379095" h="678180">
                <a:moveTo>
                  <a:pt x="199861" y="39927"/>
                </a:moveTo>
                <a:lnTo>
                  <a:pt x="186726" y="39927"/>
                </a:lnTo>
                <a:lnTo>
                  <a:pt x="192859" y="44658"/>
                </a:lnTo>
                <a:lnTo>
                  <a:pt x="201109" y="44658"/>
                </a:lnTo>
                <a:lnTo>
                  <a:pt x="199861" y="39927"/>
                </a:lnTo>
                <a:close/>
              </a:path>
              <a:path w="379095" h="678180">
                <a:moveTo>
                  <a:pt x="74906" y="31799"/>
                </a:moveTo>
                <a:lnTo>
                  <a:pt x="34527" y="31799"/>
                </a:lnTo>
                <a:lnTo>
                  <a:pt x="31734" y="34584"/>
                </a:lnTo>
                <a:lnTo>
                  <a:pt x="31725" y="41598"/>
                </a:lnTo>
                <a:lnTo>
                  <a:pt x="34618" y="44499"/>
                </a:lnTo>
                <a:lnTo>
                  <a:pt x="74889" y="44499"/>
                </a:lnTo>
                <a:lnTo>
                  <a:pt x="76179" y="38150"/>
                </a:lnTo>
                <a:lnTo>
                  <a:pt x="74938" y="31962"/>
                </a:lnTo>
                <a:lnTo>
                  <a:pt x="74906" y="31799"/>
                </a:lnTo>
                <a:close/>
              </a:path>
            </a:pathLst>
          </a:custGeom>
          <a:solidFill>
            <a:srgbClr val="7F7F7F"/>
          </a:solidFill>
        </p:spPr>
        <p:txBody>
          <a:bodyPr wrap="square" lIns="0" tIns="0" rIns="0" bIns="0" rtlCol="0"/>
          <a:lstStyle/>
          <a:p>
            <a:endParaRPr/>
          </a:p>
        </p:txBody>
      </p:sp>
      <p:sp>
        <p:nvSpPr>
          <p:cNvPr id="45" name="object 45"/>
          <p:cNvSpPr txBox="1"/>
          <p:nvPr/>
        </p:nvSpPr>
        <p:spPr>
          <a:xfrm>
            <a:off x="3598506" y="325316"/>
            <a:ext cx="980440" cy="274955"/>
          </a:xfrm>
          <a:prstGeom prst="rect">
            <a:avLst/>
          </a:prstGeom>
          <a:ln w="12700">
            <a:solidFill>
              <a:srgbClr val="7F7F7F"/>
            </a:solidFill>
          </a:ln>
        </p:spPr>
        <p:txBody>
          <a:bodyPr vert="horz" wrap="square" lIns="0" tIns="47625" rIns="0" bIns="0" rtlCol="0">
            <a:spAutoFit/>
          </a:bodyPr>
          <a:lstStyle/>
          <a:p>
            <a:pPr marL="91440">
              <a:lnSpc>
                <a:spcPct val="100000"/>
              </a:lnSpc>
              <a:spcBef>
                <a:spcPts val="375"/>
              </a:spcBef>
            </a:pPr>
            <a:r>
              <a:rPr sz="1000" dirty="0">
                <a:solidFill>
                  <a:srgbClr val="595959"/>
                </a:solidFill>
                <a:latin typeface="Corbel"/>
                <a:cs typeface="Corbel"/>
              </a:rPr>
              <a:t>Tail</a:t>
            </a:r>
            <a:r>
              <a:rPr sz="1000" spc="180"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46" name="object 46"/>
          <p:cNvSpPr/>
          <p:nvPr/>
        </p:nvSpPr>
        <p:spPr>
          <a:xfrm>
            <a:off x="2816221" y="719931"/>
            <a:ext cx="325120" cy="797560"/>
          </a:xfrm>
          <a:custGeom>
            <a:avLst/>
            <a:gdLst/>
            <a:ahLst/>
            <a:cxnLst/>
            <a:rect l="l" t="t" r="r" b="b"/>
            <a:pathLst>
              <a:path w="325119" h="797560">
                <a:moveTo>
                  <a:pt x="281012" y="722320"/>
                </a:moveTo>
                <a:lnTo>
                  <a:pt x="249512" y="726301"/>
                </a:lnTo>
                <a:lnTo>
                  <a:pt x="296867" y="797121"/>
                </a:lnTo>
                <a:lnTo>
                  <a:pt x="316636" y="740860"/>
                </a:lnTo>
                <a:lnTo>
                  <a:pt x="286220" y="740860"/>
                </a:lnTo>
                <a:lnTo>
                  <a:pt x="283044" y="738397"/>
                </a:lnTo>
                <a:lnTo>
                  <a:pt x="281012" y="722320"/>
                </a:lnTo>
                <a:close/>
              </a:path>
              <a:path w="325119" h="797560">
                <a:moveTo>
                  <a:pt x="293611" y="720727"/>
                </a:moveTo>
                <a:lnTo>
                  <a:pt x="281012" y="722320"/>
                </a:lnTo>
                <a:lnTo>
                  <a:pt x="283044" y="738397"/>
                </a:lnTo>
                <a:lnTo>
                  <a:pt x="286220" y="740860"/>
                </a:lnTo>
                <a:lnTo>
                  <a:pt x="293178" y="739982"/>
                </a:lnTo>
                <a:lnTo>
                  <a:pt x="295644" y="736804"/>
                </a:lnTo>
                <a:lnTo>
                  <a:pt x="293611" y="720727"/>
                </a:lnTo>
                <a:close/>
              </a:path>
              <a:path w="325119" h="797560">
                <a:moveTo>
                  <a:pt x="325110" y="716746"/>
                </a:moveTo>
                <a:lnTo>
                  <a:pt x="293611" y="720727"/>
                </a:lnTo>
                <a:lnTo>
                  <a:pt x="295644" y="736804"/>
                </a:lnTo>
                <a:lnTo>
                  <a:pt x="293178" y="739982"/>
                </a:lnTo>
                <a:lnTo>
                  <a:pt x="286220" y="740860"/>
                </a:lnTo>
                <a:lnTo>
                  <a:pt x="316636" y="740860"/>
                </a:lnTo>
                <a:lnTo>
                  <a:pt x="325110" y="716746"/>
                </a:lnTo>
                <a:close/>
              </a:path>
              <a:path w="325119" h="797560">
                <a:moveTo>
                  <a:pt x="194654" y="39105"/>
                </a:moveTo>
                <a:lnTo>
                  <a:pt x="281012" y="722320"/>
                </a:lnTo>
                <a:lnTo>
                  <a:pt x="293611" y="720727"/>
                </a:lnTo>
                <a:lnTo>
                  <a:pt x="208158" y="44659"/>
                </a:lnTo>
                <a:lnTo>
                  <a:pt x="200946" y="44659"/>
                </a:lnTo>
                <a:lnTo>
                  <a:pt x="194654" y="39105"/>
                </a:lnTo>
                <a:close/>
              </a:path>
              <a:path w="325119" h="797560">
                <a:moveTo>
                  <a:pt x="38128" y="0"/>
                </a:moveTo>
                <a:lnTo>
                  <a:pt x="23103" y="3013"/>
                </a:lnTo>
                <a:lnTo>
                  <a:pt x="23237" y="3013"/>
                </a:lnTo>
                <a:lnTo>
                  <a:pt x="11126" y="11194"/>
                </a:lnTo>
                <a:lnTo>
                  <a:pt x="2974" y="23315"/>
                </a:lnTo>
                <a:lnTo>
                  <a:pt x="734" y="34342"/>
                </a:lnTo>
                <a:lnTo>
                  <a:pt x="0" y="38149"/>
                </a:lnTo>
                <a:lnTo>
                  <a:pt x="1272" y="44497"/>
                </a:lnTo>
                <a:lnTo>
                  <a:pt x="3015" y="52975"/>
                </a:lnTo>
                <a:lnTo>
                  <a:pt x="11206" y="65075"/>
                </a:lnTo>
                <a:lnTo>
                  <a:pt x="23261" y="73225"/>
                </a:lnTo>
                <a:lnTo>
                  <a:pt x="23392" y="73225"/>
                </a:lnTo>
                <a:lnTo>
                  <a:pt x="38030" y="76200"/>
                </a:lnTo>
                <a:lnTo>
                  <a:pt x="52865" y="73225"/>
                </a:lnTo>
                <a:lnTo>
                  <a:pt x="64986" y="65075"/>
                </a:lnTo>
                <a:lnTo>
                  <a:pt x="73166" y="52975"/>
                </a:lnTo>
                <a:lnTo>
                  <a:pt x="74857" y="44659"/>
                </a:lnTo>
                <a:lnTo>
                  <a:pt x="74890" y="44497"/>
                </a:lnTo>
                <a:lnTo>
                  <a:pt x="34616" y="44497"/>
                </a:lnTo>
                <a:lnTo>
                  <a:pt x="31725" y="41598"/>
                </a:lnTo>
                <a:lnTo>
                  <a:pt x="31734" y="34585"/>
                </a:lnTo>
                <a:lnTo>
                  <a:pt x="34530" y="31797"/>
                </a:lnTo>
                <a:lnTo>
                  <a:pt x="74906" y="31797"/>
                </a:lnTo>
                <a:lnTo>
                  <a:pt x="73205" y="23315"/>
                </a:lnTo>
                <a:lnTo>
                  <a:pt x="65055" y="11194"/>
                </a:lnTo>
                <a:lnTo>
                  <a:pt x="52955" y="3013"/>
                </a:lnTo>
                <a:lnTo>
                  <a:pt x="38128" y="0"/>
                </a:lnTo>
                <a:close/>
              </a:path>
              <a:path w="325119" h="797560">
                <a:moveTo>
                  <a:pt x="74906" y="31797"/>
                </a:moveTo>
                <a:lnTo>
                  <a:pt x="76180" y="38149"/>
                </a:lnTo>
                <a:lnTo>
                  <a:pt x="74890" y="44497"/>
                </a:lnTo>
                <a:lnTo>
                  <a:pt x="200946" y="44659"/>
                </a:lnTo>
                <a:lnTo>
                  <a:pt x="195356" y="44659"/>
                </a:lnTo>
                <a:lnTo>
                  <a:pt x="194654" y="39105"/>
                </a:lnTo>
                <a:lnTo>
                  <a:pt x="207456" y="39105"/>
                </a:lnTo>
                <a:lnTo>
                  <a:pt x="206885" y="34585"/>
                </a:lnTo>
                <a:lnTo>
                  <a:pt x="206854" y="34342"/>
                </a:lnTo>
                <a:lnTo>
                  <a:pt x="204159" y="31963"/>
                </a:lnTo>
                <a:lnTo>
                  <a:pt x="74906" y="31797"/>
                </a:lnTo>
                <a:close/>
              </a:path>
              <a:path w="325119" h="797560">
                <a:moveTo>
                  <a:pt x="207456" y="39105"/>
                </a:moveTo>
                <a:lnTo>
                  <a:pt x="194654" y="39105"/>
                </a:lnTo>
                <a:lnTo>
                  <a:pt x="200946" y="44659"/>
                </a:lnTo>
                <a:lnTo>
                  <a:pt x="208158" y="44659"/>
                </a:lnTo>
                <a:lnTo>
                  <a:pt x="207456" y="39105"/>
                </a:lnTo>
                <a:close/>
              </a:path>
              <a:path w="325119" h="797560">
                <a:moveTo>
                  <a:pt x="74906" y="31797"/>
                </a:moveTo>
                <a:lnTo>
                  <a:pt x="34530" y="31797"/>
                </a:lnTo>
                <a:lnTo>
                  <a:pt x="31734" y="34585"/>
                </a:lnTo>
                <a:lnTo>
                  <a:pt x="31725" y="41598"/>
                </a:lnTo>
                <a:lnTo>
                  <a:pt x="34616" y="44497"/>
                </a:lnTo>
                <a:lnTo>
                  <a:pt x="74890" y="44497"/>
                </a:lnTo>
                <a:lnTo>
                  <a:pt x="76180" y="38149"/>
                </a:lnTo>
                <a:lnTo>
                  <a:pt x="74939" y="31963"/>
                </a:lnTo>
                <a:lnTo>
                  <a:pt x="74906" y="31797"/>
                </a:lnTo>
                <a:close/>
              </a:path>
            </a:pathLst>
          </a:custGeom>
          <a:solidFill>
            <a:srgbClr val="7F7F7F"/>
          </a:solidFill>
        </p:spPr>
        <p:txBody>
          <a:bodyPr wrap="square" lIns="0" tIns="0" rIns="0" bIns="0" rtlCol="0"/>
          <a:lstStyle/>
          <a:p>
            <a:endParaRPr/>
          </a:p>
        </p:txBody>
      </p:sp>
      <p:sp>
        <p:nvSpPr>
          <p:cNvPr id="47" name="object 47"/>
          <p:cNvSpPr txBox="1"/>
          <p:nvPr/>
        </p:nvSpPr>
        <p:spPr>
          <a:xfrm>
            <a:off x="1813591" y="706752"/>
            <a:ext cx="1031875" cy="274955"/>
          </a:xfrm>
          <a:prstGeom prst="rect">
            <a:avLst/>
          </a:prstGeom>
          <a:ln w="12700">
            <a:solidFill>
              <a:srgbClr val="7F7F7F"/>
            </a:solidFill>
          </a:ln>
        </p:spPr>
        <p:txBody>
          <a:bodyPr vert="horz" wrap="square" lIns="0" tIns="46990" rIns="0" bIns="0" rtlCol="0">
            <a:spAutoFit/>
          </a:bodyPr>
          <a:lstStyle/>
          <a:p>
            <a:pPr marL="90805">
              <a:lnSpc>
                <a:spcPct val="100000"/>
              </a:lnSpc>
              <a:spcBef>
                <a:spcPts val="370"/>
              </a:spcBef>
            </a:pPr>
            <a:r>
              <a:rPr sz="1000" dirty="0">
                <a:solidFill>
                  <a:srgbClr val="595959"/>
                </a:solidFill>
                <a:latin typeface="Corbel"/>
                <a:cs typeface="Corbel"/>
              </a:rPr>
              <a:t>Canopy</a:t>
            </a:r>
            <a:r>
              <a:rPr sz="1000" spc="-20" dirty="0">
                <a:solidFill>
                  <a:srgbClr val="595959"/>
                </a:solidFill>
                <a:latin typeface="Corbel"/>
                <a:cs typeface="Corbel"/>
              </a:rPr>
              <a:t> </a:t>
            </a:r>
            <a:r>
              <a:rPr sz="1000" dirty="0">
                <a:solidFill>
                  <a:srgbClr val="595959"/>
                </a:solidFill>
                <a:latin typeface="Corbel"/>
                <a:cs typeface="Corbel"/>
              </a:rPr>
              <a:t>/</a:t>
            </a:r>
            <a:r>
              <a:rPr sz="1000" spc="-20" dirty="0">
                <a:solidFill>
                  <a:srgbClr val="595959"/>
                </a:solidFill>
                <a:latin typeface="Corbel"/>
                <a:cs typeface="Corbel"/>
              </a:rPr>
              <a:t> </a:t>
            </a:r>
            <a:r>
              <a:rPr sz="1000" spc="-10" dirty="0">
                <a:solidFill>
                  <a:srgbClr val="595959"/>
                </a:solidFill>
                <a:latin typeface="Corbel"/>
                <a:cs typeface="Corbel"/>
              </a:rPr>
              <a:t>Shell</a:t>
            </a:r>
            <a:endParaRPr sz="1000">
              <a:latin typeface="Corbel"/>
              <a:cs typeface="Corbel"/>
            </a:endParaRPr>
          </a:p>
        </p:txBody>
      </p:sp>
      <p:sp>
        <p:nvSpPr>
          <p:cNvPr id="48" name="object 48"/>
          <p:cNvSpPr/>
          <p:nvPr/>
        </p:nvSpPr>
        <p:spPr>
          <a:xfrm>
            <a:off x="3579398" y="2030648"/>
            <a:ext cx="411480" cy="119380"/>
          </a:xfrm>
          <a:custGeom>
            <a:avLst/>
            <a:gdLst/>
            <a:ahLst/>
            <a:cxnLst/>
            <a:rect l="l" t="t" r="r" b="b"/>
            <a:pathLst>
              <a:path w="411479" h="119380">
                <a:moveTo>
                  <a:pt x="373053" y="42956"/>
                </a:moveTo>
                <a:lnTo>
                  <a:pt x="358227" y="45970"/>
                </a:lnTo>
                <a:lnTo>
                  <a:pt x="346127" y="54152"/>
                </a:lnTo>
                <a:lnTo>
                  <a:pt x="337979" y="66274"/>
                </a:lnTo>
                <a:lnTo>
                  <a:pt x="335005" y="81108"/>
                </a:lnTo>
                <a:lnTo>
                  <a:pt x="338020" y="95935"/>
                </a:lnTo>
                <a:lnTo>
                  <a:pt x="346202" y="108034"/>
                </a:lnTo>
                <a:lnTo>
                  <a:pt x="358323" y="116182"/>
                </a:lnTo>
                <a:lnTo>
                  <a:pt x="373157" y="119156"/>
                </a:lnTo>
                <a:lnTo>
                  <a:pt x="387782" y="116182"/>
                </a:lnTo>
                <a:lnTo>
                  <a:pt x="387923" y="116182"/>
                </a:lnTo>
                <a:lnTo>
                  <a:pt x="399973" y="108034"/>
                </a:lnTo>
                <a:lnTo>
                  <a:pt x="408167" y="95935"/>
                </a:lnTo>
                <a:lnTo>
                  <a:pt x="409898" y="87524"/>
                </a:lnTo>
                <a:lnTo>
                  <a:pt x="376498" y="87524"/>
                </a:lnTo>
                <a:lnTo>
                  <a:pt x="379460" y="84554"/>
                </a:lnTo>
                <a:lnTo>
                  <a:pt x="379450" y="77541"/>
                </a:lnTo>
                <a:lnTo>
                  <a:pt x="376660" y="74757"/>
                </a:lnTo>
                <a:lnTo>
                  <a:pt x="409935" y="74757"/>
                </a:lnTo>
                <a:lnTo>
                  <a:pt x="408210" y="66274"/>
                </a:lnTo>
                <a:lnTo>
                  <a:pt x="400059" y="54152"/>
                </a:lnTo>
                <a:lnTo>
                  <a:pt x="387948" y="45970"/>
                </a:lnTo>
                <a:lnTo>
                  <a:pt x="388091" y="45970"/>
                </a:lnTo>
                <a:lnTo>
                  <a:pt x="373053" y="42956"/>
                </a:lnTo>
                <a:close/>
              </a:path>
              <a:path w="411479" h="119380">
                <a:moveTo>
                  <a:pt x="74783" y="30395"/>
                </a:moveTo>
                <a:lnTo>
                  <a:pt x="71113" y="42553"/>
                </a:lnTo>
                <a:lnTo>
                  <a:pt x="220092" y="87524"/>
                </a:lnTo>
                <a:lnTo>
                  <a:pt x="336310" y="87524"/>
                </a:lnTo>
                <a:lnTo>
                  <a:pt x="335005" y="81108"/>
                </a:lnTo>
                <a:lnTo>
                  <a:pt x="336192" y="75185"/>
                </a:lnTo>
                <a:lnTo>
                  <a:pt x="223164" y="75185"/>
                </a:lnTo>
                <a:lnTo>
                  <a:pt x="221320" y="74914"/>
                </a:lnTo>
                <a:lnTo>
                  <a:pt x="222268" y="74914"/>
                </a:lnTo>
                <a:lnTo>
                  <a:pt x="74783" y="30395"/>
                </a:lnTo>
                <a:close/>
              </a:path>
              <a:path w="411479" h="119380">
                <a:moveTo>
                  <a:pt x="409935" y="74757"/>
                </a:moveTo>
                <a:lnTo>
                  <a:pt x="376660" y="74757"/>
                </a:lnTo>
                <a:lnTo>
                  <a:pt x="379450" y="77541"/>
                </a:lnTo>
                <a:lnTo>
                  <a:pt x="379460" y="84554"/>
                </a:lnTo>
                <a:lnTo>
                  <a:pt x="376498" y="87524"/>
                </a:lnTo>
                <a:lnTo>
                  <a:pt x="409898" y="87524"/>
                </a:lnTo>
                <a:lnTo>
                  <a:pt x="411184" y="81108"/>
                </a:lnTo>
                <a:lnTo>
                  <a:pt x="410501" y="77541"/>
                </a:lnTo>
                <a:lnTo>
                  <a:pt x="410022" y="75185"/>
                </a:lnTo>
                <a:lnTo>
                  <a:pt x="409935" y="74757"/>
                </a:lnTo>
                <a:close/>
              </a:path>
              <a:path w="411479" h="119380">
                <a:moveTo>
                  <a:pt x="336278" y="74757"/>
                </a:moveTo>
                <a:lnTo>
                  <a:pt x="221320" y="74914"/>
                </a:lnTo>
                <a:lnTo>
                  <a:pt x="223164" y="75185"/>
                </a:lnTo>
                <a:lnTo>
                  <a:pt x="222268" y="74914"/>
                </a:lnTo>
                <a:lnTo>
                  <a:pt x="336247" y="74914"/>
                </a:lnTo>
                <a:lnTo>
                  <a:pt x="336278" y="74757"/>
                </a:lnTo>
                <a:close/>
              </a:path>
              <a:path w="411479" h="119380">
                <a:moveTo>
                  <a:pt x="336247" y="74914"/>
                </a:moveTo>
                <a:lnTo>
                  <a:pt x="222268" y="74914"/>
                </a:lnTo>
                <a:lnTo>
                  <a:pt x="223164" y="75185"/>
                </a:lnTo>
                <a:lnTo>
                  <a:pt x="336192" y="75185"/>
                </a:lnTo>
                <a:lnTo>
                  <a:pt x="336247" y="74914"/>
                </a:lnTo>
                <a:close/>
              </a:path>
              <a:path w="411479" h="119380">
                <a:moveTo>
                  <a:pt x="83958" y="0"/>
                </a:moveTo>
                <a:lnTo>
                  <a:pt x="0" y="14455"/>
                </a:lnTo>
                <a:lnTo>
                  <a:pt x="61939" y="72950"/>
                </a:lnTo>
                <a:lnTo>
                  <a:pt x="70992" y="42956"/>
                </a:lnTo>
                <a:lnTo>
                  <a:pt x="71113" y="42553"/>
                </a:lnTo>
                <a:lnTo>
                  <a:pt x="55598" y="37870"/>
                </a:lnTo>
                <a:lnTo>
                  <a:pt x="53698" y="34326"/>
                </a:lnTo>
                <a:lnTo>
                  <a:pt x="55725" y="27612"/>
                </a:lnTo>
                <a:lnTo>
                  <a:pt x="59268" y="25712"/>
                </a:lnTo>
                <a:lnTo>
                  <a:pt x="76197" y="25712"/>
                </a:lnTo>
                <a:lnTo>
                  <a:pt x="83958" y="0"/>
                </a:lnTo>
                <a:close/>
              </a:path>
              <a:path w="411479" h="119380">
                <a:moveTo>
                  <a:pt x="59268" y="25712"/>
                </a:moveTo>
                <a:lnTo>
                  <a:pt x="55725" y="27612"/>
                </a:lnTo>
                <a:lnTo>
                  <a:pt x="53698" y="34326"/>
                </a:lnTo>
                <a:lnTo>
                  <a:pt x="55598" y="37870"/>
                </a:lnTo>
                <a:lnTo>
                  <a:pt x="71113" y="42553"/>
                </a:lnTo>
                <a:lnTo>
                  <a:pt x="74783" y="30395"/>
                </a:lnTo>
                <a:lnTo>
                  <a:pt x="59268" y="25712"/>
                </a:lnTo>
                <a:close/>
              </a:path>
              <a:path w="411479" h="119380">
                <a:moveTo>
                  <a:pt x="76197" y="25712"/>
                </a:moveTo>
                <a:lnTo>
                  <a:pt x="59268" y="25712"/>
                </a:lnTo>
                <a:lnTo>
                  <a:pt x="74783" y="30395"/>
                </a:lnTo>
                <a:lnTo>
                  <a:pt x="76197" y="25712"/>
                </a:lnTo>
                <a:close/>
              </a:path>
            </a:pathLst>
          </a:custGeom>
          <a:solidFill>
            <a:srgbClr val="7F7F7F"/>
          </a:solidFill>
        </p:spPr>
        <p:txBody>
          <a:bodyPr wrap="square" lIns="0" tIns="0" rIns="0" bIns="0" rtlCol="0"/>
          <a:lstStyle/>
          <a:p>
            <a:endParaRPr/>
          </a:p>
        </p:txBody>
      </p:sp>
      <p:sp>
        <p:nvSpPr>
          <p:cNvPr id="49" name="object 49"/>
          <p:cNvSpPr txBox="1"/>
          <p:nvPr/>
        </p:nvSpPr>
        <p:spPr>
          <a:xfrm>
            <a:off x="3960954" y="2060426"/>
            <a:ext cx="961390" cy="274955"/>
          </a:xfrm>
          <a:prstGeom prst="rect">
            <a:avLst/>
          </a:prstGeom>
          <a:ln w="12700">
            <a:solidFill>
              <a:srgbClr val="7F7F7F"/>
            </a:solidFill>
          </a:ln>
        </p:spPr>
        <p:txBody>
          <a:bodyPr vert="horz" wrap="square" lIns="0" tIns="0" rIns="0" bIns="0" rtlCol="0">
            <a:spAutoFit/>
          </a:bodyPr>
          <a:lstStyle/>
          <a:p>
            <a:pPr marL="91440">
              <a:lnSpc>
                <a:spcPts val="990"/>
              </a:lnSpc>
            </a:pPr>
            <a:r>
              <a:rPr sz="1000" dirty="0">
                <a:solidFill>
                  <a:srgbClr val="595959"/>
                </a:solidFill>
                <a:latin typeface="Corbel"/>
                <a:cs typeface="Corbel"/>
              </a:rPr>
              <a:t>Skids</a:t>
            </a:r>
            <a:r>
              <a:rPr sz="1000" spc="-20" dirty="0">
                <a:solidFill>
                  <a:srgbClr val="595959"/>
                </a:solidFill>
                <a:latin typeface="Corbel"/>
                <a:cs typeface="Corbel"/>
              </a:rPr>
              <a:t> </a:t>
            </a:r>
            <a:r>
              <a:rPr sz="1000" spc="-50" dirty="0">
                <a:solidFill>
                  <a:srgbClr val="595959"/>
                </a:solidFill>
                <a:latin typeface="Corbel"/>
                <a:cs typeface="Corbel"/>
              </a:rPr>
              <a:t>/</a:t>
            </a:r>
            <a:endParaRPr sz="1000">
              <a:latin typeface="Corbel"/>
              <a:cs typeface="Corbel"/>
            </a:endParaRPr>
          </a:p>
          <a:p>
            <a:pPr marL="91440">
              <a:lnSpc>
                <a:spcPts val="1170"/>
              </a:lnSpc>
            </a:pPr>
            <a:r>
              <a:rPr sz="1000" dirty="0">
                <a:solidFill>
                  <a:srgbClr val="595959"/>
                </a:solidFill>
                <a:latin typeface="Corbel"/>
                <a:cs typeface="Corbel"/>
              </a:rPr>
              <a:t>Landing</a:t>
            </a:r>
            <a:r>
              <a:rPr sz="1000" spc="-35" dirty="0">
                <a:solidFill>
                  <a:srgbClr val="595959"/>
                </a:solidFill>
                <a:latin typeface="Corbel"/>
                <a:cs typeface="Corbel"/>
              </a:rPr>
              <a:t> </a:t>
            </a:r>
            <a:r>
              <a:rPr sz="1000" spc="-20" dirty="0">
                <a:solidFill>
                  <a:srgbClr val="595959"/>
                </a:solidFill>
                <a:latin typeface="Corbel"/>
                <a:cs typeface="Corbel"/>
              </a:rPr>
              <a:t>Gear</a:t>
            </a:r>
            <a:endParaRPr sz="1000">
              <a:latin typeface="Corbel"/>
              <a:cs typeface="Corbel"/>
            </a:endParaRPr>
          </a:p>
        </p:txBody>
      </p:sp>
      <p:sp>
        <p:nvSpPr>
          <p:cNvPr id="50" name="object 50"/>
          <p:cNvSpPr/>
          <p:nvPr/>
        </p:nvSpPr>
        <p:spPr>
          <a:xfrm>
            <a:off x="4158338" y="1433456"/>
            <a:ext cx="323850" cy="380365"/>
          </a:xfrm>
          <a:custGeom>
            <a:avLst/>
            <a:gdLst/>
            <a:ahLst/>
            <a:cxnLst/>
            <a:rect l="l" t="t" r="r" b="b"/>
            <a:pathLst>
              <a:path w="323850" h="380364">
                <a:moveTo>
                  <a:pt x="285318" y="303709"/>
                </a:moveTo>
                <a:lnTo>
                  <a:pt x="270492" y="306723"/>
                </a:lnTo>
                <a:lnTo>
                  <a:pt x="258393" y="314905"/>
                </a:lnTo>
                <a:lnTo>
                  <a:pt x="250245" y="327027"/>
                </a:lnTo>
                <a:lnTo>
                  <a:pt x="247271" y="341861"/>
                </a:lnTo>
                <a:lnTo>
                  <a:pt x="250285" y="356687"/>
                </a:lnTo>
                <a:lnTo>
                  <a:pt x="258467" y="368787"/>
                </a:lnTo>
                <a:lnTo>
                  <a:pt x="270588" y="376935"/>
                </a:lnTo>
                <a:lnTo>
                  <a:pt x="285423" y="379909"/>
                </a:lnTo>
                <a:lnTo>
                  <a:pt x="300050" y="376935"/>
                </a:lnTo>
                <a:lnTo>
                  <a:pt x="300189" y="376935"/>
                </a:lnTo>
                <a:lnTo>
                  <a:pt x="312239" y="368787"/>
                </a:lnTo>
                <a:lnTo>
                  <a:pt x="320432" y="356687"/>
                </a:lnTo>
                <a:lnTo>
                  <a:pt x="322145" y="348371"/>
                </a:lnTo>
                <a:lnTo>
                  <a:pt x="322177" y="348209"/>
                </a:lnTo>
                <a:lnTo>
                  <a:pt x="288831" y="348209"/>
                </a:lnTo>
                <a:lnTo>
                  <a:pt x="291725" y="345307"/>
                </a:lnTo>
                <a:lnTo>
                  <a:pt x="291716" y="338293"/>
                </a:lnTo>
                <a:lnTo>
                  <a:pt x="288924" y="335509"/>
                </a:lnTo>
                <a:lnTo>
                  <a:pt x="322201" y="335509"/>
                </a:lnTo>
                <a:lnTo>
                  <a:pt x="320476" y="327027"/>
                </a:lnTo>
                <a:lnTo>
                  <a:pt x="312324" y="314905"/>
                </a:lnTo>
                <a:lnTo>
                  <a:pt x="300212" y="306723"/>
                </a:lnTo>
                <a:lnTo>
                  <a:pt x="300354" y="306723"/>
                </a:lnTo>
                <a:lnTo>
                  <a:pt x="285318" y="303709"/>
                </a:lnTo>
                <a:close/>
              </a:path>
              <a:path w="323850" h="380364">
                <a:moveTo>
                  <a:pt x="41801" y="69499"/>
                </a:moveTo>
                <a:lnTo>
                  <a:pt x="29858" y="73817"/>
                </a:lnTo>
                <a:lnTo>
                  <a:pt x="128534" y="346694"/>
                </a:lnTo>
                <a:lnTo>
                  <a:pt x="130925" y="348371"/>
                </a:lnTo>
                <a:lnTo>
                  <a:pt x="248562" y="348209"/>
                </a:lnTo>
                <a:lnTo>
                  <a:pt x="247271" y="341861"/>
                </a:lnTo>
                <a:lnTo>
                  <a:pt x="247673" y="339858"/>
                </a:lnTo>
                <a:lnTo>
                  <a:pt x="139566" y="339858"/>
                </a:lnTo>
                <a:lnTo>
                  <a:pt x="133586" y="335667"/>
                </a:lnTo>
                <a:lnTo>
                  <a:pt x="138051" y="335667"/>
                </a:lnTo>
                <a:lnTo>
                  <a:pt x="41801" y="69499"/>
                </a:lnTo>
                <a:close/>
              </a:path>
              <a:path w="323850" h="380364">
                <a:moveTo>
                  <a:pt x="322201" y="335509"/>
                </a:moveTo>
                <a:lnTo>
                  <a:pt x="288924" y="335509"/>
                </a:lnTo>
                <a:lnTo>
                  <a:pt x="291716" y="338293"/>
                </a:lnTo>
                <a:lnTo>
                  <a:pt x="291725" y="345307"/>
                </a:lnTo>
                <a:lnTo>
                  <a:pt x="288831" y="348209"/>
                </a:lnTo>
                <a:lnTo>
                  <a:pt x="322177" y="348209"/>
                </a:lnTo>
                <a:lnTo>
                  <a:pt x="323450" y="341861"/>
                </a:lnTo>
                <a:lnTo>
                  <a:pt x="323085" y="339858"/>
                </a:lnTo>
                <a:lnTo>
                  <a:pt x="322233" y="335667"/>
                </a:lnTo>
                <a:lnTo>
                  <a:pt x="322201" y="335509"/>
                </a:lnTo>
                <a:close/>
              </a:path>
              <a:path w="323850" h="380364">
                <a:moveTo>
                  <a:pt x="248544" y="335509"/>
                </a:moveTo>
                <a:lnTo>
                  <a:pt x="133586" y="335667"/>
                </a:lnTo>
                <a:lnTo>
                  <a:pt x="139566" y="339858"/>
                </a:lnTo>
                <a:lnTo>
                  <a:pt x="138051" y="335667"/>
                </a:lnTo>
                <a:lnTo>
                  <a:pt x="248513" y="335667"/>
                </a:lnTo>
                <a:lnTo>
                  <a:pt x="248544" y="335509"/>
                </a:lnTo>
                <a:close/>
              </a:path>
              <a:path w="323850" h="380364">
                <a:moveTo>
                  <a:pt x="248513" y="335667"/>
                </a:moveTo>
                <a:lnTo>
                  <a:pt x="138051" y="335667"/>
                </a:lnTo>
                <a:lnTo>
                  <a:pt x="139566" y="339858"/>
                </a:lnTo>
                <a:lnTo>
                  <a:pt x="247673" y="339858"/>
                </a:lnTo>
                <a:lnTo>
                  <a:pt x="248513" y="335667"/>
                </a:lnTo>
                <a:close/>
              </a:path>
              <a:path w="323850" h="380364">
                <a:moveTo>
                  <a:pt x="9917" y="0"/>
                </a:moveTo>
                <a:lnTo>
                  <a:pt x="0" y="84615"/>
                </a:lnTo>
                <a:lnTo>
                  <a:pt x="29858" y="73817"/>
                </a:lnTo>
                <a:lnTo>
                  <a:pt x="24392" y="58701"/>
                </a:lnTo>
                <a:lnTo>
                  <a:pt x="26054" y="54936"/>
                </a:lnTo>
                <a:lnTo>
                  <a:pt x="32650" y="52551"/>
                </a:lnTo>
                <a:lnTo>
                  <a:pt x="65190" y="52551"/>
                </a:lnTo>
                <a:lnTo>
                  <a:pt x="9917" y="0"/>
                </a:lnTo>
                <a:close/>
              </a:path>
              <a:path w="323850" h="380364">
                <a:moveTo>
                  <a:pt x="32650" y="52551"/>
                </a:moveTo>
                <a:lnTo>
                  <a:pt x="26054" y="54936"/>
                </a:lnTo>
                <a:lnTo>
                  <a:pt x="24392" y="58701"/>
                </a:lnTo>
                <a:lnTo>
                  <a:pt x="29858" y="73817"/>
                </a:lnTo>
                <a:lnTo>
                  <a:pt x="41801" y="69499"/>
                </a:lnTo>
                <a:lnTo>
                  <a:pt x="36290" y="54258"/>
                </a:lnTo>
                <a:lnTo>
                  <a:pt x="32650" y="52551"/>
                </a:lnTo>
                <a:close/>
              </a:path>
              <a:path w="323850" h="380364">
                <a:moveTo>
                  <a:pt x="65190" y="52551"/>
                </a:moveTo>
                <a:lnTo>
                  <a:pt x="32650" y="52551"/>
                </a:lnTo>
                <a:lnTo>
                  <a:pt x="36290" y="54258"/>
                </a:lnTo>
                <a:lnTo>
                  <a:pt x="41801" y="69499"/>
                </a:lnTo>
                <a:lnTo>
                  <a:pt x="71659" y="58701"/>
                </a:lnTo>
                <a:lnTo>
                  <a:pt x="65190" y="52551"/>
                </a:lnTo>
                <a:close/>
              </a:path>
            </a:pathLst>
          </a:custGeom>
          <a:solidFill>
            <a:srgbClr val="7F7F7F"/>
          </a:solidFill>
        </p:spPr>
        <p:txBody>
          <a:bodyPr wrap="square" lIns="0" tIns="0" rIns="0" bIns="0" rtlCol="0"/>
          <a:lstStyle/>
          <a:p>
            <a:endParaRPr/>
          </a:p>
        </p:txBody>
      </p:sp>
      <p:sp>
        <p:nvSpPr>
          <p:cNvPr id="51" name="object 51"/>
          <p:cNvSpPr txBox="1"/>
          <p:nvPr/>
        </p:nvSpPr>
        <p:spPr>
          <a:xfrm>
            <a:off x="4452160" y="1723986"/>
            <a:ext cx="961390" cy="274955"/>
          </a:xfrm>
          <a:prstGeom prst="rect">
            <a:avLst/>
          </a:prstGeom>
          <a:ln w="12700">
            <a:solidFill>
              <a:srgbClr val="7F7F7F"/>
            </a:solidFill>
          </a:ln>
        </p:spPr>
        <p:txBody>
          <a:bodyPr vert="horz" wrap="square" lIns="0" tIns="47625" rIns="0" bIns="0" rtlCol="0">
            <a:spAutoFit/>
          </a:bodyPr>
          <a:lstStyle/>
          <a:p>
            <a:pPr marL="90805">
              <a:lnSpc>
                <a:spcPct val="100000"/>
              </a:lnSpc>
              <a:spcBef>
                <a:spcPts val="375"/>
              </a:spcBef>
            </a:pPr>
            <a:r>
              <a:rPr sz="1000" dirty="0">
                <a:solidFill>
                  <a:srgbClr val="595959"/>
                </a:solidFill>
                <a:latin typeface="Corbel"/>
                <a:cs typeface="Corbel"/>
              </a:rPr>
              <a:t>Tail</a:t>
            </a:r>
            <a:r>
              <a:rPr sz="1000" spc="-20" dirty="0">
                <a:solidFill>
                  <a:srgbClr val="595959"/>
                </a:solidFill>
                <a:latin typeface="Corbel"/>
                <a:cs typeface="Corbel"/>
              </a:rPr>
              <a:t> Boom</a:t>
            </a:r>
            <a:endParaRPr sz="1000">
              <a:latin typeface="Corbel"/>
              <a:cs typeface="Corbel"/>
            </a:endParaRPr>
          </a:p>
        </p:txBody>
      </p:sp>
      <p:sp>
        <p:nvSpPr>
          <p:cNvPr id="52" name="object 52"/>
          <p:cNvSpPr/>
          <p:nvPr/>
        </p:nvSpPr>
        <p:spPr>
          <a:xfrm>
            <a:off x="4549461" y="683063"/>
            <a:ext cx="400685" cy="624840"/>
          </a:xfrm>
          <a:custGeom>
            <a:avLst/>
            <a:gdLst/>
            <a:ahLst/>
            <a:cxnLst/>
            <a:rect l="l" t="t" r="r" b="b"/>
            <a:pathLst>
              <a:path w="400685" h="624840">
                <a:moveTo>
                  <a:pt x="358023" y="554266"/>
                </a:moveTo>
                <a:lnTo>
                  <a:pt x="327899" y="564299"/>
                </a:lnTo>
                <a:lnTo>
                  <a:pt x="388126" y="624555"/>
                </a:lnTo>
                <a:lnTo>
                  <a:pt x="395727" y="571442"/>
                </a:lnTo>
                <a:lnTo>
                  <a:pt x="366740" y="571442"/>
                </a:lnTo>
                <a:lnTo>
                  <a:pt x="363144" y="569643"/>
                </a:lnTo>
                <a:lnTo>
                  <a:pt x="358023" y="554266"/>
                </a:lnTo>
                <a:close/>
              </a:path>
              <a:path w="400685" h="624840">
                <a:moveTo>
                  <a:pt x="370071" y="550253"/>
                </a:moveTo>
                <a:lnTo>
                  <a:pt x="358023" y="554266"/>
                </a:lnTo>
                <a:lnTo>
                  <a:pt x="363144" y="569643"/>
                </a:lnTo>
                <a:lnTo>
                  <a:pt x="366740" y="571442"/>
                </a:lnTo>
                <a:lnTo>
                  <a:pt x="373394" y="569225"/>
                </a:lnTo>
                <a:lnTo>
                  <a:pt x="375193" y="565630"/>
                </a:lnTo>
                <a:lnTo>
                  <a:pt x="370071" y="550253"/>
                </a:lnTo>
                <a:close/>
              </a:path>
              <a:path w="400685" h="624840">
                <a:moveTo>
                  <a:pt x="400195" y="540219"/>
                </a:moveTo>
                <a:lnTo>
                  <a:pt x="370071" y="550253"/>
                </a:lnTo>
                <a:lnTo>
                  <a:pt x="375193" y="565630"/>
                </a:lnTo>
                <a:lnTo>
                  <a:pt x="373394" y="569225"/>
                </a:lnTo>
                <a:lnTo>
                  <a:pt x="366740" y="571442"/>
                </a:lnTo>
                <a:lnTo>
                  <a:pt x="395727" y="571442"/>
                </a:lnTo>
                <a:lnTo>
                  <a:pt x="400195" y="540219"/>
                </a:lnTo>
                <a:close/>
              </a:path>
              <a:path w="400685" h="624840">
                <a:moveTo>
                  <a:pt x="186842" y="40314"/>
                </a:moveTo>
                <a:lnTo>
                  <a:pt x="358023" y="554266"/>
                </a:lnTo>
                <a:lnTo>
                  <a:pt x="370071" y="550253"/>
                </a:lnTo>
                <a:lnTo>
                  <a:pt x="201675" y="44658"/>
                </a:lnTo>
                <a:lnTo>
                  <a:pt x="192859" y="44658"/>
                </a:lnTo>
                <a:lnTo>
                  <a:pt x="186842" y="40314"/>
                </a:lnTo>
                <a:close/>
              </a:path>
              <a:path w="400685" h="624840">
                <a:moveTo>
                  <a:pt x="38131" y="0"/>
                </a:moveTo>
                <a:lnTo>
                  <a:pt x="23099" y="3013"/>
                </a:lnTo>
                <a:lnTo>
                  <a:pt x="23237" y="3013"/>
                </a:lnTo>
                <a:lnTo>
                  <a:pt x="11126" y="11195"/>
                </a:lnTo>
                <a:lnTo>
                  <a:pt x="2974" y="23316"/>
                </a:lnTo>
                <a:lnTo>
                  <a:pt x="683" y="34584"/>
                </a:lnTo>
                <a:lnTo>
                  <a:pt x="0" y="38150"/>
                </a:lnTo>
                <a:lnTo>
                  <a:pt x="1272" y="44499"/>
                </a:lnTo>
                <a:lnTo>
                  <a:pt x="3017" y="52977"/>
                </a:lnTo>
                <a:lnTo>
                  <a:pt x="11210" y="65076"/>
                </a:lnTo>
                <a:lnTo>
                  <a:pt x="23261" y="73225"/>
                </a:lnTo>
                <a:lnTo>
                  <a:pt x="23399" y="73225"/>
                </a:lnTo>
                <a:lnTo>
                  <a:pt x="38028" y="76200"/>
                </a:lnTo>
                <a:lnTo>
                  <a:pt x="52862" y="73225"/>
                </a:lnTo>
                <a:lnTo>
                  <a:pt x="64984" y="65076"/>
                </a:lnTo>
                <a:lnTo>
                  <a:pt x="73165" y="52977"/>
                </a:lnTo>
                <a:lnTo>
                  <a:pt x="74856" y="44658"/>
                </a:lnTo>
                <a:lnTo>
                  <a:pt x="74888" y="44499"/>
                </a:lnTo>
                <a:lnTo>
                  <a:pt x="34618" y="44499"/>
                </a:lnTo>
                <a:lnTo>
                  <a:pt x="31725" y="41597"/>
                </a:lnTo>
                <a:lnTo>
                  <a:pt x="31734" y="34584"/>
                </a:lnTo>
                <a:lnTo>
                  <a:pt x="34527" y="31799"/>
                </a:lnTo>
                <a:lnTo>
                  <a:pt x="74906" y="31799"/>
                </a:lnTo>
                <a:lnTo>
                  <a:pt x="73205" y="23316"/>
                </a:lnTo>
                <a:lnTo>
                  <a:pt x="65056" y="11195"/>
                </a:lnTo>
                <a:lnTo>
                  <a:pt x="52957" y="3013"/>
                </a:lnTo>
                <a:lnTo>
                  <a:pt x="38131" y="0"/>
                </a:lnTo>
                <a:close/>
              </a:path>
              <a:path w="400685" h="624840">
                <a:moveTo>
                  <a:pt x="74906" y="31799"/>
                </a:moveTo>
                <a:lnTo>
                  <a:pt x="76179" y="38150"/>
                </a:lnTo>
                <a:lnTo>
                  <a:pt x="74888" y="44499"/>
                </a:lnTo>
                <a:lnTo>
                  <a:pt x="192859" y="44658"/>
                </a:lnTo>
                <a:lnTo>
                  <a:pt x="188288" y="44658"/>
                </a:lnTo>
                <a:lnTo>
                  <a:pt x="186842" y="40314"/>
                </a:lnTo>
                <a:lnTo>
                  <a:pt x="200229" y="40314"/>
                </a:lnTo>
                <a:lnTo>
                  <a:pt x="198029" y="33710"/>
                </a:lnTo>
                <a:lnTo>
                  <a:pt x="195606" y="31960"/>
                </a:lnTo>
                <a:lnTo>
                  <a:pt x="74906" y="31799"/>
                </a:lnTo>
                <a:close/>
              </a:path>
              <a:path w="400685" h="624840">
                <a:moveTo>
                  <a:pt x="200229" y="40314"/>
                </a:moveTo>
                <a:lnTo>
                  <a:pt x="186842" y="40314"/>
                </a:lnTo>
                <a:lnTo>
                  <a:pt x="192859" y="44658"/>
                </a:lnTo>
                <a:lnTo>
                  <a:pt x="201675" y="44658"/>
                </a:lnTo>
                <a:lnTo>
                  <a:pt x="200229" y="40314"/>
                </a:lnTo>
                <a:close/>
              </a:path>
              <a:path w="400685" h="624840">
                <a:moveTo>
                  <a:pt x="74906" y="31799"/>
                </a:moveTo>
                <a:lnTo>
                  <a:pt x="34527" y="31799"/>
                </a:lnTo>
                <a:lnTo>
                  <a:pt x="31734" y="34584"/>
                </a:lnTo>
                <a:lnTo>
                  <a:pt x="31725" y="41597"/>
                </a:lnTo>
                <a:lnTo>
                  <a:pt x="34618" y="44499"/>
                </a:lnTo>
                <a:lnTo>
                  <a:pt x="74888" y="44499"/>
                </a:lnTo>
                <a:lnTo>
                  <a:pt x="76179" y="38150"/>
                </a:lnTo>
                <a:lnTo>
                  <a:pt x="74938" y="31960"/>
                </a:lnTo>
                <a:lnTo>
                  <a:pt x="74906" y="31799"/>
                </a:lnTo>
                <a:close/>
              </a:path>
            </a:pathLst>
          </a:custGeom>
          <a:solidFill>
            <a:srgbClr val="7F7F7F"/>
          </a:solidFill>
        </p:spPr>
        <p:txBody>
          <a:bodyPr wrap="square" lIns="0" tIns="0" rIns="0" bIns="0" rtlCol="0"/>
          <a:lstStyle/>
          <a:p>
            <a:endParaRPr/>
          </a:p>
        </p:txBody>
      </p:sp>
      <p:sp>
        <p:nvSpPr>
          <p:cNvPr id="53" name="object 53"/>
          <p:cNvSpPr txBox="1"/>
          <p:nvPr/>
        </p:nvSpPr>
        <p:spPr>
          <a:xfrm>
            <a:off x="3598506" y="669884"/>
            <a:ext cx="980440" cy="274955"/>
          </a:xfrm>
          <a:prstGeom prst="rect">
            <a:avLst/>
          </a:prstGeom>
          <a:ln w="12700">
            <a:solidFill>
              <a:srgbClr val="7F7F7F"/>
            </a:solidFill>
          </a:ln>
        </p:spPr>
        <p:txBody>
          <a:bodyPr vert="horz" wrap="square" lIns="0" tIns="0" rIns="0" bIns="0" rtlCol="0">
            <a:spAutoFit/>
          </a:bodyPr>
          <a:lstStyle/>
          <a:p>
            <a:pPr marL="91440">
              <a:lnSpc>
                <a:spcPts val="975"/>
              </a:lnSpc>
            </a:pPr>
            <a:r>
              <a:rPr sz="1000" spc="-10" dirty="0">
                <a:solidFill>
                  <a:srgbClr val="595959"/>
                </a:solidFill>
                <a:latin typeface="Corbel"/>
                <a:cs typeface="Corbel"/>
              </a:rPr>
              <a:t>Vertical</a:t>
            </a:r>
            <a:endParaRPr sz="1000">
              <a:latin typeface="Corbel"/>
              <a:cs typeface="Corbel"/>
            </a:endParaRPr>
          </a:p>
          <a:p>
            <a:pPr marL="91440">
              <a:lnSpc>
                <a:spcPts val="1190"/>
              </a:lnSpc>
            </a:pPr>
            <a:r>
              <a:rPr sz="1000" spc="-10" dirty="0">
                <a:solidFill>
                  <a:srgbClr val="595959"/>
                </a:solidFill>
                <a:latin typeface="Corbel"/>
                <a:cs typeface="Corbel"/>
              </a:rPr>
              <a:t>Stabilizer</a:t>
            </a:r>
            <a:endParaRPr sz="1000">
              <a:latin typeface="Corbel"/>
              <a:cs typeface="Corbel"/>
            </a:endParaRPr>
          </a:p>
        </p:txBody>
      </p:sp>
      <p:pic>
        <p:nvPicPr>
          <p:cNvPr id="54" name="object 54"/>
          <p:cNvPicPr/>
          <p:nvPr/>
        </p:nvPicPr>
        <p:blipFill>
          <a:blip r:embed="rId6" cstate="print"/>
          <a:stretch>
            <a:fillRect/>
          </a:stretch>
        </p:blipFill>
        <p:spPr>
          <a:xfrm>
            <a:off x="1757406" y="2586668"/>
            <a:ext cx="3629526" cy="18745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2935" y="1941903"/>
            <a:ext cx="4970295" cy="2602764"/>
          </a:xfrm>
          <a:prstGeom prst="rect">
            <a:avLst/>
          </a:prstGeom>
        </p:spPr>
      </p:pic>
      <p:sp>
        <p:nvSpPr>
          <p:cNvPr id="3" name="object 3"/>
          <p:cNvSpPr txBox="1"/>
          <p:nvPr/>
        </p:nvSpPr>
        <p:spPr>
          <a:xfrm>
            <a:off x="1056347" y="3233420"/>
            <a:ext cx="65659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Battery</a:t>
            </a:r>
            <a:r>
              <a:rPr sz="1200" spc="-15" baseline="27777" dirty="0">
                <a:latin typeface="Corbel"/>
                <a:cs typeface="Corbel"/>
              </a:rPr>
              <a:t>[1]</a:t>
            </a:r>
            <a:endParaRPr sz="1200" baseline="27777">
              <a:latin typeface="Corbel"/>
              <a:cs typeface="Corbel"/>
            </a:endParaRPr>
          </a:p>
        </p:txBody>
      </p:sp>
      <p:sp>
        <p:nvSpPr>
          <p:cNvPr id="4" name="object 4"/>
          <p:cNvSpPr txBox="1"/>
          <p:nvPr/>
        </p:nvSpPr>
        <p:spPr>
          <a:xfrm>
            <a:off x="2834755" y="4030979"/>
            <a:ext cx="667385" cy="363220"/>
          </a:xfrm>
          <a:prstGeom prst="rect">
            <a:avLst/>
          </a:prstGeom>
        </p:spPr>
        <p:txBody>
          <a:bodyPr vert="horz" wrap="square" lIns="0" tIns="22860" rIns="0" bIns="0" rtlCol="0">
            <a:spAutoFit/>
          </a:bodyPr>
          <a:lstStyle/>
          <a:p>
            <a:pPr marL="38100">
              <a:lnSpc>
                <a:spcPct val="100000"/>
              </a:lnSpc>
              <a:spcBef>
                <a:spcPts val="180"/>
              </a:spcBef>
            </a:pPr>
            <a:r>
              <a:rPr sz="1200" dirty="0">
                <a:latin typeface="Corbel"/>
                <a:cs typeface="Corbel"/>
              </a:rPr>
              <a:t>Servo</a:t>
            </a:r>
            <a:r>
              <a:rPr sz="1200" spc="-30"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marL="50800">
              <a:lnSpc>
                <a:spcPct val="100000"/>
              </a:lnSpc>
              <a:spcBef>
                <a:spcPts val="60"/>
              </a:spcBef>
            </a:pPr>
            <a:r>
              <a:rPr sz="900" dirty="0">
                <a:latin typeface="Corbel"/>
                <a:cs typeface="Corbel"/>
              </a:rPr>
              <a:t>(Main</a:t>
            </a:r>
            <a:r>
              <a:rPr sz="900" spc="-30" dirty="0">
                <a:latin typeface="Corbel"/>
                <a:cs typeface="Corbel"/>
              </a:rPr>
              <a:t> </a:t>
            </a:r>
            <a:r>
              <a:rPr sz="900" spc="-10" dirty="0">
                <a:latin typeface="Corbel"/>
                <a:cs typeface="Corbel"/>
              </a:rPr>
              <a:t>rotor)</a:t>
            </a:r>
            <a:endParaRPr sz="900">
              <a:latin typeface="Corbel"/>
              <a:cs typeface="Corbel"/>
            </a:endParaRPr>
          </a:p>
        </p:txBody>
      </p:sp>
      <p:sp>
        <p:nvSpPr>
          <p:cNvPr id="5" name="object 5"/>
          <p:cNvSpPr txBox="1"/>
          <p:nvPr/>
        </p:nvSpPr>
        <p:spPr>
          <a:xfrm>
            <a:off x="3803784" y="4027932"/>
            <a:ext cx="676910" cy="363220"/>
          </a:xfrm>
          <a:prstGeom prst="rect">
            <a:avLst/>
          </a:prstGeom>
        </p:spPr>
        <p:txBody>
          <a:bodyPr vert="horz" wrap="square" lIns="0" tIns="22860" rIns="0" bIns="0" rtlCol="0">
            <a:spAutoFit/>
          </a:bodyPr>
          <a:lstStyle/>
          <a:p>
            <a:pPr algn="ctr">
              <a:lnSpc>
                <a:spcPct val="100000"/>
              </a:lnSpc>
              <a:spcBef>
                <a:spcPts val="180"/>
              </a:spcBef>
            </a:pPr>
            <a:r>
              <a:rPr sz="1200" dirty="0">
                <a:latin typeface="Corbel"/>
                <a:cs typeface="Corbel"/>
              </a:rPr>
              <a:t>Servo</a:t>
            </a:r>
            <a:r>
              <a:rPr sz="1200" spc="-30"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[3]</a:t>
            </a:r>
            <a:endParaRPr sz="1200" baseline="27777">
              <a:latin typeface="Corbel"/>
              <a:cs typeface="Corbel"/>
            </a:endParaRPr>
          </a:p>
          <a:p>
            <a:pPr algn="ctr">
              <a:lnSpc>
                <a:spcPct val="100000"/>
              </a:lnSpc>
              <a:spcBef>
                <a:spcPts val="60"/>
              </a:spcBef>
            </a:pPr>
            <a:r>
              <a:rPr sz="900" spc="-10" dirty="0">
                <a:latin typeface="Corbel"/>
                <a:cs typeface="Corbel"/>
              </a:rPr>
              <a:t>(Rudder)</a:t>
            </a:r>
            <a:endParaRPr sz="900">
              <a:latin typeface="Corbel"/>
              <a:cs typeface="Corbel"/>
            </a:endParaRPr>
          </a:p>
        </p:txBody>
      </p:sp>
      <p:sp>
        <p:nvSpPr>
          <p:cNvPr id="6" name="object 6"/>
          <p:cNvSpPr txBox="1"/>
          <p:nvPr/>
        </p:nvSpPr>
        <p:spPr>
          <a:xfrm>
            <a:off x="4772301" y="4027932"/>
            <a:ext cx="669290" cy="363220"/>
          </a:xfrm>
          <a:prstGeom prst="rect">
            <a:avLst/>
          </a:prstGeom>
        </p:spPr>
        <p:txBody>
          <a:bodyPr vert="horz" wrap="square" lIns="0" tIns="22860" rIns="0" bIns="0" rtlCol="0">
            <a:spAutoFit/>
          </a:bodyPr>
          <a:lstStyle/>
          <a:p>
            <a:pPr algn="ctr">
              <a:lnSpc>
                <a:spcPct val="100000"/>
              </a:lnSpc>
              <a:spcBef>
                <a:spcPts val="180"/>
              </a:spcBef>
            </a:pPr>
            <a:r>
              <a:rPr sz="1200" dirty="0">
                <a:latin typeface="Corbel"/>
                <a:cs typeface="Corbel"/>
              </a:rPr>
              <a:t>Servo</a:t>
            </a:r>
            <a:r>
              <a:rPr sz="1200" spc="-20" dirty="0">
                <a:latin typeface="Corbel"/>
                <a:cs typeface="Corbel"/>
              </a:rPr>
              <a:t> 3</a:t>
            </a:r>
            <a:r>
              <a:rPr sz="1200" spc="-75" dirty="0">
                <a:latin typeface="Corbel"/>
                <a:cs typeface="Corbel"/>
              </a:rPr>
              <a:t> </a:t>
            </a:r>
            <a:r>
              <a:rPr sz="1200" spc="-37" baseline="27777" dirty="0">
                <a:latin typeface="Corbel"/>
                <a:cs typeface="Corbel"/>
              </a:rPr>
              <a:t>[3]</a:t>
            </a:r>
            <a:endParaRPr sz="1200" baseline="27777">
              <a:latin typeface="Corbel"/>
              <a:cs typeface="Corbel"/>
            </a:endParaRPr>
          </a:p>
          <a:p>
            <a:pPr algn="ctr">
              <a:lnSpc>
                <a:spcPct val="100000"/>
              </a:lnSpc>
              <a:spcBef>
                <a:spcPts val="60"/>
              </a:spcBef>
            </a:pPr>
            <a:r>
              <a:rPr sz="900" spc="-10" dirty="0">
                <a:latin typeface="Corbel"/>
                <a:cs typeface="Corbel"/>
              </a:rPr>
              <a:t>(Elevator)</a:t>
            </a:r>
            <a:endParaRPr sz="900">
              <a:latin typeface="Corbel"/>
              <a:cs typeface="Corbel"/>
            </a:endParaRPr>
          </a:p>
        </p:txBody>
      </p:sp>
      <p:sp>
        <p:nvSpPr>
          <p:cNvPr id="7" name="object 7"/>
          <p:cNvSpPr txBox="1"/>
          <p:nvPr/>
        </p:nvSpPr>
        <p:spPr>
          <a:xfrm>
            <a:off x="4985906" y="3230371"/>
            <a:ext cx="751840" cy="208279"/>
          </a:xfrm>
          <a:prstGeom prst="rect">
            <a:avLst/>
          </a:prstGeom>
        </p:spPr>
        <p:txBody>
          <a:bodyPr vert="horz" wrap="square" lIns="0" tIns="12700" rIns="0" bIns="0" rtlCol="0">
            <a:spAutoFit/>
          </a:bodyPr>
          <a:lstStyle/>
          <a:p>
            <a:pPr marL="38100">
              <a:lnSpc>
                <a:spcPct val="100000"/>
              </a:lnSpc>
              <a:spcBef>
                <a:spcPts val="100"/>
              </a:spcBef>
            </a:pPr>
            <a:r>
              <a:rPr sz="1200" spc="-10" dirty="0">
                <a:latin typeface="Corbel"/>
                <a:cs typeface="Corbel"/>
              </a:rPr>
              <a:t>Receiver</a:t>
            </a:r>
            <a:r>
              <a:rPr sz="1200" spc="-70" dirty="0">
                <a:latin typeface="Corbel"/>
                <a:cs typeface="Corbel"/>
              </a:rPr>
              <a:t> </a:t>
            </a:r>
            <a:r>
              <a:rPr sz="1200" spc="-37" baseline="27777" dirty="0">
                <a:latin typeface="Corbel"/>
                <a:cs typeface="Corbel"/>
              </a:rPr>
              <a:t>[4]</a:t>
            </a:r>
            <a:endParaRPr sz="1200" baseline="27777">
              <a:latin typeface="Corbel"/>
              <a:cs typeface="Corbel"/>
            </a:endParaRPr>
          </a:p>
        </p:txBody>
      </p:sp>
      <p:sp>
        <p:nvSpPr>
          <p:cNvPr id="8" name="object 8"/>
          <p:cNvSpPr txBox="1"/>
          <p:nvPr/>
        </p:nvSpPr>
        <p:spPr>
          <a:xfrm>
            <a:off x="2603768" y="3178555"/>
            <a:ext cx="472440"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BEC</a:t>
            </a:r>
            <a:r>
              <a:rPr sz="1800" spc="-104" baseline="-18518" dirty="0">
                <a:latin typeface="Corbel"/>
                <a:cs typeface="Corbel"/>
              </a:rPr>
              <a:t> </a:t>
            </a:r>
            <a:r>
              <a:rPr sz="800" spc="-25" dirty="0">
                <a:latin typeface="Corbel"/>
                <a:cs typeface="Corbel"/>
              </a:rPr>
              <a:t>[1]</a:t>
            </a:r>
            <a:endParaRPr sz="800">
              <a:latin typeface="Corbel"/>
              <a:cs typeface="Corbel"/>
            </a:endParaRPr>
          </a:p>
        </p:txBody>
      </p:sp>
      <p:sp>
        <p:nvSpPr>
          <p:cNvPr id="9" name="object 9"/>
          <p:cNvSpPr txBox="1"/>
          <p:nvPr/>
        </p:nvSpPr>
        <p:spPr>
          <a:xfrm>
            <a:off x="1566459" y="1986788"/>
            <a:ext cx="70231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0" name="object 10"/>
          <p:cNvSpPr txBox="1"/>
          <p:nvPr/>
        </p:nvSpPr>
        <p:spPr>
          <a:xfrm>
            <a:off x="1632342" y="2398267"/>
            <a:ext cx="57086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1</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1" name="object 11"/>
          <p:cNvSpPr txBox="1"/>
          <p:nvPr/>
        </p:nvSpPr>
        <p:spPr>
          <a:xfrm>
            <a:off x="2486665" y="1983740"/>
            <a:ext cx="7118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2" name="object 12"/>
          <p:cNvSpPr txBox="1"/>
          <p:nvPr/>
        </p:nvSpPr>
        <p:spPr>
          <a:xfrm>
            <a:off x="2552547" y="2395220"/>
            <a:ext cx="580390"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25" dirty="0">
                <a:latin typeface="Corbel"/>
                <a:cs typeface="Corbel"/>
              </a:rPr>
              <a:t> </a:t>
            </a:r>
            <a:r>
              <a:rPr sz="1200" dirty="0">
                <a:latin typeface="Corbel"/>
                <a:cs typeface="Corbel"/>
              </a:rPr>
              <a:t>2</a:t>
            </a:r>
            <a:r>
              <a:rPr sz="1200" spc="-8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3" name="object 13"/>
          <p:cNvSpPr txBox="1"/>
          <p:nvPr/>
        </p:nvSpPr>
        <p:spPr>
          <a:xfrm>
            <a:off x="3438147" y="1983740"/>
            <a:ext cx="70421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Motor</a:t>
            </a:r>
            <a:r>
              <a:rPr sz="1200" spc="-20" dirty="0">
                <a:latin typeface="Corbel"/>
                <a:cs typeface="Corbel"/>
              </a:rPr>
              <a:t> 3</a:t>
            </a:r>
            <a:r>
              <a:rPr sz="1200" spc="-70"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4" name="object 14"/>
          <p:cNvSpPr txBox="1"/>
          <p:nvPr/>
        </p:nvSpPr>
        <p:spPr>
          <a:xfrm>
            <a:off x="3504030" y="2395220"/>
            <a:ext cx="572135" cy="208279"/>
          </a:xfrm>
          <a:prstGeom prst="rect">
            <a:avLst/>
          </a:prstGeom>
        </p:spPr>
        <p:txBody>
          <a:bodyPr vert="horz" wrap="square" lIns="0" tIns="12700" rIns="0" bIns="0" rtlCol="0">
            <a:spAutoFit/>
          </a:bodyPr>
          <a:lstStyle/>
          <a:p>
            <a:pPr marL="38100">
              <a:lnSpc>
                <a:spcPct val="100000"/>
              </a:lnSpc>
              <a:spcBef>
                <a:spcPts val="100"/>
              </a:spcBef>
            </a:pPr>
            <a:r>
              <a:rPr sz="1200" dirty="0">
                <a:latin typeface="Corbel"/>
                <a:cs typeface="Corbel"/>
              </a:rPr>
              <a:t>ESC</a:t>
            </a:r>
            <a:r>
              <a:rPr sz="1200" spc="-15" dirty="0">
                <a:latin typeface="Corbel"/>
                <a:cs typeface="Corbel"/>
              </a:rPr>
              <a:t> </a:t>
            </a:r>
            <a:r>
              <a:rPr sz="1200" spc="-20" dirty="0">
                <a:latin typeface="Corbel"/>
                <a:cs typeface="Corbel"/>
              </a:rPr>
              <a:t>3</a:t>
            </a:r>
            <a:r>
              <a:rPr sz="1200" spc="-75" dirty="0">
                <a:latin typeface="Corbel"/>
                <a:cs typeface="Corbel"/>
              </a:rPr>
              <a:t> </a:t>
            </a:r>
            <a:r>
              <a:rPr sz="1200" spc="-37" baseline="27777" dirty="0">
                <a:latin typeface="Corbel"/>
                <a:cs typeface="Corbel"/>
              </a:rPr>
              <a:t>[2]</a:t>
            </a:r>
            <a:endParaRPr sz="1200" baseline="27777">
              <a:latin typeface="Corbel"/>
              <a:cs typeface="Corbel"/>
            </a:endParaRPr>
          </a:p>
        </p:txBody>
      </p:sp>
      <p:sp>
        <p:nvSpPr>
          <p:cNvPr id="15" name="object 15"/>
          <p:cNvSpPr txBox="1"/>
          <p:nvPr/>
        </p:nvSpPr>
        <p:spPr>
          <a:xfrm>
            <a:off x="3955390" y="3181603"/>
            <a:ext cx="374015" cy="208279"/>
          </a:xfrm>
          <a:prstGeom prst="rect">
            <a:avLst/>
          </a:prstGeom>
        </p:spPr>
        <p:txBody>
          <a:bodyPr vert="horz" wrap="square" lIns="0" tIns="12700" rIns="0" bIns="0" rtlCol="0">
            <a:spAutoFit/>
          </a:bodyPr>
          <a:lstStyle/>
          <a:p>
            <a:pPr marL="38100">
              <a:lnSpc>
                <a:spcPct val="100000"/>
              </a:lnSpc>
              <a:spcBef>
                <a:spcPts val="100"/>
              </a:spcBef>
            </a:pPr>
            <a:r>
              <a:rPr sz="1800" spc="-15" baseline="-18518" dirty="0">
                <a:latin typeface="Corbel"/>
                <a:cs typeface="Corbel"/>
              </a:rPr>
              <a:t>FC</a:t>
            </a:r>
            <a:r>
              <a:rPr sz="1800" spc="-97" baseline="-18518" dirty="0">
                <a:latin typeface="Corbel"/>
                <a:cs typeface="Corbel"/>
              </a:rPr>
              <a:t> </a:t>
            </a:r>
            <a:r>
              <a:rPr sz="800" spc="-25" dirty="0">
                <a:latin typeface="Corbel"/>
                <a:cs typeface="Corbel"/>
              </a:rPr>
              <a:t>[3]</a:t>
            </a:r>
            <a:endParaRPr sz="800">
              <a:latin typeface="Corbel"/>
              <a:cs typeface="Corbel"/>
            </a:endParaRPr>
          </a:p>
        </p:txBody>
      </p:sp>
      <p:grpSp>
        <p:nvGrpSpPr>
          <p:cNvPr id="16" name="object 16"/>
          <p:cNvGrpSpPr/>
          <p:nvPr/>
        </p:nvGrpSpPr>
        <p:grpSpPr>
          <a:xfrm>
            <a:off x="6531677" y="2336800"/>
            <a:ext cx="4468495" cy="2184400"/>
            <a:chOff x="6531677" y="2336800"/>
            <a:chExt cx="4468495" cy="2184400"/>
          </a:xfrm>
        </p:grpSpPr>
        <p:pic>
          <p:nvPicPr>
            <p:cNvPr id="17" name="object 17"/>
            <p:cNvPicPr/>
            <p:nvPr/>
          </p:nvPicPr>
          <p:blipFill>
            <a:blip r:embed="rId3" cstate="print"/>
            <a:stretch>
              <a:fillRect/>
            </a:stretch>
          </p:blipFill>
          <p:spPr>
            <a:xfrm>
              <a:off x="6531677" y="2336800"/>
              <a:ext cx="4468089" cy="2184400"/>
            </a:xfrm>
            <a:prstGeom prst="rect">
              <a:avLst/>
            </a:prstGeom>
          </p:spPr>
        </p:pic>
        <p:sp>
          <p:nvSpPr>
            <p:cNvPr id="18" name="object 18"/>
            <p:cNvSpPr/>
            <p:nvPr/>
          </p:nvSpPr>
          <p:spPr>
            <a:xfrm>
              <a:off x="10189257" y="4085798"/>
              <a:ext cx="446405" cy="417195"/>
            </a:xfrm>
            <a:custGeom>
              <a:avLst/>
              <a:gdLst/>
              <a:ahLst/>
              <a:cxnLst/>
              <a:rect l="l" t="t" r="r" b="b"/>
              <a:pathLst>
                <a:path w="446404" h="417195">
                  <a:moveTo>
                    <a:pt x="408002" y="340394"/>
                  </a:moveTo>
                  <a:lnTo>
                    <a:pt x="373025" y="363600"/>
                  </a:lnTo>
                  <a:lnTo>
                    <a:pt x="369971" y="378564"/>
                  </a:lnTo>
                  <a:lnTo>
                    <a:pt x="372966" y="393260"/>
                  </a:lnTo>
                  <a:lnTo>
                    <a:pt x="372993" y="393389"/>
                  </a:lnTo>
                  <a:lnTo>
                    <a:pt x="381180" y="405484"/>
                  </a:lnTo>
                  <a:lnTo>
                    <a:pt x="393305" y="413627"/>
                  </a:lnTo>
                  <a:lnTo>
                    <a:pt x="408141" y="416594"/>
                  </a:lnTo>
                  <a:lnTo>
                    <a:pt x="422701" y="413627"/>
                  </a:lnTo>
                  <a:lnTo>
                    <a:pt x="422886" y="413627"/>
                  </a:lnTo>
                  <a:lnTo>
                    <a:pt x="434916" y="405484"/>
                  </a:lnTo>
                  <a:lnTo>
                    <a:pt x="443118" y="393389"/>
                  </a:lnTo>
                  <a:lnTo>
                    <a:pt x="443204" y="393260"/>
                  </a:lnTo>
                  <a:lnTo>
                    <a:pt x="444830" y="385131"/>
                  </a:lnTo>
                  <a:lnTo>
                    <a:pt x="444874" y="384911"/>
                  </a:lnTo>
                  <a:lnTo>
                    <a:pt x="411516" y="384911"/>
                  </a:lnTo>
                  <a:lnTo>
                    <a:pt x="414427" y="381989"/>
                  </a:lnTo>
                  <a:lnTo>
                    <a:pt x="414414" y="374976"/>
                  </a:lnTo>
                  <a:lnTo>
                    <a:pt x="411641" y="372211"/>
                  </a:lnTo>
                  <a:lnTo>
                    <a:pt x="444905" y="372211"/>
                  </a:lnTo>
                  <a:lnTo>
                    <a:pt x="443176" y="363728"/>
                  </a:lnTo>
                  <a:lnTo>
                    <a:pt x="443150" y="363600"/>
                  </a:lnTo>
                  <a:lnTo>
                    <a:pt x="435030" y="351603"/>
                  </a:lnTo>
                  <a:lnTo>
                    <a:pt x="422919" y="343415"/>
                  </a:lnTo>
                  <a:lnTo>
                    <a:pt x="423110" y="343415"/>
                  </a:lnTo>
                  <a:lnTo>
                    <a:pt x="408002" y="340394"/>
                  </a:lnTo>
                  <a:close/>
                </a:path>
                <a:path w="446404" h="417195">
                  <a:moveTo>
                    <a:pt x="47666" y="59789"/>
                  </a:moveTo>
                  <a:lnTo>
                    <a:pt x="37112" y="66854"/>
                  </a:lnTo>
                  <a:lnTo>
                    <a:pt x="249466" y="384073"/>
                  </a:lnTo>
                  <a:lnTo>
                    <a:pt x="251449" y="385131"/>
                  </a:lnTo>
                  <a:lnTo>
                    <a:pt x="371265" y="384911"/>
                  </a:lnTo>
                  <a:lnTo>
                    <a:pt x="369971" y="378564"/>
                  </a:lnTo>
                  <a:lnTo>
                    <a:pt x="370635" y="375244"/>
                  </a:lnTo>
                  <a:lnTo>
                    <a:pt x="258838" y="375244"/>
                  </a:lnTo>
                  <a:lnTo>
                    <a:pt x="253550" y="372427"/>
                  </a:lnTo>
                  <a:lnTo>
                    <a:pt x="256953" y="372427"/>
                  </a:lnTo>
                  <a:lnTo>
                    <a:pt x="47666" y="59789"/>
                  </a:lnTo>
                  <a:close/>
                </a:path>
                <a:path w="446404" h="417195">
                  <a:moveTo>
                    <a:pt x="444905" y="372211"/>
                  </a:moveTo>
                  <a:lnTo>
                    <a:pt x="411641" y="372211"/>
                  </a:lnTo>
                  <a:lnTo>
                    <a:pt x="414414" y="374976"/>
                  </a:lnTo>
                  <a:lnTo>
                    <a:pt x="414427" y="381989"/>
                  </a:lnTo>
                  <a:lnTo>
                    <a:pt x="411516" y="384911"/>
                  </a:lnTo>
                  <a:lnTo>
                    <a:pt x="444874" y="384911"/>
                  </a:lnTo>
                  <a:lnTo>
                    <a:pt x="446143" y="378564"/>
                  </a:lnTo>
                  <a:lnTo>
                    <a:pt x="446171" y="378424"/>
                  </a:lnTo>
                  <a:lnTo>
                    <a:pt x="444949" y="372427"/>
                  </a:lnTo>
                  <a:lnTo>
                    <a:pt x="444905" y="372211"/>
                  </a:lnTo>
                  <a:close/>
                </a:path>
                <a:path w="446404" h="417195">
                  <a:moveTo>
                    <a:pt x="371241" y="372211"/>
                  </a:moveTo>
                  <a:lnTo>
                    <a:pt x="253550" y="372427"/>
                  </a:lnTo>
                  <a:lnTo>
                    <a:pt x="258838" y="375244"/>
                  </a:lnTo>
                  <a:lnTo>
                    <a:pt x="256953" y="372427"/>
                  </a:lnTo>
                  <a:lnTo>
                    <a:pt x="371198" y="372427"/>
                  </a:lnTo>
                  <a:lnTo>
                    <a:pt x="371241" y="372211"/>
                  </a:lnTo>
                  <a:close/>
                </a:path>
                <a:path w="446404" h="417195">
                  <a:moveTo>
                    <a:pt x="371198" y="372427"/>
                  </a:moveTo>
                  <a:lnTo>
                    <a:pt x="256953" y="372427"/>
                  </a:lnTo>
                  <a:lnTo>
                    <a:pt x="258838" y="375244"/>
                  </a:lnTo>
                  <a:lnTo>
                    <a:pt x="370635" y="375244"/>
                  </a:lnTo>
                  <a:lnTo>
                    <a:pt x="371198" y="372427"/>
                  </a:lnTo>
                  <a:close/>
                </a:path>
                <a:path w="446404" h="417195">
                  <a:moveTo>
                    <a:pt x="0" y="0"/>
                  </a:moveTo>
                  <a:lnTo>
                    <a:pt x="10728" y="84515"/>
                  </a:lnTo>
                  <a:lnTo>
                    <a:pt x="37112" y="66854"/>
                  </a:lnTo>
                  <a:lnTo>
                    <a:pt x="28096" y="53385"/>
                  </a:lnTo>
                  <a:lnTo>
                    <a:pt x="28877" y="49442"/>
                  </a:lnTo>
                  <a:lnTo>
                    <a:pt x="34706" y="45539"/>
                  </a:lnTo>
                  <a:lnTo>
                    <a:pt x="68952" y="45539"/>
                  </a:lnTo>
                  <a:lnTo>
                    <a:pt x="74049" y="42127"/>
                  </a:lnTo>
                  <a:lnTo>
                    <a:pt x="0" y="0"/>
                  </a:lnTo>
                  <a:close/>
                </a:path>
                <a:path w="446404" h="417195">
                  <a:moveTo>
                    <a:pt x="34706" y="45539"/>
                  </a:moveTo>
                  <a:lnTo>
                    <a:pt x="28877" y="49442"/>
                  </a:lnTo>
                  <a:lnTo>
                    <a:pt x="28096" y="53385"/>
                  </a:lnTo>
                  <a:lnTo>
                    <a:pt x="37112" y="66854"/>
                  </a:lnTo>
                  <a:lnTo>
                    <a:pt x="47666" y="59789"/>
                  </a:lnTo>
                  <a:lnTo>
                    <a:pt x="38649" y="46320"/>
                  </a:lnTo>
                  <a:lnTo>
                    <a:pt x="34706" y="45539"/>
                  </a:lnTo>
                  <a:close/>
                </a:path>
                <a:path w="446404" h="417195">
                  <a:moveTo>
                    <a:pt x="68952" y="45539"/>
                  </a:moveTo>
                  <a:lnTo>
                    <a:pt x="34706" y="45539"/>
                  </a:lnTo>
                  <a:lnTo>
                    <a:pt x="38649" y="46320"/>
                  </a:lnTo>
                  <a:lnTo>
                    <a:pt x="47666" y="59789"/>
                  </a:lnTo>
                  <a:lnTo>
                    <a:pt x="68952" y="45539"/>
                  </a:lnTo>
                  <a:close/>
                </a:path>
              </a:pathLst>
            </a:custGeom>
            <a:solidFill>
              <a:srgbClr val="7F7F7F"/>
            </a:solidFill>
          </p:spPr>
          <p:txBody>
            <a:bodyPr wrap="square" lIns="0" tIns="0" rIns="0" bIns="0" rtlCol="0"/>
            <a:lstStyle/>
            <a:p>
              <a:endParaRPr/>
            </a:p>
          </p:txBody>
        </p:sp>
      </p:grpSp>
      <p:sp>
        <p:nvSpPr>
          <p:cNvPr id="19" name="object 19"/>
          <p:cNvSpPr txBox="1"/>
          <p:nvPr/>
        </p:nvSpPr>
        <p:spPr>
          <a:xfrm>
            <a:off x="10605930" y="4394864"/>
            <a:ext cx="979169" cy="372110"/>
          </a:xfrm>
          <a:prstGeom prst="rect">
            <a:avLst/>
          </a:prstGeom>
          <a:ln w="12700">
            <a:solidFill>
              <a:srgbClr val="7F7F7F"/>
            </a:solidFill>
          </a:ln>
        </p:spPr>
        <p:txBody>
          <a:bodyPr vert="horz" wrap="square" lIns="0" tIns="95885" rIns="0" bIns="0" rtlCol="0">
            <a:spAutoFit/>
          </a:bodyPr>
          <a:lstStyle/>
          <a:p>
            <a:pPr marL="90805">
              <a:lnSpc>
                <a:spcPct val="100000"/>
              </a:lnSpc>
              <a:spcBef>
                <a:spcPts val="755"/>
              </a:spcBef>
            </a:pPr>
            <a:r>
              <a:rPr sz="1000" dirty="0">
                <a:solidFill>
                  <a:srgbClr val="595959"/>
                </a:solidFill>
                <a:latin typeface="Corbel"/>
                <a:cs typeface="Corbel"/>
              </a:rPr>
              <a:t>Tail</a:t>
            </a:r>
            <a:r>
              <a:rPr sz="1000" spc="180"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20" name="object 20"/>
          <p:cNvSpPr/>
          <p:nvPr/>
        </p:nvSpPr>
        <p:spPr>
          <a:xfrm>
            <a:off x="7157673" y="4196434"/>
            <a:ext cx="736600" cy="278130"/>
          </a:xfrm>
          <a:custGeom>
            <a:avLst/>
            <a:gdLst/>
            <a:ahLst/>
            <a:cxnLst/>
            <a:rect l="l" t="t" r="r" b="b"/>
            <a:pathLst>
              <a:path w="736600" h="278129">
                <a:moveTo>
                  <a:pt x="38130" y="201891"/>
                </a:moveTo>
                <a:lnTo>
                  <a:pt x="23096" y="204906"/>
                </a:lnTo>
                <a:lnTo>
                  <a:pt x="23236" y="204906"/>
                </a:lnTo>
                <a:lnTo>
                  <a:pt x="11125" y="213087"/>
                </a:lnTo>
                <a:lnTo>
                  <a:pt x="2974" y="225209"/>
                </a:lnTo>
                <a:lnTo>
                  <a:pt x="683" y="236476"/>
                </a:lnTo>
                <a:lnTo>
                  <a:pt x="0" y="240043"/>
                </a:lnTo>
                <a:lnTo>
                  <a:pt x="1275" y="246404"/>
                </a:lnTo>
                <a:lnTo>
                  <a:pt x="3017" y="254869"/>
                </a:lnTo>
                <a:lnTo>
                  <a:pt x="11209" y="266969"/>
                </a:lnTo>
                <a:lnTo>
                  <a:pt x="23261" y="275118"/>
                </a:lnTo>
                <a:lnTo>
                  <a:pt x="23398" y="275118"/>
                </a:lnTo>
                <a:lnTo>
                  <a:pt x="38028" y="278091"/>
                </a:lnTo>
                <a:lnTo>
                  <a:pt x="73165" y="254869"/>
                </a:lnTo>
                <a:lnTo>
                  <a:pt x="74886" y="246404"/>
                </a:lnTo>
                <a:lnTo>
                  <a:pt x="34629" y="246404"/>
                </a:lnTo>
                <a:lnTo>
                  <a:pt x="31724" y="243490"/>
                </a:lnTo>
                <a:lnTo>
                  <a:pt x="31734" y="236476"/>
                </a:lnTo>
                <a:lnTo>
                  <a:pt x="34526" y="233691"/>
                </a:lnTo>
                <a:lnTo>
                  <a:pt x="74905" y="233691"/>
                </a:lnTo>
                <a:lnTo>
                  <a:pt x="73205" y="225209"/>
                </a:lnTo>
                <a:lnTo>
                  <a:pt x="65056" y="213087"/>
                </a:lnTo>
                <a:lnTo>
                  <a:pt x="52956" y="204906"/>
                </a:lnTo>
                <a:lnTo>
                  <a:pt x="38130" y="201891"/>
                </a:lnTo>
                <a:close/>
              </a:path>
              <a:path w="736600" h="278129">
                <a:moveTo>
                  <a:pt x="74905" y="233691"/>
                </a:moveTo>
                <a:lnTo>
                  <a:pt x="76179" y="240043"/>
                </a:lnTo>
                <a:lnTo>
                  <a:pt x="74886" y="246404"/>
                </a:lnTo>
                <a:lnTo>
                  <a:pt x="249309" y="246626"/>
                </a:lnTo>
                <a:lnTo>
                  <a:pt x="250300" y="246404"/>
                </a:lnTo>
                <a:lnTo>
                  <a:pt x="274391" y="234575"/>
                </a:lnTo>
                <a:lnTo>
                  <a:pt x="245575" y="234575"/>
                </a:lnTo>
                <a:lnTo>
                  <a:pt x="246900" y="233925"/>
                </a:lnTo>
                <a:lnTo>
                  <a:pt x="248383" y="233925"/>
                </a:lnTo>
                <a:lnTo>
                  <a:pt x="74905" y="233691"/>
                </a:lnTo>
                <a:close/>
              </a:path>
              <a:path w="736600" h="278129">
                <a:moveTo>
                  <a:pt x="74905" y="233691"/>
                </a:moveTo>
                <a:lnTo>
                  <a:pt x="34526" y="233691"/>
                </a:lnTo>
                <a:lnTo>
                  <a:pt x="31734" y="236476"/>
                </a:lnTo>
                <a:lnTo>
                  <a:pt x="31724" y="243490"/>
                </a:lnTo>
                <a:lnTo>
                  <a:pt x="34629" y="246404"/>
                </a:lnTo>
                <a:lnTo>
                  <a:pt x="74886" y="246404"/>
                </a:lnTo>
                <a:lnTo>
                  <a:pt x="76179" y="240043"/>
                </a:lnTo>
                <a:lnTo>
                  <a:pt x="74952" y="233925"/>
                </a:lnTo>
                <a:lnTo>
                  <a:pt x="74905" y="233691"/>
                </a:lnTo>
                <a:close/>
              </a:path>
              <a:path w="736600" h="278129">
                <a:moveTo>
                  <a:pt x="665274" y="28499"/>
                </a:moveTo>
                <a:lnTo>
                  <a:pt x="245575" y="234575"/>
                </a:lnTo>
                <a:lnTo>
                  <a:pt x="248383" y="233925"/>
                </a:lnTo>
                <a:lnTo>
                  <a:pt x="275715" y="233925"/>
                </a:lnTo>
                <a:lnTo>
                  <a:pt x="670872" y="39900"/>
                </a:lnTo>
                <a:lnTo>
                  <a:pt x="665274" y="28499"/>
                </a:lnTo>
                <a:close/>
              </a:path>
              <a:path w="736600" h="278129">
                <a:moveTo>
                  <a:pt x="275715" y="233925"/>
                </a:moveTo>
                <a:lnTo>
                  <a:pt x="248383" y="233925"/>
                </a:lnTo>
                <a:lnTo>
                  <a:pt x="245575" y="234575"/>
                </a:lnTo>
                <a:lnTo>
                  <a:pt x="274391" y="234575"/>
                </a:lnTo>
                <a:lnTo>
                  <a:pt x="275715" y="233925"/>
                </a:lnTo>
                <a:close/>
              </a:path>
              <a:path w="736600" h="278129">
                <a:moveTo>
                  <a:pt x="720681" y="21356"/>
                </a:moveTo>
                <a:lnTo>
                  <a:pt x="679823" y="21356"/>
                </a:lnTo>
                <a:lnTo>
                  <a:pt x="683627" y="22655"/>
                </a:lnTo>
                <a:lnTo>
                  <a:pt x="686719" y="28952"/>
                </a:lnTo>
                <a:lnTo>
                  <a:pt x="685419" y="32757"/>
                </a:lnTo>
                <a:lnTo>
                  <a:pt x="670872" y="39900"/>
                </a:lnTo>
                <a:lnTo>
                  <a:pt x="684866" y="68399"/>
                </a:lnTo>
                <a:lnTo>
                  <a:pt x="720681" y="21356"/>
                </a:lnTo>
                <a:close/>
              </a:path>
              <a:path w="736600" h="278129">
                <a:moveTo>
                  <a:pt x="679823" y="21356"/>
                </a:moveTo>
                <a:lnTo>
                  <a:pt x="665274" y="28499"/>
                </a:lnTo>
                <a:lnTo>
                  <a:pt x="670872" y="39900"/>
                </a:lnTo>
                <a:lnTo>
                  <a:pt x="685419" y="32757"/>
                </a:lnTo>
                <a:lnTo>
                  <a:pt x="686719" y="28952"/>
                </a:lnTo>
                <a:lnTo>
                  <a:pt x="683627" y="22655"/>
                </a:lnTo>
                <a:lnTo>
                  <a:pt x="679823" y="21356"/>
                </a:lnTo>
                <a:close/>
              </a:path>
              <a:path w="736600" h="278129">
                <a:moveTo>
                  <a:pt x="651281" y="0"/>
                </a:moveTo>
                <a:lnTo>
                  <a:pt x="665274" y="28499"/>
                </a:lnTo>
                <a:lnTo>
                  <a:pt x="679823" y="21356"/>
                </a:lnTo>
                <a:lnTo>
                  <a:pt x="720681" y="21356"/>
                </a:lnTo>
                <a:lnTo>
                  <a:pt x="736472" y="614"/>
                </a:lnTo>
                <a:lnTo>
                  <a:pt x="651281" y="0"/>
                </a:lnTo>
                <a:close/>
              </a:path>
            </a:pathLst>
          </a:custGeom>
          <a:solidFill>
            <a:srgbClr val="7F7F7F"/>
          </a:solidFill>
        </p:spPr>
        <p:txBody>
          <a:bodyPr wrap="square" lIns="0" tIns="0" rIns="0" bIns="0" rtlCol="0"/>
          <a:lstStyle/>
          <a:p>
            <a:endParaRPr/>
          </a:p>
        </p:txBody>
      </p:sp>
      <p:sp>
        <p:nvSpPr>
          <p:cNvPr id="21" name="object 21"/>
          <p:cNvSpPr txBox="1"/>
          <p:nvPr/>
        </p:nvSpPr>
        <p:spPr>
          <a:xfrm>
            <a:off x="5852043" y="4366997"/>
            <a:ext cx="1332230" cy="372110"/>
          </a:xfrm>
          <a:prstGeom prst="rect">
            <a:avLst/>
          </a:prstGeom>
          <a:ln w="12700">
            <a:solidFill>
              <a:srgbClr val="7F7F7F"/>
            </a:solidFill>
          </a:ln>
        </p:spPr>
        <p:txBody>
          <a:bodyPr vert="horz" wrap="square" lIns="0" tIns="95885" rIns="0" bIns="0" rtlCol="0">
            <a:spAutoFit/>
          </a:bodyPr>
          <a:lstStyle/>
          <a:p>
            <a:pPr marL="90805">
              <a:lnSpc>
                <a:spcPct val="100000"/>
              </a:lnSpc>
              <a:spcBef>
                <a:spcPts val="755"/>
              </a:spcBef>
            </a:pPr>
            <a:r>
              <a:rPr sz="1000" dirty="0">
                <a:solidFill>
                  <a:srgbClr val="595959"/>
                </a:solidFill>
                <a:latin typeface="Corbel"/>
                <a:cs typeface="Corbel"/>
              </a:rPr>
              <a:t>Main</a:t>
            </a:r>
            <a:r>
              <a:rPr sz="1000" spc="175"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22" name="object 22"/>
          <p:cNvSpPr/>
          <p:nvPr/>
        </p:nvSpPr>
        <p:spPr>
          <a:xfrm>
            <a:off x="10510218" y="2064385"/>
            <a:ext cx="534035" cy="838835"/>
          </a:xfrm>
          <a:custGeom>
            <a:avLst/>
            <a:gdLst/>
            <a:ahLst/>
            <a:cxnLst/>
            <a:rect l="l" t="t" r="r" b="b"/>
            <a:pathLst>
              <a:path w="534034" h="838835">
                <a:moveTo>
                  <a:pt x="0" y="753267"/>
                </a:moveTo>
                <a:lnTo>
                  <a:pt x="6076" y="838245"/>
                </a:lnTo>
                <a:lnTo>
                  <a:pt x="65368" y="786776"/>
                </a:lnTo>
                <a:lnTo>
                  <a:pt x="31164" y="786776"/>
                </a:lnTo>
                <a:lnTo>
                  <a:pt x="24683" y="784095"/>
                </a:lnTo>
                <a:lnTo>
                  <a:pt x="23143" y="780380"/>
                </a:lnTo>
                <a:lnTo>
                  <a:pt x="29338" y="765404"/>
                </a:lnTo>
                <a:lnTo>
                  <a:pt x="0" y="753267"/>
                </a:lnTo>
                <a:close/>
              </a:path>
              <a:path w="534034" h="838835">
                <a:moveTo>
                  <a:pt x="29338" y="765404"/>
                </a:moveTo>
                <a:lnTo>
                  <a:pt x="23143" y="780380"/>
                </a:lnTo>
                <a:lnTo>
                  <a:pt x="24683" y="784095"/>
                </a:lnTo>
                <a:lnTo>
                  <a:pt x="31164" y="786776"/>
                </a:lnTo>
                <a:lnTo>
                  <a:pt x="34879" y="785235"/>
                </a:lnTo>
                <a:lnTo>
                  <a:pt x="41074" y="770260"/>
                </a:lnTo>
                <a:lnTo>
                  <a:pt x="29338" y="765404"/>
                </a:lnTo>
                <a:close/>
              </a:path>
              <a:path w="534034" h="838835">
                <a:moveTo>
                  <a:pt x="41074" y="770260"/>
                </a:moveTo>
                <a:lnTo>
                  <a:pt x="34879" y="785235"/>
                </a:lnTo>
                <a:lnTo>
                  <a:pt x="31164" y="786776"/>
                </a:lnTo>
                <a:lnTo>
                  <a:pt x="65368" y="786776"/>
                </a:lnTo>
                <a:lnTo>
                  <a:pt x="70412" y="782397"/>
                </a:lnTo>
                <a:lnTo>
                  <a:pt x="41074" y="770260"/>
                </a:lnTo>
                <a:close/>
              </a:path>
              <a:path w="534034" h="838835">
                <a:moveTo>
                  <a:pt x="459063" y="31815"/>
                </a:moveTo>
                <a:lnTo>
                  <a:pt x="334397" y="32038"/>
                </a:lnTo>
                <a:lnTo>
                  <a:pt x="332085" y="33585"/>
                </a:lnTo>
                <a:lnTo>
                  <a:pt x="29338" y="765404"/>
                </a:lnTo>
                <a:lnTo>
                  <a:pt x="41074" y="770260"/>
                </a:lnTo>
                <a:lnTo>
                  <a:pt x="341219" y="44733"/>
                </a:lnTo>
                <a:lnTo>
                  <a:pt x="336984" y="44733"/>
                </a:lnTo>
                <a:lnTo>
                  <a:pt x="342841" y="40811"/>
                </a:lnTo>
                <a:lnTo>
                  <a:pt x="458331" y="40811"/>
                </a:lnTo>
                <a:lnTo>
                  <a:pt x="457793" y="38168"/>
                </a:lnTo>
                <a:lnTo>
                  <a:pt x="459019" y="32038"/>
                </a:lnTo>
                <a:lnTo>
                  <a:pt x="459063" y="31815"/>
                </a:lnTo>
                <a:close/>
              </a:path>
              <a:path w="534034" h="838835">
                <a:moveTo>
                  <a:pt x="495825" y="0"/>
                </a:moveTo>
                <a:lnTo>
                  <a:pt x="481000" y="3020"/>
                </a:lnTo>
                <a:lnTo>
                  <a:pt x="468904" y="11207"/>
                </a:lnTo>
                <a:lnTo>
                  <a:pt x="460761" y="23332"/>
                </a:lnTo>
                <a:lnTo>
                  <a:pt x="457820" y="38032"/>
                </a:lnTo>
                <a:lnTo>
                  <a:pt x="457793" y="38168"/>
                </a:lnTo>
                <a:lnTo>
                  <a:pt x="460813" y="52993"/>
                </a:lnTo>
                <a:lnTo>
                  <a:pt x="469000" y="65089"/>
                </a:lnTo>
                <a:lnTo>
                  <a:pt x="481125" y="73232"/>
                </a:lnTo>
                <a:lnTo>
                  <a:pt x="495960" y="76200"/>
                </a:lnTo>
                <a:lnTo>
                  <a:pt x="510527" y="73232"/>
                </a:lnTo>
                <a:lnTo>
                  <a:pt x="510707" y="73232"/>
                </a:lnTo>
                <a:lnTo>
                  <a:pt x="522740" y="65089"/>
                </a:lnTo>
                <a:lnTo>
                  <a:pt x="530941" y="52993"/>
                </a:lnTo>
                <a:lnTo>
                  <a:pt x="532652" y="44733"/>
                </a:lnTo>
                <a:lnTo>
                  <a:pt x="532696" y="44515"/>
                </a:lnTo>
                <a:lnTo>
                  <a:pt x="499339" y="44515"/>
                </a:lnTo>
                <a:lnTo>
                  <a:pt x="502249" y="41596"/>
                </a:lnTo>
                <a:lnTo>
                  <a:pt x="502236" y="34582"/>
                </a:lnTo>
                <a:lnTo>
                  <a:pt x="499460" y="31815"/>
                </a:lnTo>
                <a:lnTo>
                  <a:pt x="532726" y="31815"/>
                </a:lnTo>
                <a:lnTo>
                  <a:pt x="530997" y="23332"/>
                </a:lnTo>
                <a:lnTo>
                  <a:pt x="522850" y="11207"/>
                </a:lnTo>
                <a:lnTo>
                  <a:pt x="510739" y="3020"/>
                </a:lnTo>
                <a:lnTo>
                  <a:pt x="510925" y="3020"/>
                </a:lnTo>
                <a:lnTo>
                  <a:pt x="495825" y="0"/>
                </a:lnTo>
                <a:close/>
              </a:path>
              <a:path w="534034" h="838835">
                <a:moveTo>
                  <a:pt x="342841" y="40811"/>
                </a:moveTo>
                <a:lnTo>
                  <a:pt x="336984" y="44733"/>
                </a:lnTo>
                <a:lnTo>
                  <a:pt x="341219" y="44733"/>
                </a:lnTo>
                <a:lnTo>
                  <a:pt x="342841" y="40811"/>
                </a:lnTo>
                <a:close/>
              </a:path>
              <a:path w="534034" h="838835">
                <a:moveTo>
                  <a:pt x="458331" y="40811"/>
                </a:moveTo>
                <a:lnTo>
                  <a:pt x="342841" y="40811"/>
                </a:lnTo>
                <a:lnTo>
                  <a:pt x="341309" y="44515"/>
                </a:lnTo>
                <a:lnTo>
                  <a:pt x="341219" y="44733"/>
                </a:lnTo>
                <a:lnTo>
                  <a:pt x="336984" y="44733"/>
                </a:lnTo>
                <a:lnTo>
                  <a:pt x="459086" y="44515"/>
                </a:lnTo>
                <a:lnTo>
                  <a:pt x="458331" y="40811"/>
                </a:lnTo>
                <a:close/>
              </a:path>
              <a:path w="534034" h="838835">
                <a:moveTo>
                  <a:pt x="532726" y="31815"/>
                </a:moveTo>
                <a:lnTo>
                  <a:pt x="499460" y="31815"/>
                </a:lnTo>
                <a:lnTo>
                  <a:pt x="502236" y="34582"/>
                </a:lnTo>
                <a:lnTo>
                  <a:pt x="502249" y="41596"/>
                </a:lnTo>
                <a:lnTo>
                  <a:pt x="499339" y="44515"/>
                </a:lnTo>
                <a:lnTo>
                  <a:pt x="532696" y="44515"/>
                </a:lnTo>
                <a:lnTo>
                  <a:pt x="533965" y="38168"/>
                </a:lnTo>
                <a:lnTo>
                  <a:pt x="533993" y="38032"/>
                </a:lnTo>
                <a:lnTo>
                  <a:pt x="532771" y="32038"/>
                </a:lnTo>
                <a:lnTo>
                  <a:pt x="532726" y="31815"/>
                </a:lnTo>
                <a:close/>
              </a:path>
            </a:pathLst>
          </a:custGeom>
          <a:solidFill>
            <a:srgbClr val="7F7F7F"/>
          </a:solidFill>
        </p:spPr>
        <p:txBody>
          <a:bodyPr wrap="square" lIns="0" tIns="0" rIns="0" bIns="0" rtlCol="0"/>
          <a:lstStyle/>
          <a:p>
            <a:endParaRPr/>
          </a:p>
        </p:txBody>
      </p:sp>
      <p:sp>
        <p:nvSpPr>
          <p:cNvPr id="23" name="object 23"/>
          <p:cNvSpPr txBox="1"/>
          <p:nvPr/>
        </p:nvSpPr>
        <p:spPr>
          <a:xfrm>
            <a:off x="11014960" y="2033056"/>
            <a:ext cx="1007110" cy="372110"/>
          </a:xfrm>
          <a:prstGeom prst="rect">
            <a:avLst/>
          </a:prstGeom>
          <a:ln w="12700">
            <a:solidFill>
              <a:srgbClr val="7F7F7F"/>
            </a:solidFill>
          </a:ln>
        </p:spPr>
        <p:txBody>
          <a:bodyPr vert="horz" wrap="square" lIns="0" tIns="98425" rIns="0" bIns="0" rtlCol="0">
            <a:spAutoFit/>
          </a:bodyPr>
          <a:lstStyle/>
          <a:p>
            <a:pPr marL="90805">
              <a:lnSpc>
                <a:spcPct val="100000"/>
              </a:lnSpc>
              <a:spcBef>
                <a:spcPts val="775"/>
              </a:spcBef>
            </a:pPr>
            <a:r>
              <a:rPr sz="1000" spc="-10" dirty="0">
                <a:solidFill>
                  <a:srgbClr val="595959"/>
                </a:solidFill>
                <a:latin typeface="Corbel"/>
                <a:cs typeface="Corbel"/>
              </a:rPr>
              <a:t>Rudder</a:t>
            </a:r>
            <a:endParaRPr sz="1000">
              <a:latin typeface="Corbel"/>
              <a:cs typeface="Corbel"/>
            </a:endParaRPr>
          </a:p>
        </p:txBody>
      </p:sp>
      <p:sp>
        <p:nvSpPr>
          <p:cNvPr id="24" name="object 24"/>
          <p:cNvSpPr/>
          <p:nvPr/>
        </p:nvSpPr>
        <p:spPr>
          <a:xfrm>
            <a:off x="10757081" y="2666563"/>
            <a:ext cx="283210" cy="565785"/>
          </a:xfrm>
          <a:custGeom>
            <a:avLst/>
            <a:gdLst/>
            <a:ahLst/>
            <a:cxnLst/>
            <a:rect l="l" t="t" r="r" b="b"/>
            <a:pathLst>
              <a:path w="283209" h="565785">
                <a:moveTo>
                  <a:pt x="0" y="485964"/>
                </a:moveTo>
                <a:lnTo>
                  <a:pt x="29795" y="565778"/>
                </a:lnTo>
                <a:lnTo>
                  <a:pt x="65981" y="509323"/>
                </a:lnTo>
                <a:lnTo>
                  <a:pt x="39349" y="509323"/>
                </a:lnTo>
                <a:lnTo>
                  <a:pt x="32374" y="508579"/>
                </a:lnTo>
                <a:lnTo>
                  <a:pt x="29850" y="505449"/>
                </a:lnTo>
                <a:lnTo>
                  <a:pt x="31570" y="489334"/>
                </a:lnTo>
                <a:lnTo>
                  <a:pt x="0" y="485964"/>
                </a:lnTo>
                <a:close/>
              </a:path>
              <a:path w="283209" h="565785">
                <a:moveTo>
                  <a:pt x="31570" y="489334"/>
                </a:moveTo>
                <a:lnTo>
                  <a:pt x="29850" y="505449"/>
                </a:lnTo>
                <a:lnTo>
                  <a:pt x="32374" y="508579"/>
                </a:lnTo>
                <a:lnTo>
                  <a:pt x="39349" y="509323"/>
                </a:lnTo>
                <a:lnTo>
                  <a:pt x="42477" y="506798"/>
                </a:lnTo>
                <a:lnTo>
                  <a:pt x="44198" y="490682"/>
                </a:lnTo>
                <a:lnTo>
                  <a:pt x="31570" y="489334"/>
                </a:lnTo>
                <a:close/>
              </a:path>
              <a:path w="283209" h="565785">
                <a:moveTo>
                  <a:pt x="44198" y="490682"/>
                </a:moveTo>
                <a:lnTo>
                  <a:pt x="42477" y="506798"/>
                </a:lnTo>
                <a:lnTo>
                  <a:pt x="39349" y="509323"/>
                </a:lnTo>
                <a:lnTo>
                  <a:pt x="65981" y="509323"/>
                </a:lnTo>
                <a:lnTo>
                  <a:pt x="75769" y="494052"/>
                </a:lnTo>
                <a:lnTo>
                  <a:pt x="44198" y="490682"/>
                </a:lnTo>
                <a:close/>
              </a:path>
              <a:path w="283209" h="565785">
                <a:moveTo>
                  <a:pt x="208184" y="31815"/>
                </a:moveTo>
                <a:lnTo>
                  <a:pt x="82840" y="32039"/>
                </a:lnTo>
                <a:lnTo>
                  <a:pt x="80113" y="34582"/>
                </a:lnTo>
                <a:lnTo>
                  <a:pt x="31570" y="489334"/>
                </a:lnTo>
                <a:lnTo>
                  <a:pt x="44198" y="490682"/>
                </a:lnTo>
                <a:lnTo>
                  <a:pt x="91801" y="44733"/>
                </a:lnTo>
                <a:lnTo>
                  <a:pt x="86105" y="44733"/>
                </a:lnTo>
                <a:lnTo>
                  <a:pt x="92407" y="39057"/>
                </a:lnTo>
                <a:lnTo>
                  <a:pt x="207094" y="39057"/>
                </a:lnTo>
                <a:lnTo>
                  <a:pt x="206913" y="38168"/>
                </a:lnTo>
                <a:lnTo>
                  <a:pt x="208139" y="32039"/>
                </a:lnTo>
                <a:lnTo>
                  <a:pt x="208184" y="31815"/>
                </a:lnTo>
                <a:close/>
              </a:path>
              <a:path w="283209" h="565785">
                <a:moveTo>
                  <a:pt x="244946" y="0"/>
                </a:moveTo>
                <a:lnTo>
                  <a:pt x="230121" y="3020"/>
                </a:lnTo>
                <a:lnTo>
                  <a:pt x="218025" y="11207"/>
                </a:lnTo>
                <a:lnTo>
                  <a:pt x="209881" y="23332"/>
                </a:lnTo>
                <a:lnTo>
                  <a:pt x="206940" y="38032"/>
                </a:lnTo>
                <a:lnTo>
                  <a:pt x="206913" y="38168"/>
                </a:lnTo>
                <a:lnTo>
                  <a:pt x="209934" y="52993"/>
                </a:lnTo>
                <a:lnTo>
                  <a:pt x="218121" y="65089"/>
                </a:lnTo>
                <a:lnTo>
                  <a:pt x="230246" y="73232"/>
                </a:lnTo>
                <a:lnTo>
                  <a:pt x="245082" y="76200"/>
                </a:lnTo>
                <a:lnTo>
                  <a:pt x="259648" y="73232"/>
                </a:lnTo>
                <a:lnTo>
                  <a:pt x="259828" y="73232"/>
                </a:lnTo>
                <a:lnTo>
                  <a:pt x="271861" y="65089"/>
                </a:lnTo>
                <a:lnTo>
                  <a:pt x="280062" y="52993"/>
                </a:lnTo>
                <a:lnTo>
                  <a:pt x="281773" y="44733"/>
                </a:lnTo>
                <a:lnTo>
                  <a:pt x="281816" y="44515"/>
                </a:lnTo>
                <a:lnTo>
                  <a:pt x="248459" y="44515"/>
                </a:lnTo>
                <a:lnTo>
                  <a:pt x="251369" y="41596"/>
                </a:lnTo>
                <a:lnTo>
                  <a:pt x="251357" y="34582"/>
                </a:lnTo>
                <a:lnTo>
                  <a:pt x="248580" y="31815"/>
                </a:lnTo>
                <a:lnTo>
                  <a:pt x="281846" y="31815"/>
                </a:lnTo>
                <a:lnTo>
                  <a:pt x="280118" y="23332"/>
                </a:lnTo>
                <a:lnTo>
                  <a:pt x="271971" y="11207"/>
                </a:lnTo>
                <a:lnTo>
                  <a:pt x="259860" y="3020"/>
                </a:lnTo>
                <a:lnTo>
                  <a:pt x="260045" y="3020"/>
                </a:lnTo>
                <a:lnTo>
                  <a:pt x="244946" y="0"/>
                </a:lnTo>
                <a:close/>
              </a:path>
              <a:path w="283209" h="565785">
                <a:moveTo>
                  <a:pt x="92407" y="39057"/>
                </a:moveTo>
                <a:lnTo>
                  <a:pt x="86105" y="44733"/>
                </a:lnTo>
                <a:lnTo>
                  <a:pt x="91801" y="44733"/>
                </a:lnTo>
                <a:lnTo>
                  <a:pt x="92407" y="39057"/>
                </a:lnTo>
                <a:close/>
              </a:path>
              <a:path w="283209" h="565785">
                <a:moveTo>
                  <a:pt x="207094" y="39057"/>
                </a:moveTo>
                <a:lnTo>
                  <a:pt x="92407" y="39057"/>
                </a:lnTo>
                <a:lnTo>
                  <a:pt x="91825" y="44515"/>
                </a:lnTo>
                <a:lnTo>
                  <a:pt x="91801" y="44733"/>
                </a:lnTo>
                <a:lnTo>
                  <a:pt x="86105" y="44733"/>
                </a:lnTo>
                <a:lnTo>
                  <a:pt x="208206" y="44515"/>
                </a:lnTo>
                <a:lnTo>
                  <a:pt x="207094" y="39057"/>
                </a:lnTo>
                <a:close/>
              </a:path>
              <a:path w="283209" h="565785">
                <a:moveTo>
                  <a:pt x="281846" y="31815"/>
                </a:moveTo>
                <a:lnTo>
                  <a:pt x="248580" y="31815"/>
                </a:lnTo>
                <a:lnTo>
                  <a:pt x="251357" y="34582"/>
                </a:lnTo>
                <a:lnTo>
                  <a:pt x="251369" y="41596"/>
                </a:lnTo>
                <a:lnTo>
                  <a:pt x="248459" y="44515"/>
                </a:lnTo>
                <a:lnTo>
                  <a:pt x="281816" y="44515"/>
                </a:lnTo>
                <a:lnTo>
                  <a:pt x="283086" y="38168"/>
                </a:lnTo>
                <a:lnTo>
                  <a:pt x="283113" y="38032"/>
                </a:lnTo>
                <a:lnTo>
                  <a:pt x="281892" y="32039"/>
                </a:lnTo>
                <a:lnTo>
                  <a:pt x="281846" y="31815"/>
                </a:lnTo>
                <a:close/>
              </a:path>
            </a:pathLst>
          </a:custGeom>
          <a:solidFill>
            <a:srgbClr val="7F7F7F"/>
          </a:solidFill>
        </p:spPr>
        <p:txBody>
          <a:bodyPr wrap="square" lIns="0" tIns="0" rIns="0" bIns="0" rtlCol="0"/>
          <a:lstStyle/>
          <a:p>
            <a:endParaRPr/>
          </a:p>
        </p:txBody>
      </p:sp>
      <p:sp>
        <p:nvSpPr>
          <p:cNvPr id="25" name="object 25"/>
          <p:cNvSpPr txBox="1"/>
          <p:nvPr/>
        </p:nvSpPr>
        <p:spPr>
          <a:xfrm>
            <a:off x="11010943" y="2635234"/>
            <a:ext cx="1007110" cy="372110"/>
          </a:xfrm>
          <a:prstGeom prst="rect">
            <a:avLst/>
          </a:prstGeom>
          <a:ln w="12700">
            <a:solidFill>
              <a:srgbClr val="7F7F7F"/>
            </a:solidFill>
          </a:ln>
        </p:spPr>
        <p:txBody>
          <a:bodyPr vert="horz" wrap="square" lIns="0" tIns="96520" rIns="0" bIns="0" rtlCol="0">
            <a:spAutoFit/>
          </a:bodyPr>
          <a:lstStyle/>
          <a:p>
            <a:pPr marL="90805">
              <a:lnSpc>
                <a:spcPct val="100000"/>
              </a:lnSpc>
              <a:spcBef>
                <a:spcPts val="760"/>
              </a:spcBef>
            </a:pPr>
            <a:r>
              <a:rPr sz="1000" spc="-10" dirty="0">
                <a:solidFill>
                  <a:srgbClr val="595959"/>
                </a:solidFill>
                <a:latin typeface="Corbel"/>
                <a:cs typeface="Corbel"/>
              </a:rPr>
              <a:t>Elevator</a:t>
            </a:r>
            <a:endParaRPr sz="1000">
              <a:latin typeface="Corbel"/>
              <a:cs typeface="Corbel"/>
            </a:endParaRPr>
          </a:p>
        </p:txBody>
      </p:sp>
      <p:sp>
        <p:nvSpPr>
          <p:cNvPr id="26" name="object 26"/>
          <p:cNvSpPr/>
          <p:nvPr/>
        </p:nvSpPr>
        <p:spPr>
          <a:xfrm>
            <a:off x="7171306" y="3905051"/>
            <a:ext cx="736600" cy="171450"/>
          </a:xfrm>
          <a:custGeom>
            <a:avLst/>
            <a:gdLst/>
            <a:ahLst/>
            <a:cxnLst/>
            <a:rect l="l" t="t" r="r" b="b"/>
            <a:pathLst>
              <a:path w="736600" h="171450">
                <a:moveTo>
                  <a:pt x="660800" y="140185"/>
                </a:moveTo>
                <a:lnTo>
                  <a:pt x="653653" y="171119"/>
                </a:lnTo>
                <a:lnTo>
                  <a:pt x="736474" y="151151"/>
                </a:lnTo>
                <a:lnTo>
                  <a:pt x="727620" y="143833"/>
                </a:lnTo>
                <a:lnTo>
                  <a:pt x="676591" y="143833"/>
                </a:lnTo>
                <a:lnTo>
                  <a:pt x="660800" y="140185"/>
                </a:lnTo>
                <a:close/>
              </a:path>
              <a:path w="736600" h="171450">
                <a:moveTo>
                  <a:pt x="663659" y="127810"/>
                </a:moveTo>
                <a:lnTo>
                  <a:pt x="660800" y="140185"/>
                </a:lnTo>
                <a:lnTo>
                  <a:pt x="676591" y="143833"/>
                </a:lnTo>
                <a:lnTo>
                  <a:pt x="680001" y="141702"/>
                </a:lnTo>
                <a:lnTo>
                  <a:pt x="681579" y="134868"/>
                </a:lnTo>
                <a:lnTo>
                  <a:pt x="679449" y="131458"/>
                </a:lnTo>
                <a:lnTo>
                  <a:pt x="663659" y="127810"/>
                </a:lnTo>
                <a:close/>
              </a:path>
              <a:path w="736600" h="171450">
                <a:moveTo>
                  <a:pt x="670806" y="96875"/>
                </a:moveTo>
                <a:lnTo>
                  <a:pt x="663659" y="127810"/>
                </a:lnTo>
                <a:lnTo>
                  <a:pt x="679449" y="131458"/>
                </a:lnTo>
                <a:lnTo>
                  <a:pt x="681579" y="134868"/>
                </a:lnTo>
                <a:lnTo>
                  <a:pt x="680001" y="141702"/>
                </a:lnTo>
                <a:lnTo>
                  <a:pt x="676591" y="143833"/>
                </a:lnTo>
                <a:lnTo>
                  <a:pt x="727620" y="143833"/>
                </a:lnTo>
                <a:lnTo>
                  <a:pt x="670806" y="96875"/>
                </a:lnTo>
                <a:close/>
              </a:path>
              <a:path w="736600" h="171450">
                <a:moveTo>
                  <a:pt x="246946" y="44569"/>
                </a:moveTo>
                <a:lnTo>
                  <a:pt x="660800" y="140185"/>
                </a:lnTo>
                <a:lnTo>
                  <a:pt x="663659" y="127810"/>
                </a:lnTo>
                <a:lnTo>
                  <a:pt x="304071" y="44733"/>
                </a:lnTo>
                <a:lnTo>
                  <a:pt x="248367" y="44733"/>
                </a:lnTo>
                <a:lnTo>
                  <a:pt x="246946" y="44569"/>
                </a:lnTo>
                <a:close/>
              </a:path>
              <a:path w="736600" h="171450">
                <a:moveTo>
                  <a:pt x="38131" y="0"/>
                </a:moveTo>
                <a:lnTo>
                  <a:pt x="23099" y="3013"/>
                </a:lnTo>
                <a:lnTo>
                  <a:pt x="23238" y="3013"/>
                </a:lnTo>
                <a:lnTo>
                  <a:pt x="11126" y="11195"/>
                </a:lnTo>
                <a:lnTo>
                  <a:pt x="2974" y="23316"/>
                </a:lnTo>
                <a:lnTo>
                  <a:pt x="684" y="34584"/>
                </a:lnTo>
                <a:lnTo>
                  <a:pt x="0" y="38150"/>
                </a:lnTo>
                <a:lnTo>
                  <a:pt x="1287" y="44569"/>
                </a:lnTo>
                <a:lnTo>
                  <a:pt x="3017" y="52977"/>
                </a:lnTo>
                <a:lnTo>
                  <a:pt x="11210" y="65076"/>
                </a:lnTo>
                <a:lnTo>
                  <a:pt x="23261" y="73225"/>
                </a:lnTo>
                <a:lnTo>
                  <a:pt x="23397" y="73225"/>
                </a:lnTo>
                <a:lnTo>
                  <a:pt x="38028" y="76200"/>
                </a:lnTo>
                <a:lnTo>
                  <a:pt x="52863" y="73225"/>
                </a:lnTo>
                <a:lnTo>
                  <a:pt x="64984" y="65076"/>
                </a:lnTo>
                <a:lnTo>
                  <a:pt x="73165" y="52977"/>
                </a:lnTo>
                <a:lnTo>
                  <a:pt x="74841" y="44733"/>
                </a:lnTo>
                <a:lnTo>
                  <a:pt x="74874" y="44569"/>
                </a:lnTo>
                <a:lnTo>
                  <a:pt x="34688" y="44569"/>
                </a:lnTo>
                <a:lnTo>
                  <a:pt x="31725" y="41598"/>
                </a:lnTo>
                <a:lnTo>
                  <a:pt x="31734" y="34584"/>
                </a:lnTo>
                <a:lnTo>
                  <a:pt x="34527" y="31799"/>
                </a:lnTo>
                <a:lnTo>
                  <a:pt x="74906" y="31799"/>
                </a:lnTo>
                <a:lnTo>
                  <a:pt x="73205" y="23316"/>
                </a:lnTo>
                <a:lnTo>
                  <a:pt x="65057" y="11195"/>
                </a:lnTo>
                <a:lnTo>
                  <a:pt x="52957" y="3013"/>
                </a:lnTo>
                <a:lnTo>
                  <a:pt x="38131" y="0"/>
                </a:lnTo>
                <a:close/>
              </a:path>
              <a:path w="736600" h="171450">
                <a:moveTo>
                  <a:pt x="246946" y="44569"/>
                </a:moveTo>
                <a:lnTo>
                  <a:pt x="126716" y="44569"/>
                </a:lnTo>
                <a:lnTo>
                  <a:pt x="248367" y="44733"/>
                </a:lnTo>
                <a:lnTo>
                  <a:pt x="247655" y="44733"/>
                </a:lnTo>
                <a:lnTo>
                  <a:pt x="246946" y="44569"/>
                </a:lnTo>
                <a:close/>
              </a:path>
              <a:path w="736600" h="171450">
                <a:moveTo>
                  <a:pt x="74906" y="31799"/>
                </a:moveTo>
                <a:lnTo>
                  <a:pt x="76179" y="38150"/>
                </a:lnTo>
                <a:lnTo>
                  <a:pt x="74874" y="44569"/>
                </a:lnTo>
                <a:lnTo>
                  <a:pt x="246946" y="44569"/>
                </a:lnTo>
                <a:lnTo>
                  <a:pt x="248367" y="44733"/>
                </a:lnTo>
                <a:lnTo>
                  <a:pt x="304071" y="44733"/>
                </a:lnTo>
                <a:lnTo>
                  <a:pt x="249805" y="32195"/>
                </a:lnTo>
                <a:lnTo>
                  <a:pt x="369091" y="32195"/>
                </a:lnTo>
                <a:lnTo>
                  <a:pt x="74906" y="31799"/>
                </a:lnTo>
                <a:close/>
              </a:path>
              <a:path w="736600" h="171450">
                <a:moveTo>
                  <a:pt x="74906" y="31799"/>
                </a:moveTo>
                <a:lnTo>
                  <a:pt x="34527" y="31799"/>
                </a:lnTo>
                <a:lnTo>
                  <a:pt x="31734" y="34584"/>
                </a:lnTo>
                <a:lnTo>
                  <a:pt x="31725" y="41598"/>
                </a:lnTo>
                <a:lnTo>
                  <a:pt x="34688" y="44569"/>
                </a:lnTo>
                <a:lnTo>
                  <a:pt x="74874" y="44569"/>
                </a:lnTo>
                <a:lnTo>
                  <a:pt x="76179" y="38150"/>
                </a:lnTo>
                <a:lnTo>
                  <a:pt x="74985" y="32195"/>
                </a:lnTo>
                <a:lnTo>
                  <a:pt x="74906" y="31799"/>
                </a:lnTo>
                <a:close/>
              </a:path>
            </a:pathLst>
          </a:custGeom>
          <a:solidFill>
            <a:srgbClr val="7F7F7F"/>
          </a:solidFill>
        </p:spPr>
        <p:txBody>
          <a:bodyPr wrap="square" lIns="0" tIns="0" rIns="0" bIns="0" rtlCol="0"/>
          <a:lstStyle/>
          <a:p>
            <a:endParaRPr/>
          </a:p>
        </p:txBody>
      </p:sp>
      <p:sp>
        <p:nvSpPr>
          <p:cNvPr id="27" name="object 27"/>
          <p:cNvSpPr txBox="1"/>
          <p:nvPr/>
        </p:nvSpPr>
        <p:spPr>
          <a:xfrm>
            <a:off x="5865678" y="3873723"/>
            <a:ext cx="1332230" cy="372110"/>
          </a:xfrm>
          <a:prstGeom prst="rect">
            <a:avLst/>
          </a:prstGeom>
          <a:ln w="12700">
            <a:solidFill>
              <a:srgbClr val="7F7F7F"/>
            </a:solidFill>
          </a:ln>
        </p:spPr>
        <p:txBody>
          <a:bodyPr vert="horz" wrap="square" lIns="0" tIns="95885" rIns="0" bIns="0" rtlCol="0">
            <a:spAutoFit/>
          </a:bodyPr>
          <a:lstStyle/>
          <a:p>
            <a:pPr marL="90805">
              <a:lnSpc>
                <a:spcPct val="100000"/>
              </a:lnSpc>
              <a:spcBef>
                <a:spcPts val="755"/>
              </a:spcBef>
            </a:pPr>
            <a:r>
              <a:rPr sz="1000" spc="-10" dirty="0">
                <a:solidFill>
                  <a:srgbClr val="595959"/>
                </a:solidFill>
                <a:latin typeface="Corbel"/>
                <a:cs typeface="Corbel"/>
              </a:rPr>
              <a:t>Gondola</a:t>
            </a:r>
            <a:endParaRPr sz="1000">
              <a:latin typeface="Corbel"/>
              <a:cs typeface="Corbel"/>
            </a:endParaRPr>
          </a:p>
        </p:txBody>
      </p:sp>
      <p:sp>
        <p:nvSpPr>
          <p:cNvPr id="28" name="object 28"/>
          <p:cNvSpPr/>
          <p:nvPr/>
        </p:nvSpPr>
        <p:spPr>
          <a:xfrm>
            <a:off x="7156115" y="1996334"/>
            <a:ext cx="459740" cy="737235"/>
          </a:xfrm>
          <a:custGeom>
            <a:avLst/>
            <a:gdLst/>
            <a:ahLst/>
            <a:cxnLst/>
            <a:rect l="l" t="t" r="r" b="b"/>
            <a:pathLst>
              <a:path w="459740" h="737235">
                <a:moveTo>
                  <a:pt x="416900" y="665395"/>
                </a:moveTo>
                <a:lnTo>
                  <a:pt x="386320" y="673935"/>
                </a:lnTo>
                <a:lnTo>
                  <a:pt x="443514" y="737077"/>
                </a:lnTo>
                <a:lnTo>
                  <a:pt x="453991" y="682978"/>
                </a:lnTo>
                <a:lnTo>
                  <a:pt x="424763" y="682978"/>
                </a:lnTo>
                <a:lnTo>
                  <a:pt x="421413" y="681092"/>
                </a:lnTo>
                <a:lnTo>
                  <a:pt x="421284" y="681092"/>
                </a:lnTo>
                <a:lnTo>
                  <a:pt x="416900" y="665395"/>
                </a:lnTo>
                <a:close/>
              </a:path>
              <a:path w="459740" h="737235">
                <a:moveTo>
                  <a:pt x="429132" y="661978"/>
                </a:moveTo>
                <a:lnTo>
                  <a:pt x="416900" y="665395"/>
                </a:lnTo>
                <a:lnTo>
                  <a:pt x="421284" y="681092"/>
                </a:lnTo>
                <a:lnTo>
                  <a:pt x="421413" y="681092"/>
                </a:lnTo>
                <a:lnTo>
                  <a:pt x="424763" y="682978"/>
                </a:lnTo>
                <a:lnTo>
                  <a:pt x="431519" y="681092"/>
                </a:lnTo>
                <a:lnTo>
                  <a:pt x="433492" y="677589"/>
                </a:lnTo>
                <a:lnTo>
                  <a:pt x="429132" y="661978"/>
                </a:lnTo>
                <a:close/>
              </a:path>
              <a:path w="459740" h="737235">
                <a:moveTo>
                  <a:pt x="459711" y="653437"/>
                </a:moveTo>
                <a:lnTo>
                  <a:pt x="429132" y="661978"/>
                </a:lnTo>
                <a:lnTo>
                  <a:pt x="433492" y="677589"/>
                </a:lnTo>
                <a:lnTo>
                  <a:pt x="431519" y="681092"/>
                </a:lnTo>
                <a:lnTo>
                  <a:pt x="424763" y="682978"/>
                </a:lnTo>
                <a:lnTo>
                  <a:pt x="453991" y="682978"/>
                </a:lnTo>
                <a:lnTo>
                  <a:pt x="459711" y="653437"/>
                </a:lnTo>
                <a:close/>
              </a:path>
              <a:path w="459740" h="737235">
                <a:moveTo>
                  <a:pt x="242259" y="40090"/>
                </a:moveTo>
                <a:lnTo>
                  <a:pt x="416900" y="665395"/>
                </a:lnTo>
                <a:lnTo>
                  <a:pt x="429132" y="661978"/>
                </a:lnTo>
                <a:lnTo>
                  <a:pt x="256741" y="44731"/>
                </a:lnTo>
                <a:lnTo>
                  <a:pt x="248367" y="44731"/>
                </a:lnTo>
                <a:lnTo>
                  <a:pt x="242259" y="40090"/>
                </a:lnTo>
                <a:close/>
              </a:path>
              <a:path w="459740" h="737235">
                <a:moveTo>
                  <a:pt x="38131" y="0"/>
                </a:moveTo>
                <a:lnTo>
                  <a:pt x="23097" y="3013"/>
                </a:lnTo>
                <a:lnTo>
                  <a:pt x="23237" y="3013"/>
                </a:lnTo>
                <a:lnTo>
                  <a:pt x="11126" y="11194"/>
                </a:lnTo>
                <a:lnTo>
                  <a:pt x="2974" y="23316"/>
                </a:lnTo>
                <a:lnTo>
                  <a:pt x="683" y="34583"/>
                </a:lnTo>
                <a:lnTo>
                  <a:pt x="0" y="38150"/>
                </a:lnTo>
                <a:lnTo>
                  <a:pt x="1272" y="44499"/>
                </a:lnTo>
                <a:lnTo>
                  <a:pt x="3017" y="52976"/>
                </a:lnTo>
                <a:lnTo>
                  <a:pt x="11210" y="65076"/>
                </a:lnTo>
                <a:lnTo>
                  <a:pt x="23261" y="73225"/>
                </a:lnTo>
                <a:lnTo>
                  <a:pt x="23399" y="73225"/>
                </a:lnTo>
                <a:lnTo>
                  <a:pt x="38028" y="76200"/>
                </a:lnTo>
                <a:lnTo>
                  <a:pt x="52863" y="73225"/>
                </a:lnTo>
                <a:lnTo>
                  <a:pt x="64984" y="65076"/>
                </a:lnTo>
                <a:lnTo>
                  <a:pt x="73165" y="52976"/>
                </a:lnTo>
                <a:lnTo>
                  <a:pt x="74841" y="44731"/>
                </a:lnTo>
                <a:lnTo>
                  <a:pt x="74888" y="44499"/>
                </a:lnTo>
                <a:lnTo>
                  <a:pt x="34618" y="44499"/>
                </a:lnTo>
                <a:lnTo>
                  <a:pt x="31725" y="41597"/>
                </a:lnTo>
                <a:lnTo>
                  <a:pt x="31734" y="34583"/>
                </a:lnTo>
                <a:lnTo>
                  <a:pt x="34527" y="31799"/>
                </a:lnTo>
                <a:lnTo>
                  <a:pt x="74906" y="31799"/>
                </a:lnTo>
                <a:lnTo>
                  <a:pt x="73205" y="23316"/>
                </a:lnTo>
                <a:lnTo>
                  <a:pt x="65056" y="11194"/>
                </a:lnTo>
                <a:lnTo>
                  <a:pt x="52957" y="3013"/>
                </a:lnTo>
                <a:lnTo>
                  <a:pt x="38131" y="0"/>
                </a:lnTo>
                <a:close/>
              </a:path>
              <a:path w="459740" h="737235">
                <a:moveTo>
                  <a:pt x="74906" y="31799"/>
                </a:moveTo>
                <a:lnTo>
                  <a:pt x="76179" y="38150"/>
                </a:lnTo>
                <a:lnTo>
                  <a:pt x="74888" y="44499"/>
                </a:lnTo>
                <a:lnTo>
                  <a:pt x="248367" y="44731"/>
                </a:lnTo>
                <a:lnTo>
                  <a:pt x="243556" y="44731"/>
                </a:lnTo>
                <a:lnTo>
                  <a:pt x="242259" y="40090"/>
                </a:lnTo>
                <a:lnTo>
                  <a:pt x="255444" y="40090"/>
                </a:lnTo>
                <a:lnTo>
                  <a:pt x="253725" y="33933"/>
                </a:lnTo>
                <a:lnTo>
                  <a:pt x="251229" y="32035"/>
                </a:lnTo>
                <a:lnTo>
                  <a:pt x="74906" y="31799"/>
                </a:lnTo>
                <a:close/>
              </a:path>
              <a:path w="459740" h="737235">
                <a:moveTo>
                  <a:pt x="255444" y="40090"/>
                </a:moveTo>
                <a:lnTo>
                  <a:pt x="242259" y="40090"/>
                </a:lnTo>
                <a:lnTo>
                  <a:pt x="248367" y="44731"/>
                </a:lnTo>
                <a:lnTo>
                  <a:pt x="256741" y="44731"/>
                </a:lnTo>
                <a:lnTo>
                  <a:pt x="255444" y="40090"/>
                </a:lnTo>
                <a:close/>
              </a:path>
              <a:path w="459740" h="737235">
                <a:moveTo>
                  <a:pt x="74906" y="31799"/>
                </a:moveTo>
                <a:lnTo>
                  <a:pt x="34527" y="31799"/>
                </a:lnTo>
                <a:lnTo>
                  <a:pt x="31734" y="34583"/>
                </a:lnTo>
                <a:lnTo>
                  <a:pt x="31725" y="41597"/>
                </a:lnTo>
                <a:lnTo>
                  <a:pt x="34618" y="44499"/>
                </a:lnTo>
                <a:lnTo>
                  <a:pt x="74888" y="44499"/>
                </a:lnTo>
                <a:lnTo>
                  <a:pt x="76179" y="38150"/>
                </a:lnTo>
                <a:lnTo>
                  <a:pt x="74953" y="32035"/>
                </a:lnTo>
                <a:lnTo>
                  <a:pt x="74906" y="31799"/>
                </a:lnTo>
                <a:close/>
              </a:path>
            </a:pathLst>
          </a:custGeom>
          <a:solidFill>
            <a:srgbClr val="7F7F7F"/>
          </a:solidFill>
        </p:spPr>
        <p:txBody>
          <a:bodyPr wrap="square" lIns="0" tIns="0" rIns="0" bIns="0" rtlCol="0"/>
          <a:lstStyle/>
          <a:p>
            <a:endParaRPr/>
          </a:p>
        </p:txBody>
      </p:sp>
      <p:sp>
        <p:nvSpPr>
          <p:cNvPr id="29" name="object 29"/>
          <p:cNvSpPr txBox="1"/>
          <p:nvPr/>
        </p:nvSpPr>
        <p:spPr>
          <a:xfrm>
            <a:off x="5850486" y="1965004"/>
            <a:ext cx="1332230" cy="372110"/>
          </a:xfrm>
          <a:prstGeom prst="rect">
            <a:avLst/>
          </a:prstGeom>
          <a:ln w="12700">
            <a:solidFill>
              <a:srgbClr val="7F7F7F"/>
            </a:solidFill>
          </a:ln>
        </p:spPr>
        <p:txBody>
          <a:bodyPr vert="horz" wrap="square" lIns="0" tIns="96520" rIns="0" bIns="0" rtlCol="0">
            <a:spAutoFit/>
          </a:bodyPr>
          <a:lstStyle/>
          <a:p>
            <a:pPr marL="90805">
              <a:lnSpc>
                <a:spcPct val="100000"/>
              </a:lnSpc>
              <a:spcBef>
                <a:spcPts val="760"/>
              </a:spcBef>
            </a:pPr>
            <a:r>
              <a:rPr sz="1000" spc="-10" dirty="0">
                <a:solidFill>
                  <a:srgbClr val="595959"/>
                </a:solidFill>
                <a:latin typeface="Corbel"/>
                <a:cs typeface="Corbel"/>
              </a:rPr>
              <a:t>Envelope</a:t>
            </a:r>
            <a:endParaRPr sz="1000">
              <a:latin typeface="Corbel"/>
              <a:cs typeface="Corbel"/>
            </a:endParaRPr>
          </a:p>
        </p:txBody>
      </p:sp>
      <p:sp>
        <p:nvSpPr>
          <p:cNvPr id="30" name="object 30"/>
          <p:cNvSpPr/>
          <p:nvPr/>
        </p:nvSpPr>
        <p:spPr>
          <a:xfrm>
            <a:off x="9903253" y="1974996"/>
            <a:ext cx="313690" cy="1059180"/>
          </a:xfrm>
          <a:custGeom>
            <a:avLst/>
            <a:gdLst/>
            <a:ahLst/>
            <a:cxnLst/>
            <a:rect l="l" t="t" r="r" b="b"/>
            <a:pathLst>
              <a:path w="313690" h="1059180">
                <a:moveTo>
                  <a:pt x="269201" y="982968"/>
                </a:moveTo>
                <a:lnTo>
                  <a:pt x="237452" y="983110"/>
                </a:lnTo>
                <a:lnTo>
                  <a:pt x="275894" y="1059139"/>
                </a:lnTo>
                <a:lnTo>
                  <a:pt x="304141" y="1002004"/>
                </a:lnTo>
                <a:lnTo>
                  <a:pt x="272129" y="1002004"/>
                </a:lnTo>
                <a:lnTo>
                  <a:pt x="269274" y="999175"/>
                </a:lnTo>
                <a:lnTo>
                  <a:pt x="269201" y="982968"/>
                </a:lnTo>
                <a:close/>
              </a:path>
              <a:path w="313690" h="1059180">
                <a:moveTo>
                  <a:pt x="264963" y="38385"/>
                </a:moveTo>
                <a:lnTo>
                  <a:pt x="269200" y="982769"/>
                </a:lnTo>
                <a:lnTo>
                  <a:pt x="269274" y="999175"/>
                </a:lnTo>
                <a:lnTo>
                  <a:pt x="272129" y="1002004"/>
                </a:lnTo>
                <a:lnTo>
                  <a:pt x="279112" y="1002004"/>
                </a:lnTo>
                <a:lnTo>
                  <a:pt x="281918" y="999175"/>
                </a:lnTo>
                <a:lnTo>
                  <a:pt x="281901" y="982769"/>
                </a:lnTo>
                <a:lnTo>
                  <a:pt x="277833" y="76198"/>
                </a:lnTo>
                <a:lnTo>
                  <a:pt x="277729" y="52968"/>
                </a:lnTo>
                <a:lnTo>
                  <a:pt x="277691" y="44707"/>
                </a:lnTo>
                <a:lnTo>
                  <a:pt x="271306" y="44707"/>
                </a:lnTo>
                <a:lnTo>
                  <a:pt x="264963" y="38385"/>
                </a:lnTo>
                <a:close/>
              </a:path>
              <a:path w="313690" h="1059180">
                <a:moveTo>
                  <a:pt x="313552" y="982968"/>
                </a:moveTo>
                <a:lnTo>
                  <a:pt x="281902" y="982968"/>
                </a:lnTo>
                <a:lnTo>
                  <a:pt x="281918" y="999175"/>
                </a:lnTo>
                <a:lnTo>
                  <a:pt x="279112" y="1002004"/>
                </a:lnTo>
                <a:lnTo>
                  <a:pt x="304141" y="1002004"/>
                </a:lnTo>
                <a:lnTo>
                  <a:pt x="313482" y="983110"/>
                </a:lnTo>
                <a:lnTo>
                  <a:pt x="313552" y="982968"/>
                </a:lnTo>
                <a:close/>
              </a:path>
              <a:path w="313690" h="1059180">
                <a:moveTo>
                  <a:pt x="313651" y="982769"/>
                </a:moveTo>
                <a:lnTo>
                  <a:pt x="269201" y="982968"/>
                </a:lnTo>
                <a:lnTo>
                  <a:pt x="313552" y="982968"/>
                </a:lnTo>
                <a:lnTo>
                  <a:pt x="313651" y="982769"/>
                </a:lnTo>
                <a:close/>
              </a:path>
              <a:path w="313690" h="1059180">
                <a:moveTo>
                  <a:pt x="38124" y="0"/>
                </a:moveTo>
                <a:lnTo>
                  <a:pt x="2977" y="23308"/>
                </a:lnTo>
                <a:lnTo>
                  <a:pt x="0" y="38141"/>
                </a:lnTo>
                <a:lnTo>
                  <a:pt x="1274" y="44489"/>
                </a:lnTo>
                <a:lnTo>
                  <a:pt x="3012" y="52968"/>
                </a:lnTo>
                <a:lnTo>
                  <a:pt x="11200" y="65069"/>
                </a:lnTo>
                <a:lnTo>
                  <a:pt x="23375" y="73221"/>
                </a:lnTo>
                <a:lnTo>
                  <a:pt x="38039" y="76198"/>
                </a:lnTo>
                <a:lnTo>
                  <a:pt x="52873" y="73221"/>
                </a:lnTo>
                <a:lnTo>
                  <a:pt x="64993" y="65069"/>
                </a:lnTo>
                <a:lnTo>
                  <a:pt x="73171" y="52968"/>
                </a:lnTo>
                <a:lnTo>
                  <a:pt x="74849" y="44707"/>
                </a:lnTo>
                <a:lnTo>
                  <a:pt x="74893" y="44489"/>
                </a:lnTo>
                <a:lnTo>
                  <a:pt x="34613" y="44489"/>
                </a:lnTo>
                <a:lnTo>
                  <a:pt x="31729" y="41598"/>
                </a:lnTo>
                <a:lnTo>
                  <a:pt x="31736" y="34585"/>
                </a:lnTo>
                <a:lnTo>
                  <a:pt x="34538" y="31789"/>
                </a:lnTo>
                <a:lnTo>
                  <a:pt x="74907" y="31789"/>
                </a:lnTo>
                <a:lnTo>
                  <a:pt x="73204" y="23308"/>
                </a:lnTo>
                <a:lnTo>
                  <a:pt x="65052" y="11188"/>
                </a:lnTo>
                <a:lnTo>
                  <a:pt x="52951" y="3010"/>
                </a:lnTo>
                <a:lnTo>
                  <a:pt x="38124" y="0"/>
                </a:lnTo>
                <a:close/>
              </a:path>
              <a:path w="313690" h="1059180">
                <a:moveTo>
                  <a:pt x="74907" y="31789"/>
                </a:moveTo>
                <a:lnTo>
                  <a:pt x="76182" y="38141"/>
                </a:lnTo>
                <a:lnTo>
                  <a:pt x="74893" y="44489"/>
                </a:lnTo>
                <a:lnTo>
                  <a:pt x="271306" y="44707"/>
                </a:lnTo>
                <a:lnTo>
                  <a:pt x="264991" y="44707"/>
                </a:lnTo>
                <a:lnTo>
                  <a:pt x="264963" y="38385"/>
                </a:lnTo>
                <a:lnTo>
                  <a:pt x="277663" y="38385"/>
                </a:lnTo>
                <a:lnTo>
                  <a:pt x="277648" y="34836"/>
                </a:lnTo>
                <a:lnTo>
                  <a:pt x="274813" y="32011"/>
                </a:lnTo>
                <a:lnTo>
                  <a:pt x="74907" y="31789"/>
                </a:lnTo>
                <a:close/>
              </a:path>
              <a:path w="313690" h="1059180">
                <a:moveTo>
                  <a:pt x="277663" y="38385"/>
                </a:moveTo>
                <a:lnTo>
                  <a:pt x="264963" y="38385"/>
                </a:lnTo>
                <a:lnTo>
                  <a:pt x="271306" y="44707"/>
                </a:lnTo>
                <a:lnTo>
                  <a:pt x="277691" y="44707"/>
                </a:lnTo>
                <a:lnTo>
                  <a:pt x="277663" y="38385"/>
                </a:lnTo>
                <a:close/>
              </a:path>
              <a:path w="313690" h="1059180">
                <a:moveTo>
                  <a:pt x="74907" y="31789"/>
                </a:moveTo>
                <a:lnTo>
                  <a:pt x="34538" y="31789"/>
                </a:lnTo>
                <a:lnTo>
                  <a:pt x="31736" y="34585"/>
                </a:lnTo>
                <a:lnTo>
                  <a:pt x="31729" y="41598"/>
                </a:lnTo>
                <a:lnTo>
                  <a:pt x="34613" y="44489"/>
                </a:lnTo>
                <a:lnTo>
                  <a:pt x="74893" y="44489"/>
                </a:lnTo>
                <a:lnTo>
                  <a:pt x="76133" y="38385"/>
                </a:lnTo>
                <a:lnTo>
                  <a:pt x="76182" y="38141"/>
                </a:lnTo>
                <a:lnTo>
                  <a:pt x="74952" y="32011"/>
                </a:lnTo>
                <a:lnTo>
                  <a:pt x="74907" y="31789"/>
                </a:lnTo>
                <a:close/>
              </a:path>
            </a:pathLst>
          </a:custGeom>
          <a:solidFill>
            <a:srgbClr val="7F7F7F"/>
          </a:solidFill>
        </p:spPr>
        <p:txBody>
          <a:bodyPr wrap="square" lIns="0" tIns="0" rIns="0" bIns="0" rtlCol="0"/>
          <a:lstStyle/>
          <a:p>
            <a:endParaRPr/>
          </a:p>
        </p:txBody>
      </p:sp>
      <p:sp>
        <p:nvSpPr>
          <p:cNvPr id="31" name="object 31"/>
          <p:cNvSpPr txBox="1"/>
          <p:nvPr/>
        </p:nvSpPr>
        <p:spPr>
          <a:xfrm>
            <a:off x="8451075" y="1949841"/>
            <a:ext cx="1477645" cy="339090"/>
          </a:xfrm>
          <a:prstGeom prst="rect">
            <a:avLst/>
          </a:prstGeom>
          <a:ln w="12701">
            <a:solidFill>
              <a:srgbClr val="7F7F7F"/>
            </a:solidFill>
          </a:ln>
        </p:spPr>
        <p:txBody>
          <a:bodyPr vert="horz" wrap="square" lIns="0" tIns="4445" rIns="0" bIns="0" rtlCol="0">
            <a:spAutoFit/>
          </a:bodyPr>
          <a:lstStyle/>
          <a:p>
            <a:pPr marL="91440">
              <a:lnSpc>
                <a:spcPct val="100000"/>
              </a:lnSpc>
              <a:spcBef>
                <a:spcPts val="35"/>
              </a:spcBef>
            </a:pPr>
            <a:r>
              <a:rPr sz="1000" spc="-10" dirty="0">
                <a:solidFill>
                  <a:srgbClr val="595959"/>
                </a:solidFill>
                <a:latin typeface="Corbel"/>
                <a:cs typeface="Corbel"/>
              </a:rPr>
              <a:t>Stabilizer</a:t>
            </a:r>
            <a:endParaRPr sz="1000">
              <a:latin typeface="Corbel"/>
              <a:cs typeface="Corbel"/>
            </a:endParaRPr>
          </a:p>
          <a:p>
            <a:pPr marL="91440">
              <a:lnSpc>
                <a:spcPct val="100000"/>
              </a:lnSpc>
            </a:pPr>
            <a:r>
              <a:rPr sz="1000" dirty="0">
                <a:solidFill>
                  <a:srgbClr val="595959"/>
                </a:solidFill>
                <a:latin typeface="Corbel"/>
                <a:cs typeface="Corbel"/>
              </a:rPr>
              <a:t>(Vertical</a:t>
            </a:r>
            <a:r>
              <a:rPr sz="1000" spc="-20" dirty="0">
                <a:solidFill>
                  <a:srgbClr val="595959"/>
                </a:solidFill>
                <a:latin typeface="Corbel"/>
                <a:cs typeface="Corbel"/>
              </a:rPr>
              <a:t> </a:t>
            </a:r>
            <a:r>
              <a:rPr sz="1000" dirty="0">
                <a:solidFill>
                  <a:srgbClr val="595959"/>
                </a:solidFill>
                <a:latin typeface="Corbel"/>
                <a:cs typeface="Corbel"/>
              </a:rPr>
              <a:t>&amp;</a:t>
            </a:r>
            <a:r>
              <a:rPr sz="1000" spc="-15" dirty="0">
                <a:solidFill>
                  <a:srgbClr val="595959"/>
                </a:solidFill>
                <a:latin typeface="Corbel"/>
                <a:cs typeface="Corbel"/>
              </a:rPr>
              <a:t> </a:t>
            </a:r>
            <a:r>
              <a:rPr sz="1000" spc="-10" dirty="0">
                <a:solidFill>
                  <a:srgbClr val="595959"/>
                </a:solidFill>
                <a:latin typeface="Corbel"/>
                <a:cs typeface="Corbel"/>
              </a:rPr>
              <a:t>Horizontal)</a:t>
            </a:r>
            <a:endParaRPr sz="1000">
              <a:latin typeface="Corbel"/>
              <a:cs typeface="Corbel"/>
            </a:endParaRPr>
          </a:p>
        </p:txBody>
      </p:sp>
      <p:sp>
        <p:nvSpPr>
          <p:cNvPr id="32" name="object 32"/>
          <p:cNvSpPr/>
          <p:nvPr/>
        </p:nvSpPr>
        <p:spPr>
          <a:xfrm>
            <a:off x="9903244" y="1975002"/>
            <a:ext cx="519430" cy="1878964"/>
          </a:xfrm>
          <a:custGeom>
            <a:avLst/>
            <a:gdLst/>
            <a:ahLst/>
            <a:cxnLst/>
            <a:rect l="l" t="t" r="r" b="b"/>
            <a:pathLst>
              <a:path w="519429" h="1878964">
                <a:moveTo>
                  <a:pt x="519188" y="1275041"/>
                </a:moveTo>
                <a:lnTo>
                  <a:pt x="487883" y="1280337"/>
                </a:lnTo>
                <a:lnTo>
                  <a:pt x="278828" y="44704"/>
                </a:lnTo>
                <a:lnTo>
                  <a:pt x="277939" y="39420"/>
                </a:lnTo>
                <a:lnTo>
                  <a:pt x="277647" y="37782"/>
                </a:lnTo>
                <a:lnTo>
                  <a:pt x="277647" y="34836"/>
                </a:lnTo>
                <a:lnTo>
                  <a:pt x="277063" y="34264"/>
                </a:lnTo>
                <a:lnTo>
                  <a:pt x="274815" y="32016"/>
                </a:lnTo>
                <a:lnTo>
                  <a:pt x="274421" y="32016"/>
                </a:lnTo>
                <a:lnTo>
                  <a:pt x="74904" y="31788"/>
                </a:lnTo>
                <a:lnTo>
                  <a:pt x="73202" y="23304"/>
                </a:lnTo>
                <a:lnTo>
                  <a:pt x="65049" y="11188"/>
                </a:lnTo>
                <a:lnTo>
                  <a:pt x="52959" y="3009"/>
                </a:lnTo>
                <a:lnTo>
                  <a:pt x="38125" y="0"/>
                </a:lnTo>
                <a:lnTo>
                  <a:pt x="23241" y="3009"/>
                </a:lnTo>
                <a:lnTo>
                  <a:pt x="11137" y="11188"/>
                </a:lnTo>
                <a:lnTo>
                  <a:pt x="2984" y="23304"/>
                </a:lnTo>
                <a:lnTo>
                  <a:pt x="685" y="34582"/>
                </a:lnTo>
                <a:lnTo>
                  <a:pt x="0" y="38138"/>
                </a:lnTo>
                <a:lnTo>
                  <a:pt x="1270" y="44488"/>
                </a:lnTo>
                <a:lnTo>
                  <a:pt x="3009" y="52971"/>
                </a:lnTo>
                <a:lnTo>
                  <a:pt x="11201" y="65074"/>
                </a:lnTo>
                <a:lnTo>
                  <a:pt x="23380" y="73215"/>
                </a:lnTo>
                <a:lnTo>
                  <a:pt x="38036" y="76200"/>
                </a:lnTo>
                <a:lnTo>
                  <a:pt x="52870" y="73215"/>
                </a:lnTo>
                <a:lnTo>
                  <a:pt x="64998" y="65074"/>
                </a:lnTo>
                <a:lnTo>
                  <a:pt x="73177" y="52971"/>
                </a:lnTo>
                <a:lnTo>
                  <a:pt x="74853" y="44704"/>
                </a:lnTo>
                <a:lnTo>
                  <a:pt x="74891" y="44488"/>
                </a:lnTo>
                <a:lnTo>
                  <a:pt x="264972" y="44704"/>
                </a:lnTo>
                <a:lnTo>
                  <a:pt x="271183" y="1802295"/>
                </a:lnTo>
                <a:lnTo>
                  <a:pt x="239433" y="1802295"/>
                </a:lnTo>
                <a:lnTo>
                  <a:pt x="277799" y="1878368"/>
                </a:lnTo>
                <a:lnTo>
                  <a:pt x="306120" y="1821230"/>
                </a:lnTo>
                <a:lnTo>
                  <a:pt x="315493" y="1802295"/>
                </a:lnTo>
                <a:lnTo>
                  <a:pt x="283883" y="1802295"/>
                </a:lnTo>
                <a:lnTo>
                  <a:pt x="277926" y="115608"/>
                </a:lnTo>
                <a:lnTo>
                  <a:pt x="475361" y="1282446"/>
                </a:lnTo>
                <a:lnTo>
                  <a:pt x="444055" y="1287741"/>
                </a:lnTo>
                <a:lnTo>
                  <a:pt x="494334" y="1356525"/>
                </a:lnTo>
                <a:lnTo>
                  <a:pt x="511352" y="1300759"/>
                </a:lnTo>
                <a:lnTo>
                  <a:pt x="519188" y="1275041"/>
                </a:lnTo>
                <a:close/>
              </a:path>
            </a:pathLst>
          </a:custGeom>
          <a:solidFill>
            <a:srgbClr val="7F7F7F"/>
          </a:solid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425696"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010</a:t>
            </a:r>
            <a:r>
              <a:rPr spc="-50" dirty="0"/>
              <a:t> </a:t>
            </a:r>
            <a:r>
              <a:rPr dirty="0"/>
              <a:t>02</a:t>
            </a:r>
            <a:r>
              <a:rPr spc="-20" dirty="0"/>
              <a:t> 03:</a:t>
            </a:r>
            <a:r>
              <a:rPr spc="-85" dirty="0"/>
              <a:t> </a:t>
            </a:r>
            <a:r>
              <a:rPr dirty="0"/>
              <a:t>Operation</a:t>
            </a:r>
            <a:r>
              <a:rPr spc="-30" dirty="0"/>
              <a:t> </a:t>
            </a:r>
            <a:r>
              <a:rPr dirty="0"/>
              <a:t>of</a:t>
            </a:r>
            <a:r>
              <a:rPr spc="-20" dirty="0"/>
              <a:t> </a:t>
            </a:r>
            <a:r>
              <a:rPr dirty="0"/>
              <a:t>the</a:t>
            </a:r>
            <a:r>
              <a:rPr spc="-70" dirty="0"/>
              <a:t> </a:t>
            </a:r>
            <a:r>
              <a:rPr spc="-10" dirty="0"/>
              <a:t>UAS</a:t>
            </a:r>
            <a:r>
              <a:rPr spc="-90" dirty="0"/>
              <a:t> </a:t>
            </a:r>
            <a:r>
              <a:rPr dirty="0"/>
              <a:t>C2</a:t>
            </a:r>
            <a:r>
              <a:rPr spc="-20" dirty="0"/>
              <a:t> link</a:t>
            </a:r>
          </a:p>
        </p:txBody>
      </p:sp>
      <p:sp>
        <p:nvSpPr>
          <p:cNvPr id="5" name="object 5"/>
          <p:cNvSpPr txBox="1"/>
          <p:nvPr/>
        </p:nvSpPr>
        <p:spPr>
          <a:xfrm>
            <a:off x="1563049" y="1273555"/>
            <a:ext cx="754697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Importance</a:t>
            </a:r>
            <a:r>
              <a:rPr sz="1800" spc="-20" dirty="0">
                <a:latin typeface="Corbel"/>
                <a:cs typeface="Corbel"/>
              </a:rPr>
              <a:t> </a:t>
            </a:r>
            <a:r>
              <a:rPr sz="1800" dirty="0">
                <a:latin typeface="Corbel"/>
                <a:cs typeface="Corbel"/>
              </a:rPr>
              <a:t>of</a:t>
            </a:r>
            <a:r>
              <a:rPr sz="1800" spc="-20" dirty="0">
                <a:latin typeface="Corbel"/>
                <a:cs typeface="Corbel"/>
              </a:rPr>
              <a:t> </a:t>
            </a:r>
            <a:r>
              <a:rPr sz="1800" b="1" spc="-10" dirty="0">
                <a:latin typeface="Corbel"/>
                <a:cs typeface="Corbel"/>
              </a:rPr>
              <a:t>radio-line-</a:t>
            </a:r>
            <a:r>
              <a:rPr sz="1800" b="1" spc="-30" dirty="0">
                <a:latin typeface="Corbel"/>
                <a:cs typeface="Corbel"/>
              </a:rPr>
              <a:t>of-</a:t>
            </a:r>
            <a:r>
              <a:rPr sz="1800" b="1" dirty="0">
                <a:latin typeface="Corbel"/>
                <a:cs typeface="Corbel"/>
              </a:rPr>
              <a:t>sight</a:t>
            </a:r>
            <a:r>
              <a:rPr sz="1800" b="1" spc="-25"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causes</a:t>
            </a:r>
            <a:r>
              <a:rPr sz="1800" spc="-30" dirty="0">
                <a:latin typeface="Corbel"/>
                <a:cs typeface="Corbel"/>
              </a:rPr>
              <a:t> </a:t>
            </a:r>
            <a:r>
              <a:rPr sz="1800" dirty="0">
                <a:latin typeface="Corbel"/>
                <a:cs typeface="Corbel"/>
              </a:rPr>
              <a:t>of</a:t>
            </a:r>
            <a:r>
              <a:rPr sz="1800" spc="-20" dirty="0">
                <a:latin typeface="Corbel"/>
                <a:cs typeface="Corbel"/>
              </a:rPr>
              <a:t> </a:t>
            </a:r>
            <a:r>
              <a:rPr sz="1800" b="1" dirty="0">
                <a:latin typeface="Corbel"/>
                <a:cs typeface="Corbel"/>
              </a:rPr>
              <a:t>radio</a:t>
            </a:r>
            <a:r>
              <a:rPr sz="1800" b="1" spc="-20" dirty="0">
                <a:latin typeface="Corbel"/>
                <a:cs typeface="Corbel"/>
              </a:rPr>
              <a:t> </a:t>
            </a:r>
            <a:r>
              <a:rPr sz="1800" b="1" dirty="0">
                <a:latin typeface="Corbel"/>
                <a:cs typeface="Corbel"/>
              </a:rPr>
              <a:t>interference</a:t>
            </a:r>
            <a:r>
              <a:rPr sz="1800" b="1" spc="-30" dirty="0">
                <a:latin typeface="Corbel"/>
                <a:cs typeface="Corbel"/>
              </a:rPr>
              <a:t> </a:t>
            </a:r>
            <a:r>
              <a:rPr sz="1800" dirty="0">
                <a:latin typeface="Corbel"/>
                <a:cs typeface="Corbel"/>
              </a:rPr>
              <a:t>and</a:t>
            </a:r>
            <a:r>
              <a:rPr sz="1800" spc="-20" dirty="0">
                <a:latin typeface="Corbel"/>
                <a:cs typeface="Corbel"/>
              </a:rPr>
              <a:t> </a:t>
            </a:r>
            <a:r>
              <a:rPr sz="1800" b="1" dirty="0">
                <a:latin typeface="Corbel"/>
                <a:cs typeface="Corbel"/>
              </a:rPr>
              <a:t>loss</a:t>
            </a:r>
            <a:r>
              <a:rPr sz="1800" b="1" spc="-25" dirty="0">
                <a:latin typeface="Corbel"/>
                <a:cs typeface="Corbel"/>
              </a:rPr>
              <a:t> </a:t>
            </a:r>
            <a:r>
              <a:rPr sz="1800" b="1" spc="-20" dirty="0">
                <a:latin typeface="Corbel"/>
                <a:cs typeface="Corbel"/>
              </a:rPr>
              <a:t>link</a:t>
            </a:r>
            <a:endParaRPr sz="1800" dirty="0">
              <a:latin typeface="Corbel"/>
              <a:cs typeface="Corbel"/>
            </a:endParaRPr>
          </a:p>
        </p:txBody>
      </p:sp>
      <p:sp>
        <p:nvSpPr>
          <p:cNvPr id="6" name="object 6"/>
          <p:cNvSpPr txBox="1"/>
          <p:nvPr/>
        </p:nvSpPr>
        <p:spPr>
          <a:xfrm>
            <a:off x="1563051" y="1872996"/>
            <a:ext cx="4453890" cy="668655"/>
          </a:xfrm>
          <a:prstGeom prst="rect">
            <a:avLst/>
          </a:prstGeom>
        </p:spPr>
        <p:txBody>
          <a:bodyPr vert="horz" wrap="square" lIns="0" tIns="10795" rIns="0" bIns="0" rtlCol="0">
            <a:spAutoFit/>
          </a:bodyPr>
          <a:lstStyle/>
          <a:p>
            <a:pPr marL="12700" marR="5080" algn="just">
              <a:lnSpc>
                <a:spcPct val="100699"/>
              </a:lnSpc>
              <a:spcBef>
                <a:spcPts val="85"/>
              </a:spcBef>
            </a:pPr>
            <a:r>
              <a:rPr sz="1400" dirty="0">
                <a:latin typeface="Corbel"/>
                <a:cs typeface="Corbel"/>
              </a:rPr>
              <a:t>Radio</a:t>
            </a:r>
            <a:r>
              <a:rPr sz="1400" spc="100" dirty="0">
                <a:latin typeface="Corbel"/>
                <a:cs typeface="Corbel"/>
              </a:rPr>
              <a:t> </a:t>
            </a:r>
            <a:r>
              <a:rPr sz="1400" dirty="0">
                <a:latin typeface="Corbel"/>
                <a:cs typeface="Corbel"/>
              </a:rPr>
              <a:t>transmission</a:t>
            </a:r>
            <a:r>
              <a:rPr sz="1400" spc="95" dirty="0">
                <a:latin typeface="Corbel"/>
                <a:cs typeface="Corbel"/>
              </a:rPr>
              <a:t> </a:t>
            </a:r>
            <a:r>
              <a:rPr sz="1400" dirty="0">
                <a:latin typeface="Corbel"/>
                <a:cs typeface="Corbel"/>
              </a:rPr>
              <a:t>requires</a:t>
            </a:r>
            <a:r>
              <a:rPr sz="1400" spc="90" dirty="0">
                <a:latin typeface="Corbel"/>
                <a:cs typeface="Corbel"/>
              </a:rPr>
              <a:t> </a:t>
            </a:r>
            <a:r>
              <a:rPr sz="1400" dirty="0">
                <a:latin typeface="Corbel"/>
                <a:cs typeface="Corbel"/>
              </a:rPr>
              <a:t>a</a:t>
            </a:r>
            <a:r>
              <a:rPr sz="1400" spc="100" dirty="0">
                <a:latin typeface="Corbel"/>
                <a:cs typeface="Corbel"/>
              </a:rPr>
              <a:t> </a:t>
            </a:r>
            <a:r>
              <a:rPr sz="1400" dirty="0">
                <a:latin typeface="Corbel"/>
                <a:cs typeface="Corbel"/>
              </a:rPr>
              <a:t>clear</a:t>
            </a:r>
            <a:r>
              <a:rPr sz="1400" spc="100" dirty="0">
                <a:latin typeface="Corbel"/>
                <a:cs typeface="Corbel"/>
              </a:rPr>
              <a:t> </a:t>
            </a:r>
            <a:r>
              <a:rPr sz="1400" dirty="0">
                <a:latin typeface="Corbel"/>
                <a:cs typeface="Corbel"/>
              </a:rPr>
              <a:t>path</a:t>
            </a:r>
            <a:r>
              <a:rPr sz="1400" spc="105" dirty="0">
                <a:latin typeface="Corbel"/>
                <a:cs typeface="Corbel"/>
              </a:rPr>
              <a:t> </a:t>
            </a:r>
            <a:r>
              <a:rPr sz="1400" dirty="0">
                <a:latin typeface="Corbel"/>
                <a:cs typeface="Corbel"/>
              </a:rPr>
              <a:t>between</a:t>
            </a:r>
            <a:r>
              <a:rPr sz="1400" spc="95" dirty="0">
                <a:latin typeface="Corbel"/>
                <a:cs typeface="Corbel"/>
              </a:rPr>
              <a:t> </a:t>
            </a:r>
            <a:r>
              <a:rPr sz="1400" spc="-10" dirty="0">
                <a:latin typeface="Corbel"/>
                <a:cs typeface="Corbel"/>
              </a:rPr>
              <a:t>antennas </a:t>
            </a:r>
            <a:r>
              <a:rPr sz="1400" dirty="0">
                <a:latin typeface="Corbel"/>
                <a:cs typeface="Corbel"/>
              </a:rPr>
              <a:t>known</a:t>
            </a:r>
            <a:r>
              <a:rPr sz="1400" spc="80" dirty="0">
                <a:latin typeface="Corbel"/>
                <a:cs typeface="Corbel"/>
              </a:rPr>
              <a:t> </a:t>
            </a:r>
            <a:r>
              <a:rPr sz="1400" dirty="0">
                <a:latin typeface="Corbel"/>
                <a:cs typeface="Corbel"/>
              </a:rPr>
              <a:t>as</a:t>
            </a:r>
            <a:r>
              <a:rPr sz="1400" spc="85" dirty="0">
                <a:latin typeface="Corbel"/>
                <a:cs typeface="Corbel"/>
              </a:rPr>
              <a:t> </a:t>
            </a:r>
            <a:r>
              <a:rPr sz="1400" dirty="0">
                <a:latin typeface="Corbel"/>
                <a:cs typeface="Corbel"/>
              </a:rPr>
              <a:t>radio</a:t>
            </a:r>
            <a:r>
              <a:rPr sz="1400" spc="90" dirty="0">
                <a:latin typeface="Corbel"/>
                <a:cs typeface="Corbel"/>
              </a:rPr>
              <a:t> </a:t>
            </a:r>
            <a:r>
              <a:rPr sz="1400" dirty="0">
                <a:latin typeface="Corbel"/>
                <a:cs typeface="Corbel"/>
              </a:rPr>
              <a:t>line</a:t>
            </a:r>
            <a:r>
              <a:rPr sz="1400" spc="90" dirty="0">
                <a:latin typeface="Corbel"/>
                <a:cs typeface="Corbel"/>
              </a:rPr>
              <a:t> </a:t>
            </a:r>
            <a:r>
              <a:rPr sz="1400" dirty="0">
                <a:latin typeface="Corbel"/>
                <a:cs typeface="Corbel"/>
              </a:rPr>
              <a:t>of</a:t>
            </a:r>
            <a:r>
              <a:rPr sz="1400" spc="90" dirty="0">
                <a:latin typeface="Corbel"/>
                <a:cs typeface="Corbel"/>
              </a:rPr>
              <a:t> </a:t>
            </a:r>
            <a:r>
              <a:rPr sz="1400" dirty="0">
                <a:latin typeface="Corbel"/>
                <a:cs typeface="Corbel"/>
              </a:rPr>
              <a:t>sight.</a:t>
            </a:r>
            <a:r>
              <a:rPr sz="1400" spc="90" dirty="0">
                <a:latin typeface="Corbel"/>
                <a:cs typeface="Corbel"/>
              </a:rPr>
              <a:t> </a:t>
            </a:r>
            <a:r>
              <a:rPr sz="1400" dirty="0">
                <a:latin typeface="Corbel"/>
                <a:cs typeface="Corbel"/>
              </a:rPr>
              <a:t>Line</a:t>
            </a:r>
            <a:r>
              <a:rPr sz="1400" spc="90" dirty="0">
                <a:latin typeface="Corbel"/>
                <a:cs typeface="Corbel"/>
              </a:rPr>
              <a:t> </a:t>
            </a:r>
            <a:r>
              <a:rPr sz="1400" dirty="0">
                <a:latin typeface="Corbel"/>
                <a:cs typeface="Corbel"/>
              </a:rPr>
              <a:t>of</a:t>
            </a:r>
            <a:r>
              <a:rPr sz="1400" spc="90" dirty="0">
                <a:latin typeface="Corbel"/>
                <a:cs typeface="Corbel"/>
              </a:rPr>
              <a:t> </a:t>
            </a:r>
            <a:r>
              <a:rPr sz="1400" dirty="0">
                <a:latin typeface="Corbel"/>
                <a:cs typeface="Corbel"/>
              </a:rPr>
              <a:t>sight</a:t>
            </a:r>
            <a:r>
              <a:rPr sz="1400" spc="90" dirty="0">
                <a:latin typeface="Corbel"/>
                <a:cs typeface="Corbel"/>
              </a:rPr>
              <a:t> </a:t>
            </a:r>
            <a:r>
              <a:rPr sz="1400" dirty="0">
                <a:latin typeface="Corbel"/>
                <a:cs typeface="Corbel"/>
              </a:rPr>
              <a:t>is</a:t>
            </a:r>
            <a:r>
              <a:rPr sz="1400" spc="80" dirty="0">
                <a:latin typeface="Corbel"/>
                <a:cs typeface="Corbel"/>
              </a:rPr>
              <a:t> </a:t>
            </a:r>
            <a:r>
              <a:rPr sz="1400" dirty="0">
                <a:latin typeface="Corbel"/>
                <a:cs typeface="Corbel"/>
              </a:rPr>
              <a:t>the</a:t>
            </a:r>
            <a:r>
              <a:rPr sz="1400" spc="90" dirty="0">
                <a:latin typeface="Corbel"/>
                <a:cs typeface="Corbel"/>
              </a:rPr>
              <a:t> </a:t>
            </a:r>
            <a:r>
              <a:rPr sz="1400" dirty="0">
                <a:latin typeface="Corbel"/>
                <a:cs typeface="Corbel"/>
              </a:rPr>
              <a:t>direct</a:t>
            </a:r>
            <a:r>
              <a:rPr sz="1400" spc="85" dirty="0">
                <a:latin typeface="Corbel"/>
                <a:cs typeface="Corbel"/>
              </a:rPr>
              <a:t> </a:t>
            </a:r>
            <a:r>
              <a:rPr sz="1400" spc="-10" dirty="0">
                <a:latin typeface="Corbel"/>
                <a:cs typeface="Corbel"/>
              </a:rPr>
              <a:t>free- </a:t>
            </a:r>
            <a:r>
              <a:rPr sz="1400" dirty="0">
                <a:latin typeface="Corbel"/>
                <a:cs typeface="Corbel"/>
              </a:rPr>
              <a:t>space</a:t>
            </a:r>
            <a:r>
              <a:rPr sz="1400" spc="-35" dirty="0">
                <a:latin typeface="Corbel"/>
                <a:cs typeface="Corbel"/>
              </a:rPr>
              <a:t> </a:t>
            </a:r>
            <a:r>
              <a:rPr sz="1400" dirty="0">
                <a:latin typeface="Corbel"/>
                <a:cs typeface="Corbel"/>
              </a:rPr>
              <a:t>path</a:t>
            </a:r>
            <a:r>
              <a:rPr sz="1400" spc="-30" dirty="0">
                <a:latin typeface="Corbel"/>
                <a:cs typeface="Corbel"/>
              </a:rPr>
              <a:t> </a:t>
            </a:r>
            <a:r>
              <a:rPr sz="1400" dirty="0">
                <a:latin typeface="Corbel"/>
                <a:cs typeface="Corbel"/>
              </a:rPr>
              <a:t>that</a:t>
            </a:r>
            <a:r>
              <a:rPr sz="1400" spc="-35" dirty="0">
                <a:latin typeface="Corbel"/>
                <a:cs typeface="Corbel"/>
              </a:rPr>
              <a:t> </a:t>
            </a:r>
            <a:r>
              <a:rPr sz="1400" dirty="0">
                <a:latin typeface="Corbel"/>
                <a:cs typeface="Corbel"/>
              </a:rPr>
              <a:t>exists</a:t>
            </a:r>
            <a:r>
              <a:rPr sz="1400" spc="-40" dirty="0">
                <a:latin typeface="Corbel"/>
                <a:cs typeface="Corbel"/>
              </a:rPr>
              <a:t> </a:t>
            </a:r>
            <a:r>
              <a:rPr sz="1400" dirty="0">
                <a:latin typeface="Corbel"/>
                <a:cs typeface="Corbel"/>
              </a:rPr>
              <a:t>between</a:t>
            </a:r>
            <a:r>
              <a:rPr sz="1400" spc="-35" dirty="0">
                <a:latin typeface="Corbel"/>
                <a:cs typeface="Corbel"/>
              </a:rPr>
              <a:t> </a:t>
            </a:r>
            <a:r>
              <a:rPr sz="1400" dirty="0">
                <a:latin typeface="Corbel"/>
                <a:cs typeface="Corbel"/>
              </a:rPr>
              <a:t>two</a:t>
            </a:r>
            <a:r>
              <a:rPr sz="1400" spc="-35" dirty="0">
                <a:latin typeface="Corbel"/>
                <a:cs typeface="Corbel"/>
              </a:rPr>
              <a:t> </a:t>
            </a:r>
            <a:r>
              <a:rPr sz="1400" spc="-10" dirty="0">
                <a:latin typeface="Corbel"/>
                <a:cs typeface="Corbel"/>
              </a:rPr>
              <a:t>points.</a:t>
            </a:r>
            <a:endParaRPr sz="1400" dirty="0">
              <a:latin typeface="Corbel"/>
              <a:cs typeface="Corbel"/>
            </a:endParaRPr>
          </a:p>
        </p:txBody>
      </p:sp>
      <p:pic>
        <p:nvPicPr>
          <p:cNvPr id="7" name="object 7"/>
          <p:cNvPicPr/>
          <p:nvPr/>
        </p:nvPicPr>
        <p:blipFill>
          <a:blip r:embed="rId4" cstate="print"/>
          <a:stretch>
            <a:fillRect/>
          </a:stretch>
        </p:blipFill>
        <p:spPr>
          <a:xfrm>
            <a:off x="1484309" y="2998597"/>
            <a:ext cx="4611690" cy="2605604"/>
          </a:xfrm>
          <a:prstGeom prst="rect">
            <a:avLst/>
          </a:prstGeom>
        </p:spPr>
      </p:pic>
      <p:sp>
        <p:nvSpPr>
          <p:cNvPr id="8" name="object 8"/>
          <p:cNvSpPr txBox="1"/>
          <p:nvPr/>
        </p:nvSpPr>
        <p:spPr>
          <a:xfrm>
            <a:off x="6339840" y="1872996"/>
            <a:ext cx="5084445" cy="668655"/>
          </a:xfrm>
          <a:prstGeom prst="rect">
            <a:avLst/>
          </a:prstGeom>
        </p:spPr>
        <p:txBody>
          <a:bodyPr vert="horz" wrap="square" lIns="0" tIns="10795" rIns="0" bIns="0" rtlCol="0">
            <a:spAutoFit/>
          </a:bodyPr>
          <a:lstStyle/>
          <a:p>
            <a:pPr marL="12700" marR="5080" algn="just">
              <a:lnSpc>
                <a:spcPct val="100699"/>
              </a:lnSpc>
              <a:spcBef>
                <a:spcPts val="85"/>
              </a:spcBef>
            </a:pPr>
            <a:r>
              <a:rPr sz="1400" dirty="0">
                <a:latin typeface="Corbel"/>
                <a:cs typeface="Corbel"/>
              </a:rPr>
              <a:t>Microwave</a:t>
            </a:r>
            <a:r>
              <a:rPr sz="1400" spc="405" dirty="0">
                <a:latin typeface="Corbel"/>
                <a:cs typeface="Corbel"/>
              </a:rPr>
              <a:t>  </a:t>
            </a:r>
            <a:r>
              <a:rPr sz="1400" dirty="0">
                <a:latin typeface="Corbel"/>
                <a:cs typeface="Corbel"/>
              </a:rPr>
              <a:t>antennas</a:t>
            </a:r>
            <a:r>
              <a:rPr sz="1400" spc="400" dirty="0">
                <a:latin typeface="Corbel"/>
                <a:cs typeface="Corbel"/>
              </a:rPr>
              <a:t>  </a:t>
            </a:r>
            <a:r>
              <a:rPr sz="1400" dirty="0">
                <a:latin typeface="Corbel"/>
                <a:cs typeface="Corbel"/>
              </a:rPr>
              <a:t>and</a:t>
            </a:r>
            <a:r>
              <a:rPr sz="1400" spc="405" dirty="0">
                <a:latin typeface="Corbel"/>
                <a:cs typeface="Corbel"/>
              </a:rPr>
              <a:t>  </a:t>
            </a:r>
            <a:r>
              <a:rPr sz="1400" spc="-10" dirty="0">
                <a:latin typeface="Corbel"/>
                <a:cs typeface="Corbel"/>
              </a:rPr>
              <a:t>high-</a:t>
            </a:r>
            <a:r>
              <a:rPr sz="1400" dirty="0">
                <a:latin typeface="Corbel"/>
                <a:cs typeface="Corbel"/>
              </a:rPr>
              <a:t>voltage</a:t>
            </a:r>
            <a:r>
              <a:rPr sz="1400" spc="409" dirty="0">
                <a:latin typeface="Corbel"/>
                <a:cs typeface="Corbel"/>
              </a:rPr>
              <a:t>  </a:t>
            </a:r>
            <a:r>
              <a:rPr sz="1400" dirty="0">
                <a:latin typeface="Corbel"/>
                <a:cs typeface="Corbel"/>
              </a:rPr>
              <a:t>lines</a:t>
            </a:r>
            <a:r>
              <a:rPr sz="1400" spc="405" dirty="0">
                <a:latin typeface="Corbel"/>
                <a:cs typeface="Corbel"/>
              </a:rPr>
              <a:t>  </a:t>
            </a:r>
            <a:r>
              <a:rPr sz="1400" dirty="0">
                <a:latin typeface="Corbel"/>
                <a:cs typeface="Corbel"/>
              </a:rPr>
              <a:t>create</a:t>
            </a:r>
            <a:r>
              <a:rPr sz="1400" spc="405" dirty="0">
                <a:latin typeface="Corbel"/>
                <a:cs typeface="Corbel"/>
              </a:rPr>
              <a:t>  </a:t>
            </a:r>
            <a:r>
              <a:rPr sz="1400" spc="-10" dirty="0">
                <a:latin typeface="Corbel"/>
                <a:cs typeface="Corbel"/>
              </a:rPr>
              <a:t>strong </a:t>
            </a:r>
            <a:r>
              <a:rPr sz="1400" dirty="0">
                <a:latin typeface="Corbel"/>
                <a:cs typeface="Corbel"/>
              </a:rPr>
              <a:t>interference that</a:t>
            </a:r>
            <a:r>
              <a:rPr sz="1400" spc="-5" dirty="0">
                <a:latin typeface="Corbel"/>
                <a:cs typeface="Corbel"/>
              </a:rPr>
              <a:t> </a:t>
            </a:r>
            <a:r>
              <a:rPr sz="1400" dirty="0">
                <a:latin typeface="Corbel"/>
                <a:cs typeface="Corbel"/>
              </a:rPr>
              <a:t>can</a:t>
            </a:r>
            <a:r>
              <a:rPr sz="1400" spc="-5" dirty="0">
                <a:latin typeface="Corbel"/>
                <a:cs typeface="Corbel"/>
              </a:rPr>
              <a:t> </a:t>
            </a:r>
            <a:r>
              <a:rPr sz="1400" dirty="0">
                <a:latin typeface="Corbel"/>
                <a:cs typeface="Corbel"/>
              </a:rPr>
              <a:t>affect</a:t>
            </a:r>
            <a:r>
              <a:rPr sz="1400" spc="-5" dirty="0">
                <a:latin typeface="Corbel"/>
                <a:cs typeface="Corbel"/>
              </a:rPr>
              <a:t> </a:t>
            </a:r>
            <a:r>
              <a:rPr sz="1400" dirty="0">
                <a:latin typeface="Corbel"/>
                <a:cs typeface="Corbel"/>
              </a:rPr>
              <a:t>the radio</a:t>
            </a:r>
            <a:r>
              <a:rPr sz="1400" spc="-5" dirty="0">
                <a:latin typeface="Corbel"/>
                <a:cs typeface="Corbel"/>
              </a:rPr>
              <a:t> </a:t>
            </a:r>
            <a:r>
              <a:rPr sz="1400" dirty="0">
                <a:latin typeface="Corbel"/>
                <a:cs typeface="Corbel"/>
              </a:rPr>
              <a:t>transmissions</a:t>
            </a:r>
            <a:r>
              <a:rPr sz="1400" spc="-5" dirty="0">
                <a:latin typeface="Corbel"/>
                <a:cs typeface="Corbel"/>
              </a:rPr>
              <a:t> </a:t>
            </a:r>
            <a:r>
              <a:rPr sz="1400" dirty="0">
                <a:latin typeface="Corbel"/>
                <a:cs typeface="Corbel"/>
              </a:rPr>
              <a:t>that</a:t>
            </a:r>
            <a:r>
              <a:rPr sz="1400" spc="-5" dirty="0">
                <a:latin typeface="Corbel"/>
                <a:cs typeface="Corbel"/>
              </a:rPr>
              <a:t> </a:t>
            </a:r>
            <a:r>
              <a:rPr sz="1400" dirty="0">
                <a:latin typeface="Corbel"/>
                <a:cs typeface="Corbel"/>
              </a:rPr>
              <a:t>control </a:t>
            </a:r>
            <a:r>
              <a:rPr sz="1400" spc="-20" dirty="0">
                <a:latin typeface="Corbel"/>
                <a:cs typeface="Corbel"/>
              </a:rPr>
              <a:t>your </a:t>
            </a:r>
            <a:r>
              <a:rPr sz="1400" spc="-10" dirty="0">
                <a:latin typeface="Corbel"/>
                <a:cs typeface="Corbel"/>
              </a:rPr>
              <a:t>UA.</a:t>
            </a:r>
            <a:r>
              <a:rPr sz="1400" spc="-100" dirty="0">
                <a:latin typeface="Corbel"/>
                <a:cs typeface="Corbel"/>
              </a:rPr>
              <a:t> </a:t>
            </a:r>
            <a:r>
              <a:rPr sz="1400" dirty="0">
                <a:latin typeface="Corbel"/>
                <a:cs typeface="Corbel"/>
              </a:rPr>
              <a:t>The</a:t>
            </a:r>
            <a:r>
              <a:rPr sz="1400" spc="-20" dirty="0">
                <a:latin typeface="Corbel"/>
                <a:cs typeface="Corbel"/>
              </a:rPr>
              <a:t> </a:t>
            </a:r>
            <a:r>
              <a:rPr sz="1400" dirty="0">
                <a:latin typeface="Corbel"/>
                <a:cs typeface="Corbel"/>
              </a:rPr>
              <a:t>following</a:t>
            </a:r>
            <a:r>
              <a:rPr sz="1400" spc="-25" dirty="0">
                <a:latin typeface="Corbel"/>
                <a:cs typeface="Corbel"/>
              </a:rPr>
              <a:t> </a:t>
            </a:r>
            <a:r>
              <a:rPr sz="1400" dirty="0">
                <a:latin typeface="Corbel"/>
                <a:cs typeface="Corbel"/>
              </a:rPr>
              <a:t>will</a:t>
            </a:r>
            <a:r>
              <a:rPr sz="1400" spc="-15" dirty="0">
                <a:latin typeface="Corbel"/>
                <a:cs typeface="Corbel"/>
              </a:rPr>
              <a:t> </a:t>
            </a:r>
            <a:r>
              <a:rPr sz="1400" dirty="0">
                <a:latin typeface="Corbel"/>
                <a:cs typeface="Corbel"/>
              </a:rPr>
              <a:t>cause</a:t>
            </a:r>
            <a:r>
              <a:rPr sz="1400" spc="-15" dirty="0">
                <a:latin typeface="Corbel"/>
                <a:cs typeface="Corbel"/>
              </a:rPr>
              <a:t> </a:t>
            </a:r>
            <a:r>
              <a:rPr sz="1400" spc="-10" dirty="0">
                <a:latin typeface="Corbel"/>
                <a:cs typeface="Corbel"/>
              </a:rPr>
              <a:t>degradation </a:t>
            </a:r>
            <a:r>
              <a:rPr sz="1400" dirty="0">
                <a:latin typeface="Corbel"/>
                <a:cs typeface="Corbel"/>
              </a:rPr>
              <a:t>of</a:t>
            </a:r>
            <a:r>
              <a:rPr sz="1400" spc="-15" dirty="0">
                <a:latin typeface="Corbel"/>
                <a:cs typeface="Corbel"/>
              </a:rPr>
              <a:t> </a:t>
            </a:r>
            <a:r>
              <a:rPr sz="1400" dirty="0">
                <a:latin typeface="Corbel"/>
                <a:cs typeface="Corbel"/>
              </a:rPr>
              <a:t>the</a:t>
            </a:r>
            <a:r>
              <a:rPr sz="1400" spc="-10" dirty="0">
                <a:latin typeface="Corbel"/>
                <a:cs typeface="Corbel"/>
              </a:rPr>
              <a:t> transmitter</a:t>
            </a:r>
            <a:r>
              <a:rPr sz="1400" spc="-15" dirty="0">
                <a:latin typeface="Corbel"/>
                <a:cs typeface="Corbel"/>
              </a:rPr>
              <a:t> </a:t>
            </a:r>
            <a:r>
              <a:rPr sz="1400" spc="-10" dirty="0">
                <a:latin typeface="Corbel"/>
                <a:cs typeface="Corbel"/>
              </a:rPr>
              <a:t>signal:</a:t>
            </a:r>
            <a:endParaRPr sz="1400" dirty="0">
              <a:latin typeface="Corbel"/>
              <a:cs typeface="Corbel"/>
            </a:endParaRPr>
          </a:p>
        </p:txBody>
      </p:sp>
      <p:sp>
        <p:nvSpPr>
          <p:cNvPr id="9" name="object 9"/>
          <p:cNvSpPr txBox="1"/>
          <p:nvPr/>
        </p:nvSpPr>
        <p:spPr>
          <a:xfrm>
            <a:off x="6339840" y="3726179"/>
            <a:ext cx="210820"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Corbel"/>
                <a:cs typeface="Corbel"/>
              </a:rPr>
              <a:t>iii.</a:t>
            </a:r>
            <a:endParaRPr sz="1400">
              <a:latin typeface="Corbel"/>
              <a:cs typeface="Corbel"/>
            </a:endParaRPr>
          </a:p>
        </p:txBody>
      </p:sp>
      <p:sp>
        <p:nvSpPr>
          <p:cNvPr id="10" name="object 10"/>
          <p:cNvSpPr txBox="1"/>
          <p:nvPr/>
        </p:nvSpPr>
        <p:spPr>
          <a:xfrm>
            <a:off x="6339840" y="2634996"/>
            <a:ext cx="5083810" cy="1750695"/>
          </a:xfrm>
          <a:prstGeom prst="rect">
            <a:avLst/>
          </a:prstGeom>
        </p:spPr>
        <p:txBody>
          <a:bodyPr vert="horz" wrap="square" lIns="0" tIns="9525" rIns="0" bIns="0" rtlCol="0">
            <a:spAutoFit/>
          </a:bodyPr>
          <a:lstStyle/>
          <a:p>
            <a:pPr marL="412750" marR="5715" indent="-400050">
              <a:lnSpc>
                <a:spcPct val="101400"/>
              </a:lnSpc>
              <a:spcBef>
                <a:spcPts val="75"/>
              </a:spcBef>
              <a:buAutoNum type="romanLcPeriod"/>
              <a:tabLst>
                <a:tab pos="412750" algn="l"/>
              </a:tabLst>
            </a:pPr>
            <a:r>
              <a:rPr sz="1400" b="1" spc="-10" dirty="0">
                <a:latin typeface="Corbel"/>
                <a:cs typeface="Corbel"/>
              </a:rPr>
              <a:t>Free-</a:t>
            </a:r>
            <a:r>
              <a:rPr sz="1400" b="1" dirty="0">
                <a:latin typeface="Corbel"/>
                <a:cs typeface="Corbel"/>
              </a:rPr>
              <a:t>space</a:t>
            </a:r>
            <a:r>
              <a:rPr sz="1400" b="1" spc="100" dirty="0">
                <a:latin typeface="Corbel"/>
                <a:cs typeface="Corbel"/>
              </a:rPr>
              <a:t> </a:t>
            </a:r>
            <a:r>
              <a:rPr sz="1400" b="1" dirty="0">
                <a:latin typeface="Corbel"/>
                <a:cs typeface="Corbel"/>
              </a:rPr>
              <a:t>loss</a:t>
            </a:r>
            <a:r>
              <a:rPr sz="1400" b="1" spc="100" dirty="0">
                <a:latin typeface="Corbel"/>
                <a:cs typeface="Corbel"/>
              </a:rPr>
              <a:t> </a:t>
            </a:r>
            <a:r>
              <a:rPr sz="1400" dirty="0">
                <a:latin typeface="Corbel"/>
                <a:cs typeface="Corbel"/>
              </a:rPr>
              <a:t>-</a:t>
            </a:r>
            <a:r>
              <a:rPr sz="1400" spc="105" dirty="0">
                <a:latin typeface="Corbel"/>
                <a:cs typeface="Corbel"/>
              </a:rPr>
              <a:t> </a:t>
            </a:r>
            <a:r>
              <a:rPr sz="1400" dirty="0">
                <a:latin typeface="Corbel"/>
                <a:cs typeface="Corbel"/>
              </a:rPr>
              <a:t>Your</a:t>
            </a:r>
            <a:r>
              <a:rPr sz="1400" spc="114" dirty="0">
                <a:latin typeface="Corbel"/>
                <a:cs typeface="Corbel"/>
              </a:rPr>
              <a:t> </a:t>
            </a:r>
            <a:r>
              <a:rPr sz="1400" dirty="0">
                <a:latin typeface="Corbel"/>
                <a:cs typeface="Corbel"/>
              </a:rPr>
              <a:t>signal</a:t>
            </a:r>
            <a:r>
              <a:rPr sz="1400" spc="110" dirty="0">
                <a:latin typeface="Corbel"/>
                <a:cs typeface="Corbel"/>
              </a:rPr>
              <a:t> </a:t>
            </a:r>
            <a:r>
              <a:rPr sz="1400" dirty="0">
                <a:latin typeface="Corbel"/>
                <a:cs typeface="Corbel"/>
              </a:rPr>
              <a:t>travels</a:t>
            </a:r>
            <a:r>
              <a:rPr sz="1400" spc="110" dirty="0">
                <a:latin typeface="Corbel"/>
                <a:cs typeface="Corbel"/>
              </a:rPr>
              <a:t> </a:t>
            </a:r>
            <a:r>
              <a:rPr sz="1400" dirty="0">
                <a:latin typeface="Corbel"/>
                <a:cs typeface="Corbel"/>
              </a:rPr>
              <a:t>through</a:t>
            </a:r>
            <a:r>
              <a:rPr sz="1400" spc="110" dirty="0">
                <a:latin typeface="Corbel"/>
                <a:cs typeface="Corbel"/>
              </a:rPr>
              <a:t> </a:t>
            </a:r>
            <a:r>
              <a:rPr sz="1400" dirty="0">
                <a:latin typeface="Corbel"/>
                <a:cs typeface="Corbel"/>
              </a:rPr>
              <a:t>the</a:t>
            </a:r>
            <a:r>
              <a:rPr sz="1400" spc="110" dirty="0">
                <a:latin typeface="Corbel"/>
                <a:cs typeface="Corbel"/>
              </a:rPr>
              <a:t> </a:t>
            </a:r>
            <a:r>
              <a:rPr sz="1400" spc="-10" dirty="0">
                <a:latin typeface="Corbel"/>
                <a:cs typeface="Corbel"/>
              </a:rPr>
              <a:t>atmosphere. </a:t>
            </a:r>
            <a:r>
              <a:rPr sz="1400" dirty="0">
                <a:latin typeface="Corbel"/>
                <a:cs typeface="Corbel"/>
              </a:rPr>
              <a:t>The</a:t>
            </a:r>
            <a:r>
              <a:rPr sz="1400" spc="-35" dirty="0">
                <a:latin typeface="Corbel"/>
                <a:cs typeface="Corbel"/>
              </a:rPr>
              <a:t> </a:t>
            </a:r>
            <a:r>
              <a:rPr sz="1400" dirty="0">
                <a:latin typeface="Corbel"/>
                <a:cs typeface="Corbel"/>
              </a:rPr>
              <a:t>farther</a:t>
            </a:r>
            <a:r>
              <a:rPr sz="1400" spc="-35" dirty="0">
                <a:latin typeface="Corbel"/>
                <a:cs typeface="Corbel"/>
              </a:rPr>
              <a:t> </a:t>
            </a:r>
            <a:r>
              <a:rPr sz="1400" dirty="0">
                <a:latin typeface="Corbel"/>
                <a:cs typeface="Corbel"/>
              </a:rPr>
              <a:t>your</a:t>
            </a:r>
            <a:r>
              <a:rPr sz="1400" spc="-35" dirty="0">
                <a:latin typeface="Corbel"/>
                <a:cs typeface="Corbel"/>
              </a:rPr>
              <a:t> </a:t>
            </a:r>
            <a:r>
              <a:rPr sz="1400" dirty="0">
                <a:latin typeface="Corbel"/>
                <a:cs typeface="Corbel"/>
              </a:rPr>
              <a:t>signal</a:t>
            </a:r>
            <a:r>
              <a:rPr sz="1400" spc="-30" dirty="0">
                <a:latin typeface="Corbel"/>
                <a:cs typeface="Corbel"/>
              </a:rPr>
              <a:t> </a:t>
            </a:r>
            <a:r>
              <a:rPr sz="1400" dirty="0">
                <a:latin typeface="Corbel"/>
                <a:cs typeface="Corbel"/>
              </a:rPr>
              <a:t>travels,</a:t>
            </a:r>
            <a:r>
              <a:rPr sz="1400" spc="-35"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more</a:t>
            </a:r>
            <a:r>
              <a:rPr sz="1400" spc="-30" dirty="0">
                <a:latin typeface="Corbel"/>
                <a:cs typeface="Corbel"/>
              </a:rPr>
              <a:t> </a:t>
            </a:r>
            <a:r>
              <a:rPr sz="1400" dirty="0">
                <a:latin typeface="Corbel"/>
                <a:cs typeface="Corbel"/>
              </a:rPr>
              <a:t>it</a:t>
            </a:r>
            <a:r>
              <a:rPr sz="1400" spc="-35" dirty="0">
                <a:latin typeface="Corbel"/>
                <a:cs typeface="Corbel"/>
              </a:rPr>
              <a:t> </a:t>
            </a:r>
            <a:r>
              <a:rPr sz="1400" dirty="0">
                <a:latin typeface="Corbel"/>
                <a:cs typeface="Corbel"/>
              </a:rPr>
              <a:t>loses</a:t>
            </a:r>
            <a:r>
              <a:rPr sz="1400" spc="-35" dirty="0">
                <a:latin typeface="Corbel"/>
                <a:cs typeface="Corbel"/>
              </a:rPr>
              <a:t> </a:t>
            </a:r>
            <a:r>
              <a:rPr sz="1400" spc="-10" dirty="0">
                <a:latin typeface="Corbel"/>
                <a:cs typeface="Corbel"/>
              </a:rPr>
              <a:t>strength.</a:t>
            </a:r>
            <a:endParaRPr sz="1400" dirty="0">
              <a:latin typeface="Corbel"/>
              <a:cs typeface="Corbel"/>
            </a:endParaRPr>
          </a:p>
          <a:p>
            <a:pPr marL="412750" marR="5080" indent="-400050">
              <a:lnSpc>
                <a:spcPct val="101400"/>
              </a:lnSpc>
              <a:spcBef>
                <a:spcPts val="890"/>
              </a:spcBef>
              <a:buAutoNum type="romanLcPeriod"/>
              <a:tabLst>
                <a:tab pos="412750" algn="l"/>
              </a:tabLst>
            </a:pPr>
            <a:r>
              <a:rPr sz="1400" b="1" dirty="0">
                <a:latin typeface="Corbel"/>
                <a:cs typeface="Corbel"/>
              </a:rPr>
              <a:t>Absorption</a:t>
            </a:r>
            <a:r>
              <a:rPr sz="1400" b="1" spc="5" dirty="0">
                <a:latin typeface="Corbel"/>
                <a:cs typeface="Corbel"/>
              </a:rPr>
              <a:t> </a:t>
            </a:r>
            <a:r>
              <a:rPr sz="1400" b="1" dirty="0">
                <a:latin typeface="Corbel"/>
                <a:cs typeface="Corbel"/>
              </a:rPr>
              <a:t>loss</a:t>
            </a:r>
            <a:r>
              <a:rPr sz="1400" b="1" spc="-5" dirty="0">
                <a:latin typeface="Corbel"/>
                <a:cs typeface="Corbel"/>
              </a:rPr>
              <a:t> </a:t>
            </a:r>
            <a:r>
              <a:rPr sz="1400" dirty="0">
                <a:latin typeface="Corbel"/>
                <a:cs typeface="Corbel"/>
              </a:rPr>
              <a:t>-</a:t>
            </a:r>
            <a:r>
              <a:rPr sz="1400" spc="15" dirty="0">
                <a:latin typeface="Corbel"/>
                <a:cs typeface="Corbel"/>
              </a:rPr>
              <a:t> </a:t>
            </a:r>
            <a:r>
              <a:rPr sz="1400" dirty="0">
                <a:latin typeface="Corbel"/>
                <a:cs typeface="Corbel"/>
              </a:rPr>
              <a:t>If</a:t>
            </a:r>
            <a:r>
              <a:rPr sz="1400" spc="15" dirty="0">
                <a:latin typeface="Corbel"/>
                <a:cs typeface="Corbel"/>
              </a:rPr>
              <a:t> </a:t>
            </a:r>
            <a:r>
              <a:rPr sz="1400" dirty="0">
                <a:latin typeface="Corbel"/>
                <a:cs typeface="Corbel"/>
              </a:rPr>
              <a:t>your</a:t>
            </a:r>
            <a:r>
              <a:rPr sz="1400" spc="15" dirty="0">
                <a:latin typeface="Corbel"/>
                <a:cs typeface="Corbel"/>
              </a:rPr>
              <a:t> </a:t>
            </a:r>
            <a:r>
              <a:rPr sz="1400" dirty="0">
                <a:latin typeface="Corbel"/>
                <a:cs typeface="Corbel"/>
              </a:rPr>
              <a:t>signal</a:t>
            </a:r>
            <a:r>
              <a:rPr sz="1400" spc="10" dirty="0">
                <a:latin typeface="Corbel"/>
                <a:cs typeface="Corbel"/>
              </a:rPr>
              <a:t> </a:t>
            </a:r>
            <a:r>
              <a:rPr sz="1400" dirty="0">
                <a:latin typeface="Corbel"/>
                <a:cs typeface="Corbel"/>
              </a:rPr>
              <a:t>passes</a:t>
            </a:r>
            <a:r>
              <a:rPr sz="1400" spc="15" dirty="0">
                <a:latin typeface="Corbel"/>
                <a:cs typeface="Corbel"/>
              </a:rPr>
              <a:t> </a:t>
            </a:r>
            <a:r>
              <a:rPr sz="1400" dirty="0">
                <a:latin typeface="Corbel"/>
                <a:cs typeface="Corbel"/>
              </a:rPr>
              <a:t>through</a:t>
            </a:r>
            <a:r>
              <a:rPr sz="1400" spc="15" dirty="0">
                <a:latin typeface="Corbel"/>
                <a:cs typeface="Corbel"/>
              </a:rPr>
              <a:t> </a:t>
            </a:r>
            <a:r>
              <a:rPr sz="1400" dirty="0">
                <a:latin typeface="Corbel"/>
                <a:cs typeface="Corbel"/>
              </a:rPr>
              <a:t>an</a:t>
            </a:r>
            <a:r>
              <a:rPr sz="1400" spc="15" dirty="0">
                <a:latin typeface="Corbel"/>
                <a:cs typeface="Corbel"/>
              </a:rPr>
              <a:t> </a:t>
            </a:r>
            <a:r>
              <a:rPr sz="1400" dirty="0">
                <a:latin typeface="Corbel"/>
                <a:cs typeface="Corbel"/>
              </a:rPr>
              <a:t>object</a:t>
            </a:r>
            <a:r>
              <a:rPr sz="1400" spc="15" dirty="0">
                <a:latin typeface="Corbel"/>
                <a:cs typeface="Corbel"/>
              </a:rPr>
              <a:t> </a:t>
            </a:r>
            <a:r>
              <a:rPr sz="1400" dirty="0">
                <a:latin typeface="Corbel"/>
                <a:cs typeface="Corbel"/>
              </a:rPr>
              <a:t>that</a:t>
            </a:r>
            <a:r>
              <a:rPr sz="1400" spc="15" dirty="0">
                <a:latin typeface="Corbel"/>
                <a:cs typeface="Corbel"/>
              </a:rPr>
              <a:t> </a:t>
            </a:r>
            <a:r>
              <a:rPr sz="1400" spc="-25" dirty="0">
                <a:latin typeface="Corbel"/>
                <a:cs typeface="Corbel"/>
              </a:rPr>
              <a:t>is </a:t>
            </a:r>
            <a:r>
              <a:rPr sz="1400" dirty="0">
                <a:latin typeface="Corbel"/>
                <a:cs typeface="Corbel"/>
              </a:rPr>
              <a:t>not</a:t>
            </a:r>
            <a:r>
              <a:rPr sz="1400" spc="-40" dirty="0">
                <a:latin typeface="Corbel"/>
                <a:cs typeface="Corbel"/>
              </a:rPr>
              <a:t> </a:t>
            </a:r>
            <a:r>
              <a:rPr sz="1400" dirty="0">
                <a:latin typeface="Corbel"/>
                <a:cs typeface="Corbel"/>
              </a:rPr>
              <a:t>transparent</a:t>
            </a:r>
            <a:r>
              <a:rPr sz="1400" spc="-40"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radio</a:t>
            </a:r>
            <a:r>
              <a:rPr sz="1400" spc="-35" dirty="0">
                <a:latin typeface="Corbel"/>
                <a:cs typeface="Corbel"/>
              </a:rPr>
              <a:t> </a:t>
            </a:r>
            <a:r>
              <a:rPr sz="1400" spc="-10" dirty="0">
                <a:latin typeface="Corbel"/>
                <a:cs typeface="Corbel"/>
              </a:rPr>
              <a:t>signals.</a:t>
            </a:r>
            <a:endParaRPr sz="1400" dirty="0">
              <a:latin typeface="Corbel"/>
              <a:cs typeface="Corbel"/>
            </a:endParaRPr>
          </a:p>
          <a:p>
            <a:pPr marL="412750" marR="5080" algn="just">
              <a:lnSpc>
                <a:spcPct val="98600"/>
              </a:lnSpc>
              <a:spcBef>
                <a:spcPts val="935"/>
              </a:spcBef>
            </a:pPr>
            <a:r>
              <a:rPr sz="1400" b="1" dirty="0">
                <a:latin typeface="Corbel"/>
                <a:cs typeface="Corbel"/>
              </a:rPr>
              <a:t>Diffraction</a:t>
            </a:r>
            <a:r>
              <a:rPr sz="1400" b="1" spc="355" dirty="0">
                <a:latin typeface="Corbel"/>
                <a:cs typeface="Corbel"/>
              </a:rPr>
              <a:t> </a:t>
            </a:r>
            <a:r>
              <a:rPr sz="1400" dirty="0">
                <a:latin typeface="Corbel"/>
                <a:cs typeface="Corbel"/>
              </a:rPr>
              <a:t>-</a:t>
            </a:r>
            <a:r>
              <a:rPr sz="1400" spc="365" dirty="0">
                <a:latin typeface="Corbel"/>
                <a:cs typeface="Corbel"/>
              </a:rPr>
              <a:t> </a:t>
            </a:r>
            <a:r>
              <a:rPr sz="1400" dirty="0">
                <a:latin typeface="Corbel"/>
                <a:cs typeface="Corbel"/>
              </a:rPr>
              <a:t>Signal</a:t>
            </a:r>
            <a:r>
              <a:rPr sz="1400" spc="370" dirty="0">
                <a:latin typeface="Corbel"/>
                <a:cs typeface="Corbel"/>
              </a:rPr>
              <a:t> </a:t>
            </a:r>
            <a:r>
              <a:rPr sz="1400" dirty="0">
                <a:latin typeface="Corbel"/>
                <a:cs typeface="Corbel"/>
              </a:rPr>
              <a:t>loss</a:t>
            </a:r>
            <a:r>
              <a:rPr sz="1400" spc="365" dirty="0">
                <a:latin typeface="Corbel"/>
                <a:cs typeface="Corbel"/>
              </a:rPr>
              <a:t> </a:t>
            </a:r>
            <a:r>
              <a:rPr sz="1400" dirty="0">
                <a:latin typeface="Corbel"/>
                <a:cs typeface="Corbel"/>
              </a:rPr>
              <a:t>happens</a:t>
            </a:r>
            <a:r>
              <a:rPr sz="1400" spc="365" dirty="0">
                <a:latin typeface="Corbel"/>
                <a:cs typeface="Corbel"/>
              </a:rPr>
              <a:t> </a:t>
            </a:r>
            <a:r>
              <a:rPr sz="1400" dirty="0">
                <a:latin typeface="Corbel"/>
                <a:cs typeface="Corbel"/>
              </a:rPr>
              <a:t>from</a:t>
            </a:r>
            <a:r>
              <a:rPr sz="1400" spc="370" dirty="0">
                <a:latin typeface="Corbel"/>
                <a:cs typeface="Corbel"/>
              </a:rPr>
              <a:t> </a:t>
            </a:r>
            <a:r>
              <a:rPr sz="1400" dirty="0">
                <a:latin typeface="Corbel"/>
                <a:cs typeface="Corbel"/>
              </a:rPr>
              <a:t>diffraction</a:t>
            </a:r>
            <a:r>
              <a:rPr sz="1400" spc="365" dirty="0">
                <a:latin typeface="Corbel"/>
                <a:cs typeface="Corbel"/>
              </a:rPr>
              <a:t> </a:t>
            </a:r>
            <a:r>
              <a:rPr sz="1400" dirty="0">
                <a:latin typeface="Corbel"/>
                <a:cs typeface="Corbel"/>
              </a:rPr>
              <a:t>when</a:t>
            </a:r>
            <a:r>
              <a:rPr sz="1400" spc="370" dirty="0">
                <a:latin typeface="Corbel"/>
                <a:cs typeface="Corbel"/>
              </a:rPr>
              <a:t> </a:t>
            </a:r>
            <a:r>
              <a:rPr sz="1400" spc="-25" dirty="0">
                <a:latin typeface="Corbel"/>
                <a:cs typeface="Corbel"/>
              </a:rPr>
              <a:t>an </a:t>
            </a:r>
            <a:r>
              <a:rPr sz="1400" dirty="0">
                <a:latin typeface="Corbel"/>
                <a:cs typeface="Corbel"/>
              </a:rPr>
              <a:t>object</a:t>
            </a:r>
            <a:r>
              <a:rPr sz="1400" spc="215" dirty="0">
                <a:latin typeface="Corbel"/>
                <a:cs typeface="Corbel"/>
              </a:rPr>
              <a:t> </a:t>
            </a:r>
            <a:r>
              <a:rPr sz="1400" dirty="0">
                <a:latin typeface="Corbel"/>
                <a:cs typeface="Corbel"/>
              </a:rPr>
              <a:t>(building,</a:t>
            </a:r>
            <a:r>
              <a:rPr sz="1400" spc="235" dirty="0">
                <a:latin typeface="Corbel"/>
                <a:cs typeface="Corbel"/>
              </a:rPr>
              <a:t> </a:t>
            </a:r>
            <a:r>
              <a:rPr sz="1400" dirty="0">
                <a:latin typeface="Corbel"/>
                <a:cs typeface="Corbel"/>
              </a:rPr>
              <a:t>tree,</a:t>
            </a:r>
            <a:r>
              <a:rPr sz="1400" spc="235" dirty="0">
                <a:latin typeface="Corbel"/>
                <a:cs typeface="Corbel"/>
              </a:rPr>
              <a:t> </a:t>
            </a:r>
            <a:r>
              <a:rPr sz="1400" dirty="0">
                <a:latin typeface="Corbel"/>
                <a:cs typeface="Corbel"/>
              </a:rPr>
              <a:t>wall)</a:t>
            </a:r>
            <a:r>
              <a:rPr sz="1400" spc="229" dirty="0">
                <a:latin typeface="Corbel"/>
                <a:cs typeface="Corbel"/>
              </a:rPr>
              <a:t> </a:t>
            </a:r>
            <a:r>
              <a:rPr sz="1400" dirty="0">
                <a:latin typeface="Corbel"/>
                <a:cs typeface="Corbel"/>
              </a:rPr>
              <a:t>appears</a:t>
            </a:r>
            <a:r>
              <a:rPr sz="1400" spc="225" dirty="0">
                <a:latin typeface="Corbel"/>
                <a:cs typeface="Corbel"/>
              </a:rPr>
              <a:t> </a:t>
            </a:r>
            <a:r>
              <a:rPr sz="1400" dirty="0">
                <a:latin typeface="Corbel"/>
                <a:cs typeface="Corbel"/>
              </a:rPr>
              <a:t>between</a:t>
            </a:r>
            <a:r>
              <a:rPr sz="1400" spc="225" dirty="0">
                <a:latin typeface="Corbel"/>
                <a:cs typeface="Corbel"/>
              </a:rPr>
              <a:t> </a:t>
            </a:r>
            <a:r>
              <a:rPr sz="1400" dirty="0">
                <a:latin typeface="Corbel"/>
                <a:cs typeface="Corbel"/>
              </a:rPr>
              <a:t>the</a:t>
            </a:r>
            <a:r>
              <a:rPr sz="1400" spc="235" dirty="0">
                <a:latin typeface="Corbel"/>
                <a:cs typeface="Corbel"/>
              </a:rPr>
              <a:t> </a:t>
            </a:r>
            <a:r>
              <a:rPr sz="1400" spc="-10" dirty="0">
                <a:latin typeface="Corbel"/>
                <a:cs typeface="Corbel"/>
              </a:rPr>
              <a:t>transmitter </a:t>
            </a:r>
            <a:r>
              <a:rPr sz="1400" dirty="0">
                <a:latin typeface="Corbel"/>
                <a:cs typeface="Corbel"/>
              </a:rPr>
              <a:t>and</a:t>
            </a:r>
            <a:r>
              <a:rPr sz="1400" spc="-35" dirty="0">
                <a:latin typeface="Corbel"/>
                <a:cs typeface="Corbel"/>
              </a:rPr>
              <a:t> </a:t>
            </a:r>
            <a:r>
              <a:rPr sz="1400" spc="-10" dirty="0">
                <a:latin typeface="Corbel"/>
                <a:cs typeface="Corbel"/>
              </a:rPr>
              <a:t>receiver.</a:t>
            </a:r>
            <a:endParaRPr sz="1400" dirty="0">
              <a:latin typeface="Corbel"/>
              <a:cs typeface="Corbel"/>
            </a:endParaRPr>
          </a:p>
        </p:txBody>
      </p:sp>
      <p:sp>
        <p:nvSpPr>
          <p:cNvPr id="11" name="object 11"/>
          <p:cNvSpPr txBox="1"/>
          <p:nvPr/>
        </p:nvSpPr>
        <p:spPr>
          <a:xfrm>
            <a:off x="6339840" y="4488179"/>
            <a:ext cx="5083175" cy="1967230"/>
          </a:xfrm>
          <a:prstGeom prst="rect">
            <a:avLst/>
          </a:prstGeom>
        </p:spPr>
        <p:txBody>
          <a:bodyPr vert="horz" wrap="square" lIns="0" tIns="26670" rIns="0" bIns="0" rtlCol="0">
            <a:spAutoFit/>
          </a:bodyPr>
          <a:lstStyle/>
          <a:p>
            <a:pPr marL="410845" marR="5080" indent="-398145" algn="just">
              <a:lnSpc>
                <a:spcPts val="1610"/>
              </a:lnSpc>
              <a:spcBef>
                <a:spcPts val="210"/>
              </a:spcBef>
              <a:buAutoNum type="romanLcPeriod" startAt="4"/>
              <a:tabLst>
                <a:tab pos="412750" algn="l"/>
              </a:tabLst>
            </a:pPr>
            <a:r>
              <a:rPr sz="1400" b="1" dirty="0">
                <a:latin typeface="Corbel"/>
                <a:cs typeface="Corbel"/>
              </a:rPr>
              <a:t>Multipath</a:t>
            </a:r>
            <a:r>
              <a:rPr sz="1400" b="1" spc="140" dirty="0">
                <a:latin typeface="Corbel"/>
                <a:cs typeface="Corbel"/>
              </a:rPr>
              <a:t> </a:t>
            </a:r>
            <a:r>
              <a:rPr sz="1400" b="1" dirty="0">
                <a:latin typeface="Corbel"/>
                <a:cs typeface="Corbel"/>
              </a:rPr>
              <a:t>interference</a:t>
            </a:r>
            <a:r>
              <a:rPr sz="1400" b="1" spc="140" dirty="0">
                <a:latin typeface="Corbel"/>
                <a:cs typeface="Corbel"/>
              </a:rPr>
              <a:t> </a:t>
            </a:r>
            <a:r>
              <a:rPr sz="1400" dirty="0">
                <a:latin typeface="Corbel"/>
                <a:cs typeface="Corbel"/>
              </a:rPr>
              <a:t>-</a:t>
            </a:r>
            <a:r>
              <a:rPr sz="1400" spc="140" dirty="0">
                <a:latin typeface="Corbel"/>
                <a:cs typeface="Corbel"/>
              </a:rPr>
              <a:t> </a:t>
            </a:r>
            <a:r>
              <a:rPr sz="1400" dirty="0">
                <a:latin typeface="Corbel"/>
                <a:cs typeface="Corbel"/>
              </a:rPr>
              <a:t>Reflected</a:t>
            </a:r>
            <a:r>
              <a:rPr sz="1400" spc="150" dirty="0">
                <a:latin typeface="Corbel"/>
                <a:cs typeface="Corbel"/>
              </a:rPr>
              <a:t> </a:t>
            </a:r>
            <a:r>
              <a:rPr sz="1400" dirty="0">
                <a:latin typeface="Corbel"/>
                <a:cs typeface="Corbel"/>
              </a:rPr>
              <a:t>radio</a:t>
            </a:r>
            <a:r>
              <a:rPr sz="1400" spc="155" dirty="0">
                <a:latin typeface="Corbel"/>
                <a:cs typeface="Corbel"/>
              </a:rPr>
              <a:t> </a:t>
            </a:r>
            <a:r>
              <a:rPr sz="1400" dirty="0">
                <a:latin typeface="Corbel"/>
                <a:cs typeface="Corbel"/>
              </a:rPr>
              <a:t>signals</a:t>
            </a:r>
            <a:r>
              <a:rPr sz="1400" spc="145" dirty="0">
                <a:latin typeface="Corbel"/>
                <a:cs typeface="Corbel"/>
              </a:rPr>
              <a:t> </a:t>
            </a:r>
            <a:r>
              <a:rPr sz="1400" dirty="0">
                <a:latin typeface="Corbel"/>
                <a:cs typeface="Corbel"/>
              </a:rPr>
              <a:t>can</a:t>
            </a:r>
            <a:r>
              <a:rPr sz="1400" spc="150" dirty="0">
                <a:latin typeface="Corbel"/>
                <a:cs typeface="Corbel"/>
              </a:rPr>
              <a:t> </a:t>
            </a:r>
            <a:r>
              <a:rPr sz="1400" dirty="0">
                <a:latin typeface="Corbel"/>
                <a:cs typeface="Corbel"/>
              </a:rPr>
              <a:t>split</a:t>
            </a:r>
            <a:r>
              <a:rPr sz="1400" spc="150" dirty="0">
                <a:latin typeface="Corbel"/>
                <a:cs typeface="Corbel"/>
              </a:rPr>
              <a:t> </a:t>
            </a:r>
            <a:r>
              <a:rPr sz="1400" spc="-25" dirty="0">
                <a:latin typeface="Corbel"/>
                <a:cs typeface="Corbel"/>
              </a:rPr>
              <a:t>and 	</a:t>
            </a:r>
            <a:r>
              <a:rPr sz="1400" dirty="0">
                <a:latin typeface="Corbel"/>
                <a:cs typeface="Corbel"/>
              </a:rPr>
              <a:t>reach</a:t>
            </a:r>
            <a:r>
              <a:rPr sz="1400" spc="-4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receiver</a:t>
            </a:r>
            <a:r>
              <a:rPr sz="1400" spc="-35" dirty="0">
                <a:latin typeface="Corbel"/>
                <a:cs typeface="Corbel"/>
              </a:rPr>
              <a:t> </a:t>
            </a:r>
            <a:r>
              <a:rPr sz="1400" dirty="0">
                <a:latin typeface="Corbel"/>
                <a:cs typeface="Corbel"/>
              </a:rPr>
              <a:t>from</a:t>
            </a:r>
            <a:r>
              <a:rPr sz="1400" spc="-35"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number</a:t>
            </a:r>
            <a:r>
              <a:rPr sz="1400" spc="-40"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different</a:t>
            </a:r>
            <a:r>
              <a:rPr sz="1400" spc="-35" dirty="0">
                <a:latin typeface="Corbel"/>
                <a:cs typeface="Corbel"/>
              </a:rPr>
              <a:t> </a:t>
            </a:r>
            <a:r>
              <a:rPr sz="1400" spc="-10" dirty="0">
                <a:latin typeface="Corbel"/>
                <a:cs typeface="Corbel"/>
              </a:rPr>
              <a:t>paths.</a:t>
            </a:r>
            <a:endParaRPr sz="1400" dirty="0">
              <a:latin typeface="Corbel"/>
              <a:cs typeface="Corbel"/>
            </a:endParaRPr>
          </a:p>
          <a:p>
            <a:pPr marL="410209" marR="5080" indent="-397510" algn="just">
              <a:lnSpc>
                <a:spcPct val="98600"/>
              </a:lnSpc>
              <a:spcBef>
                <a:spcPts val="990"/>
              </a:spcBef>
              <a:buAutoNum type="romanLcPeriod" startAt="4"/>
              <a:tabLst>
                <a:tab pos="412750" algn="l"/>
              </a:tabLst>
            </a:pPr>
            <a:r>
              <a:rPr sz="1400" b="1" dirty="0">
                <a:latin typeface="Corbel"/>
                <a:cs typeface="Corbel"/>
              </a:rPr>
              <a:t>Terrain</a:t>
            </a:r>
            <a:r>
              <a:rPr sz="1400" b="1" spc="180" dirty="0">
                <a:latin typeface="Corbel"/>
                <a:cs typeface="Corbel"/>
              </a:rPr>
              <a:t>  </a:t>
            </a:r>
            <a:r>
              <a:rPr sz="1400" dirty="0">
                <a:latin typeface="Corbel"/>
                <a:cs typeface="Corbel"/>
              </a:rPr>
              <a:t>-</a:t>
            </a:r>
            <a:r>
              <a:rPr sz="1400" spc="190" dirty="0">
                <a:latin typeface="Corbel"/>
                <a:cs typeface="Corbel"/>
              </a:rPr>
              <a:t>  </a:t>
            </a:r>
            <a:r>
              <a:rPr sz="1400" dirty="0">
                <a:latin typeface="Corbel"/>
                <a:cs typeface="Corbel"/>
              </a:rPr>
              <a:t>Topography</a:t>
            </a:r>
            <a:r>
              <a:rPr sz="1400" spc="190" dirty="0">
                <a:latin typeface="Corbel"/>
                <a:cs typeface="Corbel"/>
              </a:rPr>
              <a:t>  </a:t>
            </a:r>
            <a:r>
              <a:rPr sz="1400" dirty="0">
                <a:latin typeface="Corbel"/>
                <a:cs typeface="Corbel"/>
              </a:rPr>
              <a:t>has</a:t>
            </a:r>
            <a:r>
              <a:rPr sz="1400" spc="190" dirty="0">
                <a:latin typeface="Corbel"/>
                <a:cs typeface="Corbel"/>
              </a:rPr>
              <a:t>  </a:t>
            </a:r>
            <a:r>
              <a:rPr sz="1400" dirty="0">
                <a:latin typeface="Corbel"/>
                <a:cs typeface="Corbel"/>
              </a:rPr>
              <a:t>a</a:t>
            </a:r>
            <a:r>
              <a:rPr sz="1400" spc="190" dirty="0">
                <a:latin typeface="Corbel"/>
                <a:cs typeface="Corbel"/>
              </a:rPr>
              <a:t>  </a:t>
            </a:r>
            <a:r>
              <a:rPr sz="1400" dirty="0">
                <a:latin typeface="Corbel"/>
                <a:cs typeface="Corbel"/>
              </a:rPr>
              <a:t>significant</a:t>
            </a:r>
            <a:r>
              <a:rPr sz="1400" spc="190" dirty="0">
                <a:latin typeface="Corbel"/>
                <a:cs typeface="Corbel"/>
              </a:rPr>
              <a:t>  </a:t>
            </a:r>
            <a:r>
              <a:rPr sz="1400" dirty="0">
                <a:latin typeface="Corbel"/>
                <a:cs typeface="Corbel"/>
              </a:rPr>
              <a:t>effect</a:t>
            </a:r>
            <a:r>
              <a:rPr sz="1400" spc="190" dirty="0">
                <a:latin typeface="Corbel"/>
                <a:cs typeface="Corbel"/>
              </a:rPr>
              <a:t>  </a:t>
            </a:r>
            <a:r>
              <a:rPr sz="1400" dirty="0">
                <a:latin typeface="Corbel"/>
                <a:cs typeface="Corbel"/>
              </a:rPr>
              <a:t>on</a:t>
            </a:r>
            <a:r>
              <a:rPr sz="1400" spc="190" dirty="0">
                <a:latin typeface="Corbel"/>
                <a:cs typeface="Corbel"/>
              </a:rPr>
              <a:t>  </a:t>
            </a:r>
            <a:r>
              <a:rPr sz="1400" spc="-10" dirty="0">
                <a:latin typeface="Corbel"/>
                <a:cs typeface="Corbel"/>
              </a:rPr>
              <a:t>signal 	</a:t>
            </a:r>
            <a:r>
              <a:rPr sz="1400" dirty="0">
                <a:latin typeface="Corbel"/>
                <a:cs typeface="Corbel"/>
              </a:rPr>
              <a:t>transmission.</a:t>
            </a:r>
            <a:r>
              <a:rPr sz="1400" spc="455" dirty="0">
                <a:latin typeface="Corbel"/>
                <a:cs typeface="Corbel"/>
              </a:rPr>
              <a:t> </a:t>
            </a:r>
            <a:r>
              <a:rPr sz="1400" dirty="0">
                <a:latin typeface="Corbel"/>
                <a:cs typeface="Corbel"/>
              </a:rPr>
              <a:t>Hills</a:t>
            </a:r>
            <a:r>
              <a:rPr sz="1400" spc="445" dirty="0">
                <a:latin typeface="Corbel"/>
                <a:cs typeface="Corbel"/>
              </a:rPr>
              <a:t> </a:t>
            </a:r>
            <a:r>
              <a:rPr sz="1400" dirty="0">
                <a:latin typeface="Corbel"/>
                <a:cs typeface="Corbel"/>
              </a:rPr>
              <a:t>can</a:t>
            </a:r>
            <a:r>
              <a:rPr sz="1400" spc="445" dirty="0">
                <a:latin typeface="Corbel"/>
                <a:cs typeface="Corbel"/>
              </a:rPr>
              <a:t> </a:t>
            </a:r>
            <a:r>
              <a:rPr sz="1400" dirty="0">
                <a:latin typeface="Corbel"/>
                <a:cs typeface="Corbel"/>
              </a:rPr>
              <a:t>obstruct</a:t>
            </a:r>
            <a:r>
              <a:rPr sz="1400" spc="450" dirty="0">
                <a:latin typeface="Corbel"/>
                <a:cs typeface="Corbel"/>
              </a:rPr>
              <a:t> </a:t>
            </a:r>
            <a:r>
              <a:rPr sz="1400" dirty="0">
                <a:latin typeface="Corbel"/>
                <a:cs typeface="Corbel"/>
              </a:rPr>
              <a:t>the</a:t>
            </a:r>
            <a:r>
              <a:rPr sz="1400" spc="450" dirty="0">
                <a:latin typeface="Corbel"/>
                <a:cs typeface="Corbel"/>
              </a:rPr>
              <a:t> </a:t>
            </a:r>
            <a:r>
              <a:rPr sz="1400" dirty="0">
                <a:latin typeface="Corbel"/>
                <a:cs typeface="Corbel"/>
              </a:rPr>
              <a:t>path</a:t>
            </a:r>
            <a:r>
              <a:rPr sz="1400" spc="459" dirty="0">
                <a:latin typeface="Corbel"/>
                <a:cs typeface="Corbel"/>
              </a:rPr>
              <a:t> </a:t>
            </a:r>
            <a:r>
              <a:rPr sz="1400" dirty="0">
                <a:latin typeface="Corbel"/>
                <a:cs typeface="Corbel"/>
              </a:rPr>
              <a:t>and</a:t>
            </a:r>
            <a:r>
              <a:rPr sz="1400" spc="450" dirty="0">
                <a:latin typeface="Corbel"/>
                <a:cs typeface="Corbel"/>
              </a:rPr>
              <a:t> </a:t>
            </a:r>
            <a:r>
              <a:rPr sz="1400" spc="-10" dirty="0">
                <a:latin typeface="Corbel"/>
                <a:cs typeface="Corbel"/>
              </a:rPr>
              <a:t>considerably 	weaken</a:t>
            </a:r>
            <a:r>
              <a:rPr sz="1400" spc="-4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signal,</a:t>
            </a:r>
            <a:r>
              <a:rPr sz="1400" spc="-30" dirty="0">
                <a:latin typeface="Corbel"/>
                <a:cs typeface="Corbel"/>
              </a:rPr>
              <a:t> </a:t>
            </a:r>
            <a:r>
              <a:rPr sz="1400" dirty="0">
                <a:latin typeface="Corbel"/>
                <a:cs typeface="Corbel"/>
              </a:rPr>
              <a:t>often</a:t>
            </a:r>
            <a:r>
              <a:rPr sz="1400" spc="-40" dirty="0">
                <a:latin typeface="Corbel"/>
                <a:cs typeface="Corbel"/>
              </a:rPr>
              <a:t> </a:t>
            </a:r>
            <a:r>
              <a:rPr sz="1400" dirty="0">
                <a:latin typeface="Corbel"/>
                <a:cs typeface="Corbel"/>
              </a:rPr>
              <a:t>making</a:t>
            </a:r>
            <a:r>
              <a:rPr sz="1400" spc="-40" dirty="0">
                <a:latin typeface="Corbel"/>
                <a:cs typeface="Corbel"/>
              </a:rPr>
              <a:t> </a:t>
            </a:r>
            <a:r>
              <a:rPr sz="1400" dirty="0">
                <a:latin typeface="Corbel"/>
                <a:cs typeface="Corbel"/>
              </a:rPr>
              <a:t>reception</a:t>
            </a:r>
            <a:r>
              <a:rPr sz="1400" spc="-35" dirty="0">
                <a:latin typeface="Corbel"/>
                <a:cs typeface="Corbel"/>
              </a:rPr>
              <a:t> </a:t>
            </a:r>
            <a:r>
              <a:rPr sz="1400" spc="-10" dirty="0">
                <a:latin typeface="Corbel"/>
                <a:cs typeface="Corbel"/>
              </a:rPr>
              <a:t>impossible.</a:t>
            </a:r>
            <a:endParaRPr sz="1400" dirty="0">
              <a:latin typeface="Corbel"/>
              <a:cs typeface="Corbel"/>
            </a:endParaRPr>
          </a:p>
          <a:p>
            <a:pPr marL="411480" marR="5080" indent="-398780" algn="just">
              <a:lnSpc>
                <a:spcPct val="101400"/>
              </a:lnSpc>
              <a:spcBef>
                <a:spcPts val="885"/>
              </a:spcBef>
              <a:buAutoNum type="romanLcPeriod" startAt="4"/>
              <a:tabLst>
                <a:tab pos="412750" algn="l"/>
              </a:tabLst>
            </a:pPr>
            <a:r>
              <a:rPr sz="1400" b="1" dirty="0">
                <a:latin typeface="Corbel"/>
                <a:cs typeface="Corbel"/>
              </a:rPr>
              <a:t>Buildings</a:t>
            </a:r>
            <a:r>
              <a:rPr sz="1400" b="1" spc="160" dirty="0">
                <a:latin typeface="Corbel"/>
                <a:cs typeface="Corbel"/>
              </a:rPr>
              <a:t> </a:t>
            </a:r>
            <a:r>
              <a:rPr sz="1400" b="1" dirty="0">
                <a:latin typeface="Corbel"/>
                <a:cs typeface="Corbel"/>
              </a:rPr>
              <a:t>and</a:t>
            </a:r>
            <a:r>
              <a:rPr sz="1400" b="1" spc="175" dirty="0">
                <a:latin typeface="Corbel"/>
                <a:cs typeface="Corbel"/>
              </a:rPr>
              <a:t> </a:t>
            </a:r>
            <a:r>
              <a:rPr sz="1400" b="1" dirty="0">
                <a:latin typeface="Corbel"/>
                <a:cs typeface="Corbel"/>
              </a:rPr>
              <a:t>vegetation</a:t>
            </a:r>
            <a:r>
              <a:rPr sz="1400" b="1" spc="180" dirty="0">
                <a:latin typeface="Corbel"/>
                <a:cs typeface="Corbel"/>
              </a:rPr>
              <a:t> </a:t>
            </a:r>
            <a:r>
              <a:rPr sz="1400" dirty="0">
                <a:latin typeface="Corbel"/>
                <a:cs typeface="Corbel"/>
              </a:rPr>
              <a:t>-</a:t>
            </a:r>
            <a:r>
              <a:rPr sz="1400" spc="185" dirty="0">
                <a:latin typeface="Corbel"/>
                <a:cs typeface="Corbel"/>
              </a:rPr>
              <a:t> </a:t>
            </a:r>
            <a:r>
              <a:rPr sz="1400" dirty="0">
                <a:latin typeface="Corbel"/>
                <a:cs typeface="Corbel"/>
              </a:rPr>
              <a:t>Radio</a:t>
            </a:r>
            <a:r>
              <a:rPr sz="1400" spc="195" dirty="0">
                <a:latin typeface="Corbel"/>
                <a:cs typeface="Corbel"/>
              </a:rPr>
              <a:t> </a:t>
            </a:r>
            <a:r>
              <a:rPr sz="1400" dirty="0">
                <a:latin typeface="Corbel"/>
                <a:cs typeface="Corbel"/>
              </a:rPr>
              <a:t>signals</a:t>
            </a:r>
            <a:r>
              <a:rPr sz="1400" spc="185" dirty="0">
                <a:latin typeface="Corbel"/>
                <a:cs typeface="Corbel"/>
              </a:rPr>
              <a:t> </a:t>
            </a:r>
            <a:r>
              <a:rPr sz="1400" dirty="0">
                <a:latin typeface="Corbel"/>
                <a:cs typeface="Corbel"/>
              </a:rPr>
              <a:t>can</a:t>
            </a:r>
            <a:r>
              <a:rPr sz="1400" spc="190" dirty="0">
                <a:latin typeface="Corbel"/>
                <a:cs typeface="Corbel"/>
              </a:rPr>
              <a:t> </a:t>
            </a:r>
            <a:r>
              <a:rPr sz="1400" dirty="0">
                <a:latin typeface="Corbel"/>
                <a:cs typeface="Corbel"/>
              </a:rPr>
              <a:t>be</a:t>
            </a:r>
            <a:r>
              <a:rPr sz="1400" spc="195" dirty="0">
                <a:latin typeface="Corbel"/>
                <a:cs typeface="Corbel"/>
              </a:rPr>
              <a:t> </a:t>
            </a:r>
            <a:r>
              <a:rPr sz="1400" spc="-10" dirty="0">
                <a:latin typeface="Corbel"/>
                <a:cs typeface="Corbel"/>
              </a:rPr>
              <a:t>significantly 	</a:t>
            </a:r>
            <a:r>
              <a:rPr sz="1400" dirty="0">
                <a:latin typeface="Corbel"/>
                <a:cs typeface="Corbel"/>
              </a:rPr>
              <a:t>affected</a:t>
            </a:r>
            <a:r>
              <a:rPr sz="1400" spc="105" dirty="0">
                <a:latin typeface="Corbel"/>
                <a:cs typeface="Corbel"/>
              </a:rPr>
              <a:t> </a:t>
            </a:r>
            <a:r>
              <a:rPr sz="1400" dirty="0">
                <a:latin typeface="Corbel"/>
                <a:cs typeface="Corbel"/>
              </a:rPr>
              <a:t>by</a:t>
            </a:r>
            <a:r>
              <a:rPr sz="1400" spc="110" dirty="0">
                <a:latin typeface="Corbel"/>
                <a:cs typeface="Corbel"/>
              </a:rPr>
              <a:t> </a:t>
            </a:r>
            <a:r>
              <a:rPr sz="1400" dirty="0">
                <a:latin typeface="Corbel"/>
                <a:cs typeface="Corbel"/>
              </a:rPr>
              <a:t>buildings</a:t>
            </a:r>
            <a:r>
              <a:rPr sz="1400" spc="110" dirty="0">
                <a:latin typeface="Corbel"/>
                <a:cs typeface="Corbel"/>
              </a:rPr>
              <a:t> </a:t>
            </a:r>
            <a:r>
              <a:rPr sz="1400" dirty="0">
                <a:latin typeface="Corbel"/>
                <a:cs typeface="Corbel"/>
              </a:rPr>
              <a:t>because</a:t>
            </a:r>
            <a:r>
              <a:rPr sz="1400" spc="110" dirty="0">
                <a:latin typeface="Corbel"/>
                <a:cs typeface="Corbel"/>
              </a:rPr>
              <a:t> </a:t>
            </a:r>
            <a:r>
              <a:rPr sz="1400" dirty="0">
                <a:latin typeface="Corbel"/>
                <a:cs typeface="Corbel"/>
              </a:rPr>
              <a:t>they</a:t>
            </a:r>
            <a:r>
              <a:rPr sz="1400" spc="110" dirty="0">
                <a:latin typeface="Corbel"/>
                <a:cs typeface="Corbel"/>
              </a:rPr>
              <a:t> </a:t>
            </a:r>
            <a:r>
              <a:rPr sz="1400" dirty="0">
                <a:latin typeface="Corbel"/>
                <a:cs typeface="Corbel"/>
              </a:rPr>
              <a:t>can</a:t>
            </a:r>
            <a:r>
              <a:rPr sz="1400" spc="110" dirty="0">
                <a:latin typeface="Corbel"/>
                <a:cs typeface="Corbel"/>
              </a:rPr>
              <a:t> </a:t>
            </a:r>
            <a:r>
              <a:rPr sz="1400" dirty="0">
                <a:latin typeface="Corbel"/>
                <a:cs typeface="Corbel"/>
              </a:rPr>
              <a:t>reflect</a:t>
            </a:r>
            <a:r>
              <a:rPr sz="1400" spc="105" dirty="0">
                <a:latin typeface="Corbel"/>
                <a:cs typeface="Corbel"/>
              </a:rPr>
              <a:t> </a:t>
            </a:r>
            <a:r>
              <a:rPr sz="1400" dirty="0">
                <a:latin typeface="Corbel"/>
                <a:cs typeface="Corbel"/>
              </a:rPr>
              <a:t>or</a:t>
            </a:r>
            <a:r>
              <a:rPr sz="1400" spc="114" dirty="0">
                <a:latin typeface="Corbel"/>
                <a:cs typeface="Corbel"/>
              </a:rPr>
              <a:t> </a:t>
            </a:r>
            <a:r>
              <a:rPr sz="1400" dirty="0">
                <a:latin typeface="Corbel"/>
                <a:cs typeface="Corbel"/>
              </a:rPr>
              <a:t>absorb</a:t>
            </a:r>
            <a:r>
              <a:rPr sz="1400" spc="105" dirty="0">
                <a:latin typeface="Corbel"/>
                <a:cs typeface="Corbel"/>
              </a:rPr>
              <a:t> </a:t>
            </a:r>
            <a:r>
              <a:rPr sz="1400" spc="-10" dirty="0">
                <a:latin typeface="Corbel"/>
                <a:cs typeface="Corbel"/>
              </a:rPr>
              <a:t>radio 	waves.</a:t>
            </a:r>
            <a:endParaRPr sz="1400" dirty="0">
              <a:latin typeface="Corbel"/>
              <a:cs typeface="Corbel"/>
            </a:endParaRPr>
          </a:p>
        </p:txBody>
      </p:sp>
      <p:pic>
        <p:nvPicPr>
          <p:cNvPr id="12" name="object 12"/>
          <p:cNvPicPr/>
          <p:nvPr/>
        </p:nvPicPr>
        <p:blipFill>
          <a:blip r:embed="rId5" cstate="print"/>
          <a:stretch>
            <a:fillRect/>
          </a:stretch>
        </p:blipFill>
        <p:spPr>
          <a:xfrm>
            <a:off x="0" y="6497999"/>
            <a:ext cx="360000"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83479" y="3959352"/>
            <a:ext cx="6778752" cy="1121664"/>
          </a:xfrm>
          <a:prstGeom prst="rect">
            <a:avLst/>
          </a:prstGeom>
        </p:spPr>
      </p:pic>
      <p:sp>
        <p:nvSpPr>
          <p:cNvPr id="3" name="object 3"/>
          <p:cNvSpPr txBox="1"/>
          <p:nvPr/>
        </p:nvSpPr>
        <p:spPr>
          <a:xfrm>
            <a:off x="5283855" y="3838955"/>
            <a:ext cx="6139815" cy="1290320"/>
          </a:xfrm>
          <a:prstGeom prst="rect">
            <a:avLst/>
          </a:prstGeom>
        </p:spPr>
        <p:txBody>
          <a:bodyPr vert="horz" wrap="square" lIns="0" tIns="246379" rIns="0" bIns="0" rtlCol="0">
            <a:spAutoFit/>
          </a:bodyPr>
          <a:lstStyle/>
          <a:p>
            <a:pPr marL="12700">
              <a:lnSpc>
                <a:spcPct val="100000"/>
              </a:lnSpc>
              <a:spcBef>
                <a:spcPts val="1939"/>
              </a:spcBef>
            </a:pPr>
            <a:r>
              <a:rPr sz="4000" dirty="0">
                <a:latin typeface="Corbel"/>
                <a:cs typeface="Corbel"/>
              </a:rPr>
              <a:t>020</a:t>
            </a:r>
            <a:r>
              <a:rPr sz="4000" spc="-85" dirty="0">
                <a:latin typeface="Corbel"/>
                <a:cs typeface="Corbel"/>
              </a:rPr>
              <a:t> </a:t>
            </a:r>
            <a:r>
              <a:rPr sz="4000" dirty="0">
                <a:latin typeface="Corbel"/>
                <a:cs typeface="Corbel"/>
              </a:rPr>
              <a:t>00</a:t>
            </a:r>
            <a:r>
              <a:rPr sz="4000" spc="-75" dirty="0">
                <a:latin typeface="Corbel"/>
                <a:cs typeface="Corbel"/>
              </a:rPr>
              <a:t> </a:t>
            </a:r>
            <a:r>
              <a:rPr sz="4000" dirty="0">
                <a:latin typeface="Corbel"/>
                <a:cs typeface="Corbel"/>
              </a:rPr>
              <a:t>00:</a:t>
            </a:r>
            <a:r>
              <a:rPr sz="4000" spc="-60" dirty="0">
                <a:latin typeface="Corbel"/>
                <a:cs typeface="Corbel"/>
              </a:rPr>
              <a:t> </a:t>
            </a:r>
            <a:r>
              <a:rPr sz="4000" dirty="0">
                <a:latin typeface="Corbel"/>
                <a:cs typeface="Corbel"/>
              </a:rPr>
              <a:t>Principles</a:t>
            </a:r>
            <a:r>
              <a:rPr sz="4000" spc="-75" dirty="0">
                <a:latin typeface="Corbel"/>
                <a:cs typeface="Corbel"/>
              </a:rPr>
              <a:t> </a:t>
            </a:r>
            <a:r>
              <a:rPr sz="4000" dirty="0">
                <a:latin typeface="Corbel"/>
                <a:cs typeface="Corbel"/>
              </a:rPr>
              <a:t>of</a:t>
            </a:r>
            <a:r>
              <a:rPr sz="4000" spc="-60" dirty="0">
                <a:latin typeface="Corbel"/>
                <a:cs typeface="Corbel"/>
              </a:rPr>
              <a:t> </a:t>
            </a:r>
            <a:r>
              <a:rPr sz="4000" spc="-10" dirty="0">
                <a:latin typeface="Corbel"/>
                <a:cs typeface="Corbel"/>
              </a:rPr>
              <a:t>Flight</a:t>
            </a:r>
            <a:endParaRPr sz="4000">
              <a:latin typeface="Corbel"/>
              <a:cs typeface="Corbel"/>
            </a:endParaRPr>
          </a:p>
          <a:p>
            <a:pPr marR="5080" algn="r">
              <a:lnSpc>
                <a:spcPct val="100000"/>
              </a:lnSpc>
              <a:spcBef>
                <a:spcPts val="919"/>
              </a:spcBef>
            </a:pPr>
            <a:r>
              <a:rPr sz="2000" dirty="0">
                <a:latin typeface="Corbel"/>
                <a:cs typeface="Corbel"/>
              </a:rPr>
              <a:t>Module</a:t>
            </a:r>
            <a:r>
              <a:rPr sz="2000" spc="-55" dirty="0">
                <a:latin typeface="Corbel"/>
                <a:cs typeface="Corbel"/>
              </a:rPr>
              <a:t> </a:t>
            </a:r>
            <a:r>
              <a:rPr sz="2000" spc="-50" dirty="0">
                <a:latin typeface="Corbel"/>
                <a:cs typeface="Corbel"/>
              </a:rPr>
              <a:t>2</a:t>
            </a:r>
            <a:endParaRPr sz="2000">
              <a:latin typeface="Corbel"/>
              <a:cs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697095" cy="878205"/>
            <a:chOff x="1417319" y="414527"/>
            <a:chExt cx="4697095" cy="878205"/>
          </a:xfrm>
        </p:grpSpPr>
        <p:pic>
          <p:nvPicPr>
            <p:cNvPr id="4" name="object 4"/>
            <p:cNvPicPr/>
            <p:nvPr/>
          </p:nvPicPr>
          <p:blipFill>
            <a:blip r:embed="rId3" cstate="print"/>
            <a:stretch>
              <a:fillRect/>
            </a:stretch>
          </p:blipFill>
          <p:spPr>
            <a:xfrm>
              <a:off x="1417319" y="414527"/>
              <a:ext cx="3026663" cy="573024"/>
            </a:xfrm>
            <a:prstGeom prst="rect">
              <a:avLst/>
            </a:prstGeom>
          </p:spPr>
        </p:pic>
        <p:pic>
          <p:nvPicPr>
            <p:cNvPr id="5" name="object 5"/>
            <p:cNvPicPr/>
            <p:nvPr/>
          </p:nvPicPr>
          <p:blipFill>
            <a:blip r:embed="rId4" cstate="print"/>
            <a:stretch>
              <a:fillRect/>
            </a:stretch>
          </p:blipFill>
          <p:spPr>
            <a:xfrm>
              <a:off x="1417319" y="719327"/>
              <a:ext cx="4696967"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020</a:t>
            </a:r>
            <a:r>
              <a:rPr b="1" spc="-70" dirty="0">
                <a:latin typeface="Corbel"/>
                <a:cs typeface="Corbel"/>
              </a:rPr>
              <a:t> </a:t>
            </a:r>
            <a:r>
              <a:rPr b="1" dirty="0">
                <a:latin typeface="Corbel"/>
                <a:cs typeface="Corbel"/>
              </a:rPr>
              <a:t>01</a:t>
            </a:r>
            <a:r>
              <a:rPr b="1" spc="-40" dirty="0">
                <a:latin typeface="Corbel"/>
                <a:cs typeface="Corbel"/>
              </a:rPr>
              <a:t> </a:t>
            </a:r>
            <a:r>
              <a:rPr b="1" spc="-10" dirty="0">
                <a:latin typeface="Corbel"/>
                <a:cs typeface="Corbel"/>
              </a:rPr>
              <a:t>00:</a:t>
            </a:r>
            <a:r>
              <a:rPr b="1" spc="-95" dirty="0">
                <a:latin typeface="Corbel"/>
                <a:cs typeface="Corbel"/>
              </a:rPr>
              <a:t> </a:t>
            </a:r>
            <a:r>
              <a:rPr b="1" spc="-10" dirty="0">
                <a:latin typeface="Corbel"/>
                <a:cs typeface="Corbel"/>
              </a:rPr>
              <a:t>Aerodynamics</a:t>
            </a:r>
          </a:p>
          <a:p>
            <a:pPr marL="12700">
              <a:lnSpc>
                <a:spcPct val="100000"/>
              </a:lnSpc>
            </a:pPr>
            <a:r>
              <a:rPr spc="-10" dirty="0"/>
              <a:t>020</a:t>
            </a:r>
            <a:r>
              <a:rPr spc="-35" dirty="0"/>
              <a:t> </a:t>
            </a:r>
            <a:r>
              <a:rPr dirty="0"/>
              <a:t>01</a:t>
            </a:r>
            <a:r>
              <a:rPr spc="-30" dirty="0"/>
              <a:t> </a:t>
            </a:r>
            <a:r>
              <a:rPr dirty="0"/>
              <a:t>01:</a:t>
            </a:r>
            <a:r>
              <a:rPr spc="-35" dirty="0"/>
              <a:t> </a:t>
            </a:r>
            <a:r>
              <a:rPr dirty="0"/>
              <a:t>Identify</a:t>
            </a:r>
            <a:r>
              <a:rPr spc="-30" dirty="0"/>
              <a:t> </a:t>
            </a:r>
            <a:r>
              <a:rPr dirty="0"/>
              <a:t>the</a:t>
            </a:r>
            <a:r>
              <a:rPr spc="-30" dirty="0"/>
              <a:t> </a:t>
            </a:r>
            <a:r>
              <a:rPr dirty="0"/>
              <a:t>four</a:t>
            </a:r>
            <a:r>
              <a:rPr spc="-30" dirty="0"/>
              <a:t> </a:t>
            </a:r>
            <a:r>
              <a:rPr dirty="0"/>
              <a:t>forces</a:t>
            </a:r>
            <a:r>
              <a:rPr spc="-30" dirty="0"/>
              <a:t> </a:t>
            </a:r>
            <a:r>
              <a:rPr dirty="0"/>
              <a:t>of</a:t>
            </a:r>
            <a:r>
              <a:rPr spc="-35" dirty="0"/>
              <a:t> </a:t>
            </a:r>
            <a:r>
              <a:rPr spc="-10" dirty="0"/>
              <a:t>flight</a:t>
            </a:r>
          </a:p>
        </p:txBody>
      </p:sp>
      <p:grpSp>
        <p:nvGrpSpPr>
          <p:cNvPr id="7" name="object 7"/>
          <p:cNvGrpSpPr/>
          <p:nvPr/>
        </p:nvGrpSpPr>
        <p:grpSpPr>
          <a:xfrm>
            <a:off x="1873174" y="2662052"/>
            <a:ext cx="3084195" cy="2250440"/>
            <a:chOff x="1873174" y="2662052"/>
            <a:chExt cx="3084195" cy="2250440"/>
          </a:xfrm>
        </p:grpSpPr>
        <p:pic>
          <p:nvPicPr>
            <p:cNvPr id="8" name="object 8"/>
            <p:cNvPicPr/>
            <p:nvPr/>
          </p:nvPicPr>
          <p:blipFill>
            <a:blip r:embed="rId5" cstate="print"/>
            <a:stretch>
              <a:fillRect/>
            </a:stretch>
          </p:blipFill>
          <p:spPr>
            <a:xfrm>
              <a:off x="1873174" y="2662052"/>
              <a:ext cx="3083691" cy="2013226"/>
            </a:xfrm>
            <a:prstGeom prst="rect">
              <a:avLst/>
            </a:prstGeom>
          </p:spPr>
        </p:pic>
        <p:pic>
          <p:nvPicPr>
            <p:cNvPr id="9" name="object 9"/>
            <p:cNvPicPr/>
            <p:nvPr/>
          </p:nvPicPr>
          <p:blipFill>
            <a:blip r:embed="rId6" cstate="print"/>
            <a:stretch>
              <a:fillRect/>
            </a:stretch>
          </p:blipFill>
          <p:spPr>
            <a:xfrm>
              <a:off x="2821939" y="4173489"/>
              <a:ext cx="594956" cy="738418"/>
            </a:xfrm>
            <a:prstGeom prst="rect">
              <a:avLst/>
            </a:prstGeom>
          </p:spPr>
        </p:pic>
      </p:grpSp>
      <p:sp>
        <p:nvSpPr>
          <p:cNvPr id="10" name="object 10"/>
          <p:cNvSpPr txBox="1"/>
          <p:nvPr/>
        </p:nvSpPr>
        <p:spPr>
          <a:xfrm>
            <a:off x="6174740" y="1285747"/>
            <a:ext cx="4856480" cy="1394460"/>
          </a:xfrm>
          <a:prstGeom prst="rect">
            <a:avLst/>
          </a:prstGeom>
        </p:spPr>
        <p:txBody>
          <a:bodyPr vert="horz" wrap="square" lIns="0" tIns="13335" rIns="0" bIns="0" rtlCol="0">
            <a:spAutoFit/>
          </a:bodyPr>
          <a:lstStyle/>
          <a:p>
            <a:pPr marL="12700" marR="5080" algn="just">
              <a:lnSpc>
                <a:spcPct val="99700"/>
              </a:lnSpc>
              <a:spcBef>
                <a:spcPts val="105"/>
              </a:spcBef>
            </a:pPr>
            <a:r>
              <a:rPr sz="1800" dirty="0">
                <a:latin typeface="Corbel"/>
                <a:cs typeface="Corbel"/>
              </a:rPr>
              <a:t>1.</a:t>
            </a:r>
            <a:r>
              <a:rPr sz="1800" spc="150" dirty="0">
                <a:latin typeface="Corbel"/>
                <a:cs typeface="Corbel"/>
              </a:rPr>
              <a:t> </a:t>
            </a:r>
            <a:r>
              <a:rPr sz="1800" b="1" u="sng" dirty="0">
                <a:uFill>
                  <a:solidFill>
                    <a:srgbClr val="000000"/>
                  </a:solidFill>
                </a:uFill>
                <a:latin typeface="Corbel"/>
                <a:cs typeface="Corbel"/>
              </a:rPr>
              <a:t>Weight</a:t>
            </a:r>
            <a:r>
              <a:rPr sz="1800" b="1" spc="165" dirty="0">
                <a:latin typeface="Corbel"/>
                <a:cs typeface="Corbel"/>
              </a:rPr>
              <a:t> </a:t>
            </a:r>
            <a:r>
              <a:rPr sz="1800" dirty="0">
                <a:latin typeface="Corbel"/>
                <a:cs typeface="Corbel"/>
              </a:rPr>
              <a:t>the</a:t>
            </a:r>
            <a:r>
              <a:rPr sz="1800" spc="170" dirty="0">
                <a:latin typeface="Corbel"/>
                <a:cs typeface="Corbel"/>
              </a:rPr>
              <a:t> </a:t>
            </a:r>
            <a:r>
              <a:rPr sz="1800" dirty="0">
                <a:latin typeface="Corbel"/>
                <a:cs typeface="Corbel"/>
              </a:rPr>
              <a:t>combined</a:t>
            </a:r>
            <a:r>
              <a:rPr sz="1800" spc="160" dirty="0">
                <a:latin typeface="Corbel"/>
                <a:cs typeface="Corbel"/>
              </a:rPr>
              <a:t> </a:t>
            </a:r>
            <a:r>
              <a:rPr sz="1800" dirty="0">
                <a:latin typeface="Corbel"/>
                <a:cs typeface="Corbel"/>
              </a:rPr>
              <a:t>load</a:t>
            </a:r>
            <a:r>
              <a:rPr sz="1800" spc="165" dirty="0">
                <a:latin typeface="Corbel"/>
                <a:cs typeface="Corbel"/>
              </a:rPr>
              <a:t> </a:t>
            </a:r>
            <a:r>
              <a:rPr sz="1800" dirty="0">
                <a:latin typeface="Corbel"/>
                <a:cs typeface="Corbel"/>
              </a:rPr>
              <a:t>of</a:t>
            </a:r>
            <a:r>
              <a:rPr sz="1800" spc="170" dirty="0">
                <a:latin typeface="Corbel"/>
                <a:cs typeface="Corbel"/>
              </a:rPr>
              <a:t> </a:t>
            </a:r>
            <a:r>
              <a:rPr sz="1800" dirty="0">
                <a:latin typeface="Corbel"/>
                <a:cs typeface="Corbel"/>
              </a:rPr>
              <a:t>the</a:t>
            </a:r>
            <a:r>
              <a:rPr sz="1800" spc="170" dirty="0">
                <a:latin typeface="Corbel"/>
                <a:cs typeface="Corbel"/>
              </a:rPr>
              <a:t> </a:t>
            </a:r>
            <a:r>
              <a:rPr sz="1800" dirty="0">
                <a:latin typeface="Corbel"/>
                <a:cs typeface="Corbel"/>
              </a:rPr>
              <a:t>aircraft</a:t>
            </a:r>
            <a:r>
              <a:rPr sz="1800" spc="170" dirty="0">
                <a:latin typeface="Corbel"/>
                <a:cs typeface="Corbel"/>
              </a:rPr>
              <a:t> </a:t>
            </a:r>
            <a:r>
              <a:rPr sz="1800" spc="-10" dirty="0">
                <a:latin typeface="Corbel"/>
                <a:cs typeface="Corbel"/>
              </a:rPr>
              <a:t>itself. </a:t>
            </a:r>
            <a:r>
              <a:rPr sz="1800" dirty="0">
                <a:latin typeface="Corbel"/>
                <a:cs typeface="Corbel"/>
              </a:rPr>
              <a:t>Weight</a:t>
            </a:r>
            <a:r>
              <a:rPr sz="1800" spc="160" dirty="0">
                <a:latin typeface="Corbel"/>
                <a:cs typeface="Corbel"/>
              </a:rPr>
              <a:t> </a:t>
            </a:r>
            <a:r>
              <a:rPr sz="1800" dirty="0">
                <a:latin typeface="Corbel"/>
                <a:cs typeface="Corbel"/>
              </a:rPr>
              <a:t>is</a:t>
            </a:r>
            <a:r>
              <a:rPr sz="1800" spc="160" dirty="0">
                <a:latin typeface="Corbel"/>
                <a:cs typeface="Corbel"/>
              </a:rPr>
              <a:t> </a:t>
            </a:r>
            <a:r>
              <a:rPr sz="1800" dirty="0">
                <a:latin typeface="Corbel"/>
                <a:cs typeface="Corbel"/>
              </a:rPr>
              <a:t>a</a:t>
            </a:r>
            <a:r>
              <a:rPr sz="1800" spc="170" dirty="0">
                <a:latin typeface="Corbel"/>
                <a:cs typeface="Corbel"/>
              </a:rPr>
              <a:t> </a:t>
            </a:r>
            <a:r>
              <a:rPr sz="1800" dirty="0">
                <a:latin typeface="Corbel"/>
                <a:cs typeface="Corbel"/>
              </a:rPr>
              <a:t>force</a:t>
            </a:r>
            <a:r>
              <a:rPr sz="1800" spc="165" dirty="0">
                <a:latin typeface="Corbel"/>
                <a:cs typeface="Corbel"/>
              </a:rPr>
              <a:t> </a:t>
            </a:r>
            <a:r>
              <a:rPr sz="1800" dirty="0">
                <a:latin typeface="Corbel"/>
                <a:cs typeface="Corbel"/>
              </a:rPr>
              <a:t>that</a:t>
            </a:r>
            <a:r>
              <a:rPr sz="1800" spc="160" dirty="0">
                <a:latin typeface="Corbel"/>
                <a:cs typeface="Corbel"/>
              </a:rPr>
              <a:t> </a:t>
            </a:r>
            <a:r>
              <a:rPr sz="1800" dirty="0">
                <a:latin typeface="Corbel"/>
                <a:cs typeface="Corbel"/>
              </a:rPr>
              <a:t>pulls</a:t>
            </a:r>
            <a:r>
              <a:rPr sz="1800" spc="165" dirty="0">
                <a:latin typeface="Corbel"/>
                <a:cs typeface="Corbel"/>
              </a:rPr>
              <a:t> </a:t>
            </a:r>
            <a:r>
              <a:rPr sz="1800" dirty="0">
                <a:latin typeface="Corbel"/>
                <a:cs typeface="Corbel"/>
              </a:rPr>
              <a:t>the</a:t>
            </a:r>
            <a:r>
              <a:rPr sz="1800" spc="165" dirty="0">
                <a:latin typeface="Corbel"/>
                <a:cs typeface="Corbel"/>
              </a:rPr>
              <a:t> </a:t>
            </a:r>
            <a:r>
              <a:rPr sz="1800" dirty="0">
                <a:latin typeface="Corbel"/>
                <a:cs typeface="Corbel"/>
              </a:rPr>
              <a:t>aircraft</a:t>
            </a:r>
            <a:r>
              <a:rPr sz="1800" spc="170" dirty="0">
                <a:latin typeface="Corbel"/>
                <a:cs typeface="Corbel"/>
              </a:rPr>
              <a:t> </a:t>
            </a:r>
            <a:r>
              <a:rPr sz="1800" spc="-10" dirty="0">
                <a:latin typeface="Corbel"/>
                <a:cs typeface="Corbel"/>
              </a:rPr>
              <a:t>downward </a:t>
            </a:r>
            <a:r>
              <a:rPr sz="1800" dirty="0">
                <a:latin typeface="Corbel"/>
                <a:cs typeface="Corbel"/>
              </a:rPr>
              <a:t>because</a:t>
            </a:r>
            <a:r>
              <a:rPr sz="1800" spc="150" dirty="0">
                <a:latin typeface="Corbel"/>
                <a:cs typeface="Corbel"/>
              </a:rPr>
              <a:t> </a:t>
            </a:r>
            <a:r>
              <a:rPr sz="1800" dirty="0">
                <a:latin typeface="Corbel"/>
                <a:cs typeface="Corbel"/>
              </a:rPr>
              <a:t>of</a:t>
            </a:r>
            <a:r>
              <a:rPr sz="1800" spc="145" dirty="0">
                <a:latin typeface="Corbel"/>
                <a:cs typeface="Corbel"/>
              </a:rPr>
              <a:t> </a:t>
            </a:r>
            <a:r>
              <a:rPr sz="1800" dirty="0">
                <a:latin typeface="Corbel"/>
                <a:cs typeface="Corbel"/>
              </a:rPr>
              <a:t>the</a:t>
            </a:r>
            <a:r>
              <a:rPr sz="1800" spc="155" dirty="0">
                <a:latin typeface="Corbel"/>
                <a:cs typeface="Corbel"/>
              </a:rPr>
              <a:t> </a:t>
            </a:r>
            <a:r>
              <a:rPr sz="1800" dirty="0">
                <a:latin typeface="Corbel"/>
                <a:cs typeface="Corbel"/>
              </a:rPr>
              <a:t>force</a:t>
            </a:r>
            <a:r>
              <a:rPr sz="1800" spc="150" dirty="0">
                <a:latin typeface="Corbel"/>
                <a:cs typeface="Corbel"/>
              </a:rPr>
              <a:t> </a:t>
            </a:r>
            <a:r>
              <a:rPr sz="1800" dirty="0">
                <a:latin typeface="Corbel"/>
                <a:cs typeface="Corbel"/>
              </a:rPr>
              <a:t>of</a:t>
            </a:r>
            <a:r>
              <a:rPr sz="1800" spc="145" dirty="0">
                <a:latin typeface="Corbel"/>
                <a:cs typeface="Corbel"/>
              </a:rPr>
              <a:t> </a:t>
            </a:r>
            <a:r>
              <a:rPr sz="1800" dirty="0">
                <a:latin typeface="Corbel"/>
                <a:cs typeface="Corbel"/>
              </a:rPr>
              <a:t>gravity.</a:t>
            </a:r>
            <a:r>
              <a:rPr sz="1800" spc="150" dirty="0">
                <a:latin typeface="Corbel"/>
                <a:cs typeface="Corbel"/>
              </a:rPr>
              <a:t> </a:t>
            </a:r>
            <a:r>
              <a:rPr sz="1800" dirty="0">
                <a:latin typeface="Corbel"/>
                <a:cs typeface="Corbel"/>
              </a:rPr>
              <a:t>It</a:t>
            </a:r>
            <a:r>
              <a:rPr sz="1800" spc="145" dirty="0">
                <a:latin typeface="Corbel"/>
                <a:cs typeface="Corbel"/>
              </a:rPr>
              <a:t> </a:t>
            </a:r>
            <a:r>
              <a:rPr sz="1800" dirty="0">
                <a:latin typeface="Corbel"/>
                <a:cs typeface="Corbel"/>
              </a:rPr>
              <a:t>opposes</a:t>
            </a:r>
            <a:r>
              <a:rPr sz="1800" spc="145" dirty="0">
                <a:latin typeface="Corbel"/>
                <a:cs typeface="Corbel"/>
              </a:rPr>
              <a:t> </a:t>
            </a:r>
            <a:r>
              <a:rPr sz="1800" dirty="0">
                <a:latin typeface="Corbel"/>
                <a:cs typeface="Corbel"/>
              </a:rPr>
              <a:t>lift</a:t>
            </a:r>
            <a:r>
              <a:rPr sz="1800" spc="150" dirty="0">
                <a:latin typeface="Corbel"/>
                <a:cs typeface="Corbel"/>
              </a:rPr>
              <a:t> </a:t>
            </a:r>
            <a:r>
              <a:rPr sz="1800" spc="-25" dirty="0">
                <a:latin typeface="Corbel"/>
                <a:cs typeface="Corbel"/>
              </a:rPr>
              <a:t>and </a:t>
            </a:r>
            <a:r>
              <a:rPr sz="1800" dirty="0">
                <a:latin typeface="Corbel"/>
                <a:cs typeface="Corbel"/>
              </a:rPr>
              <a:t>acts</a:t>
            </a:r>
            <a:r>
              <a:rPr sz="1800" spc="160" dirty="0">
                <a:latin typeface="Corbel"/>
                <a:cs typeface="Corbel"/>
              </a:rPr>
              <a:t>  </a:t>
            </a:r>
            <a:r>
              <a:rPr sz="1800" dirty="0">
                <a:latin typeface="Corbel"/>
                <a:cs typeface="Corbel"/>
              </a:rPr>
              <a:t>vertically</a:t>
            </a:r>
            <a:r>
              <a:rPr sz="1800" spc="165" dirty="0">
                <a:latin typeface="Corbel"/>
                <a:cs typeface="Corbel"/>
              </a:rPr>
              <a:t>  </a:t>
            </a:r>
            <a:r>
              <a:rPr sz="1800" dirty="0">
                <a:latin typeface="Corbel"/>
                <a:cs typeface="Corbel"/>
              </a:rPr>
              <a:t>downward</a:t>
            </a:r>
            <a:r>
              <a:rPr sz="1800" spc="160" dirty="0">
                <a:latin typeface="Corbel"/>
                <a:cs typeface="Corbel"/>
              </a:rPr>
              <a:t>  </a:t>
            </a:r>
            <a:r>
              <a:rPr sz="1800" dirty="0">
                <a:latin typeface="Corbel"/>
                <a:cs typeface="Corbel"/>
              </a:rPr>
              <a:t>through</a:t>
            </a:r>
            <a:r>
              <a:rPr sz="1800" spc="165" dirty="0">
                <a:latin typeface="Corbel"/>
                <a:cs typeface="Corbel"/>
              </a:rPr>
              <a:t>  </a:t>
            </a:r>
            <a:r>
              <a:rPr sz="1800" dirty="0">
                <a:latin typeface="Corbel"/>
                <a:cs typeface="Corbel"/>
              </a:rPr>
              <a:t>the</a:t>
            </a:r>
            <a:r>
              <a:rPr sz="1800" spc="165" dirty="0">
                <a:latin typeface="Corbel"/>
                <a:cs typeface="Corbel"/>
              </a:rPr>
              <a:t>  </a:t>
            </a:r>
            <a:r>
              <a:rPr sz="1800" spc="-10" dirty="0">
                <a:latin typeface="Corbel"/>
                <a:cs typeface="Corbel"/>
              </a:rPr>
              <a:t>aircraft’s </a:t>
            </a:r>
            <a:r>
              <a:rPr sz="1800" dirty="0">
                <a:latin typeface="Corbel"/>
                <a:cs typeface="Corbel"/>
              </a:rPr>
              <a:t>center</a:t>
            </a:r>
            <a:r>
              <a:rPr sz="1800" spc="-35"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gravity</a:t>
            </a:r>
            <a:r>
              <a:rPr sz="1800" spc="-30" dirty="0">
                <a:latin typeface="Corbel"/>
                <a:cs typeface="Corbel"/>
              </a:rPr>
              <a:t> </a:t>
            </a:r>
            <a:r>
              <a:rPr sz="1800" spc="-20" dirty="0">
                <a:latin typeface="Corbel"/>
                <a:cs typeface="Corbel"/>
              </a:rPr>
              <a:t>(CG).</a:t>
            </a:r>
            <a:endParaRPr sz="1800" dirty="0">
              <a:latin typeface="Corbel"/>
              <a:cs typeface="Corbel"/>
            </a:endParaRPr>
          </a:p>
        </p:txBody>
      </p:sp>
      <p:sp>
        <p:nvSpPr>
          <p:cNvPr id="11" name="object 11"/>
          <p:cNvSpPr txBox="1"/>
          <p:nvPr/>
        </p:nvSpPr>
        <p:spPr>
          <a:xfrm>
            <a:off x="6174740" y="2785364"/>
            <a:ext cx="4857115" cy="3311525"/>
          </a:xfrm>
          <a:prstGeom prst="rect">
            <a:avLst/>
          </a:prstGeom>
        </p:spPr>
        <p:txBody>
          <a:bodyPr vert="horz" wrap="square" lIns="0" tIns="11430" rIns="0" bIns="0" rtlCol="0">
            <a:spAutoFit/>
          </a:bodyPr>
          <a:lstStyle/>
          <a:p>
            <a:pPr marL="12700" marR="5080" indent="255270" algn="just">
              <a:lnSpc>
                <a:spcPct val="100400"/>
              </a:lnSpc>
              <a:spcBef>
                <a:spcPts val="90"/>
              </a:spcBef>
              <a:buFont typeface="Corbel"/>
              <a:buAutoNum type="arabicPeriod" startAt="2"/>
              <a:tabLst>
                <a:tab pos="267970" algn="l"/>
              </a:tabLst>
            </a:pPr>
            <a:r>
              <a:rPr sz="1800" b="1" u="sng" dirty="0">
                <a:uFill>
                  <a:solidFill>
                    <a:srgbClr val="000000"/>
                  </a:solidFill>
                </a:uFill>
                <a:latin typeface="Corbel"/>
                <a:cs typeface="Corbel"/>
              </a:rPr>
              <a:t>Lift</a:t>
            </a:r>
            <a:r>
              <a:rPr sz="1800" b="1" spc="215" dirty="0">
                <a:latin typeface="Corbel"/>
                <a:cs typeface="Corbel"/>
              </a:rPr>
              <a:t> </a:t>
            </a:r>
            <a:r>
              <a:rPr sz="1800" dirty="0">
                <a:latin typeface="Corbel"/>
                <a:cs typeface="Corbel"/>
              </a:rPr>
              <a:t>is</a:t>
            </a:r>
            <a:r>
              <a:rPr sz="1800" spc="229" dirty="0">
                <a:latin typeface="Corbel"/>
                <a:cs typeface="Corbel"/>
              </a:rPr>
              <a:t> </a:t>
            </a:r>
            <a:r>
              <a:rPr sz="1800" dirty="0">
                <a:latin typeface="Corbel"/>
                <a:cs typeface="Corbel"/>
              </a:rPr>
              <a:t>a</a:t>
            </a:r>
            <a:r>
              <a:rPr sz="1800" spc="235" dirty="0">
                <a:latin typeface="Corbel"/>
                <a:cs typeface="Corbel"/>
              </a:rPr>
              <a:t> </a:t>
            </a:r>
            <a:r>
              <a:rPr sz="1800" dirty="0">
                <a:latin typeface="Corbel"/>
                <a:cs typeface="Corbel"/>
              </a:rPr>
              <a:t>force</a:t>
            </a:r>
            <a:r>
              <a:rPr sz="1800" spc="235" dirty="0">
                <a:latin typeface="Corbel"/>
                <a:cs typeface="Corbel"/>
              </a:rPr>
              <a:t> </a:t>
            </a:r>
            <a:r>
              <a:rPr sz="1800" dirty="0">
                <a:latin typeface="Corbel"/>
                <a:cs typeface="Corbel"/>
              </a:rPr>
              <a:t>that</a:t>
            </a:r>
            <a:r>
              <a:rPr sz="1800" spc="229" dirty="0">
                <a:latin typeface="Corbel"/>
                <a:cs typeface="Corbel"/>
              </a:rPr>
              <a:t> </a:t>
            </a:r>
            <a:r>
              <a:rPr sz="1800" dirty="0">
                <a:latin typeface="Corbel"/>
                <a:cs typeface="Corbel"/>
              </a:rPr>
              <a:t>is</a:t>
            </a:r>
            <a:r>
              <a:rPr sz="1800" spc="229" dirty="0">
                <a:latin typeface="Corbel"/>
                <a:cs typeface="Corbel"/>
              </a:rPr>
              <a:t> </a:t>
            </a:r>
            <a:r>
              <a:rPr sz="1800" dirty="0">
                <a:latin typeface="Corbel"/>
                <a:cs typeface="Corbel"/>
              </a:rPr>
              <a:t>produced</a:t>
            </a:r>
            <a:r>
              <a:rPr sz="1800" spc="229" dirty="0">
                <a:latin typeface="Corbel"/>
                <a:cs typeface="Corbel"/>
              </a:rPr>
              <a:t> </a:t>
            </a:r>
            <a:r>
              <a:rPr sz="1800" dirty="0">
                <a:latin typeface="Corbel"/>
                <a:cs typeface="Corbel"/>
              </a:rPr>
              <a:t>by</a:t>
            </a:r>
            <a:r>
              <a:rPr sz="1800" spc="229" dirty="0">
                <a:latin typeface="Corbel"/>
                <a:cs typeface="Corbel"/>
              </a:rPr>
              <a:t> </a:t>
            </a:r>
            <a:r>
              <a:rPr sz="1800" dirty="0">
                <a:latin typeface="Corbel"/>
                <a:cs typeface="Corbel"/>
              </a:rPr>
              <a:t>the</a:t>
            </a:r>
            <a:r>
              <a:rPr sz="1800" spc="235" dirty="0">
                <a:latin typeface="Corbel"/>
                <a:cs typeface="Corbel"/>
              </a:rPr>
              <a:t> </a:t>
            </a:r>
            <a:r>
              <a:rPr sz="1800" spc="-10" dirty="0">
                <a:latin typeface="Corbel"/>
                <a:cs typeface="Corbel"/>
              </a:rPr>
              <a:t>dynamic </a:t>
            </a:r>
            <a:r>
              <a:rPr sz="1800" dirty="0">
                <a:latin typeface="Corbel"/>
                <a:cs typeface="Corbel"/>
              </a:rPr>
              <a:t>effect</a:t>
            </a:r>
            <a:r>
              <a:rPr sz="1800" spc="80" dirty="0">
                <a:latin typeface="Corbel"/>
                <a:cs typeface="Corbel"/>
              </a:rPr>
              <a:t>  </a:t>
            </a:r>
            <a:r>
              <a:rPr sz="1800" dirty="0">
                <a:latin typeface="Corbel"/>
                <a:cs typeface="Corbel"/>
              </a:rPr>
              <a:t>of</a:t>
            </a:r>
            <a:r>
              <a:rPr sz="1800" spc="80" dirty="0">
                <a:latin typeface="Corbel"/>
                <a:cs typeface="Corbel"/>
              </a:rPr>
              <a:t>  </a:t>
            </a:r>
            <a:r>
              <a:rPr sz="1800" dirty="0">
                <a:latin typeface="Corbel"/>
                <a:cs typeface="Corbel"/>
              </a:rPr>
              <a:t>the</a:t>
            </a:r>
            <a:r>
              <a:rPr sz="1800" spc="80" dirty="0">
                <a:latin typeface="Corbel"/>
                <a:cs typeface="Corbel"/>
              </a:rPr>
              <a:t>  </a:t>
            </a:r>
            <a:r>
              <a:rPr sz="1800" dirty="0">
                <a:latin typeface="Corbel"/>
                <a:cs typeface="Corbel"/>
              </a:rPr>
              <a:t>air</a:t>
            </a:r>
            <a:r>
              <a:rPr sz="1800" spc="80" dirty="0">
                <a:latin typeface="Corbel"/>
                <a:cs typeface="Corbel"/>
              </a:rPr>
              <a:t>  </a:t>
            </a:r>
            <a:r>
              <a:rPr sz="1800" dirty="0">
                <a:latin typeface="Corbel"/>
                <a:cs typeface="Corbel"/>
              </a:rPr>
              <a:t>acting</a:t>
            </a:r>
            <a:r>
              <a:rPr sz="1800" spc="75" dirty="0">
                <a:latin typeface="Corbel"/>
                <a:cs typeface="Corbel"/>
              </a:rPr>
              <a:t>  </a:t>
            </a:r>
            <a:r>
              <a:rPr sz="1800" dirty="0">
                <a:latin typeface="Corbel"/>
                <a:cs typeface="Corbel"/>
              </a:rPr>
              <a:t>on</a:t>
            </a:r>
            <a:r>
              <a:rPr sz="1800" spc="80" dirty="0">
                <a:latin typeface="Corbel"/>
                <a:cs typeface="Corbel"/>
              </a:rPr>
              <a:t>  </a:t>
            </a:r>
            <a:r>
              <a:rPr sz="1800" dirty="0">
                <a:latin typeface="Corbel"/>
                <a:cs typeface="Corbel"/>
              </a:rPr>
              <a:t>the</a:t>
            </a:r>
            <a:r>
              <a:rPr sz="1800" spc="80" dirty="0">
                <a:latin typeface="Corbel"/>
                <a:cs typeface="Corbel"/>
              </a:rPr>
              <a:t>  </a:t>
            </a:r>
            <a:r>
              <a:rPr sz="1800" dirty="0">
                <a:latin typeface="Corbel"/>
                <a:cs typeface="Corbel"/>
              </a:rPr>
              <a:t>airfoil,</a:t>
            </a:r>
            <a:r>
              <a:rPr sz="1800" spc="80" dirty="0">
                <a:latin typeface="Corbel"/>
                <a:cs typeface="Corbel"/>
              </a:rPr>
              <a:t>  </a:t>
            </a:r>
            <a:r>
              <a:rPr sz="1800" dirty="0">
                <a:latin typeface="Corbel"/>
                <a:cs typeface="Corbel"/>
              </a:rPr>
              <a:t>and</a:t>
            </a:r>
            <a:r>
              <a:rPr sz="1800" spc="80" dirty="0">
                <a:latin typeface="Corbel"/>
                <a:cs typeface="Corbel"/>
              </a:rPr>
              <a:t>  </a:t>
            </a:r>
            <a:r>
              <a:rPr sz="1800" spc="-20" dirty="0">
                <a:latin typeface="Corbel"/>
                <a:cs typeface="Corbel"/>
              </a:rPr>
              <a:t>acts </a:t>
            </a:r>
            <a:r>
              <a:rPr sz="1800" dirty="0">
                <a:latin typeface="Corbel"/>
                <a:cs typeface="Corbel"/>
              </a:rPr>
              <a:t>perpendicular</a:t>
            </a:r>
            <a:r>
              <a:rPr sz="1800" spc="45" dirty="0">
                <a:latin typeface="Corbel"/>
                <a:cs typeface="Corbel"/>
              </a:rPr>
              <a:t> </a:t>
            </a:r>
            <a:r>
              <a:rPr sz="1800" dirty="0">
                <a:latin typeface="Corbel"/>
                <a:cs typeface="Corbel"/>
              </a:rPr>
              <a:t>to</a:t>
            </a:r>
            <a:r>
              <a:rPr sz="1800" spc="50" dirty="0">
                <a:latin typeface="Corbel"/>
                <a:cs typeface="Corbel"/>
              </a:rPr>
              <a:t> </a:t>
            </a:r>
            <a:r>
              <a:rPr sz="1800" dirty="0">
                <a:latin typeface="Corbel"/>
                <a:cs typeface="Corbel"/>
              </a:rPr>
              <a:t>the</a:t>
            </a:r>
            <a:r>
              <a:rPr sz="1800" spc="50" dirty="0">
                <a:latin typeface="Corbel"/>
                <a:cs typeface="Corbel"/>
              </a:rPr>
              <a:t> </a:t>
            </a:r>
            <a:r>
              <a:rPr sz="1800" dirty="0">
                <a:latin typeface="Corbel"/>
                <a:cs typeface="Corbel"/>
              </a:rPr>
              <a:t>flight</a:t>
            </a:r>
            <a:r>
              <a:rPr sz="1800" spc="45" dirty="0">
                <a:latin typeface="Corbel"/>
                <a:cs typeface="Corbel"/>
              </a:rPr>
              <a:t> </a:t>
            </a:r>
            <a:r>
              <a:rPr sz="1800" dirty="0">
                <a:latin typeface="Corbel"/>
                <a:cs typeface="Corbel"/>
              </a:rPr>
              <a:t>path</a:t>
            </a:r>
            <a:r>
              <a:rPr sz="1800" spc="50" dirty="0">
                <a:latin typeface="Corbel"/>
                <a:cs typeface="Corbel"/>
              </a:rPr>
              <a:t> </a:t>
            </a:r>
            <a:r>
              <a:rPr sz="1800" dirty="0">
                <a:latin typeface="Corbel"/>
                <a:cs typeface="Corbel"/>
              </a:rPr>
              <a:t>through</a:t>
            </a:r>
            <a:r>
              <a:rPr sz="1800" spc="45" dirty="0">
                <a:latin typeface="Corbel"/>
                <a:cs typeface="Corbel"/>
              </a:rPr>
              <a:t> </a:t>
            </a:r>
            <a:r>
              <a:rPr sz="1800" dirty="0">
                <a:latin typeface="Corbel"/>
                <a:cs typeface="Corbel"/>
              </a:rPr>
              <a:t>the</a:t>
            </a:r>
            <a:r>
              <a:rPr sz="1800" spc="50" dirty="0">
                <a:latin typeface="Corbel"/>
                <a:cs typeface="Corbel"/>
              </a:rPr>
              <a:t> </a:t>
            </a:r>
            <a:r>
              <a:rPr sz="1800" spc="-10" dirty="0">
                <a:latin typeface="Corbel"/>
                <a:cs typeface="Corbel"/>
              </a:rPr>
              <a:t>center </a:t>
            </a:r>
            <a:r>
              <a:rPr sz="1800" dirty="0">
                <a:latin typeface="Corbel"/>
                <a:cs typeface="Corbel"/>
              </a:rPr>
              <a:t>of</a:t>
            </a:r>
            <a:r>
              <a:rPr sz="1800" spc="-20" dirty="0">
                <a:latin typeface="Corbel"/>
                <a:cs typeface="Corbel"/>
              </a:rPr>
              <a:t> </a:t>
            </a:r>
            <a:r>
              <a:rPr sz="1800" dirty="0">
                <a:latin typeface="Corbel"/>
                <a:cs typeface="Corbel"/>
              </a:rPr>
              <a:t>lift</a:t>
            </a:r>
            <a:r>
              <a:rPr sz="1800" spc="-15" dirty="0">
                <a:latin typeface="Corbel"/>
                <a:cs typeface="Corbel"/>
              </a:rPr>
              <a:t> </a:t>
            </a:r>
            <a:r>
              <a:rPr sz="1800" spc="-20" dirty="0">
                <a:latin typeface="Corbel"/>
                <a:cs typeface="Corbel"/>
              </a:rPr>
              <a:t>(CL).</a:t>
            </a:r>
            <a:endParaRPr sz="1800" dirty="0">
              <a:latin typeface="Corbel"/>
              <a:cs typeface="Corbel"/>
            </a:endParaRPr>
          </a:p>
          <a:p>
            <a:pPr marL="12700" marR="6350" indent="310515" algn="just">
              <a:lnSpc>
                <a:spcPts val="2110"/>
              </a:lnSpc>
              <a:spcBef>
                <a:spcPts val="1145"/>
              </a:spcBef>
              <a:buFont typeface="Corbel"/>
              <a:buAutoNum type="arabicPeriod" startAt="2"/>
              <a:tabLst>
                <a:tab pos="323215" algn="l"/>
              </a:tabLst>
            </a:pPr>
            <a:r>
              <a:rPr sz="1800" b="1" u="sng" dirty="0">
                <a:uFill>
                  <a:solidFill>
                    <a:srgbClr val="000000"/>
                  </a:solidFill>
                </a:uFill>
                <a:latin typeface="Corbel"/>
                <a:cs typeface="Corbel"/>
              </a:rPr>
              <a:t>Thrust</a:t>
            </a:r>
            <a:r>
              <a:rPr sz="1800" b="1" spc="190" dirty="0">
                <a:latin typeface="Corbel"/>
                <a:cs typeface="Corbel"/>
              </a:rPr>
              <a:t>  </a:t>
            </a:r>
            <a:r>
              <a:rPr sz="1800" dirty="0">
                <a:latin typeface="Corbel"/>
                <a:cs typeface="Corbel"/>
              </a:rPr>
              <a:t>the</a:t>
            </a:r>
            <a:r>
              <a:rPr sz="1800" spc="204" dirty="0">
                <a:latin typeface="Corbel"/>
                <a:cs typeface="Corbel"/>
              </a:rPr>
              <a:t>  </a:t>
            </a:r>
            <a:r>
              <a:rPr sz="1800" dirty="0">
                <a:latin typeface="Corbel"/>
                <a:cs typeface="Corbel"/>
              </a:rPr>
              <a:t>forward</a:t>
            </a:r>
            <a:r>
              <a:rPr sz="1800" spc="195" dirty="0">
                <a:latin typeface="Corbel"/>
                <a:cs typeface="Corbel"/>
              </a:rPr>
              <a:t>  </a:t>
            </a:r>
            <a:r>
              <a:rPr sz="1800" dirty="0">
                <a:latin typeface="Corbel"/>
                <a:cs typeface="Corbel"/>
              </a:rPr>
              <a:t>force</a:t>
            </a:r>
            <a:r>
              <a:rPr sz="1800" spc="204" dirty="0">
                <a:latin typeface="Corbel"/>
                <a:cs typeface="Corbel"/>
              </a:rPr>
              <a:t>  </a:t>
            </a:r>
            <a:r>
              <a:rPr sz="1800" dirty="0">
                <a:latin typeface="Corbel"/>
                <a:cs typeface="Corbel"/>
              </a:rPr>
              <a:t>produced</a:t>
            </a:r>
            <a:r>
              <a:rPr sz="1800" spc="200" dirty="0">
                <a:latin typeface="Corbel"/>
                <a:cs typeface="Corbel"/>
              </a:rPr>
              <a:t>  </a:t>
            </a:r>
            <a:r>
              <a:rPr sz="1800" dirty="0">
                <a:latin typeface="Corbel"/>
                <a:cs typeface="Corbel"/>
              </a:rPr>
              <a:t>by</a:t>
            </a:r>
            <a:r>
              <a:rPr sz="1800" spc="200" dirty="0">
                <a:latin typeface="Corbel"/>
                <a:cs typeface="Corbel"/>
              </a:rPr>
              <a:t>  </a:t>
            </a:r>
            <a:r>
              <a:rPr sz="1800" spc="-25" dirty="0">
                <a:latin typeface="Corbel"/>
                <a:cs typeface="Corbel"/>
              </a:rPr>
              <a:t>the </a:t>
            </a:r>
            <a:r>
              <a:rPr sz="1800" dirty="0">
                <a:latin typeface="Corbel"/>
                <a:cs typeface="Corbel"/>
              </a:rPr>
              <a:t>powerplant/</a:t>
            </a:r>
            <a:r>
              <a:rPr sz="1800" spc="-35" dirty="0">
                <a:latin typeface="Corbel"/>
                <a:cs typeface="Corbel"/>
              </a:rPr>
              <a:t> </a:t>
            </a:r>
            <a:r>
              <a:rPr sz="1800" dirty="0">
                <a:latin typeface="Corbel"/>
                <a:cs typeface="Corbel"/>
              </a:rPr>
              <a:t>propeller</a:t>
            </a:r>
            <a:r>
              <a:rPr sz="1800" spc="-45" dirty="0">
                <a:latin typeface="Corbel"/>
                <a:cs typeface="Corbel"/>
              </a:rPr>
              <a:t> </a:t>
            </a:r>
            <a:r>
              <a:rPr sz="1800" dirty="0">
                <a:latin typeface="Corbel"/>
                <a:cs typeface="Corbel"/>
              </a:rPr>
              <a:t>or</a:t>
            </a:r>
            <a:r>
              <a:rPr sz="1800" spc="-45" dirty="0">
                <a:latin typeface="Corbel"/>
                <a:cs typeface="Corbel"/>
              </a:rPr>
              <a:t> </a:t>
            </a:r>
            <a:r>
              <a:rPr sz="1800" spc="-10" dirty="0">
                <a:latin typeface="Corbel"/>
                <a:cs typeface="Corbel"/>
              </a:rPr>
              <a:t>rotor.</a:t>
            </a:r>
            <a:endParaRPr sz="1800" dirty="0">
              <a:latin typeface="Corbel"/>
              <a:cs typeface="Corbel"/>
            </a:endParaRPr>
          </a:p>
          <a:p>
            <a:pPr marL="12700" marR="5080" indent="305435" algn="just">
              <a:lnSpc>
                <a:spcPct val="100800"/>
              </a:lnSpc>
              <a:spcBef>
                <a:spcPts val="955"/>
              </a:spcBef>
              <a:buFont typeface="Corbel"/>
              <a:buAutoNum type="arabicPeriod" startAt="2"/>
              <a:tabLst>
                <a:tab pos="318135" algn="l"/>
              </a:tabLst>
            </a:pPr>
            <a:r>
              <a:rPr sz="1800" b="1" u="sng" dirty="0">
                <a:uFill>
                  <a:solidFill>
                    <a:srgbClr val="000000"/>
                  </a:solidFill>
                </a:uFill>
                <a:latin typeface="Corbel"/>
                <a:cs typeface="Corbel"/>
              </a:rPr>
              <a:t>Drag</a:t>
            </a:r>
            <a:r>
              <a:rPr sz="1800" b="1" spc="114" dirty="0">
                <a:latin typeface="Corbel"/>
                <a:cs typeface="Corbel"/>
              </a:rPr>
              <a:t>  </a:t>
            </a:r>
            <a:r>
              <a:rPr sz="1800" dirty="0">
                <a:latin typeface="Corbel"/>
                <a:cs typeface="Corbel"/>
              </a:rPr>
              <a:t>a</a:t>
            </a:r>
            <a:r>
              <a:rPr sz="1800" spc="125" dirty="0">
                <a:latin typeface="Corbel"/>
                <a:cs typeface="Corbel"/>
              </a:rPr>
              <a:t>  </a:t>
            </a:r>
            <a:r>
              <a:rPr sz="1800" dirty="0">
                <a:latin typeface="Corbel"/>
                <a:cs typeface="Corbel"/>
              </a:rPr>
              <a:t>rearward,</a:t>
            </a:r>
            <a:r>
              <a:rPr sz="1800" spc="125" dirty="0">
                <a:latin typeface="Corbel"/>
                <a:cs typeface="Corbel"/>
              </a:rPr>
              <a:t>  </a:t>
            </a:r>
            <a:r>
              <a:rPr sz="1800" dirty="0">
                <a:latin typeface="Corbel"/>
                <a:cs typeface="Corbel"/>
              </a:rPr>
              <a:t>retarding</a:t>
            </a:r>
            <a:r>
              <a:rPr sz="1800" spc="125" dirty="0">
                <a:latin typeface="Corbel"/>
                <a:cs typeface="Corbel"/>
              </a:rPr>
              <a:t>  </a:t>
            </a:r>
            <a:r>
              <a:rPr sz="1800" dirty="0">
                <a:latin typeface="Corbel"/>
                <a:cs typeface="Corbel"/>
              </a:rPr>
              <a:t>force</a:t>
            </a:r>
            <a:r>
              <a:rPr sz="1800" spc="125" dirty="0">
                <a:latin typeface="Corbel"/>
                <a:cs typeface="Corbel"/>
              </a:rPr>
              <a:t>  </a:t>
            </a:r>
            <a:r>
              <a:rPr sz="1800" dirty="0">
                <a:latin typeface="Corbel"/>
                <a:cs typeface="Corbel"/>
              </a:rPr>
              <a:t>caused</a:t>
            </a:r>
            <a:r>
              <a:rPr sz="1800" spc="125" dirty="0">
                <a:latin typeface="Corbel"/>
                <a:cs typeface="Corbel"/>
              </a:rPr>
              <a:t>  </a:t>
            </a:r>
            <a:r>
              <a:rPr sz="1800" spc="-25" dirty="0">
                <a:latin typeface="Corbel"/>
                <a:cs typeface="Corbel"/>
              </a:rPr>
              <a:t>by </a:t>
            </a:r>
            <a:r>
              <a:rPr sz="1800" dirty="0">
                <a:latin typeface="Corbel"/>
                <a:cs typeface="Corbel"/>
              </a:rPr>
              <a:t>disruption</a:t>
            </a:r>
            <a:r>
              <a:rPr sz="1800" spc="229" dirty="0">
                <a:latin typeface="Corbel"/>
                <a:cs typeface="Corbel"/>
              </a:rPr>
              <a:t> </a:t>
            </a:r>
            <a:r>
              <a:rPr sz="1800" dirty="0">
                <a:latin typeface="Corbel"/>
                <a:cs typeface="Corbel"/>
              </a:rPr>
              <a:t>of</a:t>
            </a:r>
            <a:r>
              <a:rPr sz="1800" spc="235" dirty="0">
                <a:latin typeface="Corbel"/>
                <a:cs typeface="Corbel"/>
              </a:rPr>
              <a:t> </a:t>
            </a:r>
            <a:r>
              <a:rPr sz="1800" dirty="0">
                <a:latin typeface="Corbel"/>
                <a:cs typeface="Corbel"/>
              </a:rPr>
              <a:t>airflow</a:t>
            </a:r>
            <a:r>
              <a:rPr sz="1800" spc="245" dirty="0">
                <a:latin typeface="Corbel"/>
                <a:cs typeface="Corbel"/>
              </a:rPr>
              <a:t> </a:t>
            </a:r>
            <a:r>
              <a:rPr sz="1800" dirty="0">
                <a:latin typeface="Corbel"/>
                <a:cs typeface="Corbel"/>
              </a:rPr>
              <a:t>by</a:t>
            </a:r>
            <a:r>
              <a:rPr sz="1800" spc="235" dirty="0">
                <a:latin typeface="Corbel"/>
                <a:cs typeface="Corbel"/>
              </a:rPr>
              <a:t> </a:t>
            </a:r>
            <a:r>
              <a:rPr sz="1800" dirty="0">
                <a:latin typeface="Corbel"/>
                <a:cs typeface="Corbel"/>
              </a:rPr>
              <a:t>the</a:t>
            </a:r>
            <a:r>
              <a:rPr sz="1800" spc="240" dirty="0">
                <a:latin typeface="Corbel"/>
                <a:cs typeface="Corbel"/>
              </a:rPr>
              <a:t> </a:t>
            </a:r>
            <a:r>
              <a:rPr sz="1800" dirty="0">
                <a:latin typeface="Corbel"/>
                <a:cs typeface="Corbel"/>
              </a:rPr>
              <a:t>wing,</a:t>
            </a:r>
            <a:r>
              <a:rPr sz="1800" spc="240" dirty="0">
                <a:latin typeface="Corbel"/>
                <a:cs typeface="Corbel"/>
              </a:rPr>
              <a:t> </a:t>
            </a:r>
            <a:r>
              <a:rPr sz="1800" dirty="0">
                <a:latin typeface="Corbel"/>
                <a:cs typeface="Corbel"/>
              </a:rPr>
              <a:t>rotor,</a:t>
            </a:r>
            <a:r>
              <a:rPr sz="1800" spc="240" dirty="0">
                <a:latin typeface="Corbel"/>
                <a:cs typeface="Corbel"/>
              </a:rPr>
              <a:t> </a:t>
            </a:r>
            <a:r>
              <a:rPr sz="1800" spc="-10" dirty="0">
                <a:latin typeface="Corbel"/>
                <a:cs typeface="Corbel"/>
              </a:rPr>
              <a:t>fuselage, </a:t>
            </a:r>
            <a:r>
              <a:rPr sz="1800" dirty="0">
                <a:latin typeface="Corbel"/>
                <a:cs typeface="Corbel"/>
              </a:rPr>
              <a:t>and</a:t>
            </a:r>
            <a:r>
              <a:rPr sz="1800" spc="415" dirty="0">
                <a:latin typeface="Corbel"/>
                <a:cs typeface="Corbel"/>
              </a:rPr>
              <a:t> </a:t>
            </a:r>
            <a:r>
              <a:rPr sz="1800" dirty="0">
                <a:latin typeface="Corbel"/>
                <a:cs typeface="Corbel"/>
              </a:rPr>
              <a:t>other</a:t>
            </a:r>
            <a:r>
              <a:rPr sz="1800" spc="415" dirty="0">
                <a:latin typeface="Corbel"/>
                <a:cs typeface="Corbel"/>
              </a:rPr>
              <a:t> </a:t>
            </a:r>
            <a:r>
              <a:rPr sz="1800" dirty="0">
                <a:latin typeface="Corbel"/>
                <a:cs typeface="Corbel"/>
              </a:rPr>
              <a:t>protruding</a:t>
            </a:r>
            <a:r>
              <a:rPr sz="1800" spc="415" dirty="0">
                <a:latin typeface="Corbel"/>
                <a:cs typeface="Corbel"/>
              </a:rPr>
              <a:t> </a:t>
            </a:r>
            <a:r>
              <a:rPr sz="1800" dirty="0">
                <a:latin typeface="Corbel"/>
                <a:cs typeface="Corbel"/>
              </a:rPr>
              <a:t>objects.</a:t>
            </a:r>
            <a:r>
              <a:rPr sz="1800" spc="415" dirty="0">
                <a:latin typeface="Corbel"/>
                <a:cs typeface="Corbel"/>
              </a:rPr>
              <a:t> </a:t>
            </a:r>
            <a:r>
              <a:rPr sz="1800" dirty="0">
                <a:latin typeface="Corbel"/>
                <a:cs typeface="Corbel"/>
              </a:rPr>
              <a:t>As</a:t>
            </a:r>
            <a:r>
              <a:rPr sz="1800" spc="415" dirty="0">
                <a:latin typeface="Corbel"/>
                <a:cs typeface="Corbel"/>
              </a:rPr>
              <a:t> </a:t>
            </a:r>
            <a:r>
              <a:rPr sz="1800" dirty="0">
                <a:latin typeface="Corbel"/>
                <a:cs typeface="Corbel"/>
              </a:rPr>
              <a:t>a</a:t>
            </a:r>
            <a:r>
              <a:rPr sz="1800" spc="420" dirty="0">
                <a:latin typeface="Corbel"/>
                <a:cs typeface="Corbel"/>
              </a:rPr>
              <a:t> </a:t>
            </a:r>
            <a:r>
              <a:rPr sz="1800" dirty="0">
                <a:latin typeface="Corbel"/>
                <a:cs typeface="Corbel"/>
              </a:rPr>
              <a:t>general</a:t>
            </a:r>
            <a:r>
              <a:rPr sz="1800" spc="415" dirty="0">
                <a:latin typeface="Corbel"/>
                <a:cs typeface="Corbel"/>
              </a:rPr>
              <a:t> </a:t>
            </a:r>
            <a:r>
              <a:rPr sz="1800" spc="-10" dirty="0">
                <a:latin typeface="Corbel"/>
                <a:cs typeface="Corbel"/>
              </a:rPr>
              <a:t>rule, </a:t>
            </a:r>
            <a:r>
              <a:rPr sz="1800" dirty="0">
                <a:latin typeface="Corbel"/>
                <a:cs typeface="Corbel"/>
              </a:rPr>
              <a:t>drag</a:t>
            </a:r>
            <a:r>
              <a:rPr sz="1800" spc="225" dirty="0">
                <a:latin typeface="Corbel"/>
                <a:cs typeface="Corbel"/>
              </a:rPr>
              <a:t> </a:t>
            </a:r>
            <a:r>
              <a:rPr sz="1800" dirty="0">
                <a:latin typeface="Corbel"/>
                <a:cs typeface="Corbel"/>
              </a:rPr>
              <a:t>opposes</a:t>
            </a:r>
            <a:r>
              <a:rPr sz="1800" spc="225" dirty="0">
                <a:latin typeface="Corbel"/>
                <a:cs typeface="Corbel"/>
              </a:rPr>
              <a:t> </a:t>
            </a:r>
            <a:r>
              <a:rPr sz="1800" dirty="0">
                <a:latin typeface="Corbel"/>
                <a:cs typeface="Corbel"/>
              </a:rPr>
              <a:t>thrust</a:t>
            </a:r>
            <a:r>
              <a:rPr sz="1800" spc="225" dirty="0">
                <a:latin typeface="Corbel"/>
                <a:cs typeface="Corbel"/>
              </a:rPr>
              <a:t> </a:t>
            </a:r>
            <a:r>
              <a:rPr sz="1800" dirty="0">
                <a:latin typeface="Corbel"/>
                <a:cs typeface="Corbel"/>
              </a:rPr>
              <a:t>and</a:t>
            </a:r>
            <a:r>
              <a:rPr sz="1800" spc="229" dirty="0">
                <a:latin typeface="Corbel"/>
                <a:cs typeface="Corbel"/>
              </a:rPr>
              <a:t> </a:t>
            </a:r>
            <a:r>
              <a:rPr sz="1800" dirty="0">
                <a:latin typeface="Corbel"/>
                <a:cs typeface="Corbel"/>
              </a:rPr>
              <a:t>acts</a:t>
            </a:r>
            <a:r>
              <a:rPr sz="1800" spc="229" dirty="0">
                <a:latin typeface="Corbel"/>
                <a:cs typeface="Corbel"/>
              </a:rPr>
              <a:t> </a:t>
            </a:r>
            <a:r>
              <a:rPr sz="1800" dirty="0">
                <a:latin typeface="Corbel"/>
                <a:cs typeface="Corbel"/>
              </a:rPr>
              <a:t>rearward</a:t>
            </a:r>
            <a:r>
              <a:rPr sz="1800" spc="229" dirty="0">
                <a:latin typeface="Corbel"/>
                <a:cs typeface="Corbel"/>
              </a:rPr>
              <a:t> </a:t>
            </a:r>
            <a:r>
              <a:rPr sz="1800" dirty="0">
                <a:latin typeface="Corbel"/>
                <a:cs typeface="Corbel"/>
              </a:rPr>
              <a:t>parallel</a:t>
            </a:r>
            <a:r>
              <a:rPr sz="1800" spc="225" dirty="0">
                <a:latin typeface="Corbel"/>
                <a:cs typeface="Corbel"/>
              </a:rPr>
              <a:t> </a:t>
            </a:r>
            <a:r>
              <a:rPr sz="1800" spc="-25" dirty="0">
                <a:latin typeface="Corbel"/>
                <a:cs typeface="Corbel"/>
              </a:rPr>
              <a:t>to </a:t>
            </a:r>
            <a:r>
              <a:rPr sz="1800" dirty="0">
                <a:latin typeface="Corbel"/>
                <a:cs typeface="Corbel"/>
              </a:rPr>
              <a:t>the</a:t>
            </a:r>
            <a:r>
              <a:rPr sz="1800" spc="-30" dirty="0">
                <a:latin typeface="Corbel"/>
                <a:cs typeface="Corbel"/>
              </a:rPr>
              <a:t> </a:t>
            </a:r>
            <a:r>
              <a:rPr sz="1800" dirty="0">
                <a:latin typeface="Corbel"/>
                <a:cs typeface="Corbel"/>
              </a:rPr>
              <a:t>relative</a:t>
            </a:r>
            <a:r>
              <a:rPr sz="1800" spc="-30" dirty="0">
                <a:latin typeface="Corbel"/>
                <a:cs typeface="Corbel"/>
              </a:rPr>
              <a:t> </a:t>
            </a:r>
            <a:r>
              <a:rPr sz="1800" spc="-20" dirty="0">
                <a:latin typeface="Corbel"/>
                <a:cs typeface="Corbel"/>
              </a:rPr>
              <a:t>wind.</a:t>
            </a:r>
            <a:endParaRPr sz="1800" dirty="0">
              <a:latin typeface="Corbel"/>
              <a:cs typeface="Corbel"/>
            </a:endParaRPr>
          </a:p>
        </p:txBody>
      </p:sp>
      <p:sp>
        <p:nvSpPr>
          <p:cNvPr id="12" name="object 12"/>
          <p:cNvSpPr txBox="1"/>
          <p:nvPr/>
        </p:nvSpPr>
        <p:spPr>
          <a:xfrm>
            <a:off x="2748958" y="4812283"/>
            <a:ext cx="74104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orbel"/>
                <a:cs typeface="Corbel"/>
              </a:rPr>
              <a:t>Weight</a:t>
            </a:r>
            <a:endParaRPr sz="1800">
              <a:latin typeface="Corbel"/>
              <a:cs typeface="Corbel"/>
            </a:endParaRPr>
          </a:p>
        </p:txBody>
      </p:sp>
      <p:grpSp>
        <p:nvGrpSpPr>
          <p:cNvPr id="13" name="object 13"/>
          <p:cNvGrpSpPr/>
          <p:nvPr/>
        </p:nvGrpSpPr>
        <p:grpSpPr>
          <a:xfrm>
            <a:off x="1346372" y="2571909"/>
            <a:ext cx="1986914" cy="2647950"/>
            <a:chOff x="1346372" y="2571909"/>
            <a:chExt cx="1986914" cy="2647950"/>
          </a:xfrm>
        </p:grpSpPr>
        <p:pic>
          <p:nvPicPr>
            <p:cNvPr id="14" name="object 14"/>
            <p:cNvPicPr/>
            <p:nvPr/>
          </p:nvPicPr>
          <p:blipFill>
            <a:blip r:embed="rId7" cstate="print"/>
            <a:stretch>
              <a:fillRect/>
            </a:stretch>
          </p:blipFill>
          <p:spPr>
            <a:xfrm>
              <a:off x="2764523" y="2571909"/>
              <a:ext cx="568655" cy="930655"/>
            </a:xfrm>
            <a:prstGeom prst="rect">
              <a:avLst/>
            </a:prstGeom>
          </p:spPr>
        </p:pic>
        <p:pic>
          <p:nvPicPr>
            <p:cNvPr id="15" name="object 15"/>
            <p:cNvPicPr/>
            <p:nvPr/>
          </p:nvPicPr>
          <p:blipFill>
            <a:blip r:embed="rId8" cstate="print"/>
            <a:stretch>
              <a:fillRect/>
            </a:stretch>
          </p:blipFill>
          <p:spPr>
            <a:xfrm>
              <a:off x="1346372" y="4023066"/>
              <a:ext cx="1222336" cy="1196328"/>
            </a:xfrm>
            <a:prstGeom prst="rect">
              <a:avLst/>
            </a:prstGeom>
          </p:spPr>
        </p:pic>
      </p:grpSp>
      <p:sp>
        <p:nvSpPr>
          <p:cNvPr id="16" name="object 16"/>
          <p:cNvSpPr txBox="1"/>
          <p:nvPr/>
        </p:nvSpPr>
        <p:spPr>
          <a:xfrm>
            <a:off x="2865494" y="2206244"/>
            <a:ext cx="366395"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Corbel"/>
                <a:cs typeface="Corbel"/>
              </a:rPr>
              <a:t>Lift</a:t>
            </a:r>
            <a:endParaRPr sz="1800">
              <a:latin typeface="Corbel"/>
              <a:cs typeface="Corbel"/>
            </a:endParaRPr>
          </a:p>
        </p:txBody>
      </p:sp>
      <p:sp>
        <p:nvSpPr>
          <p:cNvPr id="17" name="object 17"/>
          <p:cNvSpPr txBox="1"/>
          <p:nvPr/>
        </p:nvSpPr>
        <p:spPr>
          <a:xfrm>
            <a:off x="1308094" y="4105147"/>
            <a:ext cx="671195"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orbel"/>
                <a:cs typeface="Corbel"/>
              </a:rPr>
              <a:t>Thrust</a:t>
            </a:r>
            <a:endParaRPr sz="1800">
              <a:latin typeface="Corbel"/>
              <a:cs typeface="Corbel"/>
            </a:endParaRPr>
          </a:p>
        </p:txBody>
      </p:sp>
      <p:pic>
        <p:nvPicPr>
          <p:cNvPr id="18" name="object 18"/>
          <p:cNvPicPr/>
          <p:nvPr/>
        </p:nvPicPr>
        <p:blipFill>
          <a:blip r:embed="rId9" cstate="print"/>
          <a:stretch>
            <a:fillRect/>
          </a:stretch>
        </p:blipFill>
        <p:spPr>
          <a:xfrm>
            <a:off x="4228989" y="2509548"/>
            <a:ext cx="674060" cy="687924"/>
          </a:xfrm>
          <a:prstGeom prst="rect">
            <a:avLst/>
          </a:prstGeom>
        </p:spPr>
      </p:pic>
      <p:sp>
        <p:nvSpPr>
          <p:cNvPr id="19" name="object 19"/>
          <p:cNvSpPr txBox="1"/>
          <p:nvPr/>
        </p:nvSpPr>
        <p:spPr>
          <a:xfrm>
            <a:off x="4661128" y="2885947"/>
            <a:ext cx="504825" cy="29972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Corbel"/>
                <a:cs typeface="Corbel"/>
              </a:rPr>
              <a:t>Drag</a:t>
            </a:r>
            <a:endParaRPr sz="1800">
              <a:latin typeface="Corbel"/>
              <a:cs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5702935" cy="573405"/>
            <a:chOff x="1417319" y="566927"/>
            <a:chExt cx="5702935" cy="573405"/>
          </a:xfrm>
        </p:grpSpPr>
        <p:pic>
          <p:nvPicPr>
            <p:cNvPr id="4" name="object 4"/>
            <p:cNvPicPr/>
            <p:nvPr/>
          </p:nvPicPr>
          <p:blipFill>
            <a:blip r:embed="rId3" cstate="print"/>
            <a:stretch>
              <a:fillRect/>
            </a:stretch>
          </p:blipFill>
          <p:spPr>
            <a:xfrm>
              <a:off x="1417319" y="566927"/>
              <a:ext cx="2414016" cy="573024"/>
            </a:xfrm>
            <a:prstGeom prst="rect">
              <a:avLst/>
            </a:prstGeom>
          </p:spPr>
        </p:pic>
        <p:pic>
          <p:nvPicPr>
            <p:cNvPr id="5" name="object 5"/>
            <p:cNvPicPr/>
            <p:nvPr/>
          </p:nvPicPr>
          <p:blipFill>
            <a:blip r:embed="rId4" cstate="print"/>
            <a:stretch>
              <a:fillRect/>
            </a:stretch>
          </p:blipFill>
          <p:spPr>
            <a:xfrm>
              <a:off x="3486912" y="566927"/>
              <a:ext cx="1149096" cy="573024"/>
            </a:xfrm>
            <a:prstGeom prst="rect">
              <a:avLst/>
            </a:prstGeom>
          </p:spPr>
        </p:pic>
        <p:pic>
          <p:nvPicPr>
            <p:cNvPr id="6" name="object 6"/>
            <p:cNvPicPr/>
            <p:nvPr/>
          </p:nvPicPr>
          <p:blipFill>
            <a:blip r:embed="rId5" cstate="print"/>
            <a:stretch>
              <a:fillRect/>
            </a:stretch>
          </p:blipFill>
          <p:spPr>
            <a:xfrm>
              <a:off x="4340352" y="566927"/>
              <a:ext cx="2779776"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spc="-10" dirty="0"/>
              <a:t>020</a:t>
            </a:r>
            <a:r>
              <a:rPr spc="-60" dirty="0"/>
              <a:t> </a:t>
            </a:r>
            <a:r>
              <a:rPr dirty="0"/>
              <a:t>01</a:t>
            </a:r>
            <a:r>
              <a:rPr spc="-45" dirty="0"/>
              <a:t> </a:t>
            </a:r>
            <a:r>
              <a:rPr dirty="0"/>
              <a:t>02:</a:t>
            </a:r>
            <a:r>
              <a:rPr spc="-45" dirty="0"/>
              <a:t> </a:t>
            </a:r>
            <a:r>
              <a:rPr dirty="0"/>
              <a:t>Describe</a:t>
            </a:r>
            <a:r>
              <a:rPr spc="-45" dirty="0"/>
              <a:t> </a:t>
            </a:r>
            <a:r>
              <a:rPr dirty="0"/>
              <a:t>aerofoil</a:t>
            </a:r>
            <a:r>
              <a:rPr spc="-45" dirty="0"/>
              <a:t> </a:t>
            </a:r>
            <a:r>
              <a:rPr dirty="0"/>
              <a:t>interaction</a:t>
            </a:r>
            <a:r>
              <a:rPr spc="-55" dirty="0"/>
              <a:t> </a:t>
            </a:r>
            <a:r>
              <a:rPr dirty="0"/>
              <a:t>with</a:t>
            </a:r>
            <a:r>
              <a:rPr spc="-45" dirty="0"/>
              <a:t> </a:t>
            </a:r>
            <a:r>
              <a:rPr spc="-10" dirty="0"/>
              <a:t>airflow</a:t>
            </a:r>
          </a:p>
        </p:txBody>
      </p:sp>
      <p:pic>
        <p:nvPicPr>
          <p:cNvPr id="8" name="object 8"/>
          <p:cNvPicPr/>
          <p:nvPr/>
        </p:nvPicPr>
        <p:blipFill>
          <a:blip r:embed="rId6" cstate="print"/>
          <a:stretch>
            <a:fillRect/>
          </a:stretch>
        </p:blipFill>
        <p:spPr>
          <a:xfrm>
            <a:off x="2208344" y="4297028"/>
            <a:ext cx="3521313" cy="1572721"/>
          </a:xfrm>
          <a:prstGeom prst="rect">
            <a:avLst/>
          </a:prstGeom>
        </p:spPr>
      </p:pic>
      <p:sp>
        <p:nvSpPr>
          <p:cNvPr id="9" name="object 9"/>
          <p:cNvSpPr txBox="1"/>
          <p:nvPr/>
        </p:nvSpPr>
        <p:spPr>
          <a:xfrm>
            <a:off x="3478913" y="5449316"/>
            <a:ext cx="940435" cy="400685"/>
          </a:xfrm>
          <a:prstGeom prst="rect">
            <a:avLst/>
          </a:prstGeom>
        </p:spPr>
        <p:txBody>
          <a:bodyPr vert="horz" wrap="square" lIns="0" tIns="3175" rIns="0" bIns="0" rtlCol="0">
            <a:spAutoFit/>
          </a:bodyPr>
          <a:lstStyle/>
          <a:p>
            <a:pPr marL="12700" marR="5080">
              <a:lnSpc>
                <a:spcPct val="105000"/>
              </a:lnSpc>
              <a:spcBef>
                <a:spcPts val="25"/>
              </a:spcBef>
            </a:pPr>
            <a:r>
              <a:rPr sz="1200" b="1" dirty="0">
                <a:latin typeface="Corbel"/>
                <a:cs typeface="Corbel"/>
              </a:rPr>
              <a:t>High</a:t>
            </a:r>
            <a:r>
              <a:rPr sz="1200" b="1" spc="-20" dirty="0">
                <a:latin typeface="Corbel"/>
                <a:cs typeface="Corbel"/>
              </a:rPr>
              <a:t> </a:t>
            </a:r>
            <a:r>
              <a:rPr sz="1200" b="1" spc="-10" dirty="0">
                <a:latin typeface="Corbel"/>
                <a:cs typeface="Corbel"/>
              </a:rPr>
              <a:t>Pressure Low</a:t>
            </a:r>
            <a:r>
              <a:rPr sz="1200" b="1" spc="-80" dirty="0">
                <a:latin typeface="Corbel"/>
                <a:cs typeface="Corbel"/>
              </a:rPr>
              <a:t> </a:t>
            </a:r>
            <a:r>
              <a:rPr sz="1200" b="1" spc="-10" dirty="0">
                <a:latin typeface="Corbel"/>
                <a:cs typeface="Corbel"/>
              </a:rPr>
              <a:t>Velocity</a:t>
            </a:r>
            <a:endParaRPr sz="1200">
              <a:latin typeface="Corbel"/>
              <a:cs typeface="Corbel"/>
            </a:endParaRPr>
          </a:p>
        </p:txBody>
      </p:sp>
      <p:sp>
        <p:nvSpPr>
          <p:cNvPr id="10" name="object 10"/>
          <p:cNvSpPr txBox="1"/>
          <p:nvPr/>
        </p:nvSpPr>
        <p:spPr>
          <a:xfrm>
            <a:off x="4637525" y="4248404"/>
            <a:ext cx="906780" cy="400685"/>
          </a:xfrm>
          <a:prstGeom prst="rect">
            <a:avLst/>
          </a:prstGeom>
        </p:spPr>
        <p:txBody>
          <a:bodyPr vert="horz" wrap="square" lIns="0" tIns="3175" rIns="0" bIns="0" rtlCol="0">
            <a:spAutoFit/>
          </a:bodyPr>
          <a:lstStyle/>
          <a:p>
            <a:pPr marL="12700" marR="5080">
              <a:lnSpc>
                <a:spcPct val="105000"/>
              </a:lnSpc>
              <a:spcBef>
                <a:spcPts val="25"/>
              </a:spcBef>
            </a:pPr>
            <a:r>
              <a:rPr sz="1200" b="1" dirty="0">
                <a:latin typeface="Corbel"/>
                <a:cs typeface="Corbel"/>
              </a:rPr>
              <a:t>Low</a:t>
            </a:r>
            <a:r>
              <a:rPr sz="1200" b="1" spc="-30" dirty="0">
                <a:latin typeface="Corbel"/>
                <a:cs typeface="Corbel"/>
              </a:rPr>
              <a:t> </a:t>
            </a:r>
            <a:r>
              <a:rPr sz="1200" b="1" spc="-10" dirty="0">
                <a:latin typeface="Corbel"/>
                <a:cs typeface="Corbel"/>
              </a:rPr>
              <a:t>Pressure High</a:t>
            </a:r>
            <a:r>
              <a:rPr sz="1200" b="1" spc="-65" dirty="0">
                <a:latin typeface="Corbel"/>
                <a:cs typeface="Corbel"/>
              </a:rPr>
              <a:t> </a:t>
            </a:r>
            <a:r>
              <a:rPr sz="1200" b="1" spc="-10" dirty="0">
                <a:latin typeface="Corbel"/>
                <a:cs typeface="Corbel"/>
              </a:rPr>
              <a:t>Velocity</a:t>
            </a:r>
            <a:endParaRPr sz="1200">
              <a:latin typeface="Corbel"/>
              <a:cs typeface="Corbel"/>
            </a:endParaRPr>
          </a:p>
        </p:txBody>
      </p:sp>
      <p:sp>
        <p:nvSpPr>
          <p:cNvPr id="11" name="object 11"/>
          <p:cNvSpPr txBox="1"/>
          <p:nvPr/>
        </p:nvSpPr>
        <p:spPr>
          <a:xfrm>
            <a:off x="1728149" y="4662932"/>
            <a:ext cx="505459"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orbel"/>
                <a:cs typeface="Corbel"/>
              </a:rPr>
              <a:t>Airflow</a:t>
            </a:r>
            <a:endParaRPr sz="1200">
              <a:latin typeface="Corbel"/>
              <a:cs typeface="Corbel"/>
            </a:endParaRPr>
          </a:p>
        </p:txBody>
      </p:sp>
      <p:grpSp>
        <p:nvGrpSpPr>
          <p:cNvPr id="12" name="object 12"/>
          <p:cNvGrpSpPr/>
          <p:nvPr/>
        </p:nvGrpSpPr>
        <p:grpSpPr>
          <a:xfrm>
            <a:off x="6326958" y="3903222"/>
            <a:ext cx="4470400" cy="2322195"/>
            <a:chOff x="6326958" y="3903222"/>
            <a:chExt cx="4470400" cy="2322195"/>
          </a:xfrm>
        </p:grpSpPr>
        <p:pic>
          <p:nvPicPr>
            <p:cNvPr id="13" name="object 13"/>
            <p:cNvPicPr/>
            <p:nvPr/>
          </p:nvPicPr>
          <p:blipFill>
            <a:blip r:embed="rId7" cstate="print"/>
            <a:stretch>
              <a:fillRect/>
            </a:stretch>
          </p:blipFill>
          <p:spPr>
            <a:xfrm>
              <a:off x="7330279" y="4756611"/>
              <a:ext cx="2924014" cy="830970"/>
            </a:xfrm>
            <a:prstGeom prst="rect">
              <a:avLst/>
            </a:prstGeom>
          </p:spPr>
        </p:pic>
        <p:sp>
          <p:nvSpPr>
            <p:cNvPr id="14" name="object 14"/>
            <p:cNvSpPr/>
            <p:nvPr/>
          </p:nvSpPr>
          <p:spPr>
            <a:xfrm>
              <a:off x="6326949" y="3903230"/>
              <a:ext cx="4470400" cy="2322195"/>
            </a:xfrm>
            <a:custGeom>
              <a:avLst/>
              <a:gdLst/>
              <a:ahLst/>
              <a:cxnLst/>
              <a:rect l="l" t="t" r="r" b="b"/>
              <a:pathLst>
                <a:path w="4470400" h="2322195">
                  <a:moveTo>
                    <a:pt x="1385481" y="1139050"/>
                  </a:moveTo>
                  <a:lnTo>
                    <a:pt x="1381760" y="1124381"/>
                  </a:lnTo>
                  <a:lnTo>
                    <a:pt x="1373009" y="1112685"/>
                  </a:lnTo>
                  <a:lnTo>
                    <a:pt x="1360512" y="1105115"/>
                  </a:lnTo>
                  <a:lnTo>
                    <a:pt x="1353934" y="1104125"/>
                  </a:lnTo>
                  <a:lnTo>
                    <a:pt x="1353934" y="1144104"/>
                  </a:lnTo>
                  <a:lnTo>
                    <a:pt x="1352092" y="1106563"/>
                  </a:lnTo>
                  <a:lnTo>
                    <a:pt x="1353870" y="1142771"/>
                  </a:lnTo>
                  <a:lnTo>
                    <a:pt x="1353934" y="1144104"/>
                  </a:lnTo>
                  <a:lnTo>
                    <a:pt x="1353934" y="1104125"/>
                  </a:lnTo>
                  <a:lnTo>
                    <a:pt x="1351965" y="1103820"/>
                  </a:lnTo>
                  <a:lnTo>
                    <a:pt x="1351915" y="1102855"/>
                  </a:lnTo>
                  <a:lnTo>
                    <a:pt x="1341247" y="884669"/>
                  </a:lnTo>
                  <a:lnTo>
                    <a:pt x="1341247" y="1144714"/>
                  </a:lnTo>
                  <a:lnTo>
                    <a:pt x="1339380" y="1106563"/>
                  </a:lnTo>
                  <a:lnTo>
                    <a:pt x="1341158" y="1142771"/>
                  </a:lnTo>
                  <a:lnTo>
                    <a:pt x="1341247" y="1144714"/>
                  </a:lnTo>
                  <a:lnTo>
                    <a:pt x="1341247" y="884669"/>
                  </a:lnTo>
                  <a:lnTo>
                    <a:pt x="1300924" y="59944"/>
                  </a:lnTo>
                  <a:lnTo>
                    <a:pt x="1300632" y="53911"/>
                  </a:lnTo>
                  <a:lnTo>
                    <a:pt x="1300429" y="49911"/>
                  </a:lnTo>
                  <a:lnTo>
                    <a:pt x="1297647" y="47256"/>
                  </a:lnTo>
                  <a:lnTo>
                    <a:pt x="1119974" y="47053"/>
                  </a:lnTo>
                  <a:lnTo>
                    <a:pt x="1116622" y="47053"/>
                  </a:lnTo>
                  <a:lnTo>
                    <a:pt x="1116622" y="12700"/>
                  </a:lnTo>
                  <a:lnTo>
                    <a:pt x="1116622" y="6350"/>
                  </a:lnTo>
                  <a:lnTo>
                    <a:pt x="1116622" y="2844"/>
                  </a:lnTo>
                  <a:lnTo>
                    <a:pt x="1113777" y="0"/>
                  </a:lnTo>
                  <a:lnTo>
                    <a:pt x="1103922" y="0"/>
                  </a:lnTo>
                  <a:lnTo>
                    <a:pt x="1103922" y="12700"/>
                  </a:lnTo>
                  <a:lnTo>
                    <a:pt x="1103922" y="251993"/>
                  </a:lnTo>
                  <a:lnTo>
                    <a:pt x="12700" y="251993"/>
                  </a:lnTo>
                  <a:lnTo>
                    <a:pt x="12700" y="12700"/>
                  </a:lnTo>
                  <a:lnTo>
                    <a:pt x="1103922" y="12700"/>
                  </a:lnTo>
                  <a:lnTo>
                    <a:pt x="1103922" y="0"/>
                  </a:lnTo>
                  <a:lnTo>
                    <a:pt x="2844" y="0"/>
                  </a:lnTo>
                  <a:lnTo>
                    <a:pt x="0" y="2844"/>
                  </a:lnTo>
                  <a:lnTo>
                    <a:pt x="0" y="261861"/>
                  </a:lnTo>
                  <a:lnTo>
                    <a:pt x="2844" y="264693"/>
                  </a:lnTo>
                  <a:lnTo>
                    <a:pt x="1113777" y="264693"/>
                  </a:lnTo>
                  <a:lnTo>
                    <a:pt x="1116622" y="261861"/>
                  </a:lnTo>
                  <a:lnTo>
                    <a:pt x="1116622" y="258343"/>
                  </a:lnTo>
                  <a:lnTo>
                    <a:pt x="1116622" y="251993"/>
                  </a:lnTo>
                  <a:lnTo>
                    <a:pt x="1116622" y="59766"/>
                  </a:lnTo>
                  <a:lnTo>
                    <a:pt x="1288199" y="59944"/>
                  </a:lnTo>
                  <a:lnTo>
                    <a:pt x="1339202" y="1102855"/>
                  </a:lnTo>
                  <a:lnTo>
                    <a:pt x="1339278" y="1104442"/>
                  </a:lnTo>
                  <a:lnTo>
                    <a:pt x="1330896" y="1106563"/>
                  </a:lnTo>
                  <a:lnTo>
                    <a:pt x="1319199" y="1115314"/>
                  </a:lnTo>
                  <a:lnTo>
                    <a:pt x="1311630" y="1127810"/>
                  </a:lnTo>
                  <a:lnTo>
                    <a:pt x="1309370" y="1142771"/>
                  </a:lnTo>
                  <a:lnTo>
                    <a:pt x="1313078" y="1157439"/>
                  </a:lnTo>
                  <a:lnTo>
                    <a:pt x="1321828" y="1169136"/>
                  </a:lnTo>
                  <a:lnTo>
                    <a:pt x="1334325" y="1176693"/>
                  </a:lnTo>
                  <a:lnTo>
                    <a:pt x="1349286" y="1178966"/>
                  </a:lnTo>
                  <a:lnTo>
                    <a:pt x="1363941" y="1175245"/>
                  </a:lnTo>
                  <a:lnTo>
                    <a:pt x="1375638" y="1166495"/>
                  </a:lnTo>
                  <a:lnTo>
                    <a:pt x="1383207" y="1154010"/>
                  </a:lnTo>
                  <a:lnTo>
                    <a:pt x="1384211" y="1147419"/>
                  </a:lnTo>
                  <a:lnTo>
                    <a:pt x="1385481" y="1139050"/>
                  </a:lnTo>
                  <a:close/>
                </a:path>
                <a:path w="4470400" h="2322195">
                  <a:moveTo>
                    <a:pt x="3920680" y="1821637"/>
                  </a:moveTo>
                  <a:lnTo>
                    <a:pt x="3919766" y="1819770"/>
                  </a:lnTo>
                  <a:lnTo>
                    <a:pt x="3676002" y="1632839"/>
                  </a:lnTo>
                  <a:lnTo>
                    <a:pt x="3679812" y="1625066"/>
                  </a:lnTo>
                  <a:lnTo>
                    <a:pt x="3680701" y="1610487"/>
                  </a:lnTo>
                  <a:lnTo>
                    <a:pt x="3679964" y="1608289"/>
                  </a:lnTo>
                  <a:lnTo>
                    <a:pt x="3676053" y="1596631"/>
                  </a:lnTo>
                  <a:lnTo>
                    <a:pt x="3666109" y="1585226"/>
                  </a:lnTo>
                  <a:lnTo>
                    <a:pt x="3652520" y="1578584"/>
                  </a:lnTo>
                  <a:lnTo>
                    <a:pt x="3637940" y="1577695"/>
                  </a:lnTo>
                  <a:lnTo>
                    <a:pt x="3624097" y="1582331"/>
                  </a:lnTo>
                  <a:lnTo>
                    <a:pt x="3612692" y="1592275"/>
                  </a:lnTo>
                  <a:lnTo>
                    <a:pt x="3606038" y="1605876"/>
                  </a:lnTo>
                  <a:lnTo>
                    <a:pt x="3605276" y="1618373"/>
                  </a:lnTo>
                  <a:lnTo>
                    <a:pt x="3605149" y="1620443"/>
                  </a:lnTo>
                  <a:lnTo>
                    <a:pt x="3609797" y="1634299"/>
                  </a:lnTo>
                  <a:lnTo>
                    <a:pt x="3619741" y="1645704"/>
                  </a:lnTo>
                  <a:lnTo>
                    <a:pt x="3633330" y="1652346"/>
                  </a:lnTo>
                  <a:lnTo>
                    <a:pt x="3647910" y="1653235"/>
                  </a:lnTo>
                  <a:lnTo>
                    <a:pt x="3661753" y="1648599"/>
                  </a:lnTo>
                  <a:lnTo>
                    <a:pt x="3668280" y="1642910"/>
                  </a:lnTo>
                  <a:lnTo>
                    <a:pt x="3907967" y="1826729"/>
                  </a:lnTo>
                  <a:lnTo>
                    <a:pt x="3909517" y="1826729"/>
                  </a:lnTo>
                  <a:lnTo>
                    <a:pt x="3920667" y="1826729"/>
                  </a:lnTo>
                  <a:lnTo>
                    <a:pt x="3920680" y="1823580"/>
                  </a:lnTo>
                  <a:lnTo>
                    <a:pt x="3920680" y="1821637"/>
                  </a:lnTo>
                  <a:close/>
                </a:path>
                <a:path w="4470400" h="2322195">
                  <a:moveTo>
                    <a:pt x="4470184" y="2059927"/>
                  </a:moveTo>
                  <a:lnTo>
                    <a:pt x="4467339" y="2057082"/>
                  </a:lnTo>
                  <a:lnTo>
                    <a:pt x="4457484" y="2057082"/>
                  </a:lnTo>
                  <a:lnTo>
                    <a:pt x="4457484" y="2069782"/>
                  </a:lnTo>
                  <a:lnTo>
                    <a:pt x="4457484" y="2309088"/>
                  </a:lnTo>
                  <a:lnTo>
                    <a:pt x="3394456" y="2309088"/>
                  </a:lnTo>
                  <a:lnTo>
                    <a:pt x="3394456" y="2069782"/>
                  </a:lnTo>
                  <a:lnTo>
                    <a:pt x="3907777" y="2069782"/>
                  </a:lnTo>
                  <a:lnTo>
                    <a:pt x="3910101" y="2072106"/>
                  </a:lnTo>
                  <a:lnTo>
                    <a:pt x="3917099" y="2072106"/>
                  </a:lnTo>
                  <a:lnTo>
                    <a:pt x="3919423" y="2069782"/>
                  </a:lnTo>
                  <a:lnTo>
                    <a:pt x="4457484" y="2069782"/>
                  </a:lnTo>
                  <a:lnTo>
                    <a:pt x="4457484" y="2057082"/>
                  </a:lnTo>
                  <a:lnTo>
                    <a:pt x="3919969" y="2057082"/>
                  </a:lnTo>
                  <a:lnTo>
                    <a:pt x="3920667" y="1828647"/>
                  </a:lnTo>
                  <a:lnTo>
                    <a:pt x="3910469" y="1828647"/>
                  </a:lnTo>
                  <a:lnTo>
                    <a:pt x="3907967" y="1828647"/>
                  </a:lnTo>
                  <a:lnTo>
                    <a:pt x="3907282" y="2057082"/>
                  </a:lnTo>
                  <a:lnTo>
                    <a:pt x="3384600" y="2057082"/>
                  </a:lnTo>
                  <a:lnTo>
                    <a:pt x="3381756" y="2059927"/>
                  </a:lnTo>
                  <a:lnTo>
                    <a:pt x="3381756" y="2318943"/>
                  </a:lnTo>
                  <a:lnTo>
                    <a:pt x="3384600" y="2321788"/>
                  </a:lnTo>
                  <a:lnTo>
                    <a:pt x="4467339" y="2321788"/>
                  </a:lnTo>
                  <a:lnTo>
                    <a:pt x="4470184" y="2318943"/>
                  </a:lnTo>
                  <a:lnTo>
                    <a:pt x="4470184" y="2315438"/>
                  </a:lnTo>
                  <a:lnTo>
                    <a:pt x="4470184" y="2309088"/>
                  </a:lnTo>
                  <a:lnTo>
                    <a:pt x="4470184" y="2069782"/>
                  </a:lnTo>
                  <a:lnTo>
                    <a:pt x="4470184" y="2063432"/>
                  </a:lnTo>
                  <a:lnTo>
                    <a:pt x="4470184" y="2059927"/>
                  </a:lnTo>
                  <a:close/>
                </a:path>
              </a:pathLst>
            </a:custGeom>
            <a:solidFill>
              <a:srgbClr val="7F7F7F"/>
            </a:solidFill>
          </p:spPr>
          <p:txBody>
            <a:bodyPr wrap="square" lIns="0" tIns="0" rIns="0" bIns="0" rtlCol="0"/>
            <a:lstStyle/>
            <a:p>
              <a:endParaRPr/>
            </a:p>
          </p:txBody>
        </p:sp>
      </p:grpSp>
      <p:sp>
        <p:nvSpPr>
          <p:cNvPr id="15" name="object 15"/>
          <p:cNvSpPr txBox="1"/>
          <p:nvPr/>
        </p:nvSpPr>
        <p:spPr>
          <a:xfrm>
            <a:off x="9793802" y="5976620"/>
            <a:ext cx="845185"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595959"/>
                </a:solidFill>
                <a:latin typeface="Corbel"/>
                <a:cs typeface="Corbel"/>
              </a:rPr>
              <a:t>Trailing</a:t>
            </a:r>
            <a:r>
              <a:rPr sz="1200" spc="-30" dirty="0">
                <a:solidFill>
                  <a:srgbClr val="595959"/>
                </a:solidFill>
                <a:latin typeface="Corbel"/>
                <a:cs typeface="Corbel"/>
              </a:rPr>
              <a:t> </a:t>
            </a:r>
            <a:r>
              <a:rPr sz="1200" spc="-20" dirty="0">
                <a:solidFill>
                  <a:srgbClr val="595959"/>
                </a:solidFill>
                <a:latin typeface="Corbel"/>
                <a:cs typeface="Corbel"/>
              </a:rPr>
              <a:t>Edge</a:t>
            </a:r>
            <a:endParaRPr sz="1200">
              <a:latin typeface="Corbel"/>
              <a:cs typeface="Corbel"/>
            </a:endParaRPr>
          </a:p>
        </p:txBody>
      </p:sp>
      <p:grpSp>
        <p:nvGrpSpPr>
          <p:cNvPr id="16" name="object 16"/>
          <p:cNvGrpSpPr/>
          <p:nvPr/>
        </p:nvGrpSpPr>
        <p:grpSpPr>
          <a:xfrm>
            <a:off x="8991738" y="4422647"/>
            <a:ext cx="1453515" cy="798830"/>
            <a:chOff x="8991738" y="4422647"/>
            <a:chExt cx="1453515" cy="798830"/>
          </a:xfrm>
        </p:grpSpPr>
        <p:sp>
          <p:nvSpPr>
            <p:cNvPr id="17" name="object 17"/>
            <p:cNvSpPr/>
            <p:nvPr/>
          </p:nvSpPr>
          <p:spPr>
            <a:xfrm>
              <a:off x="9358480" y="4438021"/>
              <a:ext cx="1080135" cy="252095"/>
            </a:xfrm>
            <a:custGeom>
              <a:avLst/>
              <a:gdLst/>
              <a:ahLst/>
              <a:cxnLst/>
              <a:rect l="l" t="t" r="r" b="b"/>
              <a:pathLst>
                <a:path w="1080134" h="252095">
                  <a:moveTo>
                    <a:pt x="0" y="0"/>
                  </a:moveTo>
                  <a:lnTo>
                    <a:pt x="1080000" y="0"/>
                  </a:lnTo>
                  <a:lnTo>
                    <a:pt x="1080000" y="252000"/>
                  </a:lnTo>
                  <a:lnTo>
                    <a:pt x="0" y="252000"/>
                  </a:lnTo>
                  <a:lnTo>
                    <a:pt x="0" y="0"/>
                  </a:lnTo>
                  <a:close/>
                </a:path>
              </a:pathLst>
            </a:custGeom>
            <a:ln w="12700">
              <a:solidFill>
                <a:srgbClr val="7F7F7F"/>
              </a:solidFill>
            </a:ln>
          </p:spPr>
          <p:txBody>
            <a:bodyPr wrap="square" lIns="0" tIns="0" rIns="0" bIns="0" rtlCol="0"/>
            <a:lstStyle/>
            <a:p>
              <a:endParaRPr/>
            </a:p>
          </p:txBody>
        </p:sp>
        <p:sp>
          <p:nvSpPr>
            <p:cNvPr id="18" name="object 18"/>
            <p:cNvSpPr/>
            <p:nvPr/>
          </p:nvSpPr>
          <p:spPr>
            <a:xfrm>
              <a:off x="8991738" y="4446979"/>
              <a:ext cx="395605" cy="774700"/>
            </a:xfrm>
            <a:custGeom>
              <a:avLst/>
              <a:gdLst/>
              <a:ahLst/>
              <a:cxnLst/>
              <a:rect l="l" t="t" r="r" b="b"/>
              <a:pathLst>
                <a:path w="395604" h="774700">
                  <a:moveTo>
                    <a:pt x="0" y="691668"/>
                  </a:moveTo>
                  <a:lnTo>
                    <a:pt x="20364" y="774393"/>
                  </a:lnTo>
                  <a:lnTo>
                    <a:pt x="65358" y="719423"/>
                  </a:lnTo>
                  <a:lnTo>
                    <a:pt x="36384" y="719423"/>
                  </a:lnTo>
                  <a:lnTo>
                    <a:pt x="29542" y="717876"/>
                  </a:lnTo>
                  <a:lnTo>
                    <a:pt x="27396" y="714476"/>
                  </a:lnTo>
                  <a:lnTo>
                    <a:pt x="30969" y="698668"/>
                  </a:lnTo>
                  <a:lnTo>
                    <a:pt x="0" y="691668"/>
                  </a:lnTo>
                  <a:close/>
                </a:path>
                <a:path w="395604" h="774700">
                  <a:moveTo>
                    <a:pt x="30969" y="698668"/>
                  </a:moveTo>
                  <a:lnTo>
                    <a:pt x="27396" y="714476"/>
                  </a:lnTo>
                  <a:lnTo>
                    <a:pt x="29542" y="717876"/>
                  </a:lnTo>
                  <a:lnTo>
                    <a:pt x="36384" y="719423"/>
                  </a:lnTo>
                  <a:lnTo>
                    <a:pt x="39784" y="717276"/>
                  </a:lnTo>
                  <a:lnTo>
                    <a:pt x="43357" y="701468"/>
                  </a:lnTo>
                  <a:lnTo>
                    <a:pt x="30969" y="698668"/>
                  </a:lnTo>
                  <a:close/>
                </a:path>
                <a:path w="395604" h="774700">
                  <a:moveTo>
                    <a:pt x="43357" y="701468"/>
                  </a:moveTo>
                  <a:lnTo>
                    <a:pt x="39784" y="717276"/>
                  </a:lnTo>
                  <a:lnTo>
                    <a:pt x="36384" y="719423"/>
                  </a:lnTo>
                  <a:lnTo>
                    <a:pt x="65358" y="719423"/>
                  </a:lnTo>
                  <a:lnTo>
                    <a:pt x="74325" y="708468"/>
                  </a:lnTo>
                  <a:lnTo>
                    <a:pt x="43357" y="701468"/>
                  </a:lnTo>
                  <a:close/>
                </a:path>
                <a:path w="395604" h="774700">
                  <a:moveTo>
                    <a:pt x="320422" y="31791"/>
                  </a:moveTo>
                  <a:lnTo>
                    <a:pt x="183765" y="31945"/>
                  </a:lnTo>
                  <a:lnTo>
                    <a:pt x="181197" y="34000"/>
                  </a:lnTo>
                  <a:lnTo>
                    <a:pt x="30969" y="698668"/>
                  </a:lnTo>
                  <a:lnTo>
                    <a:pt x="43357" y="701468"/>
                  </a:lnTo>
                  <a:lnTo>
                    <a:pt x="191813" y="44641"/>
                  </a:lnTo>
                  <a:lnTo>
                    <a:pt x="186744" y="44641"/>
                  </a:lnTo>
                  <a:lnTo>
                    <a:pt x="192932" y="39691"/>
                  </a:lnTo>
                  <a:lnTo>
                    <a:pt x="319461" y="39691"/>
                  </a:lnTo>
                  <a:lnTo>
                    <a:pt x="319147" y="38143"/>
                  </a:lnTo>
                  <a:lnTo>
                    <a:pt x="320391" y="31945"/>
                  </a:lnTo>
                  <a:lnTo>
                    <a:pt x="320422" y="31791"/>
                  </a:lnTo>
                  <a:close/>
                </a:path>
                <a:path w="395604" h="774700">
                  <a:moveTo>
                    <a:pt x="357205" y="0"/>
                  </a:moveTo>
                  <a:lnTo>
                    <a:pt x="342378" y="3011"/>
                  </a:lnTo>
                  <a:lnTo>
                    <a:pt x="330276" y="11190"/>
                  </a:lnTo>
                  <a:lnTo>
                    <a:pt x="322125" y="23309"/>
                  </a:lnTo>
                  <a:lnTo>
                    <a:pt x="319147" y="38143"/>
                  </a:lnTo>
                  <a:lnTo>
                    <a:pt x="322158" y="52970"/>
                  </a:lnTo>
                  <a:lnTo>
                    <a:pt x="330336" y="65071"/>
                  </a:lnTo>
                  <a:lnTo>
                    <a:pt x="342456" y="73222"/>
                  </a:lnTo>
                  <a:lnTo>
                    <a:pt x="357290" y="76200"/>
                  </a:lnTo>
                  <a:lnTo>
                    <a:pt x="371953" y="73222"/>
                  </a:lnTo>
                  <a:lnTo>
                    <a:pt x="384129" y="65071"/>
                  </a:lnTo>
                  <a:lnTo>
                    <a:pt x="392317" y="52970"/>
                  </a:lnTo>
                  <a:lnTo>
                    <a:pt x="394025" y="44641"/>
                  </a:lnTo>
                  <a:lnTo>
                    <a:pt x="394056" y="44491"/>
                  </a:lnTo>
                  <a:lnTo>
                    <a:pt x="360716" y="44491"/>
                  </a:lnTo>
                  <a:lnTo>
                    <a:pt x="363600" y="41600"/>
                  </a:lnTo>
                  <a:lnTo>
                    <a:pt x="363593" y="34585"/>
                  </a:lnTo>
                  <a:lnTo>
                    <a:pt x="360792" y="31791"/>
                  </a:lnTo>
                  <a:lnTo>
                    <a:pt x="394074" y="31791"/>
                  </a:lnTo>
                  <a:lnTo>
                    <a:pt x="392352" y="23309"/>
                  </a:lnTo>
                  <a:lnTo>
                    <a:pt x="384199" y="11190"/>
                  </a:lnTo>
                  <a:lnTo>
                    <a:pt x="372088" y="3011"/>
                  </a:lnTo>
                  <a:lnTo>
                    <a:pt x="357205" y="0"/>
                  </a:lnTo>
                  <a:close/>
                </a:path>
                <a:path w="395604" h="774700">
                  <a:moveTo>
                    <a:pt x="192932" y="39691"/>
                  </a:moveTo>
                  <a:lnTo>
                    <a:pt x="186744" y="44641"/>
                  </a:lnTo>
                  <a:lnTo>
                    <a:pt x="191813" y="44641"/>
                  </a:lnTo>
                  <a:lnTo>
                    <a:pt x="192932" y="39691"/>
                  </a:lnTo>
                  <a:close/>
                </a:path>
                <a:path w="395604" h="774700">
                  <a:moveTo>
                    <a:pt x="319461" y="39691"/>
                  </a:moveTo>
                  <a:lnTo>
                    <a:pt x="192932" y="39691"/>
                  </a:lnTo>
                  <a:lnTo>
                    <a:pt x="191847" y="44491"/>
                  </a:lnTo>
                  <a:lnTo>
                    <a:pt x="191813" y="44641"/>
                  </a:lnTo>
                  <a:lnTo>
                    <a:pt x="186744" y="44641"/>
                  </a:lnTo>
                  <a:lnTo>
                    <a:pt x="320436" y="44491"/>
                  </a:lnTo>
                  <a:lnTo>
                    <a:pt x="319461" y="39691"/>
                  </a:lnTo>
                  <a:close/>
                </a:path>
                <a:path w="395604" h="774700">
                  <a:moveTo>
                    <a:pt x="394074" y="31791"/>
                  </a:moveTo>
                  <a:lnTo>
                    <a:pt x="360792" y="31791"/>
                  </a:lnTo>
                  <a:lnTo>
                    <a:pt x="363593" y="34585"/>
                  </a:lnTo>
                  <a:lnTo>
                    <a:pt x="363600" y="41600"/>
                  </a:lnTo>
                  <a:lnTo>
                    <a:pt x="360716" y="44491"/>
                  </a:lnTo>
                  <a:lnTo>
                    <a:pt x="394056" y="44491"/>
                  </a:lnTo>
                  <a:lnTo>
                    <a:pt x="395330" y="38143"/>
                  </a:lnTo>
                  <a:lnTo>
                    <a:pt x="394642" y="34585"/>
                  </a:lnTo>
                  <a:lnTo>
                    <a:pt x="394106" y="31945"/>
                  </a:lnTo>
                  <a:lnTo>
                    <a:pt x="394074" y="31791"/>
                  </a:lnTo>
                  <a:close/>
                </a:path>
              </a:pathLst>
            </a:custGeom>
            <a:solidFill>
              <a:srgbClr val="7F7F7F"/>
            </a:solidFill>
          </p:spPr>
          <p:txBody>
            <a:bodyPr wrap="square" lIns="0" tIns="0" rIns="0" bIns="0" rtlCol="0"/>
            <a:lstStyle/>
            <a:p>
              <a:endParaRPr/>
            </a:p>
          </p:txBody>
        </p:sp>
        <p:pic>
          <p:nvPicPr>
            <p:cNvPr id="19" name="object 19"/>
            <p:cNvPicPr/>
            <p:nvPr/>
          </p:nvPicPr>
          <p:blipFill>
            <a:blip r:embed="rId8" cstate="print"/>
            <a:stretch>
              <a:fillRect/>
            </a:stretch>
          </p:blipFill>
          <p:spPr>
            <a:xfrm>
              <a:off x="9354312" y="4422647"/>
              <a:ext cx="1036320" cy="341375"/>
            </a:xfrm>
            <a:prstGeom prst="rect">
              <a:avLst/>
            </a:prstGeom>
          </p:spPr>
        </p:pic>
      </p:grpSp>
      <p:sp>
        <p:nvSpPr>
          <p:cNvPr id="20" name="object 20"/>
          <p:cNvSpPr txBox="1"/>
          <p:nvPr/>
        </p:nvSpPr>
        <p:spPr>
          <a:xfrm>
            <a:off x="9358479" y="4446523"/>
            <a:ext cx="1073785" cy="208279"/>
          </a:xfrm>
          <a:prstGeom prst="rect">
            <a:avLst/>
          </a:prstGeom>
        </p:spPr>
        <p:txBody>
          <a:bodyPr vert="horz" wrap="square" lIns="0" tIns="12700" rIns="0" bIns="0" rtlCol="0">
            <a:spAutoFit/>
          </a:bodyPr>
          <a:lstStyle/>
          <a:p>
            <a:pPr marL="91440">
              <a:lnSpc>
                <a:spcPct val="100000"/>
              </a:lnSpc>
              <a:spcBef>
                <a:spcPts val="100"/>
              </a:spcBef>
            </a:pPr>
            <a:r>
              <a:rPr sz="1200" b="1" dirty="0">
                <a:solidFill>
                  <a:srgbClr val="0070C0"/>
                </a:solidFill>
                <a:latin typeface="Corbel"/>
                <a:cs typeface="Corbel"/>
              </a:rPr>
              <a:t>Camber</a:t>
            </a:r>
            <a:r>
              <a:rPr sz="1200" b="1" spc="-45" dirty="0">
                <a:solidFill>
                  <a:srgbClr val="0070C0"/>
                </a:solidFill>
                <a:latin typeface="Corbel"/>
                <a:cs typeface="Corbel"/>
              </a:rPr>
              <a:t> </a:t>
            </a:r>
            <a:r>
              <a:rPr sz="1200" b="1" spc="-20" dirty="0">
                <a:solidFill>
                  <a:srgbClr val="0070C0"/>
                </a:solidFill>
                <a:latin typeface="Corbel"/>
                <a:cs typeface="Corbel"/>
              </a:rPr>
              <a:t>Line</a:t>
            </a:r>
            <a:endParaRPr sz="1200">
              <a:latin typeface="Corbel"/>
              <a:cs typeface="Corbel"/>
            </a:endParaRPr>
          </a:p>
        </p:txBody>
      </p:sp>
      <p:grpSp>
        <p:nvGrpSpPr>
          <p:cNvPr id="21" name="object 21"/>
          <p:cNvGrpSpPr/>
          <p:nvPr/>
        </p:nvGrpSpPr>
        <p:grpSpPr>
          <a:xfrm>
            <a:off x="8375822" y="4084320"/>
            <a:ext cx="1529080" cy="1118870"/>
            <a:chOff x="8375822" y="4084320"/>
            <a:chExt cx="1529080" cy="1118870"/>
          </a:xfrm>
        </p:grpSpPr>
        <p:sp>
          <p:nvSpPr>
            <p:cNvPr id="22" name="object 22"/>
            <p:cNvSpPr/>
            <p:nvPr/>
          </p:nvSpPr>
          <p:spPr>
            <a:xfrm>
              <a:off x="8818480" y="4099468"/>
              <a:ext cx="1080135" cy="252095"/>
            </a:xfrm>
            <a:custGeom>
              <a:avLst/>
              <a:gdLst/>
              <a:ahLst/>
              <a:cxnLst/>
              <a:rect l="l" t="t" r="r" b="b"/>
              <a:pathLst>
                <a:path w="1080134" h="252095">
                  <a:moveTo>
                    <a:pt x="0" y="0"/>
                  </a:moveTo>
                  <a:lnTo>
                    <a:pt x="1080000" y="0"/>
                  </a:lnTo>
                  <a:lnTo>
                    <a:pt x="1080000" y="252000"/>
                  </a:lnTo>
                  <a:lnTo>
                    <a:pt x="0" y="252000"/>
                  </a:lnTo>
                  <a:lnTo>
                    <a:pt x="0" y="0"/>
                  </a:lnTo>
                  <a:close/>
                </a:path>
              </a:pathLst>
            </a:custGeom>
            <a:ln w="12700">
              <a:solidFill>
                <a:srgbClr val="7F7F7F"/>
              </a:solidFill>
            </a:ln>
          </p:spPr>
          <p:txBody>
            <a:bodyPr wrap="square" lIns="0" tIns="0" rIns="0" bIns="0" rtlCol="0"/>
            <a:lstStyle/>
            <a:p>
              <a:endParaRPr/>
            </a:p>
          </p:txBody>
        </p:sp>
        <p:sp>
          <p:nvSpPr>
            <p:cNvPr id="23" name="object 23"/>
            <p:cNvSpPr/>
            <p:nvPr/>
          </p:nvSpPr>
          <p:spPr>
            <a:xfrm>
              <a:off x="8375822" y="4108427"/>
              <a:ext cx="471805" cy="1094740"/>
            </a:xfrm>
            <a:custGeom>
              <a:avLst/>
              <a:gdLst/>
              <a:ahLst/>
              <a:cxnLst/>
              <a:rect l="l" t="t" r="r" b="b"/>
              <a:pathLst>
                <a:path w="471804" h="1094739">
                  <a:moveTo>
                    <a:pt x="0" y="1011637"/>
                  </a:moveTo>
                  <a:lnTo>
                    <a:pt x="20074" y="1094432"/>
                  </a:lnTo>
                  <a:lnTo>
                    <a:pt x="65342" y="1039519"/>
                  </a:lnTo>
                  <a:lnTo>
                    <a:pt x="36286" y="1039519"/>
                  </a:lnTo>
                  <a:lnTo>
                    <a:pt x="29450" y="1037949"/>
                  </a:lnTo>
                  <a:lnTo>
                    <a:pt x="27316" y="1034542"/>
                  </a:lnTo>
                  <a:lnTo>
                    <a:pt x="30944" y="1018744"/>
                  </a:lnTo>
                  <a:lnTo>
                    <a:pt x="0" y="1011637"/>
                  </a:lnTo>
                  <a:close/>
                </a:path>
                <a:path w="471804" h="1094739">
                  <a:moveTo>
                    <a:pt x="30944" y="1018744"/>
                  </a:moveTo>
                  <a:lnTo>
                    <a:pt x="27316" y="1034542"/>
                  </a:lnTo>
                  <a:lnTo>
                    <a:pt x="29450" y="1037949"/>
                  </a:lnTo>
                  <a:lnTo>
                    <a:pt x="36286" y="1039519"/>
                  </a:lnTo>
                  <a:lnTo>
                    <a:pt x="39693" y="1037384"/>
                  </a:lnTo>
                  <a:lnTo>
                    <a:pt x="43322" y="1021587"/>
                  </a:lnTo>
                  <a:lnTo>
                    <a:pt x="30944" y="1018744"/>
                  </a:lnTo>
                  <a:close/>
                </a:path>
                <a:path w="471804" h="1094739">
                  <a:moveTo>
                    <a:pt x="43322" y="1021587"/>
                  </a:moveTo>
                  <a:lnTo>
                    <a:pt x="39693" y="1037384"/>
                  </a:lnTo>
                  <a:lnTo>
                    <a:pt x="36286" y="1039519"/>
                  </a:lnTo>
                  <a:lnTo>
                    <a:pt x="65342" y="1039519"/>
                  </a:lnTo>
                  <a:lnTo>
                    <a:pt x="74265" y="1028694"/>
                  </a:lnTo>
                  <a:lnTo>
                    <a:pt x="43322" y="1021587"/>
                  </a:lnTo>
                  <a:close/>
                </a:path>
                <a:path w="471804" h="1094739">
                  <a:moveTo>
                    <a:pt x="396338" y="31791"/>
                  </a:moveTo>
                  <a:lnTo>
                    <a:pt x="259689" y="31944"/>
                  </a:lnTo>
                  <a:lnTo>
                    <a:pt x="257126" y="33987"/>
                  </a:lnTo>
                  <a:lnTo>
                    <a:pt x="30944" y="1018744"/>
                  </a:lnTo>
                  <a:lnTo>
                    <a:pt x="43322" y="1021587"/>
                  </a:lnTo>
                  <a:lnTo>
                    <a:pt x="267710" y="44640"/>
                  </a:lnTo>
                  <a:lnTo>
                    <a:pt x="262661" y="44640"/>
                  </a:lnTo>
                  <a:lnTo>
                    <a:pt x="268842" y="39712"/>
                  </a:lnTo>
                  <a:lnTo>
                    <a:pt x="395382" y="39712"/>
                  </a:lnTo>
                  <a:lnTo>
                    <a:pt x="395063" y="38141"/>
                  </a:lnTo>
                  <a:lnTo>
                    <a:pt x="396307" y="31944"/>
                  </a:lnTo>
                  <a:lnTo>
                    <a:pt x="396338" y="31791"/>
                  </a:lnTo>
                  <a:close/>
                </a:path>
                <a:path w="471804" h="1094739">
                  <a:moveTo>
                    <a:pt x="433120" y="0"/>
                  </a:moveTo>
                  <a:lnTo>
                    <a:pt x="418293" y="3010"/>
                  </a:lnTo>
                  <a:lnTo>
                    <a:pt x="406192" y="11189"/>
                  </a:lnTo>
                  <a:lnTo>
                    <a:pt x="398041" y="23308"/>
                  </a:lnTo>
                  <a:lnTo>
                    <a:pt x="395063" y="38141"/>
                  </a:lnTo>
                  <a:lnTo>
                    <a:pt x="398074" y="52969"/>
                  </a:lnTo>
                  <a:lnTo>
                    <a:pt x="406252" y="65070"/>
                  </a:lnTo>
                  <a:lnTo>
                    <a:pt x="418372" y="73222"/>
                  </a:lnTo>
                  <a:lnTo>
                    <a:pt x="433205" y="76200"/>
                  </a:lnTo>
                  <a:lnTo>
                    <a:pt x="447869" y="73222"/>
                  </a:lnTo>
                  <a:lnTo>
                    <a:pt x="460044" y="65070"/>
                  </a:lnTo>
                  <a:lnTo>
                    <a:pt x="468233" y="52969"/>
                  </a:lnTo>
                  <a:lnTo>
                    <a:pt x="469942" y="44640"/>
                  </a:lnTo>
                  <a:lnTo>
                    <a:pt x="469972" y="44491"/>
                  </a:lnTo>
                  <a:lnTo>
                    <a:pt x="436633" y="44491"/>
                  </a:lnTo>
                  <a:lnTo>
                    <a:pt x="439517" y="41598"/>
                  </a:lnTo>
                  <a:lnTo>
                    <a:pt x="439510" y="34585"/>
                  </a:lnTo>
                  <a:lnTo>
                    <a:pt x="436708" y="31791"/>
                  </a:lnTo>
                  <a:lnTo>
                    <a:pt x="469991" y="31791"/>
                  </a:lnTo>
                  <a:lnTo>
                    <a:pt x="468269" y="23308"/>
                  </a:lnTo>
                  <a:lnTo>
                    <a:pt x="460115" y="11189"/>
                  </a:lnTo>
                  <a:lnTo>
                    <a:pt x="448004" y="3010"/>
                  </a:lnTo>
                  <a:lnTo>
                    <a:pt x="433120" y="0"/>
                  </a:lnTo>
                  <a:close/>
                </a:path>
                <a:path w="471804" h="1094739">
                  <a:moveTo>
                    <a:pt x="268842" y="39712"/>
                  </a:moveTo>
                  <a:lnTo>
                    <a:pt x="262661" y="44640"/>
                  </a:lnTo>
                  <a:lnTo>
                    <a:pt x="267710" y="44640"/>
                  </a:lnTo>
                  <a:lnTo>
                    <a:pt x="268842" y="39712"/>
                  </a:lnTo>
                  <a:close/>
                </a:path>
                <a:path w="471804" h="1094739">
                  <a:moveTo>
                    <a:pt x="395382" y="39712"/>
                  </a:moveTo>
                  <a:lnTo>
                    <a:pt x="268842" y="39712"/>
                  </a:lnTo>
                  <a:lnTo>
                    <a:pt x="267745" y="44491"/>
                  </a:lnTo>
                  <a:lnTo>
                    <a:pt x="267710" y="44640"/>
                  </a:lnTo>
                  <a:lnTo>
                    <a:pt x="262661" y="44640"/>
                  </a:lnTo>
                  <a:lnTo>
                    <a:pt x="396353" y="44491"/>
                  </a:lnTo>
                  <a:lnTo>
                    <a:pt x="395382" y="39712"/>
                  </a:lnTo>
                  <a:close/>
                </a:path>
                <a:path w="471804" h="1094739">
                  <a:moveTo>
                    <a:pt x="469991" y="31791"/>
                  </a:moveTo>
                  <a:lnTo>
                    <a:pt x="436708" y="31791"/>
                  </a:lnTo>
                  <a:lnTo>
                    <a:pt x="439510" y="34585"/>
                  </a:lnTo>
                  <a:lnTo>
                    <a:pt x="439517" y="41598"/>
                  </a:lnTo>
                  <a:lnTo>
                    <a:pt x="436633" y="44491"/>
                  </a:lnTo>
                  <a:lnTo>
                    <a:pt x="469972" y="44491"/>
                  </a:lnTo>
                  <a:lnTo>
                    <a:pt x="471246" y="38141"/>
                  </a:lnTo>
                  <a:lnTo>
                    <a:pt x="470559" y="34585"/>
                  </a:lnTo>
                  <a:lnTo>
                    <a:pt x="470022" y="31944"/>
                  </a:lnTo>
                  <a:lnTo>
                    <a:pt x="469991" y="31791"/>
                  </a:lnTo>
                  <a:close/>
                </a:path>
              </a:pathLst>
            </a:custGeom>
            <a:solidFill>
              <a:srgbClr val="7F7F7F"/>
            </a:solidFill>
          </p:spPr>
          <p:txBody>
            <a:bodyPr wrap="square" lIns="0" tIns="0" rIns="0" bIns="0" rtlCol="0"/>
            <a:lstStyle/>
            <a:p>
              <a:endParaRPr/>
            </a:p>
          </p:txBody>
        </p:sp>
        <p:pic>
          <p:nvPicPr>
            <p:cNvPr id="24" name="object 24"/>
            <p:cNvPicPr/>
            <p:nvPr/>
          </p:nvPicPr>
          <p:blipFill>
            <a:blip r:embed="rId9" cstate="print"/>
            <a:stretch>
              <a:fillRect/>
            </a:stretch>
          </p:blipFill>
          <p:spPr>
            <a:xfrm>
              <a:off x="8814816" y="4084320"/>
              <a:ext cx="923544" cy="341375"/>
            </a:xfrm>
            <a:prstGeom prst="rect">
              <a:avLst/>
            </a:prstGeom>
          </p:spPr>
        </p:pic>
      </p:grpSp>
      <p:sp>
        <p:nvSpPr>
          <p:cNvPr id="25" name="object 25"/>
          <p:cNvSpPr txBox="1"/>
          <p:nvPr/>
        </p:nvSpPr>
        <p:spPr>
          <a:xfrm>
            <a:off x="1563049" y="1274571"/>
            <a:ext cx="9794240" cy="3042285"/>
          </a:xfrm>
          <a:prstGeom prst="rect">
            <a:avLst/>
          </a:prstGeom>
        </p:spPr>
        <p:txBody>
          <a:bodyPr vert="horz" wrap="square" lIns="0" tIns="22860" rIns="0" bIns="0" rtlCol="0">
            <a:spAutoFit/>
          </a:bodyPr>
          <a:lstStyle/>
          <a:p>
            <a:pPr marL="12700" marR="476884">
              <a:lnSpc>
                <a:spcPts val="1900"/>
              </a:lnSpc>
              <a:spcBef>
                <a:spcPts val="180"/>
              </a:spcBef>
            </a:pPr>
            <a:r>
              <a:rPr sz="1600" dirty="0">
                <a:latin typeface="Corbel"/>
                <a:cs typeface="Corbel"/>
              </a:rPr>
              <a:t>An</a:t>
            </a:r>
            <a:r>
              <a:rPr sz="1600" spc="-30" dirty="0">
                <a:latin typeface="Corbel"/>
                <a:cs typeface="Corbel"/>
              </a:rPr>
              <a:t> </a:t>
            </a:r>
            <a:r>
              <a:rPr sz="1600" b="1" dirty="0">
                <a:latin typeface="Corbel"/>
                <a:cs typeface="Corbel"/>
              </a:rPr>
              <a:t>airfoil</a:t>
            </a:r>
            <a:r>
              <a:rPr sz="1600" b="1" spc="-35" dirty="0">
                <a:latin typeface="Corbel"/>
                <a:cs typeface="Corbel"/>
              </a:rPr>
              <a:t> </a:t>
            </a:r>
            <a:r>
              <a:rPr sz="1600" dirty="0">
                <a:latin typeface="Corbel"/>
                <a:cs typeface="Corbel"/>
              </a:rPr>
              <a:t>(American</a:t>
            </a:r>
            <a:r>
              <a:rPr sz="1600" spc="-25" dirty="0">
                <a:latin typeface="Corbel"/>
                <a:cs typeface="Corbel"/>
              </a:rPr>
              <a:t> </a:t>
            </a:r>
            <a:r>
              <a:rPr sz="1600" dirty="0">
                <a:latin typeface="Corbel"/>
                <a:cs typeface="Corbel"/>
              </a:rPr>
              <a:t>English)</a:t>
            </a:r>
            <a:r>
              <a:rPr sz="1600" spc="-40" dirty="0">
                <a:latin typeface="Corbel"/>
                <a:cs typeface="Corbel"/>
              </a:rPr>
              <a:t> </a:t>
            </a:r>
            <a:r>
              <a:rPr sz="1600" dirty="0">
                <a:latin typeface="Corbel"/>
                <a:cs typeface="Corbel"/>
              </a:rPr>
              <a:t>or</a:t>
            </a:r>
            <a:r>
              <a:rPr sz="1600" spc="-30" dirty="0">
                <a:latin typeface="Corbel"/>
                <a:cs typeface="Corbel"/>
              </a:rPr>
              <a:t> </a:t>
            </a:r>
            <a:r>
              <a:rPr sz="1600" b="1" u="sng" dirty="0">
                <a:uFill>
                  <a:solidFill>
                    <a:srgbClr val="000000"/>
                  </a:solidFill>
                </a:uFill>
                <a:latin typeface="Corbel"/>
                <a:cs typeface="Corbel"/>
              </a:rPr>
              <a:t>aerofoil</a:t>
            </a:r>
            <a:r>
              <a:rPr sz="1600" b="1" spc="-40" dirty="0">
                <a:latin typeface="Corbel"/>
                <a:cs typeface="Corbel"/>
              </a:rPr>
              <a:t> </a:t>
            </a:r>
            <a:r>
              <a:rPr sz="1600" dirty="0">
                <a:latin typeface="Corbel"/>
                <a:cs typeface="Corbel"/>
              </a:rPr>
              <a:t>(British</a:t>
            </a:r>
            <a:r>
              <a:rPr sz="1600" spc="-35" dirty="0">
                <a:latin typeface="Corbel"/>
                <a:cs typeface="Corbel"/>
              </a:rPr>
              <a:t> </a:t>
            </a:r>
            <a:r>
              <a:rPr sz="1600" dirty="0">
                <a:latin typeface="Corbel"/>
                <a:cs typeface="Corbel"/>
              </a:rPr>
              <a:t>English)</a:t>
            </a:r>
            <a:r>
              <a:rPr sz="1600" spc="-3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the</a:t>
            </a:r>
            <a:r>
              <a:rPr sz="1600" spc="-30" dirty="0">
                <a:latin typeface="Corbel"/>
                <a:cs typeface="Corbel"/>
              </a:rPr>
              <a:t> </a:t>
            </a:r>
            <a:r>
              <a:rPr sz="1600" spc="-10" dirty="0">
                <a:latin typeface="Corbel"/>
                <a:cs typeface="Corbel"/>
              </a:rPr>
              <a:t>cross-</a:t>
            </a:r>
            <a:r>
              <a:rPr sz="1600" dirty="0">
                <a:latin typeface="Corbel"/>
                <a:cs typeface="Corbel"/>
              </a:rPr>
              <a:t>sectional</a:t>
            </a:r>
            <a:r>
              <a:rPr sz="1600" spc="-30" dirty="0">
                <a:latin typeface="Corbel"/>
                <a:cs typeface="Corbel"/>
              </a:rPr>
              <a:t> </a:t>
            </a:r>
            <a:r>
              <a:rPr sz="1600" dirty="0">
                <a:latin typeface="Corbel"/>
                <a:cs typeface="Corbel"/>
              </a:rPr>
              <a:t>shape</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an</a:t>
            </a:r>
            <a:r>
              <a:rPr sz="1600" spc="-25" dirty="0">
                <a:latin typeface="Corbel"/>
                <a:cs typeface="Corbel"/>
              </a:rPr>
              <a:t> </a:t>
            </a:r>
            <a:r>
              <a:rPr sz="1600" dirty="0">
                <a:latin typeface="Corbel"/>
                <a:cs typeface="Corbel"/>
              </a:rPr>
              <a:t>object</a:t>
            </a:r>
            <a:r>
              <a:rPr sz="1600" spc="-35" dirty="0">
                <a:latin typeface="Corbel"/>
                <a:cs typeface="Corbel"/>
              </a:rPr>
              <a:t> </a:t>
            </a:r>
            <a:r>
              <a:rPr sz="1600" dirty="0">
                <a:latin typeface="Corbel"/>
                <a:cs typeface="Corbel"/>
              </a:rPr>
              <a:t>whose</a:t>
            </a:r>
            <a:r>
              <a:rPr sz="1600" spc="-30" dirty="0">
                <a:latin typeface="Corbel"/>
                <a:cs typeface="Corbel"/>
              </a:rPr>
              <a:t> </a:t>
            </a:r>
            <a:r>
              <a:rPr sz="1600" spc="-10" dirty="0">
                <a:latin typeface="Corbel"/>
                <a:cs typeface="Corbel"/>
              </a:rPr>
              <a:t>motion </a:t>
            </a:r>
            <a:r>
              <a:rPr sz="1600" dirty="0">
                <a:latin typeface="Corbel"/>
                <a:cs typeface="Corbel"/>
              </a:rPr>
              <a:t>through</a:t>
            </a:r>
            <a:r>
              <a:rPr sz="1600" spc="-3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gas</a:t>
            </a:r>
            <a:r>
              <a:rPr sz="1600" spc="-25"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capable</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generating</a:t>
            </a:r>
            <a:r>
              <a:rPr sz="1600" spc="-20" dirty="0">
                <a:latin typeface="Corbel"/>
                <a:cs typeface="Corbel"/>
              </a:rPr>
              <a:t> </a:t>
            </a:r>
            <a:r>
              <a:rPr sz="1600" dirty="0">
                <a:latin typeface="Corbel"/>
                <a:cs typeface="Corbel"/>
              </a:rPr>
              <a:t>significant</a:t>
            </a:r>
            <a:r>
              <a:rPr sz="1600" spc="-35" dirty="0">
                <a:latin typeface="Corbel"/>
                <a:cs typeface="Corbel"/>
              </a:rPr>
              <a:t> </a:t>
            </a:r>
            <a:r>
              <a:rPr sz="1600" dirty="0">
                <a:latin typeface="Corbel"/>
                <a:cs typeface="Corbel"/>
              </a:rPr>
              <a:t>lift,</a:t>
            </a:r>
            <a:r>
              <a:rPr sz="1600" spc="-20" dirty="0">
                <a:latin typeface="Corbel"/>
                <a:cs typeface="Corbel"/>
              </a:rPr>
              <a:t> </a:t>
            </a:r>
            <a:r>
              <a:rPr sz="1600" dirty="0">
                <a:latin typeface="Corbel"/>
                <a:cs typeface="Corbel"/>
              </a:rPr>
              <a:t>such</a:t>
            </a:r>
            <a:r>
              <a:rPr sz="1600" spc="-3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wing,</a:t>
            </a:r>
            <a:r>
              <a:rPr sz="1600" spc="-2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sail,</a:t>
            </a:r>
            <a:r>
              <a:rPr sz="1600" spc="-20"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blades</a:t>
            </a:r>
            <a:r>
              <a:rPr sz="1600" spc="-25" dirty="0">
                <a:latin typeface="Corbel"/>
                <a:cs typeface="Corbel"/>
              </a:rPr>
              <a:t> </a:t>
            </a:r>
            <a:r>
              <a:rPr sz="1600" dirty="0">
                <a:latin typeface="Corbel"/>
                <a:cs typeface="Corbel"/>
              </a:rPr>
              <a:t>of</a:t>
            </a:r>
            <a:r>
              <a:rPr sz="1600" spc="-25" dirty="0">
                <a:latin typeface="Corbel"/>
                <a:cs typeface="Corbel"/>
              </a:rPr>
              <a:t> </a:t>
            </a:r>
            <a:r>
              <a:rPr sz="1600" spc="-10" dirty="0">
                <a:latin typeface="Corbel"/>
                <a:cs typeface="Corbel"/>
              </a:rPr>
              <a:t>propeller,</a:t>
            </a:r>
            <a:r>
              <a:rPr sz="1600" spc="-20" dirty="0">
                <a:latin typeface="Corbel"/>
                <a:cs typeface="Corbel"/>
              </a:rPr>
              <a:t> </a:t>
            </a:r>
            <a:r>
              <a:rPr sz="1600" spc="-10" dirty="0">
                <a:latin typeface="Corbel"/>
                <a:cs typeface="Corbel"/>
              </a:rPr>
              <a:t>rotor,</a:t>
            </a:r>
            <a:r>
              <a:rPr sz="1600" spc="-25" dirty="0">
                <a:latin typeface="Corbel"/>
                <a:cs typeface="Corbel"/>
              </a:rPr>
              <a:t> or </a:t>
            </a:r>
            <a:r>
              <a:rPr sz="1600" spc="-10" dirty="0">
                <a:latin typeface="Corbel"/>
                <a:cs typeface="Corbel"/>
              </a:rPr>
              <a:t>turbine.</a:t>
            </a:r>
            <a:endParaRPr sz="1600" dirty="0">
              <a:latin typeface="Corbel"/>
              <a:cs typeface="Corbel"/>
            </a:endParaRPr>
          </a:p>
          <a:p>
            <a:pPr marL="12700" marR="5080">
              <a:lnSpc>
                <a:spcPct val="101899"/>
              </a:lnSpc>
              <a:spcBef>
                <a:spcPts val="880"/>
              </a:spcBef>
            </a:pPr>
            <a:r>
              <a:rPr sz="1600" dirty="0">
                <a:latin typeface="Corbel"/>
                <a:cs typeface="Corbel"/>
              </a:rPr>
              <a:t>The</a:t>
            </a:r>
            <a:r>
              <a:rPr sz="1600" spc="-60" dirty="0">
                <a:latin typeface="Corbel"/>
                <a:cs typeface="Corbel"/>
              </a:rPr>
              <a:t> </a:t>
            </a:r>
            <a:r>
              <a:rPr sz="1600" dirty="0">
                <a:latin typeface="Corbel"/>
                <a:cs typeface="Corbel"/>
              </a:rPr>
              <a:t>lift</a:t>
            </a:r>
            <a:r>
              <a:rPr sz="1600" spc="-30" dirty="0">
                <a:latin typeface="Corbel"/>
                <a:cs typeface="Corbel"/>
              </a:rPr>
              <a:t> </a:t>
            </a:r>
            <a:r>
              <a:rPr sz="1600" dirty="0">
                <a:latin typeface="Corbel"/>
                <a:cs typeface="Corbel"/>
              </a:rPr>
              <a:t>on</a:t>
            </a:r>
            <a:r>
              <a:rPr sz="1600" spc="-20"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airfoil</a:t>
            </a:r>
            <a:r>
              <a:rPr sz="1600" spc="-20"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primarily</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result</a:t>
            </a:r>
            <a:r>
              <a:rPr sz="1600" spc="-3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its</a:t>
            </a:r>
            <a:r>
              <a:rPr sz="1600" spc="-25" dirty="0">
                <a:latin typeface="Corbel"/>
                <a:cs typeface="Corbel"/>
              </a:rPr>
              <a:t> </a:t>
            </a:r>
            <a:r>
              <a:rPr sz="1600" b="1" u="sng" dirty="0">
                <a:uFill>
                  <a:solidFill>
                    <a:srgbClr val="000000"/>
                  </a:solidFill>
                </a:uFill>
                <a:latin typeface="Corbel"/>
                <a:cs typeface="Corbel"/>
              </a:rPr>
              <a:t>Angle</a:t>
            </a:r>
            <a:r>
              <a:rPr sz="1600" b="1" u="sng" spc="-30" dirty="0">
                <a:uFill>
                  <a:solidFill>
                    <a:srgbClr val="000000"/>
                  </a:solidFill>
                </a:uFill>
                <a:latin typeface="Corbel"/>
                <a:cs typeface="Corbel"/>
              </a:rPr>
              <a:t> </a:t>
            </a:r>
            <a:r>
              <a:rPr sz="1600" b="1" u="sng" spc="-10" dirty="0">
                <a:uFill>
                  <a:solidFill>
                    <a:srgbClr val="000000"/>
                  </a:solidFill>
                </a:uFill>
                <a:latin typeface="Corbel"/>
                <a:cs typeface="Corbel"/>
              </a:rPr>
              <a:t>of</a:t>
            </a:r>
            <a:r>
              <a:rPr sz="1600" b="1" u="sng" spc="-75" dirty="0">
                <a:uFill>
                  <a:solidFill>
                    <a:srgbClr val="000000"/>
                  </a:solidFill>
                </a:uFill>
                <a:latin typeface="Corbel"/>
                <a:cs typeface="Corbel"/>
              </a:rPr>
              <a:t> </a:t>
            </a:r>
            <a:r>
              <a:rPr sz="1600" b="1" u="sng" dirty="0">
                <a:uFill>
                  <a:solidFill>
                    <a:srgbClr val="000000"/>
                  </a:solidFill>
                </a:uFill>
                <a:latin typeface="Corbel"/>
                <a:cs typeface="Corbel"/>
              </a:rPr>
              <a:t>Attack</a:t>
            </a:r>
            <a:r>
              <a:rPr sz="1600" b="1" u="sng" spc="-35" dirty="0">
                <a:uFill>
                  <a:solidFill>
                    <a:srgbClr val="000000"/>
                  </a:solidFill>
                </a:uFill>
                <a:latin typeface="Corbel"/>
                <a:cs typeface="Corbel"/>
              </a:rPr>
              <a:t> </a:t>
            </a:r>
            <a:r>
              <a:rPr sz="1600" b="1" u="sng" spc="-10" dirty="0">
                <a:uFill>
                  <a:solidFill>
                    <a:srgbClr val="000000"/>
                  </a:solidFill>
                </a:uFill>
                <a:latin typeface="Corbel"/>
                <a:cs typeface="Corbel"/>
              </a:rPr>
              <a:t>(AOA)</a:t>
            </a:r>
            <a:r>
              <a:rPr sz="1600" spc="-10" dirty="0">
                <a:latin typeface="Corbel"/>
                <a:cs typeface="Corbel"/>
              </a:rPr>
              <a:t>.</a:t>
            </a:r>
            <a:r>
              <a:rPr sz="1600" spc="-80" dirty="0">
                <a:latin typeface="Corbel"/>
                <a:cs typeface="Corbel"/>
              </a:rPr>
              <a:t> </a:t>
            </a:r>
            <a:r>
              <a:rPr sz="1600" dirty="0">
                <a:latin typeface="Corbel"/>
                <a:cs typeface="Corbel"/>
              </a:rPr>
              <a:t>When</a:t>
            </a:r>
            <a:r>
              <a:rPr sz="1600" spc="-15" dirty="0">
                <a:latin typeface="Corbel"/>
                <a:cs typeface="Corbel"/>
              </a:rPr>
              <a:t> </a:t>
            </a:r>
            <a:r>
              <a:rPr sz="1600" dirty="0">
                <a:latin typeface="Corbel"/>
                <a:cs typeface="Corbel"/>
              </a:rPr>
              <a:t>oriented</a:t>
            </a:r>
            <a:r>
              <a:rPr sz="1600" spc="-15" dirty="0">
                <a:latin typeface="Corbel"/>
                <a:cs typeface="Corbel"/>
              </a:rPr>
              <a:t> </a:t>
            </a:r>
            <a:r>
              <a:rPr sz="1600" dirty="0">
                <a:latin typeface="Corbel"/>
                <a:cs typeface="Corbel"/>
              </a:rPr>
              <a:t>at</a:t>
            </a:r>
            <a:r>
              <a:rPr sz="1600" spc="-3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suitable</a:t>
            </a:r>
            <a:r>
              <a:rPr sz="1600" spc="-20" dirty="0">
                <a:latin typeface="Corbel"/>
                <a:cs typeface="Corbel"/>
              </a:rPr>
              <a:t> </a:t>
            </a:r>
            <a:r>
              <a:rPr sz="1600" dirty="0">
                <a:latin typeface="Corbel"/>
                <a:cs typeface="Corbel"/>
              </a:rPr>
              <a:t>angle,</a:t>
            </a:r>
            <a:r>
              <a:rPr sz="1600" spc="-20" dirty="0">
                <a:latin typeface="Corbel"/>
                <a:cs typeface="Corbel"/>
              </a:rPr>
              <a:t> </a:t>
            </a:r>
            <a:r>
              <a:rPr sz="1600" dirty="0">
                <a:latin typeface="Corbel"/>
                <a:cs typeface="Corbel"/>
              </a:rPr>
              <a:t>the</a:t>
            </a:r>
            <a:r>
              <a:rPr sz="1600" spc="-20" dirty="0">
                <a:latin typeface="Corbel"/>
                <a:cs typeface="Corbel"/>
              </a:rPr>
              <a:t> </a:t>
            </a:r>
            <a:r>
              <a:rPr sz="1600" spc="-10" dirty="0">
                <a:latin typeface="Corbel"/>
                <a:cs typeface="Corbel"/>
              </a:rPr>
              <a:t>airfoil </a:t>
            </a:r>
            <a:r>
              <a:rPr sz="1600" dirty="0">
                <a:latin typeface="Corbel"/>
                <a:cs typeface="Corbel"/>
              </a:rPr>
              <a:t>deflects</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oncoming</a:t>
            </a:r>
            <a:r>
              <a:rPr sz="1600" spc="-30" dirty="0">
                <a:latin typeface="Corbel"/>
                <a:cs typeface="Corbel"/>
              </a:rPr>
              <a:t> </a:t>
            </a:r>
            <a:r>
              <a:rPr sz="1600" dirty="0">
                <a:latin typeface="Corbel"/>
                <a:cs typeface="Corbel"/>
              </a:rPr>
              <a:t>air</a:t>
            </a:r>
            <a:r>
              <a:rPr sz="1600" spc="-25" dirty="0">
                <a:latin typeface="Corbel"/>
                <a:cs typeface="Corbel"/>
              </a:rPr>
              <a:t> </a:t>
            </a:r>
            <a:r>
              <a:rPr sz="1600" dirty="0">
                <a:latin typeface="Corbel"/>
                <a:cs typeface="Corbel"/>
              </a:rPr>
              <a:t>(for</a:t>
            </a:r>
            <a:r>
              <a:rPr sz="1600" spc="-30" dirty="0">
                <a:latin typeface="Corbel"/>
                <a:cs typeface="Corbel"/>
              </a:rPr>
              <a:t> </a:t>
            </a:r>
            <a:r>
              <a:rPr sz="1600" spc="-10" dirty="0">
                <a:latin typeface="Corbel"/>
                <a:cs typeface="Corbel"/>
              </a:rPr>
              <a:t>fixed-</a:t>
            </a:r>
            <a:r>
              <a:rPr sz="1600" dirty="0">
                <a:latin typeface="Corbel"/>
                <a:cs typeface="Corbel"/>
              </a:rPr>
              <a:t>wing</a:t>
            </a:r>
            <a:r>
              <a:rPr sz="1600" spc="-30" dirty="0">
                <a:latin typeface="Corbel"/>
                <a:cs typeface="Corbel"/>
              </a:rPr>
              <a:t> </a:t>
            </a:r>
            <a:r>
              <a:rPr sz="1600" dirty="0">
                <a:latin typeface="Corbel"/>
                <a:cs typeface="Corbel"/>
              </a:rPr>
              <a:t>aircraft,</a:t>
            </a:r>
            <a:r>
              <a:rPr sz="1600" spc="-25"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downward</a:t>
            </a:r>
            <a:r>
              <a:rPr sz="1600" spc="-25" dirty="0">
                <a:latin typeface="Corbel"/>
                <a:cs typeface="Corbel"/>
              </a:rPr>
              <a:t> </a:t>
            </a:r>
            <a:r>
              <a:rPr sz="1600" dirty="0">
                <a:latin typeface="Corbel"/>
                <a:cs typeface="Corbel"/>
              </a:rPr>
              <a:t>force),</a:t>
            </a:r>
            <a:r>
              <a:rPr sz="1600" spc="-30" dirty="0">
                <a:latin typeface="Corbel"/>
                <a:cs typeface="Corbel"/>
              </a:rPr>
              <a:t> </a:t>
            </a:r>
            <a:r>
              <a:rPr sz="1600" dirty="0">
                <a:latin typeface="Corbel"/>
                <a:cs typeface="Corbel"/>
              </a:rPr>
              <a:t>resulting</a:t>
            </a:r>
            <a:r>
              <a:rPr sz="1600" spc="-30"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force</a:t>
            </a:r>
            <a:r>
              <a:rPr sz="1600" spc="-25"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airfoil</a:t>
            </a:r>
            <a:r>
              <a:rPr sz="1600" spc="-3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the</a:t>
            </a:r>
            <a:r>
              <a:rPr sz="1600" spc="-30" dirty="0">
                <a:latin typeface="Corbel"/>
                <a:cs typeface="Corbel"/>
              </a:rPr>
              <a:t> </a:t>
            </a:r>
            <a:r>
              <a:rPr sz="1600" spc="-10" dirty="0">
                <a:latin typeface="Corbel"/>
                <a:cs typeface="Corbel"/>
              </a:rPr>
              <a:t>direction </a:t>
            </a:r>
            <a:r>
              <a:rPr sz="1600" dirty="0">
                <a:latin typeface="Corbel"/>
                <a:cs typeface="Corbel"/>
              </a:rPr>
              <a:t>opposite</a:t>
            </a:r>
            <a:r>
              <a:rPr sz="1600" spc="-20"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the</a:t>
            </a:r>
            <a:r>
              <a:rPr sz="1600" spc="-15" dirty="0">
                <a:latin typeface="Corbel"/>
                <a:cs typeface="Corbel"/>
              </a:rPr>
              <a:t> </a:t>
            </a:r>
            <a:r>
              <a:rPr sz="1600" spc="-10" dirty="0">
                <a:latin typeface="Corbel"/>
                <a:cs typeface="Corbel"/>
              </a:rPr>
              <a:t>deflection.</a:t>
            </a:r>
            <a:endParaRPr sz="1600" dirty="0">
              <a:latin typeface="Corbel"/>
              <a:cs typeface="Corbel"/>
            </a:endParaRPr>
          </a:p>
          <a:p>
            <a:pPr marL="12700" marR="75565">
              <a:lnSpc>
                <a:spcPct val="100000"/>
              </a:lnSpc>
              <a:spcBef>
                <a:spcPts val="960"/>
              </a:spcBef>
            </a:pPr>
            <a:r>
              <a:rPr sz="1600" dirty="0">
                <a:latin typeface="Corbel"/>
                <a:cs typeface="Corbel"/>
              </a:rPr>
              <a:t>In</a:t>
            </a:r>
            <a:r>
              <a:rPr sz="1600" spc="-25" dirty="0">
                <a:latin typeface="Corbel"/>
                <a:cs typeface="Corbel"/>
              </a:rPr>
              <a:t> </a:t>
            </a:r>
            <a:r>
              <a:rPr sz="1600" dirty="0">
                <a:latin typeface="Corbel"/>
                <a:cs typeface="Corbel"/>
              </a:rPr>
              <a:t>aeronautics,</a:t>
            </a:r>
            <a:r>
              <a:rPr sz="1600" spc="-30" dirty="0">
                <a:latin typeface="Corbel"/>
                <a:cs typeface="Corbel"/>
              </a:rPr>
              <a:t> </a:t>
            </a:r>
            <a:r>
              <a:rPr sz="1600" b="1" u="sng" dirty="0">
                <a:uFill>
                  <a:solidFill>
                    <a:srgbClr val="000000"/>
                  </a:solidFill>
                </a:uFill>
                <a:latin typeface="Corbel"/>
                <a:cs typeface="Corbel"/>
              </a:rPr>
              <a:t>downwash</a:t>
            </a:r>
            <a:r>
              <a:rPr sz="1600" b="1" spc="-3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change</a:t>
            </a:r>
            <a:r>
              <a:rPr sz="1600" spc="-30"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direction</a:t>
            </a:r>
            <a:r>
              <a:rPr sz="1600" spc="-2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air</a:t>
            </a:r>
            <a:r>
              <a:rPr sz="1600" spc="-30" dirty="0">
                <a:latin typeface="Corbel"/>
                <a:cs typeface="Corbel"/>
              </a:rPr>
              <a:t> </a:t>
            </a:r>
            <a:r>
              <a:rPr sz="1600" dirty="0">
                <a:latin typeface="Corbel"/>
                <a:cs typeface="Corbel"/>
              </a:rPr>
              <a:t>deflected</a:t>
            </a:r>
            <a:r>
              <a:rPr sz="1600" spc="-25" dirty="0">
                <a:latin typeface="Corbel"/>
                <a:cs typeface="Corbel"/>
              </a:rPr>
              <a:t> </a:t>
            </a:r>
            <a:r>
              <a:rPr sz="1600" dirty="0">
                <a:latin typeface="Corbel"/>
                <a:cs typeface="Corbel"/>
              </a:rPr>
              <a:t>by</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aerodynamic</a:t>
            </a:r>
            <a:r>
              <a:rPr sz="1600" spc="-35" dirty="0">
                <a:latin typeface="Corbel"/>
                <a:cs typeface="Corbel"/>
              </a:rPr>
              <a:t> </a:t>
            </a:r>
            <a:r>
              <a:rPr sz="1600" dirty="0">
                <a:latin typeface="Corbel"/>
                <a:cs typeface="Corbel"/>
              </a:rPr>
              <a:t>action</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an</a:t>
            </a:r>
            <a:r>
              <a:rPr sz="1600" spc="-25" dirty="0">
                <a:latin typeface="Corbel"/>
                <a:cs typeface="Corbel"/>
              </a:rPr>
              <a:t> </a:t>
            </a:r>
            <a:r>
              <a:rPr sz="1600" dirty="0">
                <a:latin typeface="Corbel"/>
                <a:cs typeface="Corbel"/>
              </a:rPr>
              <a:t>airfoil,</a:t>
            </a:r>
            <a:r>
              <a:rPr sz="1600" spc="-30" dirty="0">
                <a:latin typeface="Corbel"/>
                <a:cs typeface="Corbel"/>
              </a:rPr>
              <a:t> </a:t>
            </a:r>
            <a:r>
              <a:rPr sz="1600" dirty="0">
                <a:latin typeface="Corbel"/>
                <a:cs typeface="Corbel"/>
              </a:rPr>
              <a:t>wing,</a:t>
            </a:r>
            <a:r>
              <a:rPr sz="1600" spc="-30" dirty="0">
                <a:latin typeface="Corbel"/>
                <a:cs typeface="Corbel"/>
              </a:rPr>
              <a:t> </a:t>
            </a:r>
            <a:r>
              <a:rPr sz="1600" spc="-25" dirty="0">
                <a:latin typeface="Corbel"/>
                <a:cs typeface="Corbel"/>
              </a:rPr>
              <a:t>or </a:t>
            </a:r>
            <a:r>
              <a:rPr sz="1600" dirty="0">
                <a:latin typeface="Corbel"/>
                <a:cs typeface="Corbel"/>
              </a:rPr>
              <a:t>helicopter</a:t>
            </a:r>
            <a:r>
              <a:rPr sz="1600" spc="-30" dirty="0">
                <a:latin typeface="Corbel"/>
                <a:cs typeface="Corbel"/>
              </a:rPr>
              <a:t> </a:t>
            </a:r>
            <a:r>
              <a:rPr sz="1600" dirty="0">
                <a:latin typeface="Corbel"/>
                <a:cs typeface="Corbel"/>
              </a:rPr>
              <a:t>rotor</a:t>
            </a:r>
            <a:r>
              <a:rPr sz="1600" spc="-25" dirty="0">
                <a:latin typeface="Corbel"/>
                <a:cs typeface="Corbel"/>
              </a:rPr>
              <a:t> </a:t>
            </a:r>
            <a:r>
              <a:rPr sz="1600" dirty="0">
                <a:latin typeface="Corbel"/>
                <a:cs typeface="Corbel"/>
              </a:rPr>
              <a:t>blade</a:t>
            </a:r>
            <a:r>
              <a:rPr sz="1600" spc="-3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motion,</a:t>
            </a:r>
            <a:r>
              <a:rPr sz="1600" spc="-25" dirty="0">
                <a:latin typeface="Corbel"/>
                <a:cs typeface="Corbel"/>
              </a:rPr>
              <a:t> </a:t>
            </a:r>
            <a:r>
              <a:rPr sz="1600" dirty="0">
                <a:latin typeface="Corbel"/>
                <a:cs typeface="Corbel"/>
              </a:rPr>
              <a:t>as</a:t>
            </a:r>
            <a:r>
              <a:rPr sz="1600" spc="-30" dirty="0">
                <a:latin typeface="Corbel"/>
                <a:cs typeface="Corbel"/>
              </a:rPr>
              <a:t> </a:t>
            </a:r>
            <a:r>
              <a:rPr sz="1600" dirty="0">
                <a:latin typeface="Corbel"/>
                <a:cs typeface="Corbel"/>
              </a:rPr>
              <a:t>part</a:t>
            </a:r>
            <a:r>
              <a:rPr sz="1600" spc="-3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process</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producing</a:t>
            </a:r>
            <a:r>
              <a:rPr sz="1600" spc="-30" dirty="0">
                <a:latin typeface="Corbel"/>
                <a:cs typeface="Corbel"/>
              </a:rPr>
              <a:t> </a:t>
            </a:r>
            <a:r>
              <a:rPr sz="1600" spc="-10" dirty="0">
                <a:latin typeface="Corbel"/>
                <a:cs typeface="Corbel"/>
              </a:rPr>
              <a:t>lift.</a:t>
            </a:r>
            <a:endParaRPr sz="1600" dirty="0">
              <a:latin typeface="Corbel"/>
              <a:cs typeface="Corbel"/>
            </a:endParaRPr>
          </a:p>
          <a:p>
            <a:pPr>
              <a:lnSpc>
                <a:spcPct val="100000"/>
              </a:lnSpc>
              <a:spcBef>
                <a:spcPts val="1540"/>
              </a:spcBef>
            </a:pPr>
            <a:endParaRPr sz="1600" dirty="0">
              <a:latin typeface="Corbel"/>
              <a:cs typeface="Corbel"/>
            </a:endParaRPr>
          </a:p>
          <a:p>
            <a:pPr marL="789305" algn="ctr">
              <a:lnSpc>
                <a:spcPct val="100000"/>
              </a:lnSpc>
            </a:pPr>
            <a:r>
              <a:rPr sz="1200" dirty="0">
                <a:solidFill>
                  <a:srgbClr val="595959"/>
                </a:solidFill>
                <a:latin typeface="Corbel"/>
                <a:cs typeface="Corbel"/>
              </a:rPr>
              <a:t>Leading</a:t>
            </a:r>
            <a:r>
              <a:rPr sz="1200" spc="-45" dirty="0">
                <a:solidFill>
                  <a:srgbClr val="595959"/>
                </a:solidFill>
                <a:latin typeface="Corbel"/>
                <a:cs typeface="Corbel"/>
              </a:rPr>
              <a:t> </a:t>
            </a:r>
            <a:r>
              <a:rPr sz="1200" spc="-20" dirty="0">
                <a:solidFill>
                  <a:srgbClr val="595959"/>
                </a:solidFill>
                <a:latin typeface="Corbel"/>
                <a:cs typeface="Corbel"/>
              </a:rPr>
              <a:t>Edge</a:t>
            </a:r>
            <a:endParaRPr sz="1200" dirty="0">
              <a:latin typeface="Corbel"/>
              <a:cs typeface="Corbel"/>
            </a:endParaRPr>
          </a:p>
          <a:p>
            <a:pPr marL="5612765" algn="ctr">
              <a:lnSpc>
                <a:spcPct val="100000"/>
              </a:lnSpc>
              <a:spcBef>
                <a:spcPts val="50"/>
              </a:spcBef>
            </a:pPr>
            <a:r>
              <a:rPr sz="1200" b="1" dirty="0">
                <a:solidFill>
                  <a:srgbClr val="FF0000"/>
                </a:solidFill>
                <a:latin typeface="Corbel"/>
                <a:cs typeface="Corbel"/>
              </a:rPr>
              <a:t>Chord</a:t>
            </a:r>
            <a:r>
              <a:rPr sz="1200" b="1" spc="-30" dirty="0">
                <a:solidFill>
                  <a:srgbClr val="FF0000"/>
                </a:solidFill>
                <a:latin typeface="Corbel"/>
                <a:cs typeface="Corbel"/>
              </a:rPr>
              <a:t> </a:t>
            </a:r>
            <a:r>
              <a:rPr sz="1200" b="1" spc="-20" dirty="0">
                <a:solidFill>
                  <a:srgbClr val="FF0000"/>
                </a:solidFill>
                <a:latin typeface="Corbel"/>
                <a:cs typeface="Corbel"/>
              </a:rPr>
              <a:t>Line</a:t>
            </a:r>
            <a:endParaRPr sz="1200" dirty="0">
              <a:latin typeface="Corbel"/>
              <a:cs typeface="Corbel"/>
            </a:endParaRPr>
          </a:p>
        </p:txBody>
      </p:sp>
      <p:sp>
        <p:nvSpPr>
          <p:cNvPr id="26" name="object 26"/>
          <p:cNvSpPr txBox="1"/>
          <p:nvPr/>
        </p:nvSpPr>
        <p:spPr>
          <a:xfrm>
            <a:off x="7032346" y="5010404"/>
            <a:ext cx="335915"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AOA</a:t>
            </a:r>
            <a:endParaRPr sz="1200">
              <a:latin typeface="Corbel"/>
              <a:cs typeface="Corbel"/>
            </a:endParaRPr>
          </a:p>
        </p:txBody>
      </p:sp>
      <p:grpSp>
        <p:nvGrpSpPr>
          <p:cNvPr id="27" name="object 27"/>
          <p:cNvGrpSpPr/>
          <p:nvPr/>
        </p:nvGrpSpPr>
        <p:grpSpPr>
          <a:xfrm>
            <a:off x="43542" y="6462030"/>
            <a:ext cx="360045" cy="360045"/>
            <a:chOff x="43542" y="6462030"/>
            <a:chExt cx="360045" cy="360045"/>
          </a:xfrm>
        </p:grpSpPr>
        <p:sp>
          <p:nvSpPr>
            <p:cNvPr id="28" name="object 28"/>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29" name="object 29"/>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30" name="object 30"/>
            <p:cNvPicPr/>
            <p:nvPr/>
          </p:nvPicPr>
          <p:blipFill>
            <a:blip r:embed="rId10" cstate="print"/>
            <a:stretch>
              <a:fillRect/>
            </a:stretch>
          </p:blipFill>
          <p:spPr>
            <a:xfrm>
              <a:off x="172917" y="6515468"/>
              <a:ext cx="101249" cy="227812"/>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429511" y="588263"/>
            <a:ext cx="1664208" cy="527303"/>
          </a:xfrm>
          <a:prstGeom prst="rect">
            <a:avLst/>
          </a:prstGeom>
        </p:spPr>
      </p:pic>
      <p:sp>
        <p:nvSpPr>
          <p:cNvPr id="3" name="object 3"/>
          <p:cNvSpPr txBox="1">
            <a:spLocks noGrp="1"/>
          </p:cNvSpPr>
          <p:nvPr>
            <p:ph type="title"/>
          </p:nvPr>
        </p:nvSpPr>
        <p:spPr>
          <a:prstGeom prst="rect">
            <a:avLst/>
          </a:prstGeom>
        </p:spPr>
        <p:txBody>
          <a:bodyPr vert="horz" wrap="square" lIns="0" tIns="178308" rIns="0" bIns="0" rtlCol="0">
            <a:spAutoFit/>
          </a:bodyPr>
          <a:lstStyle/>
          <a:p>
            <a:pPr marL="12700">
              <a:lnSpc>
                <a:spcPct val="100000"/>
              </a:lnSpc>
              <a:spcBef>
                <a:spcPts val="100"/>
              </a:spcBef>
            </a:pPr>
            <a:r>
              <a:rPr sz="1800" b="1" spc="-10" dirty="0">
                <a:latin typeface="Corbel"/>
                <a:cs typeface="Corbel"/>
              </a:rPr>
              <a:t>Types</a:t>
            </a:r>
            <a:r>
              <a:rPr sz="1800" b="1" spc="-45" dirty="0">
                <a:latin typeface="Corbel"/>
                <a:cs typeface="Corbel"/>
              </a:rPr>
              <a:t> </a:t>
            </a:r>
            <a:r>
              <a:rPr sz="1800" b="1" dirty="0">
                <a:latin typeface="Corbel"/>
                <a:cs typeface="Corbel"/>
              </a:rPr>
              <a:t>of</a:t>
            </a:r>
            <a:r>
              <a:rPr sz="1800" b="1" spc="-45" dirty="0">
                <a:latin typeface="Corbel"/>
                <a:cs typeface="Corbel"/>
              </a:rPr>
              <a:t> </a:t>
            </a:r>
            <a:r>
              <a:rPr sz="1800" b="1" spc="-20" dirty="0">
                <a:latin typeface="Corbel"/>
                <a:cs typeface="Corbel"/>
              </a:rPr>
              <a:t>Drag</a:t>
            </a:r>
            <a:endParaRPr sz="1800">
              <a:latin typeface="Corbel"/>
              <a:cs typeface="Corbel"/>
            </a:endParaRPr>
          </a:p>
        </p:txBody>
      </p:sp>
      <p:sp>
        <p:nvSpPr>
          <p:cNvPr id="4" name="object 4"/>
          <p:cNvSpPr txBox="1">
            <a:spLocks noGrp="1"/>
          </p:cNvSpPr>
          <p:nvPr>
            <p:ph type="body" idx="1"/>
          </p:nvPr>
        </p:nvSpPr>
        <p:spPr>
          <a:prstGeom prst="rect">
            <a:avLst/>
          </a:prstGeom>
        </p:spPr>
        <p:txBody>
          <a:bodyPr vert="horz" wrap="square" lIns="0" tIns="28575" rIns="0" bIns="0" rtlCol="0">
            <a:spAutoFit/>
          </a:bodyPr>
          <a:lstStyle/>
          <a:p>
            <a:pPr marL="12700" marR="5080" indent="236220">
              <a:lnSpc>
                <a:spcPts val="2090"/>
              </a:lnSpc>
              <a:spcBef>
                <a:spcPts val="225"/>
              </a:spcBef>
              <a:buFont typeface="Corbel"/>
              <a:buAutoNum type="arabicPeriod"/>
              <a:tabLst>
                <a:tab pos="248920" algn="l"/>
              </a:tabLst>
            </a:pPr>
            <a:r>
              <a:rPr u="sng" dirty="0">
                <a:uFill>
                  <a:solidFill>
                    <a:srgbClr val="000000"/>
                  </a:solidFill>
                </a:uFill>
                <a:latin typeface="Corbel"/>
                <a:cs typeface="Corbel"/>
              </a:rPr>
              <a:t>Parasite</a:t>
            </a:r>
            <a:r>
              <a:rPr u="sng" spc="170" dirty="0">
                <a:uFill>
                  <a:solidFill>
                    <a:srgbClr val="000000"/>
                  </a:solidFill>
                </a:uFill>
                <a:latin typeface="Corbel"/>
                <a:cs typeface="Corbel"/>
              </a:rPr>
              <a:t> </a:t>
            </a:r>
            <a:r>
              <a:rPr u="sng" dirty="0">
                <a:uFill>
                  <a:solidFill>
                    <a:srgbClr val="000000"/>
                  </a:solidFill>
                </a:uFill>
                <a:latin typeface="Corbel"/>
                <a:cs typeface="Corbel"/>
              </a:rPr>
              <a:t>drag</a:t>
            </a:r>
            <a:r>
              <a:rPr u="sng" spc="150" dirty="0">
                <a:uFill>
                  <a:solidFill>
                    <a:srgbClr val="000000"/>
                  </a:solidFill>
                </a:uFill>
                <a:latin typeface="Corbel"/>
                <a:cs typeface="Corbel"/>
              </a:rPr>
              <a:t> </a:t>
            </a:r>
            <a:r>
              <a:rPr b="0" dirty="0">
                <a:latin typeface="Corbel"/>
                <a:cs typeface="Corbel"/>
              </a:rPr>
              <a:t>is</a:t>
            </a:r>
            <a:r>
              <a:rPr b="0" spc="180" dirty="0">
                <a:latin typeface="Corbel"/>
                <a:cs typeface="Corbel"/>
              </a:rPr>
              <a:t> </a:t>
            </a:r>
            <a:r>
              <a:rPr b="0" dirty="0">
                <a:latin typeface="Corbel"/>
                <a:cs typeface="Corbel"/>
              </a:rPr>
              <a:t>comprised</a:t>
            </a:r>
            <a:r>
              <a:rPr b="0" spc="180" dirty="0">
                <a:latin typeface="Corbel"/>
                <a:cs typeface="Corbel"/>
              </a:rPr>
              <a:t> </a:t>
            </a:r>
            <a:r>
              <a:rPr b="0" dirty="0">
                <a:latin typeface="Corbel"/>
                <a:cs typeface="Corbel"/>
              </a:rPr>
              <a:t>of</a:t>
            </a:r>
            <a:r>
              <a:rPr b="0" spc="185" dirty="0">
                <a:latin typeface="Corbel"/>
                <a:cs typeface="Corbel"/>
              </a:rPr>
              <a:t> </a:t>
            </a:r>
            <a:r>
              <a:rPr b="0" dirty="0">
                <a:latin typeface="Corbel"/>
                <a:cs typeface="Corbel"/>
              </a:rPr>
              <a:t>all</a:t>
            </a:r>
            <a:r>
              <a:rPr b="0" spc="175" dirty="0">
                <a:latin typeface="Corbel"/>
                <a:cs typeface="Corbel"/>
              </a:rPr>
              <a:t> </a:t>
            </a:r>
            <a:r>
              <a:rPr b="0" dirty="0">
                <a:latin typeface="Corbel"/>
                <a:cs typeface="Corbel"/>
              </a:rPr>
              <a:t>the</a:t>
            </a:r>
            <a:r>
              <a:rPr b="0" spc="185" dirty="0">
                <a:latin typeface="Corbel"/>
                <a:cs typeface="Corbel"/>
              </a:rPr>
              <a:t> </a:t>
            </a:r>
            <a:r>
              <a:rPr b="0" dirty="0">
                <a:latin typeface="Corbel"/>
                <a:cs typeface="Corbel"/>
              </a:rPr>
              <a:t>forces</a:t>
            </a:r>
            <a:r>
              <a:rPr b="0" spc="180" dirty="0">
                <a:latin typeface="Corbel"/>
                <a:cs typeface="Corbel"/>
              </a:rPr>
              <a:t> </a:t>
            </a:r>
            <a:r>
              <a:rPr b="0" dirty="0">
                <a:latin typeface="Corbel"/>
                <a:cs typeface="Corbel"/>
              </a:rPr>
              <a:t>that</a:t>
            </a:r>
            <a:r>
              <a:rPr b="0" spc="180" dirty="0">
                <a:latin typeface="Corbel"/>
                <a:cs typeface="Corbel"/>
              </a:rPr>
              <a:t> </a:t>
            </a:r>
            <a:r>
              <a:rPr b="0" dirty="0">
                <a:latin typeface="Corbel"/>
                <a:cs typeface="Corbel"/>
              </a:rPr>
              <a:t>work</a:t>
            </a:r>
            <a:r>
              <a:rPr b="0" spc="180" dirty="0">
                <a:latin typeface="Corbel"/>
                <a:cs typeface="Corbel"/>
              </a:rPr>
              <a:t> </a:t>
            </a:r>
            <a:r>
              <a:rPr b="0" dirty="0">
                <a:latin typeface="Corbel"/>
                <a:cs typeface="Corbel"/>
              </a:rPr>
              <a:t>to</a:t>
            </a:r>
            <a:r>
              <a:rPr b="0" spc="180" dirty="0">
                <a:latin typeface="Corbel"/>
                <a:cs typeface="Corbel"/>
              </a:rPr>
              <a:t> </a:t>
            </a:r>
            <a:r>
              <a:rPr b="0" dirty="0">
                <a:latin typeface="Corbel"/>
                <a:cs typeface="Corbel"/>
              </a:rPr>
              <a:t>slow</a:t>
            </a:r>
            <a:r>
              <a:rPr b="0" spc="190" dirty="0">
                <a:latin typeface="Corbel"/>
                <a:cs typeface="Corbel"/>
              </a:rPr>
              <a:t> </a:t>
            </a:r>
            <a:r>
              <a:rPr b="0" dirty="0">
                <a:latin typeface="Corbel"/>
                <a:cs typeface="Corbel"/>
              </a:rPr>
              <a:t>an</a:t>
            </a:r>
            <a:r>
              <a:rPr b="0" spc="185" dirty="0">
                <a:latin typeface="Corbel"/>
                <a:cs typeface="Corbel"/>
              </a:rPr>
              <a:t> </a:t>
            </a:r>
            <a:r>
              <a:rPr b="0" dirty="0">
                <a:latin typeface="Corbel"/>
                <a:cs typeface="Corbel"/>
              </a:rPr>
              <a:t>aircraft’s</a:t>
            </a:r>
            <a:r>
              <a:rPr b="0" spc="180" dirty="0">
                <a:latin typeface="Corbel"/>
                <a:cs typeface="Corbel"/>
              </a:rPr>
              <a:t> </a:t>
            </a:r>
            <a:r>
              <a:rPr b="0" dirty="0">
                <a:latin typeface="Corbel"/>
                <a:cs typeface="Corbel"/>
              </a:rPr>
              <a:t>movement.</a:t>
            </a:r>
            <a:r>
              <a:rPr b="0" spc="180" dirty="0">
                <a:latin typeface="Corbel"/>
                <a:cs typeface="Corbel"/>
              </a:rPr>
              <a:t> </a:t>
            </a:r>
            <a:r>
              <a:rPr b="0" dirty="0">
                <a:latin typeface="Corbel"/>
                <a:cs typeface="Corbel"/>
              </a:rPr>
              <a:t>As</a:t>
            </a:r>
            <a:r>
              <a:rPr b="0" spc="180" dirty="0">
                <a:latin typeface="Corbel"/>
                <a:cs typeface="Corbel"/>
              </a:rPr>
              <a:t> </a:t>
            </a:r>
            <a:r>
              <a:rPr b="0" dirty="0">
                <a:latin typeface="Corbel"/>
                <a:cs typeface="Corbel"/>
              </a:rPr>
              <a:t>the</a:t>
            </a:r>
            <a:r>
              <a:rPr b="0" spc="185" dirty="0">
                <a:latin typeface="Corbel"/>
                <a:cs typeface="Corbel"/>
              </a:rPr>
              <a:t> </a:t>
            </a:r>
            <a:r>
              <a:rPr b="0" spc="-20" dirty="0">
                <a:latin typeface="Corbel"/>
                <a:cs typeface="Corbel"/>
              </a:rPr>
              <a:t>term </a:t>
            </a:r>
            <a:r>
              <a:rPr b="0" dirty="0">
                <a:latin typeface="Corbel"/>
                <a:cs typeface="Corbel"/>
              </a:rPr>
              <a:t>parasite</a:t>
            </a:r>
            <a:r>
              <a:rPr b="0" spc="-30" dirty="0">
                <a:latin typeface="Corbel"/>
                <a:cs typeface="Corbel"/>
              </a:rPr>
              <a:t> </a:t>
            </a:r>
            <a:r>
              <a:rPr b="0" dirty="0">
                <a:latin typeface="Corbel"/>
                <a:cs typeface="Corbel"/>
              </a:rPr>
              <a:t>implies,</a:t>
            </a:r>
            <a:r>
              <a:rPr b="0" spc="-35" dirty="0">
                <a:latin typeface="Corbel"/>
                <a:cs typeface="Corbel"/>
              </a:rPr>
              <a:t> </a:t>
            </a:r>
            <a:r>
              <a:rPr b="0" dirty="0">
                <a:latin typeface="Corbel"/>
                <a:cs typeface="Corbel"/>
              </a:rPr>
              <a:t>it</a:t>
            </a:r>
            <a:r>
              <a:rPr b="0" spc="-30" dirty="0">
                <a:latin typeface="Corbel"/>
                <a:cs typeface="Corbel"/>
              </a:rPr>
              <a:t> </a:t>
            </a:r>
            <a:r>
              <a:rPr b="0" dirty="0">
                <a:latin typeface="Corbel"/>
                <a:cs typeface="Corbel"/>
              </a:rPr>
              <a:t>is</a:t>
            </a:r>
            <a:r>
              <a:rPr b="0" spc="-30" dirty="0">
                <a:latin typeface="Corbel"/>
                <a:cs typeface="Corbel"/>
              </a:rPr>
              <a:t> </a:t>
            </a:r>
            <a:r>
              <a:rPr b="0" dirty="0">
                <a:latin typeface="Corbel"/>
                <a:cs typeface="Corbel"/>
              </a:rPr>
              <a:t>the</a:t>
            </a:r>
            <a:r>
              <a:rPr b="0" spc="-25" dirty="0">
                <a:latin typeface="Corbel"/>
                <a:cs typeface="Corbel"/>
              </a:rPr>
              <a:t> </a:t>
            </a:r>
            <a:r>
              <a:rPr b="0" dirty="0">
                <a:latin typeface="Corbel"/>
                <a:cs typeface="Corbel"/>
              </a:rPr>
              <a:t>drag</a:t>
            </a:r>
            <a:r>
              <a:rPr b="0" spc="-35" dirty="0">
                <a:latin typeface="Corbel"/>
                <a:cs typeface="Corbel"/>
              </a:rPr>
              <a:t> </a:t>
            </a:r>
            <a:r>
              <a:rPr b="0" dirty="0">
                <a:latin typeface="Corbel"/>
                <a:cs typeface="Corbel"/>
              </a:rPr>
              <a:t>that</a:t>
            </a:r>
            <a:r>
              <a:rPr b="0" spc="-30" dirty="0">
                <a:latin typeface="Corbel"/>
                <a:cs typeface="Corbel"/>
              </a:rPr>
              <a:t> </a:t>
            </a:r>
            <a:r>
              <a:rPr b="0" dirty="0">
                <a:latin typeface="Corbel"/>
                <a:cs typeface="Corbel"/>
              </a:rPr>
              <a:t>is</a:t>
            </a:r>
            <a:r>
              <a:rPr b="0" spc="-30" dirty="0">
                <a:latin typeface="Corbel"/>
                <a:cs typeface="Corbel"/>
              </a:rPr>
              <a:t> </a:t>
            </a:r>
            <a:r>
              <a:rPr b="0" dirty="0">
                <a:latin typeface="Corbel"/>
                <a:cs typeface="Corbel"/>
              </a:rPr>
              <a:t>not</a:t>
            </a:r>
            <a:r>
              <a:rPr b="0" spc="-30" dirty="0">
                <a:latin typeface="Corbel"/>
                <a:cs typeface="Corbel"/>
              </a:rPr>
              <a:t> </a:t>
            </a:r>
            <a:r>
              <a:rPr b="0" dirty="0">
                <a:latin typeface="Corbel"/>
                <a:cs typeface="Corbel"/>
              </a:rPr>
              <a:t>associated</a:t>
            </a:r>
            <a:r>
              <a:rPr b="0" spc="-30" dirty="0">
                <a:latin typeface="Corbel"/>
                <a:cs typeface="Corbel"/>
              </a:rPr>
              <a:t> </a:t>
            </a:r>
            <a:r>
              <a:rPr b="0" dirty="0">
                <a:latin typeface="Corbel"/>
                <a:cs typeface="Corbel"/>
              </a:rPr>
              <a:t>with</a:t>
            </a:r>
            <a:r>
              <a:rPr b="0" spc="-25" dirty="0">
                <a:latin typeface="Corbel"/>
                <a:cs typeface="Corbel"/>
              </a:rPr>
              <a:t> </a:t>
            </a:r>
            <a:r>
              <a:rPr b="0" dirty="0">
                <a:latin typeface="Corbel"/>
                <a:cs typeface="Corbel"/>
              </a:rPr>
              <a:t>the</a:t>
            </a:r>
            <a:r>
              <a:rPr b="0" spc="-25" dirty="0">
                <a:latin typeface="Corbel"/>
                <a:cs typeface="Corbel"/>
              </a:rPr>
              <a:t> </a:t>
            </a:r>
            <a:r>
              <a:rPr b="0" dirty="0">
                <a:latin typeface="Corbel"/>
                <a:cs typeface="Corbel"/>
              </a:rPr>
              <a:t>production</a:t>
            </a:r>
            <a:r>
              <a:rPr b="0" spc="-35" dirty="0">
                <a:latin typeface="Corbel"/>
                <a:cs typeface="Corbel"/>
              </a:rPr>
              <a:t> </a:t>
            </a:r>
            <a:r>
              <a:rPr b="0" dirty="0">
                <a:latin typeface="Corbel"/>
                <a:cs typeface="Corbel"/>
              </a:rPr>
              <a:t>of</a:t>
            </a:r>
            <a:r>
              <a:rPr b="0" spc="-30" dirty="0">
                <a:latin typeface="Corbel"/>
                <a:cs typeface="Corbel"/>
              </a:rPr>
              <a:t> </a:t>
            </a:r>
            <a:r>
              <a:rPr b="0" spc="-10" dirty="0">
                <a:latin typeface="Corbel"/>
                <a:cs typeface="Corbel"/>
              </a:rPr>
              <a:t>lift:</a:t>
            </a:r>
          </a:p>
          <a:p>
            <a:pPr>
              <a:lnSpc>
                <a:spcPct val="100000"/>
              </a:lnSpc>
              <a:spcBef>
                <a:spcPts val="1065"/>
              </a:spcBef>
              <a:buFont typeface="Corbel"/>
              <a:buAutoNum type="arabicPeriod"/>
            </a:pPr>
            <a:endParaRPr b="0" spc="-10" dirty="0">
              <a:latin typeface="Corbel"/>
              <a:cs typeface="Corbel"/>
            </a:endParaRPr>
          </a:p>
          <a:p>
            <a:pPr marL="323850" marR="3983354" lvl="1" indent="194310" algn="just">
              <a:lnSpc>
                <a:spcPct val="90000"/>
              </a:lnSpc>
              <a:buAutoNum type="romanLcPeriod"/>
              <a:tabLst>
                <a:tab pos="518159" algn="l"/>
              </a:tabLst>
            </a:pPr>
            <a:r>
              <a:rPr sz="1600" b="1" dirty="0">
                <a:latin typeface="Corbel"/>
                <a:cs typeface="Corbel"/>
              </a:rPr>
              <a:t>Form</a:t>
            </a:r>
            <a:r>
              <a:rPr sz="1600" b="1" spc="315" dirty="0">
                <a:latin typeface="Corbel"/>
                <a:cs typeface="Corbel"/>
              </a:rPr>
              <a:t> </a:t>
            </a:r>
            <a:r>
              <a:rPr sz="1600" b="1" dirty="0">
                <a:latin typeface="Corbel"/>
                <a:cs typeface="Corbel"/>
              </a:rPr>
              <a:t>drag</a:t>
            </a:r>
            <a:r>
              <a:rPr sz="1600" b="1" spc="310" dirty="0">
                <a:latin typeface="Corbel"/>
                <a:cs typeface="Corbel"/>
              </a:rPr>
              <a:t> </a:t>
            </a:r>
            <a:r>
              <a:rPr sz="1600" dirty="0">
                <a:latin typeface="Corbel"/>
                <a:cs typeface="Corbel"/>
              </a:rPr>
              <a:t>is</a:t>
            </a:r>
            <a:r>
              <a:rPr sz="1600" spc="340" dirty="0">
                <a:latin typeface="Corbel"/>
                <a:cs typeface="Corbel"/>
              </a:rPr>
              <a:t> </a:t>
            </a:r>
            <a:r>
              <a:rPr sz="1600" dirty="0">
                <a:latin typeface="Corbel"/>
                <a:cs typeface="Corbel"/>
              </a:rPr>
              <a:t>the</a:t>
            </a:r>
            <a:r>
              <a:rPr sz="1600" spc="345" dirty="0">
                <a:latin typeface="Corbel"/>
                <a:cs typeface="Corbel"/>
              </a:rPr>
              <a:t> </a:t>
            </a:r>
            <a:r>
              <a:rPr sz="1600" dirty="0">
                <a:latin typeface="Corbel"/>
                <a:cs typeface="Corbel"/>
              </a:rPr>
              <a:t>portion</a:t>
            </a:r>
            <a:r>
              <a:rPr sz="1600" spc="345" dirty="0">
                <a:latin typeface="Corbel"/>
                <a:cs typeface="Corbel"/>
              </a:rPr>
              <a:t> </a:t>
            </a:r>
            <a:r>
              <a:rPr sz="1600" dirty="0">
                <a:latin typeface="Corbel"/>
                <a:cs typeface="Corbel"/>
              </a:rPr>
              <a:t>of</a:t>
            </a:r>
            <a:r>
              <a:rPr sz="1600" spc="340" dirty="0">
                <a:latin typeface="Corbel"/>
                <a:cs typeface="Corbel"/>
              </a:rPr>
              <a:t> </a:t>
            </a:r>
            <a:r>
              <a:rPr sz="1600" dirty="0">
                <a:latin typeface="Corbel"/>
                <a:cs typeface="Corbel"/>
              </a:rPr>
              <a:t>parasite</a:t>
            </a:r>
            <a:r>
              <a:rPr sz="1600" spc="340" dirty="0">
                <a:latin typeface="Corbel"/>
                <a:cs typeface="Corbel"/>
              </a:rPr>
              <a:t> </a:t>
            </a:r>
            <a:r>
              <a:rPr sz="1600" dirty="0">
                <a:latin typeface="Corbel"/>
                <a:cs typeface="Corbel"/>
              </a:rPr>
              <a:t>drag</a:t>
            </a:r>
            <a:r>
              <a:rPr sz="1600" spc="335" dirty="0">
                <a:latin typeface="Corbel"/>
                <a:cs typeface="Corbel"/>
              </a:rPr>
              <a:t> </a:t>
            </a:r>
            <a:r>
              <a:rPr sz="1600" dirty="0">
                <a:latin typeface="Corbel"/>
                <a:cs typeface="Corbel"/>
              </a:rPr>
              <a:t>generated</a:t>
            </a:r>
            <a:r>
              <a:rPr sz="1600" spc="340" dirty="0">
                <a:latin typeface="Corbel"/>
                <a:cs typeface="Corbel"/>
              </a:rPr>
              <a:t> </a:t>
            </a:r>
            <a:r>
              <a:rPr sz="1600" dirty="0">
                <a:latin typeface="Corbel"/>
                <a:cs typeface="Corbel"/>
              </a:rPr>
              <a:t>by</a:t>
            </a:r>
            <a:r>
              <a:rPr sz="1600" spc="330" dirty="0">
                <a:latin typeface="Corbel"/>
                <a:cs typeface="Corbel"/>
              </a:rPr>
              <a:t> </a:t>
            </a:r>
            <a:r>
              <a:rPr sz="1600" spc="-25" dirty="0">
                <a:latin typeface="Corbel"/>
                <a:cs typeface="Corbel"/>
              </a:rPr>
              <a:t>the </a:t>
            </a:r>
            <a:r>
              <a:rPr sz="1600" dirty="0">
                <a:latin typeface="Corbel"/>
                <a:cs typeface="Corbel"/>
              </a:rPr>
              <a:t>aircraft</a:t>
            </a:r>
            <a:r>
              <a:rPr sz="1600" spc="160" dirty="0">
                <a:latin typeface="Corbel"/>
                <a:cs typeface="Corbel"/>
              </a:rPr>
              <a:t> </a:t>
            </a:r>
            <a:r>
              <a:rPr sz="1600" dirty="0">
                <a:latin typeface="Corbel"/>
                <a:cs typeface="Corbel"/>
              </a:rPr>
              <a:t>due</a:t>
            </a:r>
            <a:r>
              <a:rPr sz="1600" spc="170" dirty="0">
                <a:latin typeface="Corbel"/>
                <a:cs typeface="Corbel"/>
              </a:rPr>
              <a:t> </a:t>
            </a:r>
            <a:r>
              <a:rPr sz="1600" dirty="0">
                <a:latin typeface="Corbel"/>
                <a:cs typeface="Corbel"/>
              </a:rPr>
              <a:t>to</a:t>
            </a:r>
            <a:r>
              <a:rPr sz="1600" spc="165" dirty="0">
                <a:latin typeface="Corbel"/>
                <a:cs typeface="Corbel"/>
              </a:rPr>
              <a:t> </a:t>
            </a:r>
            <a:r>
              <a:rPr sz="1600" dirty="0">
                <a:latin typeface="Corbel"/>
                <a:cs typeface="Corbel"/>
              </a:rPr>
              <a:t>its</a:t>
            </a:r>
            <a:r>
              <a:rPr sz="1600" spc="170" dirty="0">
                <a:latin typeface="Corbel"/>
                <a:cs typeface="Corbel"/>
              </a:rPr>
              <a:t> </a:t>
            </a:r>
            <a:r>
              <a:rPr sz="1600" dirty="0">
                <a:latin typeface="Corbel"/>
                <a:cs typeface="Corbel"/>
              </a:rPr>
              <a:t>shape</a:t>
            </a:r>
            <a:r>
              <a:rPr sz="1600" spc="170" dirty="0">
                <a:latin typeface="Corbel"/>
                <a:cs typeface="Corbel"/>
              </a:rPr>
              <a:t> </a:t>
            </a:r>
            <a:r>
              <a:rPr sz="1600" dirty="0">
                <a:latin typeface="Corbel"/>
                <a:cs typeface="Corbel"/>
              </a:rPr>
              <a:t>and</a:t>
            </a:r>
            <a:r>
              <a:rPr sz="1600" spc="170" dirty="0">
                <a:latin typeface="Corbel"/>
                <a:cs typeface="Corbel"/>
              </a:rPr>
              <a:t> </a:t>
            </a:r>
            <a:r>
              <a:rPr sz="1600" dirty="0">
                <a:latin typeface="Corbel"/>
                <a:cs typeface="Corbel"/>
              </a:rPr>
              <a:t>airflow</a:t>
            </a:r>
            <a:r>
              <a:rPr sz="1600" spc="165" dirty="0">
                <a:latin typeface="Corbel"/>
                <a:cs typeface="Corbel"/>
              </a:rPr>
              <a:t> </a:t>
            </a:r>
            <a:r>
              <a:rPr sz="1600" dirty="0">
                <a:latin typeface="Corbel"/>
                <a:cs typeface="Corbel"/>
              </a:rPr>
              <a:t>around</a:t>
            </a:r>
            <a:r>
              <a:rPr sz="1600" spc="175" dirty="0">
                <a:latin typeface="Corbel"/>
                <a:cs typeface="Corbel"/>
              </a:rPr>
              <a:t> </a:t>
            </a:r>
            <a:r>
              <a:rPr sz="1600" dirty="0">
                <a:latin typeface="Corbel"/>
                <a:cs typeface="Corbel"/>
              </a:rPr>
              <a:t>it.</a:t>
            </a:r>
            <a:r>
              <a:rPr sz="1600" spc="170" dirty="0">
                <a:latin typeface="Corbel"/>
                <a:cs typeface="Corbel"/>
              </a:rPr>
              <a:t> </a:t>
            </a:r>
            <a:r>
              <a:rPr sz="1600" dirty="0">
                <a:latin typeface="Corbel"/>
                <a:cs typeface="Corbel"/>
              </a:rPr>
              <a:t>Examples</a:t>
            </a:r>
            <a:r>
              <a:rPr sz="1600" spc="165" dirty="0">
                <a:latin typeface="Corbel"/>
                <a:cs typeface="Corbel"/>
              </a:rPr>
              <a:t> </a:t>
            </a:r>
            <a:r>
              <a:rPr sz="1600" spc="-10" dirty="0">
                <a:latin typeface="Corbel"/>
                <a:cs typeface="Corbel"/>
              </a:rPr>
              <a:t>include </a:t>
            </a:r>
            <a:r>
              <a:rPr sz="1600" dirty="0">
                <a:latin typeface="Corbel"/>
                <a:cs typeface="Corbel"/>
              </a:rPr>
              <a:t>the</a:t>
            </a:r>
            <a:r>
              <a:rPr sz="1600" spc="335" dirty="0">
                <a:latin typeface="Corbel"/>
                <a:cs typeface="Corbel"/>
              </a:rPr>
              <a:t> </a:t>
            </a:r>
            <a:r>
              <a:rPr sz="1600" dirty="0">
                <a:latin typeface="Corbel"/>
                <a:cs typeface="Corbel"/>
              </a:rPr>
              <a:t>engine</a:t>
            </a:r>
            <a:r>
              <a:rPr sz="1600" spc="340" dirty="0">
                <a:latin typeface="Corbel"/>
                <a:cs typeface="Corbel"/>
              </a:rPr>
              <a:t> </a:t>
            </a:r>
            <a:r>
              <a:rPr sz="1600" dirty="0">
                <a:latin typeface="Corbel"/>
                <a:cs typeface="Corbel"/>
              </a:rPr>
              <a:t>cowlings,</a:t>
            </a:r>
            <a:r>
              <a:rPr sz="1600" spc="335" dirty="0">
                <a:latin typeface="Corbel"/>
                <a:cs typeface="Corbel"/>
              </a:rPr>
              <a:t> </a:t>
            </a:r>
            <a:r>
              <a:rPr sz="1600" dirty="0">
                <a:latin typeface="Corbel"/>
                <a:cs typeface="Corbel"/>
              </a:rPr>
              <a:t>antennas,</a:t>
            </a:r>
            <a:r>
              <a:rPr sz="1600" spc="335" dirty="0">
                <a:latin typeface="Corbel"/>
                <a:cs typeface="Corbel"/>
              </a:rPr>
              <a:t> </a:t>
            </a:r>
            <a:r>
              <a:rPr sz="1600" dirty="0">
                <a:latin typeface="Corbel"/>
                <a:cs typeface="Corbel"/>
              </a:rPr>
              <a:t>and</a:t>
            </a:r>
            <a:r>
              <a:rPr sz="1600" spc="340" dirty="0">
                <a:latin typeface="Corbel"/>
                <a:cs typeface="Corbel"/>
              </a:rPr>
              <a:t> </a:t>
            </a:r>
            <a:r>
              <a:rPr sz="1600" dirty="0">
                <a:latin typeface="Corbel"/>
                <a:cs typeface="Corbel"/>
              </a:rPr>
              <a:t>the</a:t>
            </a:r>
            <a:r>
              <a:rPr sz="1600" spc="335" dirty="0">
                <a:latin typeface="Corbel"/>
                <a:cs typeface="Corbel"/>
              </a:rPr>
              <a:t> </a:t>
            </a:r>
            <a:r>
              <a:rPr sz="1600" dirty="0">
                <a:latin typeface="Corbel"/>
                <a:cs typeface="Corbel"/>
              </a:rPr>
              <a:t>aerodynamic</a:t>
            </a:r>
            <a:r>
              <a:rPr sz="1600" spc="335" dirty="0">
                <a:latin typeface="Corbel"/>
                <a:cs typeface="Corbel"/>
              </a:rPr>
              <a:t> </a:t>
            </a:r>
            <a:r>
              <a:rPr sz="1600" dirty="0">
                <a:latin typeface="Corbel"/>
                <a:cs typeface="Corbel"/>
              </a:rPr>
              <a:t>shape</a:t>
            </a:r>
            <a:r>
              <a:rPr sz="1600" spc="340" dirty="0">
                <a:latin typeface="Corbel"/>
                <a:cs typeface="Corbel"/>
              </a:rPr>
              <a:t> </a:t>
            </a:r>
            <a:r>
              <a:rPr sz="1600" spc="-25" dirty="0">
                <a:latin typeface="Corbel"/>
                <a:cs typeface="Corbel"/>
              </a:rPr>
              <a:t>of </a:t>
            </a:r>
            <a:r>
              <a:rPr sz="1600" dirty="0">
                <a:latin typeface="Corbel"/>
                <a:cs typeface="Corbel"/>
              </a:rPr>
              <a:t>other</a:t>
            </a:r>
            <a:r>
              <a:rPr sz="1600" spc="-25" dirty="0">
                <a:latin typeface="Corbel"/>
                <a:cs typeface="Corbel"/>
              </a:rPr>
              <a:t> </a:t>
            </a:r>
            <a:r>
              <a:rPr sz="1600" spc="-10" dirty="0">
                <a:latin typeface="Corbel"/>
                <a:cs typeface="Corbel"/>
              </a:rPr>
              <a:t>components</a:t>
            </a:r>
            <a:endParaRPr sz="1600" dirty="0">
              <a:latin typeface="Corbel"/>
              <a:cs typeface="Corbel"/>
            </a:endParaRPr>
          </a:p>
          <a:p>
            <a:pPr lvl="1">
              <a:lnSpc>
                <a:spcPct val="100000"/>
              </a:lnSpc>
              <a:spcBef>
                <a:spcPts val="1465"/>
              </a:spcBef>
              <a:buFont typeface="Corbel"/>
              <a:buAutoNum type="romanLcPeriod"/>
            </a:pPr>
            <a:endParaRPr sz="1600" dirty="0">
              <a:latin typeface="Corbel"/>
              <a:cs typeface="Corbel"/>
            </a:endParaRPr>
          </a:p>
          <a:p>
            <a:pPr marL="323850" marR="3983354" lvl="1" indent="233679" algn="just">
              <a:lnSpc>
                <a:spcPct val="89500"/>
              </a:lnSpc>
              <a:buAutoNum type="romanLcPeriod"/>
              <a:tabLst>
                <a:tab pos="557530" algn="l"/>
              </a:tabLst>
            </a:pPr>
            <a:r>
              <a:rPr sz="1600" b="1" dirty="0">
                <a:latin typeface="Corbel"/>
                <a:cs typeface="Corbel"/>
              </a:rPr>
              <a:t>Interference</a:t>
            </a:r>
            <a:r>
              <a:rPr sz="1600" b="1" spc="225" dirty="0">
                <a:latin typeface="Corbel"/>
                <a:cs typeface="Corbel"/>
              </a:rPr>
              <a:t> </a:t>
            </a:r>
            <a:r>
              <a:rPr sz="1600" b="1" dirty="0">
                <a:latin typeface="Corbel"/>
                <a:cs typeface="Corbel"/>
              </a:rPr>
              <a:t>drag</a:t>
            </a:r>
            <a:r>
              <a:rPr sz="1600" b="1" spc="215" dirty="0">
                <a:latin typeface="Corbel"/>
                <a:cs typeface="Corbel"/>
              </a:rPr>
              <a:t> </a:t>
            </a:r>
            <a:r>
              <a:rPr sz="1600" dirty="0">
                <a:latin typeface="Corbel"/>
                <a:cs typeface="Corbel"/>
              </a:rPr>
              <a:t>comes</a:t>
            </a:r>
            <a:r>
              <a:rPr sz="1600" spc="240" dirty="0">
                <a:latin typeface="Corbel"/>
                <a:cs typeface="Corbel"/>
              </a:rPr>
              <a:t> </a:t>
            </a:r>
            <a:r>
              <a:rPr sz="1600" dirty="0">
                <a:latin typeface="Corbel"/>
                <a:cs typeface="Corbel"/>
              </a:rPr>
              <a:t>from</a:t>
            </a:r>
            <a:r>
              <a:rPr sz="1600" spc="240" dirty="0">
                <a:latin typeface="Corbel"/>
                <a:cs typeface="Corbel"/>
              </a:rPr>
              <a:t> </a:t>
            </a:r>
            <a:r>
              <a:rPr sz="1600" dirty="0">
                <a:latin typeface="Corbel"/>
                <a:cs typeface="Corbel"/>
              </a:rPr>
              <a:t>the</a:t>
            </a:r>
            <a:r>
              <a:rPr sz="1600" spc="245" dirty="0">
                <a:latin typeface="Corbel"/>
                <a:cs typeface="Corbel"/>
              </a:rPr>
              <a:t> </a:t>
            </a:r>
            <a:r>
              <a:rPr sz="1600" dirty="0">
                <a:latin typeface="Corbel"/>
                <a:cs typeface="Corbel"/>
              </a:rPr>
              <a:t>intersection</a:t>
            </a:r>
            <a:r>
              <a:rPr sz="1600" spc="245" dirty="0">
                <a:latin typeface="Corbel"/>
                <a:cs typeface="Corbel"/>
              </a:rPr>
              <a:t> </a:t>
            </a:r>
            <a:r>
              <a:rPr sz="1600" dirty="0">
                <a:latin typeface="Corbel"/>
                <a:cs typeface="Corbel"/>
              </a:rPr>
              <a:t>of</a:t>
            </a:r>
            <a:r>
              <a:rPr sz="1600" spc="240" dirty="0">
                <a:latin typeface="Corbel"/>
                <a:cs typeface="Corbel"/>
              </a:rPr>
              <a:t> </a:t>
            </a:r>
            <a:r>
              <a:rPr sz="1600" spc="-10" dirty="0">
                <a:latin typeface="Corbel"/>
                <a:cs typeface="Corbel"/>
              </a:rPr>
              <a:t>airstreams </a:t>
            </a:r>
            <a:r>
              <a:rPr sz="1600" dirty="0">
                <a:latin typeface="Corbel"/>
                <a:cs typeface="Corbel"/>
              </a:rPr>
              <a:t>that</a:t>
            </a:r>
            <a:r>
              <a:rPr sz="1600" spc="-40" dirty="0">
                <a:latin typeface="Corbel"/>
                <a:cs typeface="Corbel"/>
              </a:rPr>
              <a:t> </a:t>
            </a:r>
            <a:r>
              <a:rPr sz="1600" dirty="0">
                <a:latin typeface="Corbel"/>
                <a:cs typeface="Corbel"/>
              </a:rPr>
              <a:t>creates</a:t>
            </a:r>
            <a:r>
              <a:rPr sz="1600" spc="-35" dirty="0">
                <a:latin typeface="Corbel"/>
                <a:cs typeface="Corbel"/>
              </a:rPr>
              <a:t> </a:t>
            </a:r>
            <a:r>
              <a:rPr sz="1600" dirty="0">
                <a:latin typeface="Corbel"/>
                <a:cs typeface="Corbel"/>
              </a:rPr>
              <a:t>eddy</a:t>
            </a:r>
            <a:r>
              <a:rPr sz="1600" spc="-35" dirty="0">
                <a:latin typeface="Corbel"/>
                <a:cs typeface="Corbel"/>
              </a:rPr>
              <a:t> </a:t>
            </a:r>
            <a:r>
              <a:rPr sz="1600" dirty="0">
                <a:latin typeface="Corbel"/>
                <a:cs typeface="Corbel"/>
              </a:rPr>
              <a:t>currents,</a:t>
            </a:r>
            <a:r>
              <a:rPr sz="1600" spc="-35" dirty="0">
                <a:latin typeface="Corbel"/>
                <a:cs typeface="Corbel"/>
              </a:rPr>
              <a:t> </a:t>
            </a:r>
            <a:r>
              <a:rPr sz="1600" dirty="0">
                <a:latin typeface="Corbel"/>
                <a:cs typeface="Corbel"/>
              </a:rPr>
              <a:t>turbulence,</a:t>
            </a:r>
            <a:r>
              <a:rPr sz="1600" spc="-30" dirty="0">
                <a:latin typeface="Corbel"/>
                <a:cs typeface="Corbel"/>
              </a:rPr>
              <a:t> </a:t>
            </a:r>
            <a:r>
              <a:rPr sz="1600" dirty="0">
                <a:latin typeface="Corbel"/>
                <a:cs typeface="Corbel"/>
              </a:rPr>
              <a:t>or</a:t>
            </a:r>
            <a:r>
              <a:rPr sz="1600" spc="-35" dirty="0">
                <a:latin typeface="Corbel"/>
                <a:cs typeface="Corbel"/>
              </a:rPr>
              <a:t> </a:t>
            </a:r>
            <a:r>
              <a:rPr sz="1600" dirty="0">
                <a:latin typeface="Corbel"/>
                <a:cs typeface="Corbel"/>
              </a:rPr>
              <a:t>restricts</a:t>
            </a:r>
            <a:r>
              <a:rPr sz="1600" spc="-30" dirty="0">
                <a:latin typeface="Corbel"/>
                <a:cs typeface="Corbel"/>
              </a:rPr>
              <a:t> </a:t>
            </a:r>
            <a:r>
              <a:rPr sz="1600" dirty="0">
                <a:latin typeface="Corbel"/>
                <a:cs typeface="Corbel"/>
              </a:rPr>
              <a:t>smooth</a:t>
            </a:r>
            <a:r>
              <a:rPr sz="1600" spc="-40" dirty="0">
                <a:latin typeface="Corbel"/>
                <a:cs typeface="Corbel"/>
              </a:rPr>
              <a:t> </a:t>
            </a:r>
            <a:r>
              <a:rPr sz="1600" spc="-10" dirty="0">
                <a:latin typeface="Corbel"/>
                <a:cs typeface="Corbel"/>
              </a:rPr>
              <a:t>airflow. </a:t>
            </a:r>
            <a:r>
              <a:rPr sz="1600" dirty="0">
                <a:latin typeface="Corbel"/>
                <a:cs typeface="Corbel"/>
              </a:rPr>
              <a:t>For</a:t>
            </a:r>
            <a:r>
              <a:rPr sz="1600" spc="65" dirty="0">
                <a:latin typeface="Corbel"/>
                <a:cs typeface="Corbel"/>
              </a:rPr>
              <a:t> </a:t>
            </a:r>
            <a:r>
              <a:rPr sz="1600" dirty="0">
                <a:latin typeface="Corbel"/>
                <a:cs typeface="Corbel"/>
              </a:rPr>
              <a:t>example,</a:t>
            </a:r>
            <a:r>
              <a:rPr sz="1600" spc="70" dirty="0">
                <a:latin typeface="Corbel"/>
                <a:cs typeface="Corbel"/>
              </a:rPr>
              <a:t> </a:t>
            </a:r>
            <a:r>
              <a:rPr sz="1600" dirty="0">
                <a:latin typeface="Corbel"/>
                <a:cs typeface="Corbel"/>
              </a:rPr>
              <a:t>the</a:t>
            </a:r>
            <a:r>
              <a:rPr sz="1600" spc="70" dirty="0">
                <a:latin typeface="Corbel"/>
                <a:cs typeface="Corbel"/>
              </a:rPr>
              <a:t> </a:t>
            </a:r>
            <a:r>
              <a:rPr sz="1600" dirty="0">
                <a:latin typeface="Corbel"/>
                <a:cs typeface="Corbel"/>
              </a:rPr>
              <a:t>intersection</a:t>
            </a:r>
            <a:r>
              <a:rPr sz="1600" spc="75" dirty="0">
                <a:latin typeface="Corbel"/>
                <a:cs typeface="Corbel"/>
              </a:rPr>
              <a:t> </a:t>
            </a:r>
            <a:r>
              <a:rPr sz="1600" dirty="0">
                <a:latin typeface="Corbel"/>
                <a:cs typeface="Corbel"/>
              </a:rPr>
              <a:t>of</a:t>
            </a:r>
            <a:r>
              <a:rPr sz="1600" spc="70" dirty="0">
                <a:latin typeface="Corbel"/>
                <a:cs typeface="Corbel"/>
              </a:rPr>
              <a:t> </a:t>
            </a:r>
            <a:r>
              <a:rPr sz="1600" dirty="0">
                <a:latin typeface="Corbel"/>
                <a:cs typeface="Corbel"/>
              </a:rPr>
              <a:t>the</a:t>
            </a:r>
            <a:r>
              <a:rPr sz="1600" spc="70" dirty="0">
                <a:latin typeface="Corbel"/>
                <a:cs typeface="Corbel"/>
              </a:rPr>
              <a:t> </a:t>
            </a:r>
            <a:r>
              <a:rPr sz="1600" dirty="0">
                <a:latin typeface="Corbel"/>
                <a:cs typeface="Corbel"/>
              </a:rPr>
              <a:t>wing</a:t>
            </a:r>
            <a:r>
              <a:rPr sz="1600" spc="70" dirty="0">
                <a:latin typeface="Corbel"/>
                <a:cs typeface="Corbel"/>
              </a:rPr>
              <a:t> </a:t>
            </a:r>
            <a:r>
              <a:rPr sz="1600" dirty="0">
                <a:latin typeface="Corbel"/>
                <a:cs typeface="Corbel"/>
              </a:rPr>
              <a:t>and</a:t>
            </a:r>
            <a:r>
              <a:rPr sz="1600" spc="75" dirty="0">
                <a:latin typeface="Corbel"/>
                <a:cs typeface="Corbel"/>
              </a:rPr>
              <a:t> </a:t>
            </a:r>
            <a:r>
              <a:rPr sz="1600" dirty="0">
                <a:latin typeface="Corbel"/>
                <a:cs typeface="Corbel"/>
              </a:rPr>
              <a:t>the</a:t>
            </a:r>
            <a:r>
              <a:rPr sz="1600" spc="70" dirty="0">
                <a:latin typeface="Corbel"/>
                <a:cs typeface="Corbel"/>
              </a:rPr>
              <a:t> </a:t>
            </a:r>
            <a:r>
              <a:rPr sz="1600" dirty="0">
                <a:latin typeface="Corbel"/>
                <a:cs typeface="Corbel"/>
              </a:rPr>
              <a:t>fuselage</a:t>
            </a:r>
            <a:r>
              <a:rPr sz="1600" spc="70" dirty="0">
                <a:latin typeface="Corbel"/>
                <a:cs typeface="Corbel"/>
              </a:rPr>
              <a:t> </a:t>
            </a:r>
            <a:r>
              <a:rPr sz="1600" dirty="0">
                <a:latin typeface="Corbel"/>
                <a:cs typeface="Corbel"/>
              </a:rPr>
              <a:t>at</a:t>
            </a:r>
            <a:r>
              <a:rPr sz="1600" spc="60" dirty="0">
                <a:latin typeface="Corbel"/>
                <a:cs typeface="Corbel"/>
              </a:rPr>
              <a:t> </a:t>
            </a:r>
            <a:r>
              <a:rPr sz="1600" spc="-25" dirty="0">
                <a:latin typeface="Corbel"/>
                <a:cs typeface="Corbel"/>
              </a:rPr>
              <a:t>the </a:t>
            </a:r>
            <a:r>
              <a:rPr sz="1600" dirty="0">
                <a:latin typeface="Corbel"/>
                <a:cs typeface="Corbel"/>
              </a:rPr>
              <a:t>wing</a:t>
            </a:r>
            <a:r>
              <a:rPr sz="1600" spc="-15" dirty="0">
                <a:latin typeface="Corbel"/>
                <a:cs typeface="Corbel"/>
              </a:rPr>
              <a:t> </a:t>
            </a:r>
            <a:r>
              <a:rPr sz="1600" dirty="0">
                <a:latin typeface="Corbel"/>
                <a:cs typeface="Corbel"/>
              </a:rPr>
              <a:t>root</a:t>
            </a:r>
            <a:r>
              <a:rPr sz="1600" spc="-15" dirty="0">
                <a:latin typeface="Corbel"/>
                <a:cs typeface="Corbel"/>
              </a:rPr>
              <a:t> </a:t>
            </a:r>
            <a:r>
              <a:rPr sz="1600" dirty="0">
                <a:latin typeface="Corbel"/>
                <a:cs typeface="Corbel"/>
              </a:rPr>
              <a:t>has</a:t>
            </a:r>
            <a:r>
              <a:rPr sz="1600" spc="-5" dirty="0">
                <a:latin typeface="Corbel"/>
                <a:cs typeface="Corbel"/>
              </a:rPr>
              <a:t> </a:t>
            </a:r>
            <a:r>
              <a:rPr sz="1600" dirty="0">
                <a:latin typeface="Corbel"/>
                <a:cs typeface="Corbel"/>
              </a:rPr>
              <a:t>significant</a:t>
            </a:r>
            <a:r>
              <a:rPr sz="1600" spc="-10" dirty="0">
                <a:latin typeface="Corbel"/>
                <a:cs typeface="Corbel"/>
              </a:rPr>
              <a:t> </a:t>
            </a:r>
            <a:r>
              <a:rPr sz="1600" dirty="0">
                <a:latin typeface="Corbel"/>
                <a:cs typeface="Corbel"/>
              </a:rPr>
              <a:t>interference drag.</a:t>
            </a:r>
            <a:r>
              <a:rPr sz="1600" spc="-5" dirty="0">
                <a:latin typeface="Corbel"/>
                <a:cs typeface="Corbel"/>
              </a:rPr>
              <a:t> </a:t>
            </a:r>
            <a:r>
              <a:rPr sz="1600" dirty="0">
                <a:latin typeface="Corbel"/>
                <a:cs typeface="Corbel"/>
              </a:rPr>
              <a:t>Air</a:t>
            </a:r>
            <a:r>
              <a:rPr sz="1600" spc="-10" dirty="0">
                <a:latin typeface="Corbel"/>
                <a:cs typeface="Corbel"/>
              </a:rPr>
              <a:t> </a:t>
            </a:r>
            <a:r>
              <a:rPr sz="1600" dirty="0">
                <a:latin typeface="Corbel"/>
                <a:cs typeface="Corbel"/>
              </a:rPr>
              <a:t>flowing</a:t>
            </a:r>
            <a:r>
              <a:rPr sz="1600" spc="-5" dirty="0">
                <a:latin typeface="Corbel"/>
                <a:cs typeface="Corbel"/>
              </a:rPr>
              <a:t> </a:t>
            </a:r>
            <a:r>
              <a:rPr sz="1600" dirty="0">
                <a:latin typeface="Corbel"/>
                <a:cs typeface="Corbel"/>
              </a:rPr>
              <a:t>around</a:t>
            </a:r>
            <a:r>
              <a:rPr sz="1600" spc="-10" dirty="0">
                <a:latin typeface="Corbel"/>
                <a:cs typeface="Corbel"/>
              </a:rPr>
              <a:t> </a:t>
            </a:r>
            <a:r>
              <a:rPr sz="1600" spc="-25" dirty="0">
                <a:latin typeface="Corbel"/>
                <a:cs typeface="Corbel"/>
              </a:rPr>
              <a:t>the </a:t>
            </a:r>
            <a:r>
              <a:rPr sz="1600" dirty="0">
                <a:latin typeface="Corbel"/>
                <a:cs typeface="Corbel"/>
              </a:rPr>
              <a:t>fuselage</a:t>
            </a:r>
            <a:r>
              <a:rPr sz="1600" spc="220" dirty="0">
                <a:latin typeface="Corbel"/>
                <a:cs typeface="Corbel"/>
              </a:rPr>
              <a:t> </a:t>
            </a:r>
            <a:r>
              <a:rPr sz="1600" dirty="0">
                <a:latin typeface="Corbel"/>
                <a:cs typeface="Corbel"/>
              </a:rPr>
              <a:t>collides</a:t>
            </a:r>
            <a:r>
              <a:rPr sz="1600" spc="220" dirty="0">
                <a:latin typeface="Corbel"/>
                <a:cs typeface="Corbel"/>
              </a:rPr>
              <a:t> </a:t>
            </a:r>
            <a:r>
              <a:rPr sz="1600" dirty="0">
                <a:latin typeface="Corbel"/>
                <a:cs typeface="Corbel"/>
              </a:rPr>
              <a:t>with</a:t>
            </a:r>
            <a:r>
              <a:rPr sz="1600" spc="220" dirty="0">
                <a:latin typeface="Corbel"/>
                <a:cs typeface="Corbel"/>
              </a:rPr>
              <a:t> </a:t>
            </a:r>
            <a:r>
              <a:rPr sz="1600" dirty="0">
                <a:latin typeface="Corbel"/>
                <a:cs typeface="Corbel"/>
              </a:rPr>
              <a:t>air</a:t>
            </a:r>
            <a:r>
              <a:rPr sz="1600" spc="225" dirty="0">
                <a:latin typeface="Corbel"/>
                <a:cs typeface="Corbel"/>
              </a:rPr>
              <a:t> </a:t>
            </a:r>
            <a:r>
              <a:rPr sz="1600" dirty="0">
                <a:latin typeface="Corbel"/>
                <a:cs typeface="Corbel"/>
              </a:rPr>
              <a:t>flowing</a:t>
            </a:r>
            <a:r>
              <a:rPr sz="1600" spc="220" dirty="0">
                <a:latin typeface="Corbel"/>
                <a:cs typeface="Corbel"/>
              </a:rPr>
              <a:t> </a:t>
            </a:r>
            <a:r>
              <a:rPr sz="1600" dirty="0">
                <a:latin typeface="Corbel"/>
                <a:cs typeface="Corbel"/>
              </a:rPr>
              <a:t>over</a:t>
            </a:r>
            <a:r>
              <a:rPr sz="1600" spc="220" dirty="0">
                <a:latin typeface="Corbel"/>
                <a:cs typeface="Corbel"/>
              </a:rPr>
              <a:t> </a:t>
            </a:r>
            <a:r>
              <a:rPr sz="1600" dirty="0">
                <a:latin typeface="Corbel"/>
                <a:cs typeface="Corbel"/>
              </a:rPr>
              <a:t>the</a:t>
            </a:r>
            <a:r>
              <a:rPr sz="1600" spc="225" dirty="0">
                <a:latin typeface="Corbel"/>
                <a:cs typeface="Corbel"/>
              </a:rPr>
              <a:t> </a:t>
            </a:r>
            <a:r>
              <a:rPr sz="1600" dirty="0">
                <a:latin typeface="Corbel"/>
                <a:cs typeface="Corbel"/>
              </a:rPr>
              <a:t>wing,</a:t>
            </a:r>
            <a:r>
              <a:rPr sz="1600" spc="225" dirty="0">
                <a:latin typeface="Corbel"/>
                <a:cs typeface="Corbel"/>
              </a:rPr>
              <a:t> </a:t>
            </a:r>
            <a:r>
              <a:rPr sz="1600" dirty="0">
                <a:latin typeface="Corbel"/>
                <a:cs typeface="Corbel"/>
              </a:rPr>
              <a:t>merging</a:t>
            </a:r>
            <a:r>
              <a:rPr sz="1600" spc="220" dirty="0">
                <a:latin typeface="Corbel"/>
                <a:cs typeface="Corbel"/>
              </a:rPr>
              <a:t> </a:t>
            </a:r>
            <a:r>
              <a:rPr sz="1600" dirty="0">
                <a:latin typeface="Corbel"/>
                <a:cs typeface="Corbel"/>
              </a:rPr>
              <a:t>into</a:t>
            </a:r>
            <a:r>
              <a:rPr sz="1600" spc="220" dirty="0">
                <a:latin typeface="Corbel"/>
                <a:cs typeface="Corbel"/>
              </a:rPr>
              <a:t> </a:t>
            </a:r>
            <a:r>
              <a:rPr sz="1600" spc="-50" dirty="0">
                <a:latin typeface="Corbel"/>
                <a:cs typeface="Corbel"/>
              </a:rPr>
              <a:t>a </a:t>
            </a:r>
            <a:r>
              <a:rPr sz="1600" dirty="0">
                <a:latin typeface="Corbel"/>
                <a:cs typeface="Corbel"/>
              </a:rPr>
              <a:t>current</a:t>
            </a:r>
            <a:r>
              <a:rPr sz="1600" spc="-3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air</a:t>
            </a:r>
            <a:r>
              <a:rPr sz="1600" spc="-20" dirty="0">
                <a:latin typeface="Corbel"/>
                <a:cs typeface="Corbel"/>
              </a:rPr>
              <a:t> </a:t>
            </a:r>
            <a:r>
              <a:rPr sz="1600" dirty="0">
                <a:latin typeface="Corbel"/>
                <a:cs typeface="Corbel"/>
              </a:rPr>
              <a:t>different</a:t>
            </a:r>
            <a:r>
              <a:rPr sz="1600" spc="-25" dirty="0">
                <a:latin typeface="Corbel"/>
                <a:cs typeface="Corbel"/>
              </a:rPr>
              <a:t> </a:t>
            </a:r>
            <a:r>
              <a:rPr sz="1600" dirty="0">
                <a:latin typeface="Corbel"/>
                <a:cs typeface="Corbel"/>
              </a:rPr>
              <a:t>from</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two</a:t>
            </a:r>
            <a:r>
              <a:rPr sz="1600" spc="-30" dirty="0">
                <a:latin typeface="Corbel"/>
                <a:cs typeface="Corbel"/>
              </a:rPr>
              <a:t> </a:t>
            </a:r>
            <a:r>
              <a:rPr sz="1600" dirty="0">
                <a:latin typeface="Corbel"/>
                <a:cs typeface="Corbel"/>
              </a:rPr>
              <a:t>original</a:t>
            </a:r>
            <a:r>
              <a:rPr sz="1600" spc="-20" dirty="0">
                <a:latin typeface="Corbel"/>
                <a:cs typeface="Corbel"/>
              </a:rPr>
              <a:t> </a:t>
            </a:r>
            <a:r>
              <a:rPr sz="1600" spc="-10" dirty="0">
                <a:latin typeface="Corbel"/>
                <a:cs typeface="Corbel"/>
              </a:rPr>
              <a:t>currents.</a:t>
            </a:r>
            <a:endParaRPr sz="1600" dirty="0">
              <a:latin typeface="Corbel"/>
              <a:cs typeface="Corbel"/>
            </a:endParaRPr>
          </a:p>
        </p:txBody>
      </p:sp>
      <p:sp>
        <p:nvSpPr>
          <p:cNvPr id="5" name="object 5"/>
          <p:cNvSpPr txBox="1"/>
          <p:nvPr/>
        </p:nvSpPr>
        <p:spPr>
          <a:xfrm>
            <a:off x="1874829" y="5493003"/>
            <a:ext cx="5570220" cy="485775"/>
          </a:xfrm>
          <a:prstGeom prst="rect">
            <a:avLst/>
          </a:prstGeom>
        </p:spPr>
        <p:txBody>
          <a:bodyPr vert="horz" wrap="square" lIns="0" tIns="43180" rIns="0" bIns="0" rtlCol="0">
            <a:spAutoFit/>
          </a:bodyPr>
          <a:lstStyle/>
          <a:p>
            <a:pPr marL="12700" marR="5080">
              <a:lnSpc>
                <a:spcPts val="1700"/>
              </a:lnSpc>
              <a:spcBef>
                <a:spcPts val="340"/>
              </a:spcBef>
            </a:pPr>
            <a:r>
              <a:rPr sz="1600" b="1" dirty="0">
                <a:latin typeface="Corbel"/>
                <a:cs typeface="Corbel"/>
              </a:rPr>
              <a:t>iii.</a:t>
            </a:r>
            <a:r>
              <a:rPr sz="1600" b="1" spc="240" dirty="0">
                <a:latin typeface="Corbel"/>
                <a:cs typeface="Corbel"/>
              </a:rPr>
              <a:t> </a:t>
            </a:r>
            <a:r>
              <a:rPr sz="1600" b="1" dirty="0">
                <a:latin typeface="Corbel"/>
                <a:cs typeface="Corbel"/>
              </a:rPr>
              <a:t>Skin</a:t>
            </a:r>
            <a:r>
              <a:rPr sz="1600" b="1" spc="254" dirty="0">
                <a:latin typeface="Corbel"/>
                <a:cs typeface="Corbel"/>
              </a:rPr>
              <a:t> </a:t>
            </a:r>
            <a:r>
              <a:rPr sz="1600" b="1" dirty="0">
                <a:latin typeface="Corbel"/>
                <a:cs typeface="Corbel"/>
              </a:rPr>
              <a:t>friction</a:t>
            </a:r>
            <a:r>
              <a:rPr sz="1600" b="1" spc="250" dirty="0">
                <a:latin typeface="Corbel"/>
                <a:cs typeface="Corbel"/>
              </a:rPr>
              <a:t> </a:t>
            </a:r>
            <a:r>
              <a:rPr sz="1600" b="1" dirty="0">
                <a:latin typeface="Corbel"/>
                <a:cs typeface="Corbel"/>
              </a:rPr>
              <a:t>drag</a:t>
            </a:r>
            <a:r>
              <a:rPr sz="1600" b="1" spc="245" dirty="0">
                <a:latin typeface="Corbel"/>
                <a:cs typeface="Corbel"/>
              </a:rPr>
              <a:t> </a:t>
            </a:r>
            <a:r>
              <a:rPr sz="1600" dirty="0">
                <a:latin typeface="Corbel"/>
                <a:cs typeface="Corbel"/>
              </a:rPr>
              <a:t>is</a:t>
            </a:r>
            <a:r>
              <a:rPr sz="1600" spc="275" dirty="0">
                <a:latin typeface="Corbel"/>
                <a:cs typeface="Corbel"/>
              </a:rPr>
              <a:t> </a:t>
            </a:r>
            <a:r>
              <a:rPr sz="1600" dirty="0">
                <a:latin typeface="Corbel"/>
                <a:cs typeface="Corbel"/>
              </a:rPr>
              <a:t>the</a:t>
            </a:r>
            <a:r>
              <a:rPr sz="1600" spc="270" dirty="0">
                <a:latin typeface="Corbel"/>
                <a:cs typeface="Corbel"/>
              </a:rPr>
              <a:t> </a:t>
            </a:r>
            <a:r>
              <a:rPr sz="1600" dirty="0">
                <a:latin typeface="Corbel"/>
                <a:cs typeface="Corbel"/>
              </a:rPr>
              <a:t>aerodynamic</a:t>
            </a:r>
            <a:r>
              <a:rPr sz="1600" spc="270" dirty="0">
                <a:latin typeface="Corbel"/>
                <a:cs typeface="Corbel"/>
              </a:rPr>
              <a:t> </a:t>
            </a:r>
            <a:r>
              <a:rPr sz="1600" dirty="0">
                <a:latin typeface="Corbel"/>
                <a:cs typeface="Corbel"/>
              </a:rPr>
              <a:t>resistance</a:t>
            </a:r>
            <a:r>
              <a:rPr sz="1600" spc="275" dirty="0">
                <a:latin typeface="Corbel"/>
                <a:cs typeface="Corbel"/>
              </a:rPr>
              <a:t> </a:t>
            </a:r>
            <a:r>
              <a:rPr sz="1600" dirty="0">
                <a:latin typeface="Corbel"/>
                <a:cs typeface="Corbel"/>
              </a:rPr>
              <a:t>due</a:t>
            </a:r>
            <a:r>
              <a:rPr sz="1600" spc="275" dirty="0">
                <a:latin typeface="Corbel"/>
                <a:cs typeface="Corbel"/>
              </a:rPr>
              <a:t> </a:t>
            </a:r>
            <a:r>
              <a:rPr sz="1600" dirty="0">
                <a:latin typeface="Corbel"/>
                <a:cs typeface="Corbel"/>
              </a:rPr>
              <a:t>to</a:t>
            </a:r>
            <a:r>
              <a:rPr sz="1600" spc="265" dirty="0">
                <a:latin typeface="Corbel"/>
                <a:cs typeface="Corbel"/>
              </a:rPr>
              <a:t> </a:t>
            </a:r>
            <a:r>
              <a:rPr sz="1600" spc="-25" dirty="0">
                <a:latin typeface="Corbel"/>
                <a:cs typeface="Corbel"/>
              </a:rPr>
              <a:t>the </a:t>
            </a:r>
            <a:r>
              <a:rPr sz="1600" dirty="0">
                <a:latin typeface="Corbel"/>
                <a:cs typeface="Corbel"/>
              </a:rPr>
              <a:t>contact</a:t>
            </a:r>
            <a:r>
              <a:rPr sz="1600" spc="-3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moving</a:t>
            </a:r>
            <a:r>
              <a:rPr sz="1600" spc="-20" dirty="0">
                <a:latin typeface="Corbel"/>
                <a:cs typeface="Corbel"/>
              </a:rPr>
              <a:t> </a:t>
            </a:r>
            <a:r>
              <a:rPr sz="1600" dirty="0">
                <a:latin typeface="Corbel"/>
                <a:cs typeface="Corbel"/>
              </a:rPr>
              <a:t>air</a:t>
            </a:r>
            <a:r>
              <a:rPr sz="1600" spc="-25"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surface</a:t>
            </a:r>
            <a:r>
              <a:rPr sz="1600" spc="-1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an</a:t>
            </a:r>
            <a:r>
              <a:rPr sz="1600" spc="-20" dirty="0">
                <a:latin typeface="Corbel"/>
                <a:cs typeface="Corbel"/>
              </a:rPr>
              <a:t> </a:t>
            </a:r>
            <a:r>
              <a:rPr sz="1600" spc="-10" dirty="0">
                <a:latin typeface="Corbel"/>
                <a:cs typeface="Corbel"/>
              </a:rPr>
              <a:t>aircraft.</a:t>
            </a:r>
            <a:endParaRPr sz="1600" dirty="0">
              <a:latin typeface="Corbel"/>
              <a:cs typeface="Corbel"/>
            </a:endParaRPr>
          </a:p>
        </p:txBody>
      </p:sp>
      <p:pic>
        <p:nvPicPr>
          <p:cNvPr id="6" name="object 6"/>
          <p:cNvPicPr/>
          <p:nvPr/>
        </p:nvPicPr>
        <p:blipFill>
          <a:blip r:embed="rId4" cstate="print"/>
          <a:stretch>
            <a:fillRect/>
          </a:stretch>
        </p:blipFill>
        <p:spPr>
          <a:xfrm>
            <a:off x="8607705" y="1976429"/>
            <a:ext cx="2249999" cy="1439999"/>
          </a:xfrm>
          <a:prstGeom prst="rect">
            <a:avLst/>
          </a:prstGeom>
        </p:spPr>
      </p:pic>
      <p:pic>
        <p:nvPicPr>
          <p:cNvPr id="7" name="object 7"/>
          <p:cNvPicPr/>
          <p:nvPr/>
        </p:nvPicPr>
        <p:blipFill>
          <a:blip r:embed="rId5" cstate="print"/>
          <a:stretch>
            <a:fillRect/>
          </a:stretch>
        </p:blipFill>
        <p:spPr>
          <a:xfrm>
            <a:off x="8607705" y="5044062"/>
            <a:ext cx="2249999" cy="1439999"/>
          </a:xfrm>
          <a:prstGeom prst="rect">
            <a:avLst/>
          </a:prstGeom>
        </p:spPr>
      </p:pic>
      <p:pic>
        <p:nvPicPr>
          <p:cNvPr id="8" name="object 8"/>
          <p:cNvPicPr/>
          <p:nvPr/>
        </p:nvPicPr>
        <p:blipFill>
          <a:blip r:embed="rId6" cstate="print"/>
          <a:stretch>
            <a:fillRect/>
          </a:stretch>
        </p:blipFill>
        <p:spPr>
          <a:xfrm>
            <a:off x="8607705" y="3506293"/>
            <a:ext cx="2249999" cy="143999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462788"/>
            <a:ext cx="8794115" cy="299720"/>
          </a:xfrm>
          <a:prstGeom prst="rect">
            <a:avLst/>
          </a:prstGeom>
        </p:spPr>
        <p:txBody>
          <a:bodyPr vert="horz" wrap="square" lIns="0" tIns="12700" rIns="0" bIns="0" rtlCol="0">
            <a:spAutoFit/>
          </a:bodyPr>
          <a:lstStyle/>
          <a:p>
            <a:pPr marL="12700">
              <a:lnSpc>
                <a:spcPct val="100000"/>
              </a:lnSpc>
              <a:spcBef>
                <a:spcPts val="100"/>
              </a:spcBef>
            </a:pPr>
            <a:r>
              <a:rPr sz="1800" dirty="0"/>
              <a:t>2.</a:t>
            </a:r>
            <a:r>
              <a:rPr sz="1800" spc="-25" dirty="0"/>
              <a:t> </a:t>
            </a:r>
            <a:r>
              <a:rPr sz="1800" b="1" u="sng" dirty="0">
                <a:uFill>
                  <a:solidFill>
                    <a:srgbClr val="000000"/>
                  </a:solidFill>
                </a:uFill>
                <a:latin typeface="Corbel"/>
                <a:cs typeface="Corbel"/>
              </a:rPr>
              <a:t>Induced</a:t>
            </a:r>
            <a:r>
              <a:rPr sz="1800" b="1" u="sng" spc="-25" dirty="0">
                <a:uFill>
                  <a:solidFill>
                    <a:srgbClr val="000000"/>
                  </a:solidFill>
                </a:uFill>
                <a:latin typeface="Corbel"/>
                <a:cs typeface="Corbel"/>
              </a:rPr>
              <a:t> </a:t>
            </a:r>
            <a:r>
              <a:rPr sz="1800" b="1" u="sng" dirty="0">
                <a:uFill>
                  <a:solidFill>
                    <a:srgbClr val="000000"/>
                  </a:solidFill>
                </a:uFill>
                <a:latin typeface="Corbel"/>
                <a:cs typeface="Corbel"/>
              </a:rPr>
              <a:t>drag</a:t>
            </a:r>
            <a:r>
              <a:rPr sz="1800" b="1" spc="-35" dirty="0">
                <a:latin typeface="Corbel"/>
                <a:cs typeface="Corbel"/>
              </a:rPr>
              <a:t> </a:t>
            </a:r>
            <a:r>
              <a:rPr sz="1800" dirty="0"/>
              <a:t>that</a:t>
            </a:r>
            <a:r>
              <a:rPr sz="1800" spc="-25" dirty="0"/>
              <a:t> </a:t>
            </a:r>
            <a:r>
              <a:rPr sz="1800" dirty="0"/>
              <a:t>part</a:t>
            </a:r>
            <a:r>
              <a:rPr sz="1800" spc="-20" dirty="0"/>
              <a:t> </a:t>
            </a:r>
            <a:r>
              <a:rPr sz="1800" dirty="0"/>
              <a:t>of</a:t>
            </a:r>
            <a:r>
              <a:rPr sz="1800" spc="-20" dirty="0"/>
              <a:t> </a:t>
            </a:r>
            <a:r>
              <a:rPr sz="1800" dirty="0"/>
              <a:t>the</a:t>
            </a:r>
            <a:r>
              <a:rPr sz="1800" spc="-15" dirty="0"/>
              <a:t> </a:t>
            </a:r>
            <a:r>
              <a:rPr sz="1800" dirty="0"/>
              <a:t>drag</a:t>
            </a:r>
            <a:r>
              <a:rPr sz="1800" spc="-25" dirty="0"/>
              <a:t> </a:t>
            </a:r>
            <a:r>
              <a:rPr sz="1800" dirty="0"/>
              <a:t>on</a:t>
            </a:r>
            <a:r>
              <a:rPr sz="1800" spc="-25" dirty="0"/>
              <a:t> </a:t>
            </a:r>
            <a:r>
              <a:rPr sz="1800" dirty="0"/>
              <a:t>an</a:t>
            </a:r>
            <a:r>
              <a:rPr sz="1800" spc="-20" dirty="0"/>
              <a:t> </a:t>
            </a:r>
            <a:r>
              <a:rPr sz="1800" dirty="0"/>
              <a:t>aerofoil</a:t>
            </a:r>
            <a:r>
              <a:rPr sz="1800" spc="-25" dirty="0"/>
              <a:t> </a:t>
            </a:r>
            <a:r>
              <a:rPr sz="1800" dirty="0"/>
              <a:t>which</a:t>
            </a:r>
            <a:r>
              <a:rPr sz="1800" spc="-15" dirty="0"/>
              <a:t> </a:t>
            </a:r>
            <a:r>
              <a:rPr sz="1800" dirty="0"/>
              <a:t>arises</a:t>
            </a:r>
            <a:r>
              <a:rPr sz="1800" spc="-30" dirty="0"/>
              <a:t> </a:t>
            </a:r>
            <a:r>
              <a:rPr sz="1800" dirty="0"/>
              <a:t>from</a:t>
            </a:r>
            <a:r>
              <a:rPr sz="1800" spc="-25" dirty="0"/>
              <a:t> </a:t>
            </a:r>
            <a:r>
              <a:rPr sz="1800" dirty="0"/>
              <a:t>the</a:t>
            </a:r>
            <a:r>
              <a:rPr sz="1800" spc="-15" dirty="0"/>
              <a:t> </a:t>
            </a:r>
            <a:r>
              <a:rPr sz="1800" spc="-10" dirty="0"/>
              <a:t>development</a:t>
            </a:r>
            <a:r>
              <a:rPr sz="1800" spc="-20" dirty="0"/>
              <a:t> </a:t>
            </a:r>
            <a:r>
              <a:rPr sz="1800" dirty="0"/>
              <a:t>of</a:t>
            </a:r>
            <a:r>
              <a:rPr sz="1800" spc="-25" dirty="0"/>
              <a:t> </a:t>
            </a:r>
            <a:r>
              <a:rPr sz="1800" spc="-10" dirty="0"/>
              <a:t>lift.</a:t>
            </a:r>
            <a:endParaRPr sz="1800" dirty="0">
              <a:latin typeface="Corbel"/>
              <a:cs typeface="Corbel"/>
            </a:endParaRPr>
          </a:p>
        </p:txBody>
      </p:sp>
      <p:sp>
        <p:nvSpPr>
          <p:cNvPr id="3" name="object 3"/>
          <p:cNvSpPr txBox="1"/>
          <p:nvPr/>
        </p:nvSpPr>
        <p:spPr>
          <a:xfrm>
            <a:off x="1874828" y="1067308"/>
            <a:ext cx="6418580" cy="4231640"/>
          </a:xfrm>
          <a:prstGeom prst="rect">
            <a:avLst/>
          </a:prstGeom>
        </p:spPr>
        <p:txBody>
          <a:bodyPr vert="horz" wrap="square" lIns="0" tIns="43180" rIns="0" bIns="0" rtlCol="0">
            <a:spAutoFit/>
          </a:bodyPr>
          <a:lstStyle/>
          <a:p>
            <a:pPr marL="241300" marR="5715" indent="-228600" algn="just">
              <a:lnSpc>
                <a:spcPts val="1700"/>
              </a:lnSpc>
              <a:spcBef>
                <a:spcPts val="340"/>
              </a:spcBef>
              <a:buChar char="-"/>
              <a:tabLst>
                <a:tab pos="241300" algn="l"/>
                <a:tab pos="243204" algn="l"/>
              </a:tabLst>
            </a:pPr>
            <a:r>
              <a:rPr sz="1600" dirty="0">
                <a:latin typeface="Corbel"/>
                <a:cs typeface="Corbel"/>
              </a:rPr>
              <a:t>	An</a:t>
            </a:r>
            <a:r>
              <a:rPr sz="1600" spc="165" dirty="0">
                <a:latin typeface="Corbel"/>
                <a:cs typeface="Corbel"/>
              </a:rPr>
              <a:t> </a:t>
            </a:r>
            <a:r>
              <a:rPr sz="1600" dirty="0">
                <a:latin typeface="Corbel"/>
                <a:cs typeface="Corbel"/>
              </a:rPr>
              <a:t>airfoil</a:t>
            </a:r>
            <a:r>
              <a:rPr sz="1600" spc="165" dirty="0">
                <a:latin typeface="Corbel"/>
                <a:cs typeface="Corbel"/>
              </a:rPr>
              <a:t> </a:t>
            </a:r>
            <a:r>
              <a:rPr sz="1600" dirty="0">
                <a:latin typeface="Corbel"/>
                <a:cs typeface="Corbel"/>
              </a:rPr>
              <a:t>(wing</a:t>
            </a:r>
            <a:r>
              <a:rPr sz="1600" spc="160" dirty="0">
                <a:latin typeface="Corbel"/>
                <a:cs typeface="Corbel"/>
              </a:rPr>
              <a:t> </a:t>
            </a:r>
            <a:r>
              <a:rPr sz="1600" dirty="0">
                <a:latin typeface="Corbel"/>
                <a:cs typeface="Corbel"/>
              </a:rPr>
              <a:t>or</a:t>
            </a:r>
            <a:r>
              <a:rPr sz="1600" spc="165" dirty="0">
                <a:latin typeface="Corbel"/>
                <a:cs typeface="Corbel"/>
              </a:rPr>
              <a:t> </a:t>
            </a:r>
            <a:r>
              <a:rPr sz="1600" dirty="0">
                <a:latin typeface="Corbel"/>
                <a:cs typeface="Corbel"/>
              </a:rPr>
              <a:t>rotor</a:t>
            </a:r>
            <a:r>
              <a:rPr sz="1600" spc="160" dirty="0">
                <a:latin typeface="Corbel"/>
                <a:cs typeface="Corbel"/>
              </a:rPr>
              <a:t> </a:t>
            </a:r>
            <a:r>
              <a:rPr sz="1600" dirty="0">
                <a:latin typeface="Corbel"/>
                <a:cs typeface="Corbel"/>
              </a:rPr>
              <a:t>blade)</a:t>
            </a:r>
            <a:r>
              <a:rPr sz="1600" spc="160" dirty="0">
                <a:latin typeface="Corbel"/>
                <a:cs typeface="Corbel"/>
              </a:rPr>
              <a:t> </a:t>
            </a:r>
            <a:r>
              <a:rPr sz="1600" dirty="0">
                <a:latin typeface="Corbel"/>
                <a:cs typeface="Corbel"/>
              </a:rPr>
              <a:t>produces</a:t>
            </a:r>
            <a:r>
              <a:rPr sz="1600" spc="165" dirty="0">
                <a:latin typeface="Corbel"/>
                <a:cs typeface="Corbel"/>
              </a:rPr>
              <a:t> </a:t>
            </a:r>
            <a:r>
              <a:rPr sz="1600" dirty="0">
                <a:latin typeface="Corbel"/>
                <a:cs typeface="Corbel"/>
              </a:rPr>
              <a:t>the</a:t>
            </a:r>
            <a:r>
              <a:rPr sz="1600" spc="160" dirty="0">
                <a:latin typeface="Corbel"/>
                <a:cs typeface="Corbel"/>
              </a:rPr>
              <a:t> </a:t>
            </a:r>
            <a:r>
              <a:rPr sz="1600" dirty="0">
                <a:latin typeface="Corbel"/>
                <a:cs typeface="Corbel"/>
              </a:rPr>
              <a:t>lift</a:t>
            </a:r>
            <a:r>
              <a:rPr sz="1600" spc="160" dirty="0">
                <a:latin typeface="Corbel"/>
                <a:cs typeface="Corbel"/>
              </a:rPr>
              <a:t> </a:t>
            </a:r>
            <a:r>
              <a:rPr sz="1600" dirty="0">
                <a:latin typeface="Corbel"/>
                <a:cs typeface="Corbel"/>
              </a:rPr>
              <a:t>force</a:t>
            </a:r>
            <a:r>
              <a:rPr sz="1600" spc="160" dirty="0">
                <a:latin typeface="Corbel"/>
                <a:cs typeface="Corbel"/>
              </a:rPr>
              <a:t> </a:t>
            </a:r>
            <a:r>
              <a:rPr sz="1600" dirty="0">
                <a:latin typeface="Corbel"/>
                <a:cs typeface="Corbel"/>
              </a:rPr>
              <a:t>by</a:t>
            </a:r>
            <a:r>
              <a:rPr sz="1600" spc="160" dirty="0">
                <a:latin typeface="Corbel"/>
                <a:cs typeface="Corbel"/>
              </a:rPr>
              <a:t> </a:t>
            </a:r>
            <a:r>
              <a:rPr sz="1600" dirty="0">
                <a:latin typeface="Corbel"/>
                <a:cs typeface="Corbel"/>
              </a:rPr>
              <a:t>making</a:t>
            </a:r>
            <a:r>
              <a:rPr sz="1600" spc="165" dirty="0">
                <a:latin typeface="Corbel"/>
                <a:cs typeface="Corbel"/>
              </a:rPr>
              <a:t> </a:t>
            </a:r>
            <a:r>
              <a:rPr sz="1600" dirty="0">
                <a:latin typeface="Corbel"/>
                <a:cs typeface="Corbel"/>
              </a:rPr>
              <a:t>use</a:t>
            </a:r>
            <a:r>
              <a:rPr sz="1600" spc="160" dirty="0">
                <a:latin typeface="Corbel"/>
                <a:cs typeface="Corbel"/>
              </a:rPr>
              <a:t> </a:t>
            </a:r>
            <a:r>
              <a:rPr sz="1600" spc="-25" dirty="0">
                <a:latin typeface="Corbel"/>
                <a:cs typeface="Corbel"/>
              </a:rPr>
              <a:t>of </a:t>
            </a:r>
            <a:r>
              <a:rPr sz="1600" dirty="0">
                <a:latin typeface="Corbel"/>
                <a:cs typeface="Corbel"/>
              </a:rPr>
              <a:t>the</a:t>
            </a:r>
            <a:r>
              <a:rPr sz="1600" spc="-20" dirty="0">
                <a:latin typeface="Corbel"/>
                <a:cs typeface="Corbel"/>
              </a:rPr>
              <a:t> </a:t>
            </a:r>
            <a:r>
              <a:rPr sz="1600" dirty="0">
                <a:latin typeface="Corbel"/>
                <a:cs typeface="Corbel"/>
              </a:rPr>
              <a:t>energy</a:t>
            </a:r>
            <a:r>
              <a:rPr sz="1600" spc="-2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free</a:t>
            </a:r>
            <a:r>
              <a:rPr sz="1600" spc="-20" dirty="0">
                <a:latin typeface="Corbel"/>
                <a:cs typeface="Corbel"/>
              </a:rPr>
              <a:t> </a:t>
            </a:r>
            <a:r>
              <a:rPr sz="1600" spc="-10" dirty="0">
                <a:latin typeface="Corbel"/>
                <a:cs typeface="Corbel"/>
              </a:rPr>
              <a:t>airstream.</a:t>
            </a:r>
            <a:endParaRPr sz="1600" dirty="0">
              <a:latin typeface="Corbel"/>
              <a:cs typeface="Corbel"/>
            </a:endParaRPr>
          </a:p>
          <a:p>
            <a:pPr marL="694690" marR="5080" lvl="1" indent="-224790" algn="just">
              <a:lnSpc>
                <a:spcPts val="1510"/>
              </a:lnSpc>
              <a:spcBef>
                <a:spcPts val="540"/>
              </a:spcBef>
              <a:buFont typeface="Corbel"/>
              <a:buChar char="-"/>
              <a:tabLst>
                <a:tab pos="698500" algn="l"/>
              </a:tabLst>
            </a:pPr>
            <a:r>
              <a:rPr sz="1400" i="1" dirty="0">
                <a:latin typeface="Corbel"/>
                <a:cs typeface="Corbel"/>
              </a:rPr>
              <a:t>Whenever</a:t>
            </a:r>
            <a:r>
              <a:rPr sz="1400" i="1" spc="150" dirty="0">
                <a:latin typeface="Corbel"/>
                <a:cs typeface="Corbel"/>
              </a:rPr>
              <a:t> </a:t>
            </a:r>
            <a:r>
              <a:rPr sz="1400" i="1" dirty="0">
                <a:latin typeface="Corbel"/>
                <a:cs typeface="Corbel"/>
              </a:rPr>
              <a:t>an</a:t>
            </a:r>
            <a:r>
              <a:rPr sz="1400" i="1" spc="150" dirty="0">
                <a:latin typeface="Corbel"/>
                <a:cs typeface="Corbel"/>
              </a:rPr>
              <a:t> </a:t>
            </a:r>
            <a:r>
              <a:rPr sz="1400" i="1" dirty="0">
                <a:latin typeface="Corbel"/>
                <a:cs typeface="Corbel"/>
              </a:rPr>
              <a:t>airfoil</a:t>
            </a:r>
            <a:r>
              <a:rPr sz="1400" i="1" spc="155" dirty="0">
                <a:latin typeface="Corbel"/>
                <a:cs typeface="Corbel"/>
              </a:rPr>
              <a:t> </a:t>
            </a:r>
            <a:r>
              <a:rPr sz="1400" i="1" dirty="0">
                <a:latin typeface="Corbel"/>
                <a:cs typeface="Corbel"/>
              </a:rPr>
              <a:t>is</a:t>
            </a:r>
            <a:r>
              <a:rPr sz="1400" i="1" spc="155" dirty="0">
                <a:latin typeface="Corbel"/>
                <a:cs typeface="Corbel"/>
              </a:rPr>
              <a:t> </a:t>
            </a:r>
            <a:r>
              <a:rPr sz="1400" i="1" dirty="0">
                <a:latin typeface="Corbel"/>
                <a:cs typeface="Corbel"/>
              </a:rPr>
              <a:t>producing</a:t>
            </a:r>
            <a:r>
              <a:rPr sz="1400" i="1" spc="155" dirty="0">
                <a:latin typeface="Corbel"/>
                <a:cs typeface="Corbel"/>
              </a:rPr>
              <a:t> </a:t>
            </a:r>
            <a:r>
              <a:rPr sz="1400" i="1" dirty="0">
                <a:latin typeface="Corbel"/>
                <a:cs typeface="Corbel"/>
              </a:rPr>
              <a:t>lift,</a:t>
            </a:r>
            <a:r>
              <a:rPr sz="1400" i="1" spc="155" dirty="0">
                <a:latin typeface="Corbel"/>
                <a:cs typeface="Corbel"/>
              </a:rPr>
              <a:t> </a:t>
            </a:r>
            <a:r>
              <a:rPr sz="1400" i="1" dirty="0">
                <a:latin typeface="Corbel"/>
                <a:cs typeface="Corbel"/>
              </a:rPr>
              <a:t>the</a:t>
            </a:r>
            <a:r>
              <a:rPr sz="1400" i="1" spc="150" dirty="0">
                <a:latin typeface="Corbel"/>
                <a:cs typeface="Corbel"/>
              </a:rPr>
              <a:t> </a:t>
            </a:r>
            <a:r>
              <a:rPr sz="1400" i="1" dirty="0">
                <a:latin typeface="Corbel"/>
                <a:cs typeface="Corbel"/>
              </a:rPr>
              <a:t>pressure</a:t>
            </a:r>
            <a:r>
              <a:rPr sz="1400" i="1" spc="150" dirty="0">
                <a:latin typeface="Corbel"/>
                <a:cs typeface="Corbel"/>
              </a:rPr>
              <a:t> </a:t>
            </a:r>
            <a:r>
              <a:rPr sz="1400" i="1" dirty="0">
                <a:latin typeface="Corbel"/>
                <a:cs typeface="Corbel"/>
              </a:rPr>
              <a:t>on</a:t>
            </a:r>
            <a:r>
              <a:rPr sz="1400" i="1" spc="150" dirty="0">
                <a:latin typeface="Corbel"/>
                <a:cs typeface="Corbel"/>
              </a:rPr>
              <a:t> </a:t>
            </a:r>
            <a:r>
              <a:rPr sz="1400" i="1" dirty="0">
                <a:latin typeface="Corbel"/>
                <a:cs typeface="Corbel"/>
              </a:rPr>
              <a:t>the</a:t>
            </a:r>
            <a:r>
              <a:rPr sz="1400" i="1" spc="150" dirty="0">
                <a:latin typeface="Corbel"/>
                <a:cs typeface="Corbel"/>
              </a:rPr>
              <a:t> </a:t>
            </a:r>
            <a:r>
              <a:rPr sz="1400" i="1" dirty="0">
                <a:latin typeface="Corbel"/>
                <a:cs typeface="Corbel"/>
              </a:rPr>
              <a:t>lower</a:t>
            </a:r>
            <a:r>
              <a:rPr sz="1400" i="1" spc="155" dirty="0">
                <a:latin typeface="Corbel"/>
                <a:cs typeface="Corbel"/>
              </a:rPr>
              <a:t> </a:t>
            </a:r>
            <a:r>
              <a:rPr sz="1400" i="1" dirty="0">
                <a:latin typeface="Corbel"/>
                <a:cs typeface="Corbel"/>
              </a:rPr>
              <a:t>surface</a:t>
            </a:r>
            <a:r>
              <a:rPr sz="1400" i="1" spc="150" dirty="0">
                <a:latin typeface="Corbel"/>
                <a:cs typeface="Corbel"/>
              </a:rPr>
              <a:t> </a:t>
            </a:r>
            <a:r>
              <a:rPr sz="1400" i="1" dirty="0">
                <a:latin typeface="Corbel"/>
                <a:cs typeface="Corbel"/>
              </a:rPr>
              <a:t>of</a:t>
            </a:r>
            <a:r>
              <a:rPr sz="1400" i="1" spc="150" dirty="0">
                <a:latin typeface="Corbel"/>
                <a:cs typeface="Corbel"/>
              </a:rPr>
              <a:t> </a:t>
            </a:r>
            <a:r>
              <a:rPr sz="1400" i="1" dirty="0">
                <a:latin typeface="Corbel"/>
                <a:cs typeface="Corbel"/>
              </a:rPr>
              <a:t>it</a:t>
            </a:r>
            <a:r>
              <a:rPr sz="1400" i="1" spc="150" dirty="0">
                <a:latin typeface="Corbel"/>
                <a:cs typeface="Corbel"/>
              </a:rPr>
              <a:t> </a:t>
            </a:r>
            <a:r>
              <a:rPr sz="1400" i="1" spc="-25" dirty="0">
                <a:latin typeface="Corbel"/>
                <a:cs typeface="Corbel"/>
              </a:rPr>
              <a:t>is 	</a:t>
            </a:r>
            <a:r>
              <a:rPr sz="1400" i="1" dirty="0">
                <a:latin typeface="Corbel"/>
                <a:cs typeface="Corbel"/>
              </a:rPr>
              <a:t>greater</a:t>
            </a:r>
            <a:r>
              <a:rPr sz="1400" i="1" spc="-25" dirty="0">
                <a:latin typeface="Corbel"/>
                <a:cs typeface="Corbel"/>
              </a:rPr>
              <a:t> </a:t>
            </a:r>
            <a:r>
              <a:rPr sz="1400" i="1" dirty="0">
                <a:latin typeface="Corbel"/>
                <a:cs typeface="Corbel"/>
              </a:rPr>
              <a:t>than</a:t>
            </a:r>
            <a:r>
              <a:rPr sz="1400" i="1" spc="-30" dirty="0">
                <a:latin typeface="Corbel"/>
                <a:cs typeface="Corbel"/>
              </a:rPr>
              <a:t> </a:t>
            </a:r>
            <a:r>
              <a:rPr sz="1400" i="1" dirty="0">
                <a:latin typeface="Corbel"/>
                <a:cs typeface="Corbel"/>
              </a:rPr>
              <a:t>that</a:t>
            </a:r>
            <a:r>
              <a:rPr sz="1400" i="1" spc="-35" dirty="0">
                <a:latin typeface="Corbel"/>
                <a:cs typeface="Corbel"/>
              </a:rPr>
              <a:t> </a:t>
            </a:r>
            <a:r>
              <a:rPr sz="1400" i="1" dirty="0">
                <a:latin typeface="Corbel"/>
                <a:cs typeface="Corbel"/>
              </a:rPr>
              <a:t>on</a:t>
            </a:r>
            <a:r>
              <a:rPr sz="1400" i="1" spc="-30" dirty="0">
                <a:latin typeface="Corbel"/>
                <a:cs typeface="Corbel"/>
              </a:rPr>
              <a:t> </a:t>
            </a:r>
            <a:r>
              <a:rPr sz="1400" i="1" dirty="0">
                <a:latin typeface="Corbel"/>
                <a:cs typeface="Corbel"/>
              </a:rPr>
              <a:t>the</a:t>
            </a:r>
            <a:r>
              <a:rPr sz="1400" i="1" spc="-30" dirty="0">
                <a:latin typeface="Corbel"/>
                <a:cs typeface="Corbel"/>
              </a:rPr>
              <a:t> </a:t>
            </a:r>
            <a:r>
              <a:rPr sz="1400" i="1" dirty="0">
                <a:latin typeface="Corbel"/>
                <a:cs typeface="Corbel"/>
              </a:rPr>
              <a:t>upper</a:t>
            </a:r>
            <a:r>
              <a:rPr sz="1400" i="1" spc="-25" dirty="0">
                <a:latin typeface="Corbel"/>
                <a:cs typeface="Corbel"/>
              </a:rPr>
              <a:t> </a:t>
            </a:r>
            <a:r>
              <a:rPr sz="1400" i="1" dirty="0">
                <a:latin typeface="Corbel"/>
                <a:cs typeface="Corbel"/>
              </a:rPr>
              <a:t>surface</a:t>
            </a:r>
            <a:r>
              <a:rPr sz="1400" i="1" spc="-30" dirty="0">
                <a:latin typeface="Corbel"/>
                <a:cs typeface="Corbel"/>
              </a:rPr>
              <a:t> </a:t>
            </a:r>
            <a:r>
              <a:rPr sz="1400" i="1" spc="-10" dirty="0">
                <a:latin typeface="Corbel"/>
                <a:cs typeface="Corbel"/>
              </a:rPr>
              <a:t>(Bernoulli’s</a:t>
            </a:r>
            <a:r>
              <a:rPr sz="1400" i="1" spc="-30" dirty="0">
                <a:latin typeface="Corbel"/>
                <a:cs typeface="Corbel"/>
              </a:rPr>
              <a:t> </a:t>
            </a:r>
            <a:r>
              <a:rPr sz="1400" i="1" spc="-10" dirty="0">
                <a:latin typeface="Corbel"/>
                <a:cs typeface="Corbel"/>
              </a:rPr>
              <a:t>Principle).</a:t>
            </a:r>
            <a:endParaRPr sz="1400" dirty="0">
              <a:latin typeface="Corbel"/>
              <a:cs typeface="Corbel"/>
            </a:endParaRPr>
          </a:p>
          <a:p>
            <a:pPr marL="694690" marR="5080" lvl="1" indent="-224790" algn="just">
              <a:lnSpc>
                <a:spcPct val="91400"/>
              </a:lnSpc>
              <a:spcBef>
                <a:spcPts val="440"/>
              </a:spcBef>
              <a:buFont typeface="Corbel"/>
              <a:buChar char="-"/>
              <a:tabLst>
                <a:tab pos="698500" algn="l"/>
              </a:tabLst>
            </a:pPr>
            <a:r>
              <a:rPr sz="1400" i="1" dirty="0">
                <a:latin typeface="Corbel"/>
                <a:cs typeface="Corbel"/>
              </a:rPr>
              <a:t>As</a:t>
            </a:r>
            <a:r>
              <a:rPr sz="1400" i="1" spc="245" dirty="0">
                <a:latin typeface="Corbel"/>
                <a:cs typeface="Corbel"/>
              </a:rPr>
              <a:t> </a:t>
            </a:r>
            <a:r>
              <a:rPr sz="1400" i="1" dirty="0">
                <a:latin typeface="Corbel"/>
                <a:cs typeface="Corbel"/>
              </a:rPr>
              <a:t>a</a:t>
            </a:r>
            <a:r>
              <a:rPr sz="1400" i="1" spc="250" dirty="0">
                <a:latin typeface="Corbel"/>
                <a:cs typeface="Corbel"/>
              </a:rPr>
              <a:t> </a:t>
            </a:r>
            <a:r>
              <a:rPr sz="1400" i="1" dirty="0">
                <a:latin typeface="Corbel"/>
                <a:cs typeface="Corbel"/>
              </a:rPr>
              <a:t>result,</a:t>
            </a:r>
            <a:r>
              <a:rPr sz="1400" i="1" spc="250" dirty="0">
                <a:latin typeface="Corbel"/>
                <a:cs typeface="Corbel"/>
              </a:rPr>
              <a:t> </a:t>
            </a:r>
            <a:r>
              <a:rPr sz="1400" i="1" dirty="0">
                <a:latin typeface="Corbel"/>
                <a:cs typeface="Corbel"/>
              </a:rPr>
              <a:t>the</a:t>
            </a:r>
            <a:r>
              <a:rPr sz="1400" i="1" spc="245" dirty="0">
                <a:latin typeface="Corbel"/>
                <a:cs typeface="Corbel"/>
              </a:rPr>
              <a:t> </a:t>
            </a:r>
            <a:r>
              <a:rPr sz="1400" i="1" dirty="0">
                <a:latin typeface="Corbel"/>
                <a:cs typeface="Corbel"/>
              </a:rPr>
              <a:t>air</a:t>
            </a:r>
            <a:r>
              <a:rPr sz="1400" i="1" spc="254" dirty="0">
                <a:latin typeface="Corbel"/>
                <a:cs typeface="Corbel"/>
              </a:rPr>
              <a:t> </a:t>
            </a:r>
            <a:r>
              <a:rPr sz="1400" i="1" dirty="0">
                <a:latin typeface="Corbel"/>
                <a:cs typeface="Corbel"/>
              </a:rPr>
              <a:t>tends</a:t>
            </a:r>
            <a:r>
              <a:rPr sz="1400" i="1" spc="250" dirty="0">
                <a:latin typeface="Corbel"/>
                <a:cs typeface="Corbel"/>
              </a:rPr>
              <a:t> </a:t>
            </a:r>
            <a:r>
              <a:rPr sz="1400" i="1" dirty="0">
                <a:latin typeface="Corbel"/>
                <a:cs typeface="Corbel"/>
              </a:rPr>
              <a:t>to</a:t>
            </a:r>
            <a:r>
              <a:rPr sz="1400" i="1" spc="250" dirty="0">
                <a:latin typeface="Corbel"/>
                <a:cs typeface="Corbel"/>
              </a:rPr>
              <a:t> </a:t>
            </a:r>
            <a:r>
              <a:rPr sz="1400" i="1" dirty="0">
                <a:latin typeface="Corbel"/>
                <a:cs typeface="Corbel"/>
              </a:rPr>
              <a:t>flow</a:t>
            </a:r>
            <a:r>
              <a:rPr sz="1400" i="1" spc="250" dirty="0">
                <a:latin typeface="Corbel"/>
                <a:cs typeface="Corbel"/>
              </a:rPr>
              <a:t> </a:t>
            </a:r>
            <a:r>
              <a:rPr sz="1400" i="1" dirty="0">
                <a:latin typeface="Corbel"/>
                <a:cs typeface="Corbel"/>
              </a:rPr>
              <a:t>from</a:t>
            </a:r>
            <a:r>
              <a:rPr sz="1400" i="1" spc="250" dirty="0">
                <a:latin typeface="Corbel"/>
                <a:cs typeface="Corbel"/>
              </a:rPr>
              <a:t> </a:t>
            </a:r>
            <a:r>
              <a:rPr sz="1400" i="1" dirty="0">
                <a:latin typeface="Corbel"/>
                <a:cs typeface="Corbel"/>
              </a:rPr>
              <a:t>the</a:t>
            </a:r>
            <a:r>
              <a:rPr sz="1400" i="1" spc="245" dirty="0">
                <a:latin typeface="Corbel"/>
                <a:cs typeface="Corbel"/>
              </a:rPr>
              <a:t> </a:t>
            </a:r>
            <a:r>
              <a:rPr sz="1400" i="1" dirty="0">
                <a:latin typeface="Corbel"/>
                <a:cs typeface="Corbel"/>
              </a:rPr>
              <a:t>high</a:t>
            </a:r>
            <a:r>
              <a:rPr sz="1400" i="1" spc="254" dirty="0">
                <a:latin typeface="Corbel"/>
                <a:cs typeface="Corbel"/>
              </a:rPr>
              <a:t> </a:t>
            </a:r>
            <a:r>
              <a:rPr sz="1400" i="1" dirty="0">
                <a:latin typeface="Corbel"/>
                <a:cs typeface="Corbel"/>
              </a:rPr>
              <a:t>pressure</a:t>
            </a:r>
            <a:r>
              <a:rPr sz="1400" i="1" spc="250" dirty="0">
                <a:latin typeface="Corbel"/>
                <a:cs typeface="Corbel"/>
              </a:rPr>
              <a:t> </a:t>
            </a:r>
            <a:r>
              <a:rPr sz="1400" i="1" dirty="0">
                <a:latin typeface="Corbel"/>
                <a:cs typeface="Corbel"/>
              </a:rPr>
              <a:t>area</a:t>
            </a:r>
            <a:r>
              <a:rPr sz="1400" i="1" spc="250" dirty="0">
                <a:latin typeface="Corbel"/>
                <a:cs typeface="Corbel"/>
              </a:rPr>
              <a:t> </a:t>
            </a:r>
            <a:r>
              <a:rPr sz="1400" i="1" dirty="0">
                <a:latin typeface="Corbel"/>
                <a:cs typeface="Corbel"/>
              </a:rPr>
              <a:t>below</a:t>
            </a:r>
            <a:r>
              <a:rPr sz="1400" i="1" spc="250" dirty="0">
                <a:latin typeface="Corbel"/>
                <a:cs typeface="Corbel"/>
              </a:rPr>
              <a:t> </a:t>
            </a:r>
            <a:r>
              <a:rPr sz="1400" i="1" dirty="0">
                <a:latin typeface="Corbel"/>
                <a:cs typeface="Corbel"/>
              </a:rPr>
              <a:t>the</a:t>
            </a:r>
            <a:r>
              <a:rPr sz="1400" i="1" spc="245" dirty="0">
                <a:latin typeface="Corbel"/>
                <a:cs typeface="Corbel"/>
              </a:rPr>
              <a:t> </a:t>
            </a:r>
            <a:r>
              <a:rPr sz="1400" i="1" spc="-25" dirty="0">
                <a:latin typeface="Corbel"/>
                <a:cs typeface="Corbel"/>
              </a:rPr>
              <a:t>tip 	</a:t>
            </a:r>
            <a:r>
              <a:rPr sz="1400" i="1" dirty="0">
                <a:latin typeface="Corbel"/>
                <a:cs typeface="Corbel"/>
              </a:rPr>
              <a:t>upward</a:t>
            </a:r>
            <a:r>
              <a:rPr sz="1400" i="1" spc="35" dirty="0">
                <a:latin typeface="Corbel"/>
                <a:cs typeface="Corbel"/>
              </a:rPr>
              <a:t> </a:t>
            </a:r>
            <a:r>
              <a:rPr sz="1400" i="1" dirty="0">
                <a:latin typeface="Corbel"/>
                <a:cs typeface="Corbel"/>
              </a:rPr>
              <a:t>to</a:t>
            </a:r>
            <a:r>
              <a:rPr sz="1400" i="1" spc="40" dirty="0">
                <a:latin typeface="Corbel"/>
                <a:cs typeface="Corbel"/>
              </a:rPr>
              <a:t> </a:t>
            </a:r>
            <a:r>
              <a:rPr sz="1400" i="1" dirty="0">
                <a:latin typeface="Corbel"/>
                <a:cs typeface="Corbel"/>
              </a:rPr>
              <a:t>the</a:t>
            </a:r>
            <a:r>
              <a:rPr sz="1400" i="1" spc="40" dirty="0">
                <a:latin typeface="Corbel"/>
                <a:cs typeface="Corbel"/>
              </a:rPr>
              <a:t> </a:t>
            </a:r>
            <a:r>
              <a:rPr sz="1400" i="1" dirty="0">
                <a:latin typeface="Corbel"/>
                <a:cs typeface="Corbel"/>
              </a:rPr>
              <a:t>low</a:t>
            </a:r>
            <a:r>
              <a:rPr sz="1400" i="1" spc="45" dirty="0">
                <a:latin typeface="Corbel"/>
                <a:cs typeface="Corbel"/>
              </a:rPr>
              <a:t> </a:t>
            </a:r>
            <a:r>
              <a:rPr sz="1400" i="1" dirty="0">
                <a:latin typeface="Corbel"/>
                <a:cs typeface="Corbel"/>
              </a:rPr>
              <a:t>pressure</a:t>
            </a:r>
            <a:r>
              <a:rPr sz="1400" i="1" spc="45" dirty="0">
                <a:latin typeface="Corbel"/>
                <a:cs typeface="Corbel"/>
              </a:rPr>
              <a:t> </a:t>
            </a:r>
            <a:r>
              <a:rPr sz="1400" i="1" dirty="0">
                <a:latin typeface="Corbel"/>
                <a:cs typeface="Corbel"/>
              </a:rPr>
              <a:t>area</a:t>
            </a:r>
            <a:r>
              <a:rPr sz="1400" i="1" spc="45" dirty="0">
                <a:latin typeface="Corbel"/>
                <a:cs typeface="Corbel"/>
              </a:rPr>
              <a:t> </a:t>
            </a:r>
            <a:r>
              <a:rPr sz="1400" i="1" dirty="0">
                <a:latin typeface="Corbel"/>
                <a:cs typeface="Corbel"/>
              </a:rPr>
              <a:t>on</a:t>
            </a:r>
            <a:r>
              <a:rPr sz="1400" i="1" spc="40" dirty="0">
                <a:latin typeface="Corbel"/>
                <a:cs typeface="Corbel"/>
              </a:rPr>
              <a:t> </a:t>
            </a:r>
            <a:r>
              <a:rPr sz="1400" i="1" dirty="0">
                <a:latin typeface="Corbel"/>
                <a:cs typeface="Corbel"/>
              </a:rPr>
              <a:t>the</a:t>
            </a:r>
            <a:r>
              <a:rPr sz="1400" i="1" spc="40" dirty="0">
                <a:latin typeface="Corbel"/>
                <a:cs typeface="Corbel"/>
              </a:rPr>
              <a:t> </a:t>
            </a:r>
            <a:r>
              <a:rPr sz="1400" i="1" dirty="0">
                <a:latin typeface="Corbel"/>
                <a:cs typeface="Corbel"/>
              </a:rPr>
              <a:t>upper</a:t>
            </a:r>
            <a:r>
              <a:rPr sz="1400" i="1" spc="45" dirty="0">
                <a:latin typeface="Corbel"/>
                <a:cs typeface="Corbel"/>
              </a:rPr>
              <a:t> </a:t>
            </a:r>
            <a:r>
              <a:rPr sz="1400" i="1" dirty="0">
                <a:latin typeface="Corbel"/>
                <a:cs typeface="Corbel"/>
              </a:rPr>
              <a:t>surface.</a:t>
            </a:r>
            <a:r>
              <a:rPr sz="1400" i="1" spc="50" dirty="0">
                <a:latin typeface="Corbel"/>
                <a:cs typeface="Corbel"/>
              </a:rPr>
              <a:t> </a:t>
            </a:r>
            <a:r>
              <a:rPr sz="1400" i="1" dirty="0">
                <a:latin typeface="Corbel"/>
                <a:cs typeface="Corbel"/>
              </a:rPr>
              <a:t>In</a:t>
            </a:r>
            <a:r>
              <a:rPr sz="1400" i="1" spc="40" dirty="0">
                <a:latin typeface="Corbel"/>
                <a:cs typeface="Corbel"/>
              </a:rPr>
              <a:t> </a:t>
            </a:r>
            <a:r>
              <a:rPr sz="1400" i="1" dirty="0">
                <a:latin typeface="Corbel"/>
                <a:cs typeface="Corbel"/>
              </a:rPr>
              <a:t>the</a:t>
            </a:r>
            <a:r>
              <a:rPr sz="1400" i="1" spc="40" dirty="0">
                <a:latin typeface="Corbel"/>
                <a:cs typeface="Corbel"/>
              </a:rPr>
              <a:t> </a:t>
            </a:r>
            <a:r>
              <a:rPr sz="1400" i="1" dirty="0">
                <a:latin typeface="Corbel"/>
                <a:cs typeface="Corbel"/>
              </a:rPr>
              <a:t>vicinity</a:t>
            </a:r>
            <a:r>
              <a:rPr sz="1400" i="1" spc="45" dirty="0">
                <a:latin typeface="Corbel"/>
                <a:cs typeface="Corbel"/>
              </a:rPr>
              <a:t> </a:t>
            </a:r>
            <a:r>
              <a:rPr sz="1400" i="1" dirty="0">
                <a:latin typeface="Corbel"/>
                <a:cs typeface="Corbel"/>
              </a:rPr>
              <a:t>of</a:t>
            </a:r>
            <a:r>
              <a:rPr sz="1400" i="1" spc="40" dirty="0">
                <a:latin typeface="Corbel"/>
                <a:cs typeface="Corbel"/>
              </a:rPr>
              <a:t> </a:t>
            </a:r>
            <a:r>
              <a:rPr sz="1400" i="1" dirty="0">
                <a:latin typeface="Corbel"/>
                <a:cs typeface="Corbel"/>
              </a:rPr>
              <a:t>the</a:t>
            </a:r>
            <a:r>
              <a:rPr sz="1400" i="1" spc="40" dirty="0">
                <a:latin typeface="Corbel"/>
                <a:cs typeface="Corbel"/>
              </a:rPr>
              <a:t> </a:t>
            </a:r>
            <a:r>
              <a:rPr sz="1400" i="1" spc="-10" dirty="0">
                <a:latin typeface="Corbel"/>
                <a:cs typeface="Corbel"/>
              </a:rPr>
              <a:t>tips, 	</a:t>
            </a:r>
            <a:r>
              <a:rPr sz="1400" i="1" dirty="0">
                <a:latin typeface="Corbel"/>
                <a:cs typeface="Corbel"/>
              </a:rPr>
              <a:t>there</a:t>
            </a:r>
            <a:r>
              <a:rPr sz="1400" i="1" spc="180" dirty="0">
                <a:latin typeface="Corbel"/>
                <a:cs typeface="Corbel"/>
              </a:rPr>
              <a:t> </a:t>
            </a:r>
            <a:r>
              <a:rPr sz="1400" i="1" dirty="0">
                <a:latin typeface="Corbel"/>
                <a:cs typeface="Corbel"/>
              </a:rPr>
              <a:t>is</a:t>
            </a:r>
            <a:r>
              <a:rPr sz="1400" i="1" spc="190" dirty="0">
                <a:latin typeface="Corbel"/>
                <a:cs typeface="Corbel"/>
              </a:rPr>
              <a:t> </a:t>
            </a:r>
            <a:r>
              <a:rPr sz="1400" i="1" dirty="0">
                <a:latin typeface="Corbel"/>
                <a:cs typeface="Corbel"/>
              </a:rPr>
              <a:t>a</a:t>
            </a:r>
            <a:r>
              <a:rPr sz="1400" i="1" spc="185" dirty="0">
                <a:latin typeface="Corbel"/>
                <a:cs typeface="Corbel"/>
              </a:rPr>
              <a:t> </a:t>
            </a:r>
            <a:r>
              <a:rPr sz="1400" i="1" dirty="0">
                <a:latin typeface="Corbel"/>
                <a:cs typeface="Corbel"/>
              </a:rPr>
              <a:t>tendency</a:t>
            </a:r>
            <a:r>
              <a:rPr sz="1400" i="1" spc="190" dirty="0">
                <a:latin typeface="Corbel"/>
                <a:cs typeface="Corbel"/>
              </a:rPr>
              <a:t> </a:t>
            </a:r>
            <a:r>
              <a:rPr sz="1400" i="1" dirty="0">
                <a:latin typeface="Corbel"/>
                <a:cs typeface="Corbel"/>
              </a:rPr>
              <a:t>for</a:t>
            </a:r>
            <a:r>
              <a:rPr sz="1400" i="1" spc="185" dirty="0">
                <a:latin typeface="Corbel"/>
                <a:cs typeface="Corbel"/>
              </a:rPr>
              <a:t> </a:t>
            </a:r>
            <a:r>
              <a:rPr sz="1400" i="1" dirty="0">
                <a:latin typeface="Corbel"/>
                <a:cs typeface="Corbel"/>
              </a:rPr>
              <a:t>these</a:t>
            </a:r>
            <a:r>
              <a:rPr sz="1400" i="1" spc="185" dirty="0">
                <a:latin typeface="Corbel"/>
                <a:cs typeface="Corbel"/>
              </a:rPr>
              <a:t> </a:t>
            </a:r>
            <a:r>
              <a:rPr sz="1400" i="1" dirty="0">
                <a:latin typeface="Corbel"/>
                <a:cs typeface="Corbel"/>
              </a:rPr>
              <a:t>pressures</a:t>
            </a:r>
            <a:r>
              <a:rPr sz="1400" i="1" spc="190" dirty="0">
                <a:latin typeface="Corbel"/>
                <a:cs typeface="Corbel"/>
              </a:rPr>
              <a:t> </a:t>
            </a:r>
            <a:r>
              <a:rPr sz="1400" i="1" dirty="0">
                <a:latin typeface="Corbel"/>
                <a:cs typeface="Corbel"/>
              </a:rPr>
              <a:t>to</a:t>
            </a:r>
            <a:r>
              <a:rPr sz="1400" i="1" spc="180" dirty="0">
                <a:latin typeface="Corbel"/>
                <a:cs typeface="Corbel"/>
              </a:rPr>
              <a:t> </a:t>
            </a:r>
            <a:r>
              <a:rPr sz="1400" i="1" dirty="0">
                <a:latin typeface="Corbel"/>
                <a:cs typeface="Corbel"/>
              </a:rPr>
              <a:t>equalize,</a:t>
            </a:r>
            <a:r>
              <a:rPr sz="1400" i="1" spc="190" dirty="0">
                <a:latin typeface="Corbel"/>
                <a:cs typeface="Corbel"/>
              </a:rPr>
              <a:t> </a:t>
            </a:r>
            <a:r>
              <a:rPr sz="1400" i="1" dirty="0">
                <a:latin typeface="Corbel"/>
                <a:cs typeface="Corbel"/>
              </a:rPr>
              <a:t>resulting</a:t>
            </a:r>
            <a:r>
              <a:rPr sz="1400" i="1" spc="180" dirty="0">
                <a:latin typeface="Corbel"/>
                <a:cs typeface="Corbel"/>
              </a:rPr>
              <a:t> </a:t>
            </a:r>
            <a:r>
              <a:rPr sz="1400" i="1" dirty="0">
                <a:latin typeface="Corbel"/>
                <a:cs typeface="Corbel"/>
              </a:rPr>
              <a:t>in</a:t>
            </a:r>
            <a:r>
              <a:rPr sz="1400" i="1" spc="185" dirty="0">
                <a:latin typeface="Corbel"/>
                <a:cs typeface="Corbel"/>
              </a:rPr>
              <a:t> </a:t>
            </a:r>
            <a:r>
              <a:rPr sz="1400" i="1" dirty="0">
                <a:latin typeface="Corbel"/>
                <a:cs typeface="Corbel"/>
              </a:rPr>
              <a:t>a</a:t>
            </a:r>
            <a:r>
              <a:rPr sz="1400" i="1" spc="190" dirty="0">
                <a:latin typeface="Corbel"/>
                <a:cs typeface="Corbel"/>
              </a:rPr>
              <a:t> </a:t>
            </a:r>
            <a:r>
              <a:rPr sz="1400" i="1" dirty="0">
                <a:latin typeface="Corbel"/>
                <a:cs typeface="Corbel"/>
              </a:rPr>
              <a:t>lateral</a:t>
            </a:r>
            <a:r>
              <a:rPr sz="1400" i="1" spc="185" dirty="0">
                <a:latin typeface="Corbel"/>
                <a:cs typeface="Corbel"/>
              </a:rPr>
              <a:t> </a:t>
            </a:r>
            <a:r>
              <a:rPr sz="1400" i="1" spc="-20" dirty="0">
                <a:latin typeface="Corbel"/>
                <a:cs typeface="Corbel"/>
              </a:rPr>
              <a:t>flow 	</a:t>
            </a:r>
            <a:r>
              <a:rPr sz="1400" i="1" dirty="0">
                <a:latin typeface="Corbel"/>
                <a:cs typeface="Corbel"/>
              </a:rPr>
              <a:t>outward</a:t>
            </a:r>
            <a:r>
              <a:rPr sz="1400" i="1" spc="-45" dirty="0">
                <a:latin typeface="Corbel"/>
                <a:cs typeface="Corbel"/>
              </a:rPr>
              <a:t> </a:t>
            </a:r>
            <a:r>
              <a:rPr sz="1400" i="1" dirty="0">
                <a:latin typeface="Corbel"/>
                <a:cs typeface="Corbel"/>
              </a:rPr>
              <a:t>from</a:t>
            </a:r>
            <a:r>
              <a:rPr sz="1400" i="1" spc="-35" dirty="0">
                <a:latin typeface="Corbel"/>
                <a:cs typeface="Corbel"/>
              </a:rPr>
              <a:t> </a:t>
            </a:r>
            <a:r>
              <a:rPr sz="1400" i="1" dirty="0">
                <a:latin typeface="Corbel"/>
                <a:cs typeface="Corbel"/>
              </a:rPr>
              <a:t>the</a:t>
            </a:r>
            <a:r>
              <a:rPr sz="1400" i="1" spc="-35" dirty="0">
                <a:latin typeface="Corbel"/>
                <a:cs typeface="Corbel"/>
              </a:rPr>
              <a:t> </a:t>
            </a:r>
            <a:r>
              <a:rPr sz="1400" i="1" dirty="0">
                <a:latin typeface="Corbel"/>
                <a:cs typeface="Corbel"/>
              </a:rPr>
              <a:t>underside</a:t>
            </a:r>
            <a:r>
              <a:rPr sz="1400" i="1" spc="-40" dirty="0">
                <a:latin typeface="Corbel"/>
                <a:cs typeface="Corbel"/>
              </a:rPr>
              <a:t> </a:t>
            </a:r>
            <a:r>
              <a:rPr sz="1400" i="1" dirty="0">
                <a:latin typeface="Corbel"/>
                <a:cs typeface="Corbel"/>
              </a:rPr>
              <a:t>to</a:t>
            </a:r>
            <a:r>
              <a:rPr sz="1400" i="1" spc="-40" dirty="0">
                <a:latin typeface="Corbel"/>
                <a:cs typeface="Corbel"/>
              </a:rPr>
              <a:t> </a:t>
            </a:r>
            <a:r>
              <a:rPr sz="1400" i="1" dirty="0">
                <a:latin typeface="Corbel"/>
                <a:cs typeface="Corbel"/>
              </a:rPr>
              <a:t>the</a:t>
            </a:r>
            <a:r>
              <a:rPr sz="1400" i="1" spc="-35" dirty="0">
                <a:latin typeface="Corbel"/>
                <a:cs typeface="Corbel"/>
              </a:rPr>
              <a:t> </a:t>
            </a:r>
            <a:r>
              <a:rPr sz="1400" i="1" dirty="0">
                <a:latin typeface="Corbel"/>
                <a:cs typeface="Corbel"/>
              </a:rPr>
              <a:t>upper</a:t>
            </a:r>
            <a:r>
              <a:rPr sz="1400" i="1" spc="-30" dirty="0">
                <a:latin typeface="Corbel"/>
                <a:cs typeface="Corbel"/>
              </a:rPr>
              <a:t> </a:t>
            </a:r>
            <a:r>
              <a:rPr sz="1400" i="1" spc="-10" dirty="0">
                <a:latin typeface="Corbel"/>
                <a:cs typeface="Corbel"/>
              </a:rPr>
              <a:t>surface.</a:t>
            </a:r>
            <a:endParaRPr sz="1400" dirty="0">
              <a:latin typeface="Corbel"/>
              <a:cs typeface="Corbel"/>
            </a:endParaRPr>
          </a:p>
          <a:p>
            <a:pPr marL="694690" marR="5080" lvl="1" indent="-224790" algn="just">
              <a:lnSpc>
                <a:spcPts val="1510"/>
              </a:lnSpc>
              <a:spcBef>
                <a:spcPts val="505"/>
              </a:spcBef>
              <a:buFont typeface="Corbel"/>
              <a:buChar char="-"/>
              <a:tabLst>
                <a:tab pos="698500" algn="l"/>
              </a:tabLst>
            </a:pPr>
            <a:r>
              <a:rPr sz="1400" i="1" dirty="0">
                <a:latin typeface="Corbel"/>
                <a:cs typeface="Corbel"/>
              </a:rPr>
              <a:t>This</a:t>
            </a:r>
            <a:r>
              <a:rPr sz="1400" i="1" spc="240" dirty="0">
                <a:latin typeface="Corbel"/>
                <a:cs typeface="Corbel"/>
              </a:rPr>
              <a:t> </a:t>
            </a:r>
            <a:r>
              <a:rPr sz="1400" i="1" dirty="0">
                <a:latin typeface="Corbel"/>
                <a:cs typeface="Corbel"/>
              </a:rPr>
              <a:t>lateral</a:t>
            </a:r>
            <a:r>
              <a:rPr sz="1400" i="1" spc="235" dirty="0">
                <a:latin typeface="Corbel"/>
                <a:cs typeface="Corbel"/>
              </a:rPr>
              <a:t> </a:t>
            </a:r>
            <a:r>
              <a:rPr sz="1400" i="1" dirty="0">
                <a:latin typeface="Corbel"/>
                <a:cs typeface="Corbel"/>
              </a:rPr>
              <a:t>flow</a:t>
            </a:r>
            <a:r>
              <a:rPr sz="1400" i="1" spc="229" dirty="0">
                <a:latin typeface="Corbel"/>
                <a:cs typeface="Corbel"/>
              </a:rPr>
              <a:t> </a:t>
            </a:r>
            <a:r>
              <a:rPr sz="1400" i="1" dirty="0">
                <a:latin typeface="Corbel"/>
                <a:cs typeface="Corbel"/>
              </a:rPr>
              <a:t>imparts</a:t>
            </a:r>
            <a:r>
              <a:rPr sz="1400" i="1" spc="240" dirty="0">
                <a:latin typeface="Corbel"/>
                <a:cs typeface="Corbel"/>
              </a:rPr>
              <a:t> </a:t>
            </a:r>
            <a:r>
              <a:rPr sz="1400" i="1" dirty="0">
                <a:latin typeface="Corbel"/>
                <a:cs typeface="Corbel"/>
              </a:rPr>
              <a:t>a</a:t>
            </a:r>
            <a:r>
              <a:rPr sz="1400" i="1" spc="235" dirty="0">
                <a:latin typeface="Corbel"/>
                <a:cs typeface="Corbel"/>
              </a:rPr>
              <a:t> </a:t>
            </a:r>
            <a:r>
              <a:rPr sz="1400" i="1" dirty="0">
                <a:latin typeface="Corbel"/>
                <a:cs typeface="Corbel"/>
              </a:rPr>
              <a:t>rotational</a:t>
            </a:r>
            <a:r>
              <a:rPr sz="1400" i="1" spc="235" dirty="0">
                <a:latin typeface="Corbel"/>
                <a:cs typeface="Corbel"/>
              </a:rPr>
              <a:t> </a:t>
            </a:r>
            <a:r>
              <a:rPr sz="1400" i="1" dirty="0">
                <a:latin typeface="Corbel"/>
                <a:cs typeface="Corbel"/>
              </a:rPr>
              <a:t>velocity</a:t>
            </a:r>
            <a:r>
              <a:rPr sz="1400" i="1" spc="235" dirty="0">
                <a:latin typeface="Corbel"/>
                <a:cs typeface="Corbel"/>
              </a:rPr>
              <a:t> </a:t>
            </a:r>
            <a:r>
              <a:rPr sz="1400" i="1" dirty="0">
                <a:latin typeface="Corbel"/>
                <a:cs typeface="Corbel"/>
              </a:rPr>
              <a:t>to</a:t>
            </a:r>
            <a:r>
              <a:rPr sz="1400" i="1" spc="229" dirty="0">
                <a:latin typeface="Corbel"/>
                <a:cs typeface="Corbel"/>
              </a:rPr>
              <a:t> </a:t>
            </a:r>
            <a:r>
              <a:rPr sz="1400" i="1" dirty="0">
                <a:latin typeface="Corbel"/>
                <a:cs typeface="Corbel"/>
              </a:rPr>
              <a:t>the</a:t>
            </a:r>
            <a:r>
              <a:rPr sz="1400" i="1" spc="229" dirty="0">
                <a:latin typeface="Corbel"/>
                <a:cs typeface="Corbel"/>
              </a:rPr>
              <a:t> </a:t>
            </a:r>
            <a:r>
              <a:rPr sz="1400" i="1" dirty="0">
                <a:latin typeface="Corbel"/>
                <a:cs typeface="Corbel"/>
              </a:rPr>
              <a:t>air</a:t>
            </a:r>
            <a:r>
              <a:rPr sz="1400" i="1" spc="240" dirty="0">
                <a:latin typeface="Corbel"/>
                <a:cs typeface="Corbel"/>
              </a:rPr>
              <a:t> </a:t>
            </a:r>
            <a:r>
              <a:rPr sz="1400" i="1" dirty="0">
                <a:latin typeface="Corbel"/>
                <a:cs typeface="Corbel"/>
              </a:rPr>
              <a:t>at</a:t>
            </a:r>
            <a:r>
              <a:rPr sz="1400" i="1" spc="235" dirty="0">
                <a:latin typeface="Corbel"/>
                <a:cs typeface="Corbel"/>
              </a:rPr>
              <a:t> </a:t>
            </a:r>
            <a:r>
              <a:rPr sz="1400" i="1" dirty="0">
                <a:latin typeface="Corbel"/>
                <a:cs typeface="Corbel"/>
              </a:rPr>
              <a:t>the</a:t>
            </a:r>
            <a:r>
              <a:rPr sz="1400" i="1" spc="229" dirty="0">
                <a:latin typeface="Corbel"/>
                <a:cs typeface="Corbel"/>
              </a:rPr>
              <a:t> </a:t>
            </a:r>
            <a:r>
              <a:rPr sz="1400" i="1" dirty="0">
                <a:latin typeface="Corbel"/>
                <a:cs typeface="Corbel"/>
              </a:rPr>
              <a:t>tips,</a:t>
            </a:r>
            <a:r>
              <a:rPr sz="1400" i="1" spc="240" dirty="0">
                <a:latin typeface="Corbel"/>
                <a:cs typeface="Corbel"/>
              </a:rPr>
              <a:t> </a:t>
            </a:r>
            <a:r>
              <a:rPr sz="1400" i="1" spc="-10" dirty="0">
                <a:latin typeface="Corbel"/>
                <a:cs typeface="Corbel"/>
              </a:rPr>
              <a:t>creating 	</a:t>
            </a:r>
            <a:r>
              <a:rPr sz="1400" i="1" dirty="0">
                <a:latin typeface="Corbel"/>
                <a:cs typeface="Corbel"/>
              </a:rPr>
              <a:t>vortices</a:t>
            </a:r>
            <a:r>
              <a:rPr sz="1400" i="1" spc="-35" dirty="0">
                <a:latin typeface="Corbel"/>
                <a:cs typeface="Corbel"/>
              </a:rPr>
              <a:t> </a:t>
            </a:r>
            <a:r>
              <a:rPr sz="1400" i="1" dirty="0">
                <a:latin typeface="Corbel"/>
                <a:cs typeface="Corbel"/>
              </a:rPr>
              <a:t>that</a:t>
            </a:r>
            <a:r>
              <a:rPr sz="1400" i="1" spc="-35" dirty="0">
                <a:latin typeface="Corbel"/>
                <a:cs typeface="Corbel"/>
              </a:rPr>
              <a:t> </a:t>
            </a:r>
            <a:r>
              <a:rPr sz="1400" i="1" dirty="0">
                <a:latin typeface="Corbel"/>
                <a:cs typeface="Corbel"/>
              </a:rPr>
              <a:t>trail</a:t>
            </a:r>
            <a:r>
              <a:rPr sz="1400" i="1" spc="-35" dirty="0">
                <a:latin typeface="Corbel"/>
                <a:cs typeface="Corbel"/>
              </a:rPr>
              <a:t> </a:t>
            </a:r>
            <a:r>
              <a:rPr sz="1400" i="1" dirty="0">
                <a:latin typeface="Corbel"/>
                <a:cs typeface="Corbel"/>
              </a:rPr>
              <a:t>behind</a:t>
            </a:r>
            <a:r>
              <a:rPr sz="1400" i="1" spc="-40" dirty="0">
                <a:latin typeface="Corbel"/>
                <a:cs typeface="Corbel"/>
              </a:rPr>
              <a:t> </a:t>
            </a:r>
            <a:r>
              <a:rPr sz="1400" i="1" dirty="0">
                <a:latin typeface="Corbel"/>
                <a:cs typeface="Corbel"/>
              </a:rPr>
              <a:t>the</a:t>
            </a:r>
            <a:r>
              <a:rPr sz="1400" i="1" spc="-35" dirty="0">
                <a:latin typeface="Corbel"/>
                <a:cs typeface="Corbel"/>
              </a:rPr>
              <a:t> </a:t>
            </a:r>
            <a:r>
              <a:rPr sz="1400" i="1" spc="-10" dirty="0">
                <a:latin typeface="Corbel"/>
                <a:cs typeface="Corbel"/>
              </a:rPr>
              <a:t>airfoil.</a:t>
            </a:r>
            <a:endParaRPr sz="1400" dirty="0">
              <a:latin typeface="Corbel"/>
              <a:cs typeface="Corbel"/>
            </a:endParaRPr>
          </a:p>
          <a:p>
            <a:pPr marL="241300" marR="5080" indent="-228600" algn="just">
              <a:lnSpc>
                <a:spcPts val="1700"/>
              </a:lnSpc>
              <a:spcBef>
                <a:spcPts val="1025"/>
              </a:spcBef>
              <a:buChar char="-"/>
              <a:tabLst>
                <a:tab pos="241300" algn="l"/>
                <a:tab pos="243204" algn="l"/>
              </a:tabLst>
            </a:pPr>
            <a:r>
              <a:rPr sz="1600" dirty="0">
                <a:latin typeface="Corbel"/>
                <a:cs typeface="Corbel"/>
              </a:rPr>
              <a:t>	Wingtip</a:t>
            </a:r>
            <a:r>
              <a:rPr sz="1600" spc="25" dirty="0">
                <a:latin typeface="Corbel"/>
                <a:cs typeface="Corbel"/>
              </a:rPr>
              <a:t> </a:t>
            </a:r>
            <a:r>
              <a:rPr sz="1600" b="1" u="sng" dirty="0">
                <a:uFill>
                  <a:solidFill>
                    <a:srgbClr val="000000"/>
                  </a:solidFill>
                </a:uFill>
                <a:latin typeface="Corbel"/>
                <a:cs typeface="Corbel"/>
              </a:rPr>
              <a:t>vortices</a:t>
            </a:r>
            <a:r>
              <a:rPr sz="1600" b="1" spc="15" dirty="0">
                <a:latin typeface="Corbel"/>
                <a:cs typeface="Corbel"/>
              </a:rPr>
              <a:t> </a:t>
            </a:r>
            <a:r>
              <a:rPr sz="1600" dirty="0">
                <a:latin typeface="Corbel"/>
                <a:cs typeface="Corbel"/>
              </a:rPr>
              <a:t>are</a:t>
            </a:r>
            <a:r>
              <a:rPr sz="1600" spc="30" dirty="0">
                <a:latin typeface="Corbel"/>
                <a:cs typeface="Corbel"/>
              </a:rPr>
              <a:t> </a:t>
            </a:r>
            <a:r>
              <a:rPr sz="1600" dirty="0">
                <a:latin typeface="Corbel"/>
                <a:cs typeface="Corbel"/>
              </a:rPr>
              <a:t>circular</a:t>
            </a:r>
            <a:r>
              <a:rPr sz="1600" spc="25" dirty="0">
                <a:latin typeface="Corbel"/>
                <a:cs typeface="Corbel"/>
              </a:rPr>
              <a:t> </a:t>
            </a:r>
            <a:r>
              <a:rPr sz="1600" dirty="0">
                <a:latin typeface="Corbel"/>
                <a:cs typeface="Corbel"/>
              </a:rPr>
              <a:t>patterns</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rotating</a:t>
            </a:r>
            <a:r>
              <a:rPr sz="1600" spc="25" dirty="0">
                <a:latin typeface="Corbel"/>
                <a:cs typeface="Corbel"/>
              </a:rPr>
              <a:t> </a:t>
            </a:r>
            <a:r>
              <a:rPr sz="1600" dirty="0">
                <a:latin typeface="Corbel"/>
                <a:cs typeface="Corbel"/>
              </a:rPr>
              <a:t>air</a:t>
            </a:r>
            <a:r>
              <a:rPr sz="1600" spc="30" dirty="0">
                <a:latin typeface="Corbel"/>
                <a:cs typeface="Corbel"/>
              </a:rPr>
              <a:t> </a:t>
            </a:r>
            <a:r>
              <a:rPr sz="1600" dirty="0">
                <a:latin typeface="Corbel"/>
                <a:cs typeface="Corbel"/>
              </a:rPr>
              <a:t>left</a:t>
            </a:r>
            <a:r>
              <a:rPr sz="1600" spc="20" dirty="0">
                <a:latin typeface="Corbel"/>
                <a:cs typeface="Corbel"/>
              </a:rPr>
              <a:t> </a:t>
            </a:r>
            <a:r>
              <a:rPr sz="1600" dirty="0">
                <a:latin typeface="Corbel"/>
                <a:cs typeface="Corbel"/>
              </a:rPr>
              <a:t>behind</a:t>
            </a:r>
            <a:r>
              <a:rPr sz="1600" spc="3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wing</a:t>
            </a:r>
            <a:r>
              <a:rPr sz="1600" spc="25" dirty="0">
                <a:latin typeface="Corbel"/>
                <a:cs typeface="Corbel"/>
              </a:rPr>
              <a:t> </a:t>
            </a:r>
            <a:r>
              <a:rPr sz="1600" spc="-25" dirty="0">
                <a:latin typeface="Corbel"/>
                <a:cs typeface="Corbel"/>
              </a:rPr>
              <a:t>as </a:t>
            </a:r>
            <a:r>
              <a:rPr sz="1600" dirty="0">
                <a:latin typeface="Corbel"/>
                <a:cs typeface="Corbel"/>
              </a:rPr>
              <a:t>it</a:t>
            </a:r>
            <a:r>
              <a:rPr sz="1600" spc="-35" dirty="0">
                <a:latin typeface="Corbel"/>
                <a:cs typeface="Corbel"/>
              </a:rPr>
              <a:t> </a:t>
            </a:r>
            <a:r>
              <a:rPr sz="1600" dirty="0">
                <a:latin typeface="Corbel"/>
                <a:cs typeface="Corbel"/>
              </a:rPr>
              <a:t>generates</a:t>
            </a:r>
            <a:r>
              <a:rPr sz="1600" spc="-30" dirty="0">
                <a:latin typeface="Corbel"/>
                <a:cs typeface="Corbel"/>
              </a:rPr>
              <a:t> </a:t>
            </a:r>
            <a:r>
              <a:rPr sz="1600" spc="-20" dirty="0">
                <a:latin typeface="Corbel"/>
                <a:cs typeface="Corbel"/>
              </a:rPr>
              <a:t>lift.</a:t>
            </a:r>
            <a:endParaRPr sz="1600" dirty="0">
              <a:latin typeface="Corbel"/>
              <a:cs typeface="Corbel"/>
            </a:endParaRPr>
          </a:p>
          <a:p>
            <a:pPr marL="241300" marR="5080" indent="-228600" algn="just">
              <a:lnSpc>
                <a:spcPct val="90500"/>
              </a:lnSpc>
              <a:spcBef>
                <a:spcPts val="960"/>
              </a:spcBef>
              <a:buChar char="-"/>
              <a:tabLst>
                <a:tab pos="241300" algn="l"/>
                <a:tab pos="243204" algn="l"/>
              </a:tabLst>
            </a:pPr>
            <a:r>
              <a:rPr sz="1600" dirty="0">
                <a:latin typeface="Corbel"/>
                <a:cs typeface="Corbel"/>
              </a:rPr>
              <a:t>	Fixed</a:t>
            </a:r>
            <a:r>
              <a:rPr sz="1600" spc="-20" dirty="0">
                <a:latin typeface="Corbel"/>
                <a:cs typeface="Corbel"/>
              </a:rPr>
              <a:t> </a:t>
            </a:r>
            <a:r>
              <a:rPr sz="1600" dirty="0">
                <a:latin typeface="Corbel"/>
                <a:cs typeface="Corbel"/>
              </a:rPr>
              <a:t>wing</a:t>
            </a:r>
            <a:r>
              <a:rPr sz="1600" spc="-15" dirty="0">
                <a:latin typeface="Corbel"/>
                <a:cs typeface="Corbel"/>
              </a:rPr>
              <a:t> </a:t>
            </a:r>
            <a:r>
              <a:rPr sz="1600" dirty="0">
                <a:latin typeface="Corbel"/>
                <a:cs typeface="Corbel"/>
              </a:rPr>
              <a:t>aircraft,</a:t>
            </a:r>
            <a:r>
              <a:rPr sz="1600" spc="-20" dirty="0">
                <a:latin typeface="Corbel"/>
                <a:cs typeface="Corbel"/>
              </a:rPr>
              <a:t> </a:t>
            </a:r>
            <a:r>
              <a:rPr sz="1600" dirty="0">
                <a:latin typeface="Corbel"/>
                <a:cs typeface="Corbel"/>
              </a:rPr>
              <a:t>when</a:t>
            </a:r>
            <a:r>
              <a:rPr sz="1600" spc="-10" dirty="0">
                <a:latin typeface="Corbel"/>
                <a:cs typeface="Corbel"/>
              </a:rPr>
              <a:t> </a:t>
            </a:r>
            <a:r>
              <a:rPr sz="1600" dirty="0">
                <a:latin typeface="Corbel"/>
                <a:cs typeface="Corbel"/>
              </a:rPr>
              <a:t>an</a:t>
            </a:r>
            <a:r>
              <a:rPr sz="1600" spc="-15" dirty="0">
                <a:latin typeface="Corbel"/>
                <a:cs typeface="Corbel"/>
              </a:rPr>
              <a:t> </a:t>
            </a:r>
            <a:r>
              <a:rPr sz="1600" dirty="0">
                <a:latin typeface="Corbel"/>
                <a:cs typeface="Corbel"/>
              </a:rPr>
              <a:t>aircraft</a:t>
            </a:r>
            <a:r>
              <a:rPr sz="1600" spc="-20" dirty="0">
                <a:latin typeface="Corbel"/>
                <a:cs typeface="Corbel"/>
              </a:rPr>
              <a:t> </a:t>
            </a:r>
            <a:r>
              <a:rPr sz="1600" dirty="0">
                <a:latin typeface="Corbel"/>
                <a:cs typeface="Corbel"/>
              </a:rPr>
              <a:t>flies</a:t>
            </a:r>
            <a:r>
              <a:rPr sz="1600" spc="-15" dirty="0">
                <a:latin typeface="Corbel"/>
                <a:cs typeface="Corbel"/>
              </a:rPr>
              <a:t> </a:t>
            </a:r>
            <a:r>
              <a:rPr sz="1600" dirty="0">
                <a:latin typeface="Corbel"/>
                <a:cs typeface="Corbel"/>
              </a:rPr>
              <a:t>at</a:t>
            </a:r>
            <a:r>
              <a:rPr sz="1600" spc="-25" dirty="0">
                <a:latin typeface="Corbel"/>
                <a:cs typeface="Corbel"/>
              </a:rPr>
              <a:t> </a:t>
            </a:r>
            <a:r>
              <a:rPr sz="1600" dirty="0">
                <a:latin typeface="Corbel"/>
                <a:cs typeface="Corbel"/>
              </a:rPr>
              <a:t>or</a:t>
            </a:r>
            <a:r>
              <a:rPr sz="1600" spc="-15" dirty="0">
                <a:latin typeface="Corbel"/>
                <a:cs typeface="Corbel"/>
              </a:rPr>
              <a:t> </a:t>
            </a:r>
            <a:r>
              <a:rPr sz="1600" dirty="0">
                <a:latin typeface="Corbel"/>
                <a:cs typeface="Corbel"/>
              </a:rPr>
              <a:t>below</a:t>
            </a:r>
            <a:r>
              <a:rPr sz="1600" spc="-25" dirty="0">
                <a:latin typeface="Corbel"/>
                <a:cs typeface="Corbel"/>
              </a:rPr>
              <a:t> </a:t>
            </a:r>
            <a:r>
              <a:rPr sz="1600" spc="-10" dirty="0">
                <a:latin typeface="Corbel"/>
                <a:cs typeface="Corbel"/>
              </a:rPr>
              <a:t>approximately</a:t>
            </a:r>
            <a:r>
              <a:rPr sz="1600" spc="-20" dirty="0">
                <a:latin typeface="Corbel"/>
                <a:cs typeface="Corbel"/>
              </a:rPr>
              <a:t> </a:t>
            </a:r>
            <a:r>
              <a:rPr sz="1600" b="1" u="sng" spc="-20" dirty="0">
                <a:uFill>
                  <a:solidFill>
                    <a:srgbClr val="000000"/>
                  </a:solidFill>
                </a:uFill>
                <a:latin typeface="Corbel"/>
                <a:cs typeface="Corbel"/>
              </a:rPr>
              <a:t>HALF</a:t>
            </a:r>
            <a:r>
              <a:rPr sz="1600" b="1" spc="-20" dirty="0">
                <a:latin typeface="Corbel"/>
                <a:cs typeface="Corbel"/>
              </a:rPr>
              <a:t> </a:t>
            </a:r>
            <a:r>
              <a:rPr sz="1600" b="1" u="sng" dirty="0">
                <a:uFill>
                  <a:solidFill>
                    <a:srgbClr val="000000"/>
                  </a:solidFill>
                </a:uFill>
                <a:latin typeface="Corbel"/>
                <a:cs typeface="Corbel"/>
              </a:rPr>
              <a:t>THE</a:t>
            </a:r>
            <a:r>
              <a:rPr sz="1600" b="1" u="sng" spc="245" dirty="0">
                <a:uFill>
                  <a:solidFill>
                    <a:srgbClr val="000000"/>
                  </a:solidFill>
                </a:uFill>
                <a:latin typeface="Corbel"/>
                <a:cs typeface="Corbel"/>
              </a:rPr>
              <a:t> </a:t>
            </a:r>
            <a:r>
              <a:rPr sz="1600" b="1" u="sng" dirty="0">
                <a:uFill>
                  <a:solidFill>
                    <a:srgbClr val="000000"/>
                  </a:solidFill>
                </a:uFill>
                <a:latin typeface="Corbel"/>
                <a:cs typeface="Corbel"/>
              </a:rPr>
              <a:t>LENGTH</a:t>
            </a:r>
            <a:r>
              <a:rPr sz="1600" b="1" u="sng" spc="240"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245" dirty="0">
                <a:uFill>
                  <a:solidFill>
                    <a:srgbClr val="000000"/>
                  </a:solidFill>
                </a:uFill>
                <a:latin typeface="Corbel"/>
                <a:cs typeface="Corbel"/>
              </a:rPr>
              <a:t> </a:t>
            </a:r>
            <a:r>
              <a:rPr sz="1600" b="1" u="sng" dirty="0">
                <a:uFill>
                  <a:solidFill>
                    <a:srgbClr val="000000"/>
                  </a:solidFill>
                </a:uFill>
                <a:latin typeface="Corbel"/>
                <a:cs typeface="Corbel"/>
              </a:rPr>
              <a:t>THE</a:t>
            </a:r>
            <a:r>
              <a:rPr sz="1600" b="1" u="sng" spc="245" dirty="0">
                <a:uFill>
                  <a:solidFill>
                    <a:srgbClr val="000000"/>
                  </a:solidFill>
                </a:uFill>
                <a:latin typeface="Corbel"/>
                <a:cs typeface="Corbel"/>
              </a:rPr>
              <a:t> </a:t>
            </a:r>
            <a:r>
              <a:rPr sz="1600" b="1" u="sng" dirty="0">
                <a:uFill>
                  <a:solidFill>
                    <a:srgbClr val="000000"/>
                  </a:solidFill>
                </a:uFill>
                <a:latin typeface="Corbel"/>
                <a:cs typeface="Corbel"/>
              </a:rPr>
              <a:t>AIRCRAFT'S</a:t>
            </a:r>
            <a:r>
              <a:rPr sz="1600" b="1" u="sng" spc="240" dirty="0">
                <a:uFill>
                  <a:solidFill>
                    <a:srgbClr val="000000"/>
                  </a:solidFill>
                </a:uFill>
                <a:latin typeface="Corbel"/>
                <a:cs typeface="Corbel"/>
              </a:rPr>
              <a:t> </a:t>
            </a:r>
            <a:r>
              <a:rPr sz="1600" b="1" u="sng" dirty="0">
                <a:uFill>
                  <a:solidFill>
                    <a:srgbClr val="000000"/>
                  </a:solidFill>
                </a:uFill>
                <a:latin typeface="Corbel"/>
                <a:cs typeface="Corbel"/>
              </a:rPr>
              <a:t>WINGSPAN</a:t>
            </a:r>
            <a:r>
              <a:rPr sz="1600" b="1" u="sng" spc="245" dirty="0">
                <a:uFill>
                  <a:solidFill>
                    <a:srgbClr val="000000"/>
                  </a:solidFill>
                </a:uFill>
                <a:latin typeface="Corbel"/>
                <a:cs typeface="Corbel"/>
              </a:rPr>
              <a:t> </a:t>
            </a:r>
            <a:r>
              <a:rPr sz="1600" dirty="0">
                <a:latin typeface="Corbel"/>
                <a:cs typeface="Corbel"/>
              </a:rPr>
              <a:t>above</a:t>
            </a:r>
            <a:r>
              <a:rPr sz="1600" spc="260" dirty="0">
                <a:latin typeface="Corbel"/>
                <a:cs typeface="Corbel"/>
              </a:rPr>
              <a:t> </a:t>
            </a:r>
            <a:r>
              <a:rPr sz="1600" dirty="0">
                <a:latin typeface="Corbel"/>
                <a:cs typeface="Corbel"/>
              </a:rPr>
              <a:t>the</a:t>
            </a:r>
            <a:r>
              <a:rPr sz="1600" spc="265" dirty="0">
                <a:latin typeface="Corbel"/>
                <a:cs typeface="Corbel"/>
              </a:rPr>
              <a:t> </a:t>
            </a:r>
            <a:r>
              <a:rPr sz="1600" dirty="0">
                <a:latin typeface="Corbel"/>
                <a:cs typeface="Corbel"/>
              </a:rPr>
              <a:t>ground</a:t>
            </a:r>
            <a:r>
              <a:rPr sz="1600" spc="265" dirty="0">
                <a:latin typeface="Corbel"/>
                <a:cs typeface="Corbel"/>
              </a:rPr>
              <a:t> </a:t>
            </a:r>
            <a:r>
              <a:rPr sz="1600" spc="-25" dirty="0">
                <a:latin typeface="Corbel"/>
                <a:cs typeface="Corbel"/>
              </a:rPr>
              <a:t>or </a:t>
            </a:r>
            <a:r>
              <a:rPr sz="1600" dirty="0">
                <a:latin typeface="Corbel"/>
                <a:cs typeface="Corbel"/>
              </a:rPr>
              <a:t>water</a:t>
            </a:r>
            <a:r>
              <a:rPr sz="1600" spc="150" dirty="0">
                <a:latin typeface="Corbel"/>
                <a:cs typeface="Corbel"/>
              </a:rPr>
              <a:t> </a:t>
            </a:r>
            <a:r>
              <a:rPr sz="1600" dirty="0">
                <a:latin typeface="Corbel"/>
                <a:cs typeface="Corbel"/>
              </a:rPr>
              <a:t>there</a:t>
            </a:r>
            <a:r>
              <a:rPr sz="1600" spc="150" dirty="0">
                <a:latin typeface="Corbel"/>
                <a:cs typeface="Corbel"/>
              </a:rPr>
              <a:t> </a:t>
            </a:r>
            <a:r>
              <a:rPr sz="1600" dirty="0">
                <a:latin typeface="Corbel"/>
                <a:cs typeface="Corbel"/>
              </a:rPr>
              <a:t>occurs</a:t>
            </a:r>
            <a:r>
              <a:rPr sz="1600" spc="155" dirty="0">
                <a:latin typeface="Corbel"/>
                <a:cs typeface="Corbel"/>
              </a:rPr>
              <a:t> </a:t>
            </a:r>
            <a:r>
              <a:rPr sz="1600" dirty="0">
                <a:latin typeface="Corbel"/>
                <a:cs typeface="Corbel"/>
              </a:rPr>
              <a:t>an</a:t>
            </a:r>
            <a:r>
              <a:rPr sz="1600" spc="155" dirty="0">
                <a:latin typeface="Corbel"/>
                <a:cs typeface="Corbel"/>
              </a:rPr>
              <a:t> </a:t>
            </a:r>
            <a:r>
              <a:rPr sz="1600" spc="-10" dirty="0">
                <a:latin typeface="Corbel"/>
                <a:cs typeface="Corbel"/>
              </a:rPr>
              <a:t>often-</a:t>
            </a:r>
            <a:r>
              <a:rPr sz="1600" dirty="0">
                <a:latin typeface="Corbel"/>
                <a:cs typeface="Corbel"/>
              </a:rPr>
              <a:t>noticeable</a:t>
            </a:r>
            <a:r>
              <a:rPr sz="1600" spc="155" dirty="0">
                <a:latin typeface="Corbel"/>
                <a:cs typeface="Corbel"/>
              </a:rPr>
              <a:t> </a:t>
            </a:r>
            <a:r>
              <a:rPr sz="1600" b="1" u="sng" dirty="0">
                <a:uFill>
                  <a:solidFill>
                    <a:srgbClr val="000000"/>
                  </a:solidFill>
                </a:uFill>
                <a:latin typeface="Corbel"/>
                <a:cs typeface="Corbel"/>
              </a:rPr>
              <a:t>GROUND</a:t>
            </a:r>
            <a:r>
              <a:rPr sz="1600" b="1" u="sng" spc="130" dirty="0">
                <a:uFill>
                  <a:solidFill>
                    <a:srgbClr val="000000"/>
                  </a:solidFill>
                </a:uFill>
                <a:latin typeface="Corbel"/>
                <a:cs typeface="Corbel"/>
              </a:rPr>
              <a:t> </a:t>
            </a:r>
            <a:r>
              <a:rPr sz="1600" b="1" u="sng" dirty="0">
                <a:uFill>
                  <a:solidFill>
                    <a:srgbClr val="000000"/>
                  </a:solidFill>
                </a:uFill>
                <a:latin typeface="Corbel"/>
                <a:cs typeface="Corbel"/>
              </a:rPr>
              <a:t>EFFECT</a:t>
            </a:r>
            <a:r>
              <a:rPr sz="1600" dirty="0">
                <a:latin typeface="Corbel"/>
                <a:cs typeface="Corbel"/>
              </a:rPr>
              <a:t>.</a:t>
            </a:r>
            <a:r>
              <a:rPr sz="1600" spc="150" dirty="0">
                <a:latin typeface="Corbel"/>
                <a:cs typeface="Corbel"/>
              </a:rPr>
              <a:t> </a:t>
            </a:r>
            <a:r>
              <a:rPr sz="1600" dirty="0">
                <a:latin typeface="Corbel"/>
                <a:cs typeface="Corbel"/>
              </a:rPr>
              <a:t>The</a:t>
            </a:r>
            <a:r>
              <a:rPr sz="1600" spc="155" dirty="0">
                <a:latin typeface="Corbel"/>
                <a:cs typeface="Corbel"/>
              </a:rPr>
              <a:t> </a:t>
            </a:r>
            <a:r>
              <a:rPr sz="1600" dirty="0">
                <a:latin typeface="Corbel"/>
                <a:cs typeface="Corbel"/>
              </a:rPr>
              <a:t>result</a:t>
            </a:r>
            <a:r>
              <a:rPr sz="1600" spc="140" dirty="0">
                <a:latin typeface="Corbel"/>
                <a:cs typeface="Corbel"/>
              </a:rPr>
              <a:t> </a:t>
            </a:r>
            <a:r>
              <a:rPr sz="1600" spc="-25" dirty="0">
                <a:latin typeface="Corbel"/>
                <a:cs typeface="Corbel"/>
              </a:rPr>
              <a:t>is </a:t>
            </a:r>
            <a:r>
              <a:rPr sz="1600" dirty="0">
                <a:latin typeface="Corbel"/>
                <a:cs typeface="Corbel"/>
              </a:rPr>
              <a:t>lower</a:t>
            </a:r>
            <a:r>
              <a:rPr sz="1600" spc="15" dirty="0">
                <a:latin typeface="Corbel"/>
                <a:cs typeface="Corbel"/>
              </a:rPr>
              <a:t> </a:t>
            </a:r>
            <a:r>
              <a:rPr sz="1600" dirty="0">
                <a:latin typeface="Corbel"/>
                <a:cs typeface="Corbel"/>
              </a:rPr>
              <a:t>induced</a:t>
            </a:r>
            <a:r>
              <a:rPr sz="1600" spc="25" dirty="0">
                <a:latin typeface="Corbel"/>
                <a:cs typeface="Corbel"/>
              </a:rPr>
              <a:t> </a:t>
            </a:r>
            <a:r>
              <a:rPr sz="1600" dirty="0">
                <a:latin typeface="Corbel"/>
                <a:cs typeface="Corbel"/>
              </a:rPr>
              <a:t>drag</a:t>
            </a:r>
            <a:r>
              <a:rPr sz="1600" spc="20"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aircraft.</a:t>
            </a:r>
            <a:r>
              <a:rPr sz="1600" spc="25" dirty="0">
                <a:latin typeface="Corbel"/>
                <a:cs typeface="Corbel"/>
              </a:rPr>
              <a:t> </a:t>
            </a:r>
            <a:r>
              <a:rPr sz="1600" dirty="0">
                <a:latin typeface="Corbel"/>
                <a:cs typeface="Corbel"/>
              </a:rPr>
              <a:t>This</a:t>
            </a:r>
            <a:r>
              <a:rPr sz="1600" spc="25" dirty="0">
                <a:latin typeface="Corbel"/>
                <a:cs typeface="Corbel"/>
              </a:rPr>
              <a:t> </a:t>
            </a:r>
            <a:r>
              <a:rPr sz="1600" dirty="0">
                <a:latin typeface="Corbel"/>
                <a:cs typeface="Corbel"/>
              </a:rPr>
              <a:t>is</a:t>
            </a:r>
            <a:r>
              <a:rPr sz="1600" spc="20" dirty="0">
                <a:latin typeface="Corbel"/>
                <a:cs typeface="Corbel"/>
              </a:rPr>
              <a:t> </a:t>
            </a:r>
            <a:r>
              <a:rPr sz="1600" dirty="0">
                <a:latin typeface="Corbel"/>
                <a:cs typeface="Corbel"/>
              </a:rPr>
              <a:t>caused</a:t>
            </a:r>
            <a:r>
              <a:rPr sz="1600" spc="25" dirty="0">
                <a:latin typeface="Corbel"/>
                <a:cs typeface="Corbel"/>
              </a:rPr>
              <a:t> </a:t>
            </a:r>
            <a:r>
              <a:rPr sz="1600" dirty="0">
                <a:latin typeface="Corbel"/>
                <a:cs typeface="Corbel"/>
              </a:rPr>
              <a:t>primarily</a:t>
            </a:r>
            <a:r>
              <a:rPr sz="1600" spc="15" dirty="0">
                <a:latin typeface="Corbel"/>
                <a:cs typeface="Corbel"/>
              </a:rPr>
              <a:t> </a:t>
            </a:r>
            <a:r>
              <a:rPr sz="1600" dirty="0">
                <a:latin typeface="Corbel"/>
                <a:cs typeface="Corbel"/>
              </a:rPr>
              <a:t>by</a:t>
            </a:r>
            <a:r>
              <a:rPr sz="1600" spc="15"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ground </a:t>
            </a:r>
            <a:r>
              <a:rPr sz="1600" dirty="0">
                <a:latin typeface="Corbel"/>
                <a:cs typeface="Corbel"/>
              </a:rPr>
              <a:t>or</a:t>
            </a:r>
            <a:r>
              <a:rPr sz="1600" spc="320" dirty="0">
                <a:latin typeface="Corbel"/>
                <a:cs typeface="Corbel"/>
              </a:rPr>
              <a:t> </a:t>
            </a:r>
            <a:r>
              <a:rPr sz="1600" dirty="0">
                <a:latin typeface="Corbel"/>
                <a:cs typeface="Corbel"/>
              </a:rPr>
              <a:t>water</a:t>
            </a:r>
            <a:r>
              <a:rPr sz="1600" spc="320" dirty="0">
                <a:latin typeface="Corbel"/>
                <a:cs typeface="Corbel"/>
              </a:rPr>
              <a:t> </a:t>
            </a:r>
            <a:r>
              <a:rPr sz="1600" dirty="0">
                <a:latin typeface="Corbel"/>
                <a:cs typeface="Corbel"/>
              </a:rPr>
              <a:t>obstructing</a:t>
            </a:r>
            <a:r>
              <a:rPr sz="1600" spc="325" dirty="0">
                <a:latin typeface="Corbel"/>
                <a:cs typeface="Corbel"/>
              </a:rPr>
              <a:t> </a:t>
            </a:r>
            <a:r>
              <a:rPr sz="1600" dirty="0">
                <a:latin typeface="Corbel"/>
                <a:cs typeface="Corbel"/>
              </a:rPr>
              <a:t>the</a:t>
            </a:r>
            <a:r>
              <a:rPr sz="1600" spc="325" dirty="0">
                <a:latin typeface="Corbel"/>
                <a:cs typeface="Corbel"/>
              </a:rPr>
              <a:t> </a:t>
            </a:r>
            <a:r>
              <a:rPr sz="1600" dirty="0">
                <a:latin typeface="Corbel"/>
                <a:cs typeface="Corbel"/>
              </a:rPr>
              <a:t>creation</a:t>
            </a:r>
            <a:r>
              <a:rPr sz="1600" spc="325" dirty="0">
                <a:latin typeface="Corbel"/>
                <a:cs typeface="Corbel"/>
              </a:rPr>
              <a:t> </a:t>
            </a:r>
            <a:r>
              <a:rPr sz="1600" dirty="0">
                <a:latin typeface="Corbel"/>
                <a:cs typeface="Corbel"/>
              </a:rPr>
              <a:t>of</a:t>
            </a:r>
            <a:r>
              <a:rPr sz="1600" spc="320" dirty="0">
                <a:latin typeface="Corbel"/>
                <a:cs typeface="Corbel"/>
              </a:rPr>
              <a:t> </a:t>
            </a:r>
            <a:r>
              <a:rPr sz="1600" dirty="0">
                <a:latin typeface="Corbel"/>
                <a:cs typeface="Corbel"/>
              </a:rPr>
              <a:t>wingtip</a:t>
            </a:r>
            <a:r>
              <a:rPr sz="1600" spc="325" dirty="0">
                <a:latin typeface="Corbel"/>
                <a:cs typeface="Corbel"/>
              </a:rPr>
              <a:t> </a:t>
            </a:r>
            <a:r>
              <a:rPr sz="1600" dirty="0">
                <a:latin typeface="Corbel"/>
                <a:cs typeface="Corbel"/>
              </a:rPr>
              <a:t>vortices</a:t>
            </a:r>
            <a:r>
              <a:rPr sz="1600" spc="320" dirty="0">
                <a:latin typeface="Corbel"/>
                <a:cs typeface="Corbel"/>
              </a:rPr>
              <a:t> </a:t>
            </a:r>
            <a:r>
              <a:rPr sz="1600" dirty="0">
                <a:latin typeface="Corbel"/>
                <a:cs typeface="Corbel"/>
              </a:rPr>
              <a:t>and</a:t>
            </a:r>
            <a:r>
              <a:rPr sz="1600" spc="325" dirty="0">
                <a:latin typeface="Corbel"/>
                <a:cs typeface="Corbel"/>
              </a:rPr>
              <a:t> </a:t>
            </a:r>
            <a:r>
              <a:rPr sz="1600" spc="-10" dirty="0">
                <a:latin typeface="Corbel"/>
                <a:cs typeface="Corbel"/>
              </a:rPr>
              <a:t>interrupting </a:t>
            </a:r>
            <a:r>
              <a:rPr sz="1600" dirty="0">
                <a:latin typeface="Corbel"/>
                <a:cs typeface="Corbel"/>
              </a:rPr>
              <a:t>downwash</a:t>
            </a:r>
            <a:r>
              <a:rPr sz="1600" spc="-40" dirty="0">
                <a:latin typeface="Corbel"/>
                <a:cs typeface="Corbel"/>
              </a:rPr>
              <a:t> </a:t>
            </a:r>
            <a:r>
              <a:rPr sz="1600" dirty="0">
                <a:latin typeface="Corbel"/>
                <a:cs typeface="Corbel"/>
              </a:rPr>
              <a:t>behind</a:t>
            </a:r>
            <a:r>
              <a:rPr sz="1600" spc="-25" dirty="0">
                <a:latin typeface="Corbel"/>
                <a:cs typeface="Corbel"/>
              </a:rPr>
              <a:t> </a:t>
            </a:r>
            <a:r>
              <a:rPr sz="1600" dirty="0">
                <a:latin typeface="Corbel"/>
                <a:cs typeface="Corbel"/>
              </a:rPr>
              <a:t>the</a:t>
            </a:r>
            <a:r>
              <a:rPr sz="1600" spc="-30" dirty="0">
                <a:latin typeface="Corbel"/>
                <a:cs typeface="Corbel"/>
              </a:rPr>
              <a:t> </a:t>
            </a:r>
            <a:r>
              <a:rPr sz="1600" spc="-20" dirty="0">
                <a:latin typeface="Corbel"/>
                <a:cs typeface="Corbel"/>
              </a:rPr>
              <a:t>wing.</a:t>
            </a:r>
            <a:endParaRPr sz="1600" dirty="0">
              <a:latin typeface="Corbel"/>
              <a:cs typeface="Corbel"/>
            </a:endParaRPr>
          </a:p>
        </p:txBody>
      </p:sp>
      <p:grpSp>
        <p:nvGrpSpPr>
          <p:cNvPr id="4" name="object 4"/>
          <p:cNvGrpSpPr/>
          <p:nvPr/>
        </p:nvGrpSpPr>
        <p:grpSpPr>
          <a:xfrm>
            <a:off x="8644878" y="1060075"/>
            <a:ext cx="2999740" cy="2231390"/>
            <a:chOff x="8644878" y="1060075"/>
            <a:chExt cx="2999740" cy="2231390"/>
          </a:xfrm>
        </p:grpSpPr>
        <p:pic>
          <p:nvPicPr>
            <p:cNvPr id="5" name="object 5"/>
            <p:cNvPicPr/>
            <p:nvPr/>
          </p:nvPicPr>
          <p:blipFill>
            <a:blip r:embed="rId3" cstate="print"/>
            <a:stretch>
              <a:fillRect/>
            </a:stretch>
          </p:blipFill>
          <p:spPr>
            <a:xfrm>
              <a:off x="8657578" y="1072775"/>
              <a:ext cx="2974341" cy="2205736"/>
            </a:xfrm>
            <a:prstGeom prst="rect">
              <a:avLst/>
            </a:prstGeom>
          </p:spPr>
        </p:pic>
        <p:sp>
          <p:nvSpPr>
            <p:cNvPr id="6" name="object 6"/>
            <p:cNvSpPr/>
            <p:nvPr/>
          </p:nvSpPr>
          <p:spPr>
            <a:xfrm>
              <a:off x="8651228" y="1066425"/>
              <a:ext cx="2987040" cy="2218690"/>
            </a:xfrm>
            <a:custGeom>
              <a:avLst/>
              <a:gdLst/>
              <a:ahLst/>
              <a:cxnLst/>
              <a:rect l="l" t="t" r="r" b="b"/>
              <a:pathLst>
                <a:path w="2987040" h="2218690">
                  <a:moveTo>
                    <a:pt x="0" y="0"/>
                  </a:moveTo>
                  <a:lnTo>
                    <a:pt x="2987041" y="0"/>
                  </a:lnTo>
                  <a:lnTo>
                    <a:pt x="2987041" y="2218436"/>
                  </a:lnTo>
                  <a:lnTo>
                    <a:pt x="0" y="2218436"/>
                  </a:lnTo>
                  <a:lnTo>
                    <a:pt x="0" y="0"/>
                  </a:lnTo>
                  <a:close/>
                </a:path>
              </a:pathLst>
            </a:custGeom>
            <a:ln w="12700">
              <a:solidFill>
                <a:srgbClr val="7F7F7F"/>
              </a:solidFill>
            </a:ln>
          </p:spPr>
          <p:txBody>
            <a:bodyPr wrap="square" lIns="0" tIns="0" rIns="0" bIns="0" rtlCol="0"/>
            <a:lstStyle/>
            <a:p>
              <a:endParaRPr/>
            </a:p>
          </p:txBody>
        </p:sp>
      </p:grpSp>
      <p:grpSp>
        <p:nvGrpSpPr>
          <p:cNvPr id="7" name="object 7"/>
          <p:cNvGrpSpPr/>
          <p:nvPr/>
        </p:nvGrpSpPr>
        <p:grpSpPr>
          <a:xfrm>
            <a:off x="8648053" y="3769244"/>
            <a:ext cx="2998470" cy="1690370"/>
            <a:chOff x="8648053" y="3769244"/>
            <a:chExt cx="2998470" cy="1690370"/>
          </a:xfrm>
        </p:grpSpPr>
        <p:pic>
          <p:nvPicPr>
            <p:cNvPr id="8" name="object 8"/>
            <p:cNvPicPr/>
            <p:nvPr/>
          </p:nvPicPr>
          <p:blipFill>
            <a:blip r:embed="rId4" cstate="print"/>
            <a:stretch>
              <a:fillRect/>
            </a:stretch>
          </p:blipFill>
          <p:spPr>
            <a:xfrm>
              <a:off x="8656319" y="3776471"/>
              <a:ext cx="2980944" cy="1673352"/>
            </a:xfrm>
            <a:prstGeom prst="rect">
              <a:avLst/>
            </a:prstGeom>
          </p:spPr>
        </p:pic>
        <p:sp>
          <p:nvSpPr>
            <p:cNvPr id="9" name="object 9"/>
            <p:cNvSpPr/>
            <p:nvPr/>
          </p:nvSpPr>
          <p:spPr>
            <a:xfrm>
              <a:off x="8652816" y="3774006"/>
              <a:ext cx="2988945" cy="1680845"/>
            </a:xfrm>
            <a:custGeom>
              <a:avLst/>
              <a:gdLst/>
              <a:ahLst/>
              <a:cxnLst/>
              <a:rect l="l" t="t" r="r" b="b"/>
              <a:pathLst>
                <a:path w="2988945" h="1680845">
                  <a:moveTo>
                    <a:pt x="0" y="0"/>
                  </a:moveTo>
                  <a:lnTo>
                    <a:pt x="2988332" y="0"/>
                  </a:lnTo>
                  <a:lnTo>
                    <a:pt x="2988332" y="1680563"/>
                  </a:lnTo>
                  <a:lnTo>
                    <a:pt x="0" y="1680563"/>
                  </a:lnTo>
                  <a:lnTo>
                    <a:pt x="0" y="0"/>
                  </a:lnTo>
                  <a:close/>
                </a:path>
              </a:pathLst>
            </a:custGeom>
            <a:ln w="9525">
              <a:solidFill>
                <a:srgbClr val="7F7F7F"/>
              </a:solidFill>
            </a:ln>
          </p:spPr>
          <p:txBody>
            <a:bodyPr wrap="square" lIns="0" tIns="0" rIns="0" bIns="0" rtlCol="0"/>
            <a:lstStyle/>
            <a:p>
              <a:endParaRPr/>
            </a:p>
          </p:txBody>
        </p:sp>
      </p:grpSp>
      <p:grpSp>
        <p:nvGrpSpPr>
          <p:cNvPr id="10" name="object 10"/>
          <p:cNvGrpSpPr/>
          <p:nvPr/>
        </p:nvGrpSpPr>
        <p:grpSpPr>
          <a:xfrm>
            <a:off x="2156118" y="5492799"/>
            <a:ext cx="2983865" cy="1139825"/>
            <a:chOff x="2156118" y="5492799"/>
            <a:chExt cx="2983865" cy="1139825"/>
          </a:xfrm>
        </p:grpSpPr>
        <p:pic>
          <p:nvPicPr>
            <p:cNvPr id="11" name="object 11"/>
            <p:cNvPicPr/>
            <p:nvPr/>
          </p:nvPicPr>
          <p:blipFill>
            <a:blip r:embed="rId5" cstate="print"/>
            <a:stretch>
              <a:fillRect/>
            </a:stretch>
          </p:blipFill>
          <p:spPr>
            <a:xfrm>
              <a:off x="2168818" y="5505499"/>
              <a:ext cx="2957863" cy="1114090"/>
            </a:xfrm>
            <a:prstGeom prst="rect">
              <a:avLst/>
            </a:prstGeom>
          </p:spPr>
        </p:pic>
        <p:sp>
          <p:nvSpPr>
            <p:cNvPr id="12" name="object 12"/>
            <p:cNvSpPr/>
            <p:nvPr/>
          </p:nvSpPr>
          <p:spPr>
            <a:xfrm>
              <a:off x="2162468" y="5499149"/>
              <a:ext cx="2971165" cy="1127125"/>
            </a:xfrm>
            <a:custGeom>
              <a:avLst/>
              <a:gdLst/>
              <a:ahLst/>
              <a:cxnLst/>
              <a:rect l="l" t="t" r="r" b="b"/>
              <a:pathLst>
                <a:path w="2971165" h="1127125">
                  <a:moveTo>
                    <a:pt x="0" y="0"/>
                  </a:moveTo>
                  <a:lnTo>
                    <a:pt x="2970564" y="0"/>
                  </a:lnTo>
                  <a:lnTo>
                    <a:pt x="2970564" y="1126791"/>
                  </a:lnTo>
                  <a:lnTo>
                    <a:pt x="0" y="1126791"/>
                  </a:lnTo>
                  <a:lnTo>
                    <a:pt x="0" y="0"/>
                  </a:lnTo>
                  <a:close/>
                </a:path>
              </a:pathLst>
            </a:custGeom>
            <a:ln w="12700">
              <a:solidFill>
                <a:srgbClr val="7F7F7F"/>
              </a:solidFill>
            </a:ln>
          </p:spPr>
          <p:txBody>
            <a:bodyPr wrap="square" lIns="0" tIns="0" rIns="0" bIns="0" rtlCol="0"/>
            <a:lstStyle/>
            <a:p>
              <a:endParaRPr/>
            </a:p>
          </p:txBody>
        </p:sp>
      </p:grpSp>
      <p:grpSp>
        <p:nvGrpSpPr>
          <p:cNvPr id="13" name="object 13"/>
          <p:cNvGrpSpPr/>
          <p:nvPr/>
        </p:nvGrpSpPr>
        <p:grpSpPr>
          <a:xfrm>
            <a:off x="5486711" y="5492799"/>
            <a:ext cx="2983865" cy="1139825"/>
            <a:chOff x="5486711" y="5492799"/>
            <a:chExt cx="2983865" cy="1139825"/>
          </a:xfrm>
        </p:grpSpPr>
        <p:pic>
          <p:nvPicPr>
            <p:cNvPr id="14" name="object 14"/>
            <p:cNvPicPr/>
            <p:nvPr/>
          </p:nvPicPr>
          <p:blipFill>
            <a:blip r:embed="rId6" cstate="print"/>
            <a:stretch>
              <a:fillRect/>
            </a:stretch>
          </p:blipFill>
          <p:spPr>
            <a:xfrm>
              <a:off x="5499411" y="5505499"/>
              <a:ext cx="2957863" cy="1114090"/>
            </a:xfrm>
            <a:prstGeom prst="rect">
              <a:avLst/>
            </a:prstGeom>
          </p:spPr>
        </p:pic>
        <p:sp>
          <p:nvSpPr>
            <p:cNvPr id="15" name="object 15"/>
            <p:cNvSpPr/>
            <p:nvPr/>
          </p:nvSpPr>
          <p:spPr>
            <a:xfrm>
              <a:off x="5493061" y="5499149"/>
              <a:ext cx="2971165" cy="1127125"/>
            </a:xfrm>
            <a:custGeom>
              <a:avLst/>
              <a:gdLst/>
              <a:ahLst/>
              <a:cxnLst/>
              <a:rect l="l" t="t" r="r" b="b"/>
              <a:pathLst>
                <a:path w="2971165" h="1127125">
                  <a:moveTo>
                    <a:pt x="0" y="0"/>
                  </a:moveTo>
                  <a:lnTo>
                    <a:pt x="2970564" y="0"/>
                  </a:lnTo>
                  <a:lnTo>
                    <a:pt x="2970564" y="1126791"/>
                  </a:lnTo>
                  <a:lnTo>
                    <a:pt x="0" y="1126791"/>
                  </a:lnTo>
                  <a:lnTo>
                    <a:pt x="0" y="0"/>
                  </a:lnTo>
                  <a:close/>
                </a:path>
              </a:pathLst>
            </a:custGeom>
            <a:ln w="12700">
              <a:solidFill>
                <a:srgbClr val="7F7F7F"/>
              </a:solidFill>
            </a:ln>
          </p:spPr>
          <p:txBody>
            <a:bodyPr wrap="square" lIns="0" tIns="0" rIns="0" bIns="0" rtlCol="0"/>
            <a:lstStyle/>
            <a:p>
              <a:endParaRPr/>
            </a:p>
          </p:txBody>
        </p:sp>
      </p:grpSp>
      <p:grpSp>
        <p:nvGrpSpPr>
          <p:cNvPr id="16" name="object 16"/>
          <p:cNvGrpSpPr/>
          <p:nvPr/>
        </p:nvGrpSpPr>
        <p:grpSpPr>
          <a:xfrm>
            <a:off x="43542" y="6462030"/>
            <a:ext cx="1080135" cy="375285"/>
            <a:chOff x="43542" y="6462030"/>
            <a:chExt cx="1080135" cy="375285"/>
          </a:xfrm>
        </p:grpSpPr>
        <p:pic>
          <p:nvPicPr>
            <p:cNvPr id="17" name="object 17"/>
            <p:cNvPicPr/>
            <p:nvPr/>
          </p:nvPicPr>
          <p:blipFill>
            <a:blip r:embed="rId7" cstate="print"/>
            <a:stretch>
              <a:fillRect/>
            </a:stretch>
          </p:blipFill>
          <p:spPr>
            <a:xfrm>
              <a:off x="403541" y="6477275"/>
              <a:ext cx="360000" cy="359999"/>
            </a:xfrm>
            <a:prstGeom prst="rect">
              <a:avLst/>
            </a:prstGeom>
          </p:spPr>
        </p:pic>
        <p:sp>
          <p:nvSpPr>
            <p:cNvPr id="18" name="object 18"/>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19" name="object 19"/>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0" name="object 20"/>
            <p:cNvPicPr/>
            <p:nvPr/>
          </p:nvPicPr>
          <p:blipFill>
            <a:blip r:embed="rId8" cstate="print"/>
            <a:stretch>
              <a:fillRect/>
            </a:stretch>
          </p:blipFill>
          <p:spPr>
            <a:xfrm>
              <a:off x="172917" y="6515468"/>
              <a:ext cx="101249" cy="227812"/>
            </a:xfrm>
            <a:prstGeom prst="rect">
              <a:avLst/>
            </a:prstGeom>
          </p:spPr>
        </p:pic>
        <p:pic>
          <p:nvPicPr>
            <p:cNvPr id="21" name="object 21"/>
            <p:cNvPicPr/>
            <p:nvPr/>
          </p:nvPicPr>
          <p:blipFill>
            <a:blip r:embed="rId7" cstate="print"/>
            <a:stretch>
              <a:fillRect/>
            </a:stretch>
          </p:blipFill>
          <p:spPr>
            <a:xfrm>
              <a:off x="763542" y="6477275"/>
              <a:ext cx="359999" cy="35999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4185285" cy="573405"/>
            <a:chOff x="1417319" y="566927"/>
            <a:chExt cx="4185285" cy="573405"/>
          </a:xfrm>
        </p:grpSpPr>
        <p:pic>
          <p:nvPicPr>
            <p:cNvPr id="4" name="object 4"/>
            <p:cNvPicPr/>
            <p:nvPr/>
          </p:nvPicPr>
          <p:blipFill>
            <a:blip r:embed="rId3" cstate="print"/>
            <a:stretch>
              <a:fillRect/>
            </a:stretch>
          </p:blipFill>
          <p:spPr>
            <a:xfrm>
              <a:off x="1417319" y="566927"/>
              <a:ext cx="2331720" cy="573024"/>
            </a:xfrm>
            <a:prstGeom prst="rect">
              <a:avLst/>
            </a:prstGeom>
          </p:spPr>
        </p:pic>
        <p:pic>
          <p:nvPicPr>
            <p:cNvPr id="5" name="object 5"/>
            <p:cNvPicPr/>
            <p:nvPr/>
          </p:nvPicPr>
          <p:blipFill>
            <a:blip r:embed="rId4" cstate="print"/>
            <a:stretch>
              <a:fillRect/>
            </a:stretch>
          </p:blipFill>
          <p:spPr>
            <a:xfrm>
              <a:off x="3404615" y="566927"/>
              <a:ext cx="1712976" cy="573024"/>
            </a:xfrm>
            <a:prstGeom prst="rect">
              <a:avLst/>
            </a:prstGeom>
          </p:spPr>
        </p:pic>
        <p:pic>
          <p:nvPicPr>
            <p:cNvPr id="6" name="object 6"/>
            <p:cNvPicPr/>
            <p:nvPr/>
          </p:nvPicPr>
          <p:blipFill>
            <a:blip r:embed="rId5" cstate="print"/>
            <a:stretch>
              <a:fillRect/>
            </a:stretch>
          </p:blipFill>
          <p:spPr>
            <a:xfrm>
              <a:off x="4824984" y="566927"/>
              <a:ext cx="777239"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spc="-10" dirty="0"/>
              <a:t>020</a:t>
            </a:r>
            <a:r>
              <a:rPr spc="-60" dirty="0"/>
              <a:t> </a:t>
            </a:r>
            <a:r>
              <a:rPr dirty="0"/>
              <a:t>01</a:t>
            </a:r>
            <a:r>
              <a:rPr spc="-55" dirty="0"/>
              <a:t> </a:t>
            </a:r>
            <a:r>
              <a:rPr dirty="0"/>
              <a:t>03</a:t>
            </a:r>
            <a:r>
              <a:rPr spc="-50" dirty="0"/>
              <a:t> </a:t>
            </a:r>
            <a:r>
              <a:rPr dirty="0"/>
              <a:t>Describe</a:t>
            </a:r>
            <a:r>
              <a:rPr spc="-55" dirty="0"/>
              <a:t> </a:t>
            </a:r>
            <a:r>
              <a:rPr dirty="0"/>
              <a:t>aerodynamic</a:t>
            </a:r>
            <a:r>
              <a:rPr spc="-65" dirty="0"/>
              <a:t> </a:t>
            </a:r>
            <a:r>
              <a:rPr spc="-10" dirty="0"/>
              <a:t>stall</a:t>
            </a:r>
          </a:p>
        </p:txBody>
      </p:sp>
      <p:sp>
        <p:nvSpPr>
          <p:cNvPr id="8" name="object 8"/>
          <p:cNvSpPr txBox="1"/>
          <p:nvPr/>
        </p:nvSpPr>
        <p:spPr>
          <a:xfrm>
            <a:off x="1563049" y="1274571"/>
            <a:ext cx="9859645" cy="1120140"/>
          </a:xfrm>
          <a:prstGeom prst="rect">
            <a:avLst/>
          </a:prstGeom>
        </p:spPr>
        <p:txBody>
          <a:bodyPr vert="horz" wrap="square" lIns="0" tIns="22860" rIns="0" bIns="0" rtlCol="0">
            <a:spAutoFit/>
          </a:bodyPr>
          <a:lstStyle/>
          <a:p>
            <a:pPr marL="12700" marR="5080">
              <a:lnSpc>
                <a:spcPts val="1900"/>
              </a:lnSpc>
              <a:spcBef>
                <a:spcPts val="180"/>
              </a:spcBef>
            </a:pPr>
            <a:r>
              <a:rPr sz="1600" dirty="0">
                <a:latin typeface="Corbel"/>
                <a:cs typeface="Corbel"/>
              </a:rPr>
              <a:t>In</a:t>
            </a:r>
            <a:r>
              <a:rPr sz="1600" spc="195" dirty="0">
                <a:latin typeface="Corbel"/>
                <a:cs typeface="Corbel"/>
              </a:rPr>
              <a:t> </a:t>
            </a:r>
            <a:r>
              <a:rPr sz="1600" dirty="0">
                <a:latin typeface="Corbel"/>
                <a:cs typeface="Corbel"/>
              </a:rPr>
              <a:t>fluid</a:t>
            </a:r>
            <a:r>
              <a:rPr sz="1600" spc="190" dirty="0">
                <a:latin typeface="Corbel"/>
                <a:cs typeface="Corbel"/>
              </a:rPr>
              <a:t> </a:t>
            </a:r>
            <a:r>
              <a:rPr sz="1600" dirty="0">
                <a:latin typeface="Corbel"/>
                <a:cs typeface="Corbel"/>
              </a:rPr>
              <a:t>dynamics,</a:t>
            </a:r>
            <a:r>
              <a:rPr sz="1600" spc="195" dirty="0">
                <a:latin typeface="Corbel"/>
                <a:cs typeface="Corbel"/>
              </a:rPr>
              <a:t> </a:t>
            </a:r>
            <a:r>
              <a:rPr sz="1600" dirty="0">
                <a:latin typeface="Corbel"/>
                <a:cs typeface="Corbel"/>
              </a:rPr>
              <a:t>a</a:t>
            </a:r>
            <a:r>
              <a:rPr sz="1600" spc="190" dirty="0">
                <a:latin typeface="Corbel"/>
                <a:cs typeface="Corbel"/>
              </a:rPr>
              <a:t> </a:t>
            </a:r>
            <a:r>
              <a:rPr sz="1600" dirty="0">
                <a:latin typeface="Corbel"/>
                <a:cs typeface="Corbel"/>
              </a:rPr>
              <a:t>stall</a:t>
            </a:r>
            <a:r>
              <a:rPr sz="1600" spc="190" dirty="0">
                <a:latin typeface="Corbel"/>
                <a:cs typeface="Corbel"/>
              </a:rPr>
              <a:t> </a:t>
            </a:r>
            <a:r>
              <a:rPr sz="1600" dirty="0">
                <a:latin typeface="Corbel"/>
                <a:cs typeface="Corbel"/>
              </a:rPr>
              <a:t>is</a:t>
            </a:r>
            <a:r>
              <a:rPr sz="1600" spc="190" dirty="0">
                <a:latin typeface="Corbel"/>
                <a:cs typeface="Corbel"/>
              </a:rPr>
              <a:t> </a:t>
            </a:r>
            <a:r>
              <a:rPr sz="1600" dirty="0">
                <a:latin typeface="Corbel"/>
                <a:cs typeface="Corbel"/>
              </a:rPr>
              <a:t>a</a:t>
            </a:r>
            <a:r>
              <a:rPr sz="1600" spc="190" dirty="0">
                <a:latin typeface="Corbel"/>
                <a:cs typeface="Corbel"/>
              </a:rPr>
              <a:t> </a:t>
            </a:r>
            <a:r>
              <a:rPr sz="1600" dirty="0">
                <a:latin typeface="Corbel"/>
                <a:cs typeface="Corbel"/>
              </a:rPr>
              <a:t>reduction</a:t>
            </a:r>
            <a:r>
              <a:rPr sz="1600" spc="190" dirty="0">
                <a:latin typeface="Corbel"/>
                <a:cs typeface="Corbel"/>
              </a:rPr>
              <a:t> </a:t>
            </a:r>
            <a:r>
              <a:rPr sz="1600" dirty="0">
                <a:latin typeface="Corbel"/>
                <a:cs typeface="Corbel"/>
              </a:rPr>
              <a:t>in</a:t>
            </a:r>
            <a:r>
              <a:rPr sz="1600" spc="195" dirty="0">
                <a:latin typeface="Corbel"/>
                <a:cs typeface="Corbel"/>
              </a:rPr>
              <a:t> </a:t>
            </a:r>
            <a:r>
              <a:rPr sz="1600" dirty="0">
                <a:latin typeface="Corbel"/>
                <a:cs typeface="Corbel"/>
              </a:rPr>
              <a:t>the</a:t>
            </a:r>
            <a:r>
              <a:rPr sz="1600" spc="190" dirty="0">
                <a:latin typeface="Corbel"/>
                <a:cs typeface="Corbel"/>
              </a:rPr>
              <a:t> </a:t>
            </a:r>
            <a:r>
              <a:rPr sz="1600" dirty="0">
                <a:latin typeface="Corbel"/>
                <a:cs typeface="Corbel"/>
              </a:rPr>
              <a:t>lift</a:t>
            </a:r>
            <a:r>
              <a:rPr sz="1600" spc="185" dirty="0">
                <a:latin typeface="Corbel"/>
                <a:cs typeface="Corbel"/>
              </a:rPr>
              <a:t> </a:t>
            </a:r>
            <a:r>
              <a:rPr sz="1600" dirty="0">
                <a:latin typeface="Corbel"/>
                <a:cs typeface="Corbel"/>
              </a:rPr>
              <a:t>coefficient</a:t>
            </a:r>
            <a:r>
              <a:rPr sz="1600" spc="175" dirty="0">
                <a:latin typeface="Corbel"/>
                <a:cs typeface="Corbel"/>
              </a:rPr>
              <a:t> </a:t>
            </a:r>
            <a:r>
              <a:rPr sz="1600" dirty="0">
                <a:latin typeface="Corbel"/>
                <a:cs typeface="Corbel"/>
              </a:rPr>
              <a:t>generated</a:t>
            </a:r>
            <a:r>
              <a:rPr sz="1600" spc="190" dirty="0">
                <a:latin typeface="Corbel"/>
                <a:cs typeface="Corbel"/>
              </a:rPr>
              <a:t> </a:t>
            </a:r>
            <a:r>
              <a:rPr sz="1600" dirty="0">
                <a:latin typeface="Corbel"/>
                <a:cs typeface="Corbel"/>
              </a:rPr>
              <a:t>by</a:t>
            </a:r>
            <a:r>
              <a:rPr sz="1600" spc="190" dirty="0">
                <a:latin typeface="Corbel"/>
                <a:cs typeface="Corbel"/>
              </a:rPr>
              <a:t> </a:t>
            </a:r>
            <a:r>
              <a:rPr sz="1600" dirty="0">
                <a:latin typeface="Corbel"/>
                <a:cs typeface="Corbel"/>
              </a:rPr>
              <a:t>a</a:t>
            </a:r>
            <a:r>
              <a:rPr sz="1600" spc="190" dirty="0">
                <a:latin typeface="Corbel"/>
                <a:cs typeface="Corbel"/>
              </a:rPr>
              <a:t> </a:t>
            </a:r>
            <a:r>
              <a:rPr sz="1600" dirty="0">
                <a:latin typeface="Corbel"/>
                <a:cs typeface="Corbel"/>
              </a:rPr>
              <a:t>foil</a:t>
            </a:r>
            <a:r>
              <a:rPr sz="1600" spc="190" dirty="0">
                <a:latin typeface="Corbel"/>
                <a:cs typeface="Corbel"/>
              </a:rPr>
              <a:t> </a:t>
            </a:r>
            <a:r>
              <a:rPr sz="1600" dirty="0">
                <a:latin typeface="Corbel"/>
                <a:cs typeface="Corbel"/>
              </a:rPr>
              <a:t>as</a:t>
            </a:r>
            <a:r>
              <a:rPr sz="1600" spc="190" dirty="0">
                <a:latin typeface="Corbel"/>
                <a:cs typeface="Corbel"/>
              </a:rPr>
              <a:t> </a:t>
            </a:r>
            <a:r>
              <a:rPr sz="1600" dirty="0">
                <a:latin typeface="Corbel"/>
                <a:cs typeface="Corbel"/>
              </a:rPr>
              <a:t>angle</a:t>
            </a:r>
            <a:r>
              <a:rPr sz="1600" spc="195" dirty="0">
                <a:latin typeface="Corbel"/>
                <a:cs typeface="Corbel"/>
              </a:rPr>
              <a:t> </a:t>
            </a:r>
            <a:r>
              <a:rPr sz="1600" dirty="0">
                <a:latin typeface="Corbel"/>
                <a:cs typeface="Corbel"/>
              </a:rPr>
              <a:t>of</a:t>
            </a:r>
            <a:r>
              <a:rPr sz="1600" spc="190" dirty="0">
                <a:latin typeface="Corbel"/>
                <a:cs typeface="Corbel"/>
              </a:rPr>
              <a:t> </a:t>
            </a:r>
            <a:r>
              <a:rPr sz="1600" dirty="0">
                <a:latin typeface="Corbel"/>
                <a:cs typeface="Corbel"/>
              </a:rPr>
              <a:t>attack</a:t>
            </a:r>
            <a:r>
              <a:rPr sz="1600" spc="190" dirty="0">
                <a:latin typeface="Corbel"/>
                <a:cs typeface="Corbel"/>
              </a:rPr>
              <a:t> </a:t>
            </a:r>
            <a:r>
              <a:rPr sz="1600" dirty="0">
                <a:latin typeface="Corbel"/>
                <a:cs typeface="Corbel"/>
              </a:rPr>
              <a:t>increases.</a:t>
            </a:r>
            <a:r>
              <a:rPr sz="1600" spc="190" dirty="0">
                <a:latin typeface="Corbel"/>
                <a:cs typeface="Corbel"/>
              </a:rPr>
              <a:t> </a:t>
            </a:r>
            <a:r>
              <a:rPr sz="1600" spc="-20" dirty="0">
                <a:latin typeface="Corbel"/>
                <a:cs typeface="Corbel"/>
              </a:rPr>
              <a:t>This </a:t>
            </a:r>
            <a:r>
              <a:rPr sz="1600" dirty="0">
                <a:latin typeface="Corbel"/>
                <a:cs typeface="Corbel"/>
              </a:rPr>
              <a:t>occurs</a:t>
            </a:r>
            <a:r>
              <a:rPr sz="1600" spc="-30" dirty="0">
                <a:latin typeface="Corbel"/>
                <a:cs typeface="Corbel"/>
              </a:rPr>
              <a:t> </a:t>
            </a:r>
            <a:r>
              <a:rPr sz="1600" dirty="0">
                <a:latin typeface="Corbel"/>
                <a:cs typeface="Corbel"/>
              </a:rPr>
              <a:t>when</a:t>
            </a:r>
            <a:r>
              <a:rPr sz="1600" spc="-2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critical</a:t>
            </a:r>
            <a:r>
              <a:rPr sz="1600" spc="-25" dirty="0">
                <a:latin typeface="Corbel"/>
                <a:cs typeface="Corbel"/>
              </a:rPr>
              <a:t> </a:t>
            </a:r>
            <a:r>
              <a:rPr sz="1600" dirty="0">
                <a:latin typeface="Corbel"/>
                <a:cs typeface="Corbel"/>
              </a:rPr>
              <a:t>angle</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attack</a:t>
            </a:r>
            <a:r>
              <a:rPr sz="1600" spc="-3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foil</a:t>
            </a:r>
            <a:r>
              <a:rPr sz="1600" spc="-30" dirty="0">
                <a:latin typeface="Corbel"/>
                <a:cs typeface="Corbel"/>
              </a:rPr>
              <a:t> </a:t>
            </a:r>
            <a:r>
              <a:rPr sz="1600" dirty="0">
                <a:latin typeface="Corbel"/>
                <a:cs typeface="Corbel"/>
              </a:rPr>
              <a:t>is</a:t>
            </a:r>
            <a:r>
              <a:rPr sz="1600" spc="-25" dirty="0">
                <a:latin typeface="Corbel"/>
                <a:cs typeface="Corbel"/>
              </a:rPr>
              <a:t> </a:t>
            </a:r>
            <a:r>
              <a:rPr sz="1600" spc="-10" dirty="0">
                <a:latin typeface="Corbel"/>
                <a:cs typeface="Corbel"/>
              </a:rPr>
              <a:t>exceeded.</a:t>
            </a:r>
            <a:endParaRPr sz="1600" dirty="0">
              <a:latin typeface="Corbel"/>
              <a:cs typeface="Corbel"/>
            </a:endParaRPr>
          </a:p>
          <a:p>
            <a:pPr marL="12700" marR="5080">
              <a:lnSpc>
                <a:spcPts val="1900"/>
              </a:lnSpc>
              <a:spcBef>
                <a:spcPts val="1000"/>
              </a:spcBef>
            </a:pPr>
            <a:r>
              <a:rPr sz="1600" dirty="0">
                <a:latin typeface="Corbel"/>
                <a:cs typeface="Corbel"/>
              </a:rPr>
              <a:t>Stalls</a:t>
            </a:r>
            <a:r>
              <a:rPr sz="1600" spc="30" dirty="0">
                <a:latin typeface="Corbel"/>
                <a:cs typeface="Corbel"/>
              </a:rPr>
              <a:t> </a:t>
            </a:r>
            <a:r>
              <a:rPr sz="1600" dirty="0">
                <a:latin typeface="Corbel"/>
                <a:cs typeface="Corbel"/>
              </a:rPr>
              <a:t>in</a:t>
            </a:r>
            <a:r>
              <a:rPr sz="1600" spc="35" dirty="0">
                <a:latin typeface="Corbel"/>
                <a:cs typeface="Corbel"/>
              </a:rPr>
              <a:t> </a:t>
            </a:r>
            <a:r>
              <a:rPr sz="1600" spc="-10" dirty="0">
                <a:latin typeface="Corbel"/>
                <a:cs typeface="Corbel"/>
              </a:rPr>
              <a:t>fixed-</a:t>
            </a:r>
            <a:r>
              <a:rPr sz="1600" dirty="0">
                <a:latin typeface="Corbel"/>
                <a:cs typeface="Corbel"/>
              </a:rPr>
              <a:t>wing</a:t>
            </a:r>
            <a:r>
              <a:rPr sz="1600" spc="30" dirty="0">
                <a:latin typeface="Corbel"/>
                <a:cs typeface="Corbel"/>
              </a:rPr>
              <a:t> </a:t>
            </a:r>
            <a:r>
              <a:rPr sz="1600" dirty="0">
                <a:latin typeface="Corbel"/>
                <a:cs typeface="Corbel"/>
              </a:rPr>
              <a:t>flight</a:t>
            </a:r>
            <a:r>
              <a:rPr sz="1600" spc="25" dirty="0">
                <a:latin typeface="Corbel"/>
                <a:cs typeface="Corbel"/>
              </a:rPr>
              <a:t> </a:t>
            </a:r>
            <a:r>
              <a:rPr sz="1600" dirty="0">
                <a:latin typeface="Corbel"/>
                <a:cs typeface="Corbel"/>
              </a:rPr>
              <a:t>are</a:t>
            </a:r>
            <a:r>
              <a:rPr sz="1600" spc="30" dirty="0">
                <a:latin typeface="Corbel"/>
                <a:cs typeface="Corbel"/>
              </a:rPr>
              <a:t> </a:t>
            </a:r>
            <a:r>
              <a:rPr sz="1600" dirty="0">
                <a:latin typeface="Corbel"/>
                <a:cs typeface="Corbel"/>
              </a:rPr>
              <a:t>often</a:t>
            </a:r>
            <a:r>
              <a:rPr sz="1600" spc="35" dirty="0">
                <a:latin typeface="Corbel"/>
                <a:cs typeface="Corbel"/>
              </a:rPr>
              <a:t> </a:t>
            </a:r>
            <a:r>
              <a:rPr sz="1600" dirty="0">
                <a:latin typeface="Corbel"/>
                <a:cs typeface="Corbel"/>
              </a:rPr>
              <a:t>experienced</a:t>
            </a:r>
            <a:r>
              <a:rPr sz="1600" spc="40" dirty="0">
                <a:latin typeface="Corbel"/>
                <a:cs typeface="Corbel"/>
              </a:rPr>
              <a:t> </a:t>
            </a:r>
            <a:r>
              <a:rPr sz="1600" dirty="0">
                <a:latin typeface="Corbel"/>
                <a:cs typeface="Corbel"/>
              </a:rPr>
              <a:t>as</a:t>
            </a:r>
            <a:r>
              <a:rPr sz="1600" spc="30" dirty="0">
                <a:latin typeface="Corbel"/>
                <a:cs typeface="Corbel"/>
              </a:rPr>
              <a:t> </a:t>
            </a:r>
            <a:r>
              <a:rPr sz="1600" dirty="0">
                <a:latin typeface="Corbel"/>
                <a:cs typeface="Corbel"/>
              </a:rPr>
              <a:t>a</a:t>
            </a:r>
            <a:r>
              <a:rPr sz="1600" spc="30" dirty="0">
                <a:latin typeface="Corbel"/>
                <a:cs typeface="Corbel"/>
              </a:rPr>
              <a:t> </a:t>
            </a:r>
            <a:r>
              <a:rPr sz="1600" dirty="0">
                <a:latin typeface="Corbel"/>
                <a:cs typeface="Corbel"/>
              </a:rPr>
              <a:t>sudden</a:t>
            </a:r>
            <a:r>
              <a:rPr sz="1600" spc="40" dirty="0">
                <a:latin typeface="Corbel"/>
                <a:cs typeface="Corbel"/>
              </a:rPr>
              <a:t> </a:t>
            </a:r>
            <a:r>
              <a:rPr sz="1600" dirty="0">
                <a:latin typeface="Corbel"/>
                <a:cs typeface="Corbel"/>
              </a:rPr>
              <a:t>reduction</a:t>
            </a:r>
            <a:r>
              <a:rPr sz="1600" spc="30" dirty="0">
                <a:latin typeface="Corbel"/>
                <a:cs typeface="Corbel"/>
              </a:rPr>
              <a:t> </a:t>
            </a:r>
            <a:r>
              <a:rPr sz="1600" dirty="0">
                <a:latin typeface="Corbel"/>
                <a:cs typeface="Corbel"/>
              </a:rPr>
              <a:t>in</a:t>
            </a:r>
            <a:r>
              <a:rPr sz="1600" spc="35" dirty="0">
                <a:latin typeface="Corbel"/>
                <a:cs typeface="Corbel"/>
              </a:rPr>
              <a:t> </a:t>
            </a:r>
            <a:r>
              <a:rPr sz="1600" dirty="0">
                <a:latin typeface="Corbel"/>
                <a:cs typeface="Corbel"/>
              </a:rPr>
              <a:t>lift</a:t>
            </a:r>
            <a:r>
              <a:rPr sz="1600" spc="25" dirty="0">
                <a:latin typeface="Corbel"/>
                <a:cs typeface="Corbel"/>
              </a:rPr>
              <a:t> </a:t>
            </a:r>
            <a:r>
              <a:rPr sz="1600" dirty="0">
                <a:latin typeface="Corbel"/>
                <a:cs typeface="Corbel"/>
              </a:rPr>
              <a:t>as</a:t>
            </a:r>
            <a:r>
              <a:rPr sz="1600" spc="3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pilot</a:t>
            </a:r>
            <a:r>
              <a:rPr sz="1600" spc="25" dirty="0">
                <a:latin typeface="Corbel"/>
                <a:cs typeface="Corbel"/>
              </a:rPr>
              <a:t> </a:t>
            </a:r>
            <a:r>
              <a:rPr sz="1600" dirty="0">
                <a:latin typeface="Corbel"/>
                <a:cs typeface="Corbel"/>
              </a:rPr>
              <a:t>increases</a:t>
            </a:r>
            <a:r>
              <a:rPr sz="1600" spc="35"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wing's</a:t>
            </a:r>
            <a:r>
              <a:rPr sz="1600" spc="40" dirty="0">
                <a:latin typeface="Corbel"/>
                <a:cs typeface="Corbel"/>
              </a:rPr>
              <a:t> </a:t>
            </a:r>
            <a:r>
              <a:rPr sz="1600" dirty="0">
                <a:latin typeface="Corbel"/>
                <a:cs typeface="Corbel"/>
              </a:rPr>
              <a:t>angle</a:t>
            </a:r>
            <a:r>
              <a:rPr sz="1600" spc="35" dirty="0">
                <a:latin typeface="Corbel"/>
                <a:cs typeface="Corbel"/>
              </a:rPr>
              <a:t> </a:t>
            </a:r>
            <a:r>
              <a:rPr sz="1600" spc="-25" dirty="0">
                <a:latin typeface="Corbel"/>
                <a:cs typeface="Corbel"/>
              </a:rPr>
              <a:t>of </a:t>
            </a:r>
            <a:r>
              <a:rPr sz="1600" dirty="0">
                <a:latin typeface="Corbel"/>
                <a:cs typeface="Corbel"/>
              </a:rPr>
              <a:t>attack</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exceeds</a:t>
            </a:r>
            <a:r>
              <a:rPr sz="1600" spc="-20" dirty="0">
                <a:latin typeface="Corbel"/>
                <a:cs typeface="Corbel"/>
              </a:rPr>
              <a:t> </a:t>
            </a:r>
            <a:r>
              <a:rPr sz="1600" dirty="0">
                <a:latin typeface="Corbel"/>
                <a:cs typeface="Corbel"/>
              </a:rPr>
              <a:t>its</a:t>
            </a:r>
            <a:r>
              <a:rPr sz="1600" spc="-25" dirty="0">
                <a:latin typeface="Corbel"/>
                <a:cs typeface="Corbel"/>
              </a:rPr>
              <a:t> </a:t>
            </a:r>
            <a:r>
              <a:rPr sz="1600" dirty="0">
                <a:latin typeface="Corbel"/>
                <a:cs typeface="Corbel"/>
              </a:rPr>
              <a:t>critical</a:t>
            </a:r>
            <a:r>
              <a:rPr sz="1600" spc="-25" dirty="0">
                <a:latin typeface="Corbel"/>
                <a:cs typeface="Corbel"/>
              </a:rPr>
              <a:t> </a:t>
            </a:r>
            <a:r>
              <a:rPr sz="1600" dirty="0">
                <a:latin typeface="Corbel"/>
                <a:cs typeface="Corbel"/>
              </a:rPr>
              <a:t>angle</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attack</a:t>
            </a:r>
            <a:r>
              <a:rPr sz="1600" spc="-30" dirty="0">
                <a:latin typeface="Corbel"/>
                <a:cs typeface="Corbel"/>
              </a:rPr>
              <a:t> </a:t>
            </a:r>
            <a:r>
              <a:rPr sz="1600" dirty="0">
                <a:latin typeface="Corbel"/>
                <a:cs typeface="Corbel"/>
              </a:rPr>
              <a:t>(which</a:t>
            </a:r>
            <a:r>
              <a:rPr sz="1600" spc="-30" dirty="0">
                <a:latin typeface="Corbel"/>
                <a:cs typeface="Corbel"/>
              </a:rPr>
              <a:t> </a:t>
            </a:r>
            <a:r>
              <a:rPr sz="1600" dirty="0">
                <a:latin typeface="Corbel"/>
                <a:cs typeface="Corbel"/>
              </a:rPr>
              <a:t>may</a:t>
            </a:r>
            <a:r>
              <a:rPr sz="1600" spc="-30"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due</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slowing</a:t>
            </a:r>
            <a:r>
              <a:rPr sz="1600" spc="-25" dirty="0">
                <a:latin typeface="Corbel"/>
                <a:cs typeface="Corbel"/>
              </a:rPr>
              <a:t> </a:t>
            </a:r>
            <a:r>
              <a:rPr sz="1600" dirty="0">
                <a:latin typeface="Corbel"/>
                <a:cs typeface="Corbel"/>
              </a:rPr>
              <a:t>down</a:t>
            </a:r>
            <a:r>
              <a:rPr sz="1600" spc="-20" dirty="0">
                <a:latin typeface="Corbel"/>
                <a:cs typeface="Corbel"/>
              </a:rPr>
              <a:t> </a:t>
            </a:r>
            <a:r>
              <a:rPr sz="1600" dirty="0">
                <a:latin typeface="Corbel"/>
                <a:cs typeface="Corbel"/>
              </a:rPr>
              <a:t>below</a:t>
            </a:r>
            <a:r>
              <a:rPr sz="1600" spc="-30" dirty="0">
                <a:latin typeface="Corbel"/>
                <a:cs typeface="Corbel"/>
              </a:rPr>
              <a:t> </a:t>
            </a:r>
            <a:r>
              <a:rPr sz="1600" dirty="0">
                <a:latin typeface="Corbel"/>
                <a:cs typeface="Corbel"/>
              </a:rPr>
              <a:t>stall</a:t>
            </a:r>
            <a:r>
              <a:rPr sz="1600" spc="-25" dirty="0">
                <a:latin typeface="Corbel"/>
                <a:cs typeface="Corbel"/>
              </a:rPr>
              <a:t> </a:t>
            </a:r>
            <a:r>
              <a:rPr sz="1600" dirty="0">
                <a:latin typeface="Corbel"/>
                <a:cs typeface="Corbel"/>
              </a:rPr>
              <a:t>speed</a:t>
            </a:r>
            <a:r>
              <a:rPr sz="1600" spc="-25"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level</a:t>
            </a:r>
            <a:r>
              <a:rPr sz="1600" spc="-25" dirty="0">
                <a:latin typeface="Corbel"/>
                <a:cs typeface="Corbel"/>
              </a:rPr>
              <a:t> </a:t>
            </a:r>
            <a:r>
              <a:rPr sz="1600" spc="-10" dirty="0">
                <a:latin typeface="Corbel"/>
                <a:cs typeface="Corbel"/>
              </a:rPr>
              <a:t>flight)</a:t>
            </a:r>
            <a:endParaRPr sz="1600" dirty="0">
              <a:latin typeface="Corbel"/>
              <a:cs typeface="Corbel"/>
            </a:endParaRPr>
          </a:p>
        </p:txBody>
      </p:sp>
      <p:pic>
        <p:nvPicPr>
          <p:cNvPr id="9" name="object 9"/>
          <p:cNvPicPr/>
          <p:nvPr/>
        </p:nvPicPr>
        <p:blipFill>
          <a:blip r:embed="rId6" cstate="print"/>
          <a:stretch>
            <a:fillRect/>
          </a:stretch>
        </p:blipFill>
        <p:spPr>
          <a:xfrm>
            <a:off x="1484309" y="2631476"/>
            <a:ext cx="2305431" cy="2817749"/>
          </a:xfrm>
          <a:prstGeom prst="rect">
            <a:avLst/>
          </a:prstGeom>
        </p:spPr>
      </p:pic>
      <p:sp>
        <p:nvSpPr>
          <p:cNvPr id="10" name="object 10"/>
          <p:cNvSpPr txBox="1"/>
          <p:nvPr/>
        </p:nvSpPr>
        <p:spPr>
          <a:xfrm>
            <a:off x="3868480" y="2776220"/>
            <a:ext cx="2907030" cy="705485"/>
          </a:xfrm>
          <a:prstGeom prst="rect">
            <a:avLst/>
          </a:prstGeom>
        </p:spPr>
        <p:txBody>
          <a:bodyPr vert="horz" wrap="square" lIns="0" tIns="29845" rIns="0" bIns="0" rtlCol="0">
            <a:spAutoFit/>
          </a:bodyPr>
          <a:lstStyle/>
          <a:p>
            <a:pPr marL="12700" marR="5080" algn="just">
              <a:lnSpc>
                <a:spcPct val="90600"/>
              </a:lnSpc>
              <a:spcBef>
                <a:spcPts val="235"/>
              </a:spcBef>
            </a:pPr>
            <a:r>
              <a:rPr sz="1200" i="1" dirty="0">
                <a:latin typeface="Corbel"/>
                <a:cs typeface="Corbel"/>
              </a:rPr>
              <a:t>“Angle</a:t>
            </a:r>
            <a:r>
              <a:rPr sz="1200" i="1" spc="150" dirty="0">
                <a:latin typeface="Corbel"/>
                <a:cs typeface="Corbel"/>
              </a:rPr>
              <a:t> </a:t>
            </a:r>
            <a:r>
              <a:rPr sz="1200" i="1" dirty="0">
                <a:latin typeface="Corbel"/>
                <a:cs typeface="Corbel"/>
              </a:rPr>
              <a:t>of</a:t>
            </a:r>
            <a:r>
              <a:rPr sz="1200" i="1" spc="150" dirty="0">
                <a:latin typeface="Corbel"/>
                <a:cs typeface="Corbel"/>
              </a:rPr>
              <a:t> </a:t>
            </a:r>
            <a:r>
              <a:rPr sz="1200" i="1" dirty="0">
                <a:latin typeface="Corbel"/>
                <a:cs typeface="Corbel"/>
              </a:rPr>
              <a:t>Attact”</a:t>
            </a:r>
            <a:r>
              <a:rPr sz="1200" i="1" spc="150" dirty="0">
                <a:latin typeface="Corbel"/>
                <a:cs typeface="Corbel"/>
              </a:rPr>
              <a:t> </a:t>
            </a:r>
            <a:r>
              <a:rPr sz="1200" i="1" dirty="0">
                <a:latin typeface="Corbel"/>
                <a:cs typeface="Corbel"/>
              </a:rPr>
              <a:t>refers</a:t>
            </a:r>
            <a:r>
              <a:rPr sz="1200" i="1" spc="150" dirty="0">
                <a:latin typeface="Corbel"/>
                <a:cs typeface="Corbel"/>
              </a:rPr>
              <a:t> </a:t>
            </a:r>
            <a:r>
              <a:rPr sz="1200" i="1" dirty="0">
                <a:latin typeface="Corbel"/>
                <a:cs typeface="Corbel"/>
              </a:rPr>
              <a:t>to</a:t>
            </a:r>
            <a:r>
              <a:rPr sz="1200" i="1" spc="150" dirty="0">
                <a:latin typeface="Corbel"/>
                <a:cs typeface="Corbel"/>
              </a:rPr>
              <a:t> </a:t>
            </a:r>
            <a:r>
              <a:rPr sz="1200" i="1" dirty="0">
                <a:latin typeface="Corbel"/>
                <a:cs typeface="Corbel"/>
              </a:rPr>
              <a:t>the</a:t>
            </a:r>
            <a:r>
              <a:rPr sz="1200" i="1" spc="155" dirty="0">
                <a:latin typeface="Corbel"/>
                <a:cs typeface="Corbel"/>
              </a:rPr>
              <a:t> </a:t>
            </a:r>
            <a:r>
              <a:rPr sz="1200" i="1" dirty="0">
                <a:latin typeface="Corbel"/>
                <a:cs typeface="Corbel"/>
              </a:rPr>
              <a:t>relationship</a:t>
            </a:r>
            <a:r>
              <a:rPr sz="1200" i="1" spc="150" dirty="0">
                <a:latin typeface="Corbel"/>
                <a:cs typeface="Corbel"/>
              </a:rPr>
              <a:t> </a:t>
            </a:r>
            <a:r>
              <a:rPr sz="1200" i="1" spc="-25" dirty="0">
                <a:latin typeface="Corbel"/>
                <a:cs typeface="Corbel"/>
              </a:rPr>
              <a:t>of </a:t>
            </a:r>
            <a:r>
              <a:rPr sz="1200" i="1" dirty="0">
                <a:latin typeface="Corbel"/>
                <a:cs typeface="Corbel"/>
              </a:rPr>
              <a:t>chord</a:t>
            </a:r>
            <a:r>
              <a:rPr sz="1200" i="1" spc="95" dirty="0">
                <a:latin typeface="Corbel"/>
                <a:cs typeface="Corbel"/>
              </a:rPr>
              <a:t> </a:t>
            </a:r>
            <a:r>
              <a:rPr sz="1200" i="1" dirty="0">
                <a:latin typeface="Corbel"/>
                <a:cs typeface="Corbel"/>
              </a:rPr>
              <a:t>line</a:t>
            </a:r>
            <a:r>
              <a:rPr sz="1200" i="1" spc="105" dirty="0">
                <a:latin typeface="Corbel"/>
                <a:cs typeface="Corbel"/>
              </a:rPr>
              <a:t> </a:t>
            </a:r>
            <a:r>
              <a:rPr sz="1200" i="1" dirty="0">
                <a:latin typeface="Corbel"/>
                <a:cs typeface="Corbel"/>
              </a:rPr>
              <a:t>to</a:t>
            </a:r>
            <a:r>
              <a:rPr sz="1200" i="1" spc="100" dirty="0">
                <a:latin typeface="Corbel"/>
                <a:cs typeface="Corbel"/>
              </a:rPr>
              <a:t> </a:t>
            </a:r>
            <a:r>
              <a:rPr sz="1200" i="1" dirty="0">
                <a:latin typeface="Corbel"/>
                <a:cs typeface="Corbel"/>
              </a:rPr>
              <a:t>direction</a:t>
            </a:r>
            <a:r>
              <a:rPr sz="1200" i="1" spc="105" dirty="0">
                <a:latin typeface="Corbel"/>
                <a:cs typeface="Corbel"/>
              </a:rPr>
              <a:t> </a:t>
            </a:r>
            <a:r>
              <a:rPr sz="1200" i="1" dirty="0">
                <a:latin typeface="Corbel"/>
                <a:cs typeface="Corbel"/>
              </a:rPr>
              <a:t>of</a:t>
            </a:r>
            <a:r>
              <a:rPr sz="1200" i="1" spc="100" dirty="0">
                <a:latin typeface="Corbel"/>
                <a:cs typeface="Corbel"/>
              </a:rPr>
              <a:t> </a:t>
            </a:r>
            <a:r>
              <a:rPr sz="1200" i="1" dirty="0">
                <a:latin typeface="Corbel"/>
                <a:cs typeface="Corbel"/>
              </a:rPr>
              <a:t>oncoming</a:t>
            </a:r>
            <a:r>
              <a:rPr sz="1200" i="1" spc="100" dirty="0">
                <a:latin typeface="Corbel"/>
                <a:cs typeface="Corbel"/>
              </a:rPr>
              <a:t> </a:t>
            </a:r>
            <a:r>
              <a:rPr sz="1200" i="1" dirty="0">
                <a:latin typeface="Corbel"/>
                <a:cs typeface="Corbel"/>
              </a:rPr>
              <a:t>airflow.</a:t>
            </a:r>
            <a:r>
              <a:rPr sz="1200" i="1" spc="95" dirty="0">
                <a:latin typeface="Corbel"/>
                <a:cs typeface="Corbel"/>
              </a:rPr>
              <a:t> </a:t>
            </a:r>
            <a:r>
              <a:rPr sz="1200" i="1" spc="-25" dirty="0">
                <a:latin typeface="Corbel"/>
                <a:cs typeface="Corbel"/>
              </a:rPr>
              <a:t>At </a:t>
            </a:r>
            <a:r>
              <a:rPr sz="1200" i="1" dirty="0">
                <a:latin typeface="Corbel"/>
                <a:cs typeface="Corbel"/>
              </a:rPr>
              <a:t>low</a:t>
            </a:r>
            <a:r>
              <a:rPr sz="1200" i="1" spc="-5" dirty="0">
                <a:latin typeface="Corbel"/>
                <a:cs typeface="Corbel"/>
              </a:rPr>
              <a:t> </a:t>
            </a:r>
            <a:r>
              <a:rPr sz="1200" i="1" dirty="0">
                <a:latin typeface="Corbel"/>
                <a:cs typeface="Corbel"/>
              </a:rPr>
              <a:t>AOA,</a:t>
            </a:r>
            <a:r>
              <a:rPr sz="1200" i="1" spc="-10" dirty="0">
                <a:latin typeface="Corbel"/>
                <a:cs typeface="Corbel"/>
              </a:rPr>
              <a:t> </a:t>
            </a:r>
            <a:r>
              <a:rPr sz="1200" i="1" dirty="0">
                <a:latin typeface="Corbel"/>
                <a:cs typeface="Corbel"/>
              </a:rPr>
              <a:t>airflow</a:t>
            </a:r>
            <a:r>
              <a:rPr sz="1200" i="1" spc="-5" dirty="0">
                <a:latin typeface="Corbel"/>
                <a:cs typeface="Corbel"/>
              </a:rPr>
              <a:t> </a:t>
            </a:r>
            <a:r>
              <a:rPr sz="1200" i="1" dirty="0">
                <a:latin typeface="Corbel"/>
                <a:cs typeface="Corbel"/>
              </a:rPr>
              <a:t>is</a:t>
            </a:r>
            <a:r>
              <a:rPr sz="1200" i="1" spc="-5" dirty="0">
                <a:latin typeface="Corbel"/>
                <a:cs typeface="Corbel"/>
              </a:rPr>
              <a:t> </a:t>
            </a:r>
            <a:r>
              <a:rPr sz="1200" i="1" dirty="0">
                <a:latin typeface="Corbel"/>
                <a:cs typeface="Corbel"/>
              </a:rPr>
              <a:t>smooth and</a:t>
            </a:r>
            <a:r>
              <a:rPr sz="1200" i="1" spc="-5" dirty="0">
                <a:latin typeface="Corbel"/>
                <a:cs typeface="Corbel"/>
              </a:rPr>
              <a:t> </a:t>
            </a:r>
            <a:r>
              <a:rPr sz="1200" i="1" dirty="0">
                <a:latin typeface="Corbel"/>
                <a:cs typeface="Corbel"/>
              </a:rPr>
              <a:t>moderate lift</a:t>
            </a:r>
            <a:r>
              <a:rPr sz="1200" i="1" spc="5" dirty="0">
                <a:latin typeface="Corbel"/>
                <a:cs typeface="Corbel"/>
              </a:rPr>
              <a:t> </a:t>
            </a:r>
            <a:r>
              <a:rPr sz="1200" i="1" spc="-25" dirty="0">
                <a:latin typeface="Corbel"/>
                <a:cs typeface="Corbel"/>
              </a:rPr>
              <a:t>is </a:t>
            </a:r>
            <a:r>
              <a:rPr sz="1200" i="1" dirty="0">
                <a:latin typeface="Corbel"/>
                <a:cs typeface="Corbel"/>
              </a:rPr>
              <a:t>the</a:t>
            </a:r>
            <a:r>
              <a:rPr sz="1200" i="1" spc="-25" dirty="0">
                <a:latin typeface="Corbel"/>
                <a:cs typeface="Corbel"/>
              </a:rPr>
              <a:t> </a:t>
            </a:r>
            <a:r>
              <a:rPr sz="1200" i="1" spc="-10" dirty="0">
                <a:latin typeface="Corbel"/>
                <a:cs typeface="Corbel"/>
              </a:rPr>
              <a:t>result</a:t>
            </a:r>
            <a:endParaRPr sz="1200" dirty="0">
              <a:latin typeface="Corbel"/>
              <a:cs typeface="Corbel"/>
            </a:endParaRPr>
          </a:p>
        </p:txBody>
      </p:sp>
      <p:sp>
        <p:nvSpPr>
          <p:cNvPr id="11" name="object 11"/>
          <p:cNvSpPr txBox="1"/>
          <p:nvPr/>
        </p:nvSpPr>
        <p:spPr>
          <a:xfrm>
            <a:off x="3868480" y="3815588"/>
            <a:ext cx="2907030" cy="702310"/>
          </a:xfrm>
          <a:prstGeom prst="rect">
            <a:avLst/>
          </a:prstGeom>
        </p:spPr>
        <p:txBody>
          <a:bodyPr vert="horz" wrap="square" lIns="0" tIns="33019" rIns="0" bIns="0" rtlCol="0">
            <a:spAutoFit/>
          </a:bodyPr>
          <a:lstStyle/>
          <a:p>
            <a:pPr marL="12700" marR="5080" algn="just">
              <a:lnSpc>
                <a:spcPts val="1300"/>
              </a:lnSpc>
              <a:spcBef>
                <a:spcPts val="259"/>
              </a:spcBef>
            </a:pPr>
            <a:r>
              <a:rPr sz="1200" i="1" dirty="0">
                <a:latin typeface="Corbel"/>
                <a:cs typeface="Corbel"/>
              </a:rPr>
              <a:t>As</a:t>
            </a:r>
            <a:r>
              <a:rPr sz="1200" i="1" spc="-20" dirty="0">
                <a:latin typeface="Corbel"/>
                <a:cs typeface="Corbel"/>
              </a:rPr>
              <a:t> </a:t>
            </a:r>
            <a:r>
              <a:rPr sz="1200" i="1" dirty="0">
                <a:latin typeface="Corbel"/>
                <a:cs typeface="Corbel"/>
              </a:rPr>
              <a:t>AOA</a:t>
            </a:r>
            <a:r>
              <a:rPr sz="1200" i="1" spc="-15" dirty="0">
                <a:latin typeface="Corbel"/>
                <a:cs typeface="Corbel"/>
              </a:rPr>
              <a:t> </a:t>
            </a:r>
            <a:r>
              <a:rPr sz="1200" i="1" dirty="0">
                <a:latin typeface="Corbel"/>
                <a:cs typeface="Corbel"/>
              </a:rPr>
              <a:t>increase,</a:t>
            </a:r>
            <a:r>
              <a:rPr sz="1200" i="1" spc="-25" dirty="0">
                <a:latin typeface="Corbel"/>
                <a:cs typeface="Corbel"/>
              </a:rPr>
              <a:t> </a:t>
            </a:r>
            <a:r>
              <a:rPr sz="1200" i="1" dirty="0">
                <a:latin typeface="Corbel"/>
                <a:cs typeface="Corbel"/>
              </a:rPr>
              <a:t>lift</a:t>
            </a:r>
            <a:r>
              <a:rPr sz="1200" i="1" spc="-15" dirty="0">
                <a:latin typeface="Corbel"/>
                <a:cs typeface="Corbel"/>
              </a:rPr>
              <a:t> </a:t>
            </a:r>
            <a:r>
              <a:rPr sz="1200" i="1" dirty="0">
                <a:latin typeface="Corbel"/>
                <a:cs typeface="Corbel"/>
              </a:rPr>
              <a:t>forces</a:t>
            </a:r>
            <a:r>
              <a:rPr sz="1200" i="1" spc="-20" dirty="0">
                <a:latin typeface="Corbel"/>
                <a:cs typeface="Corbel"/>
              </a:rPr>
              <a:t> </a:t>
            </a:r>
            <a:r>
              <a:rPr sz="1200" i="1" dirty="0">
                <a:latin typeface="Corbel"/>
                <a:cs typeface="Corbel"/>
              </a:rPr>
              <a:t>build</a:t>
            </a:r>
            <a:r>
              <a:rPr sz="1200" i="1" spc="-20" dirty="0">
                <a:latin typeface="Corbel"/>
                <a:cs typeface="Corbel"/>
              </a:rPr>
              <a:t> </a:t>
            </a:r>
            <a:r>
              <a:rPr sz="1200" i="1" dirty="0">
                <a:latin typeface="Corbel"/>
                <a:cs typeface="Corbel"/>
              </a:rPr>
              <a:t>to</a:t>
            </a:r>
            <a:r>
              <a:rPr sz="1200" i="1" spc="-15" dirty="0">
                <a:latin typeface="Corbel"/>
                <a:cs typeface="Corbel"/>
              </a:rPr>
              <a:t> </a:t>
            </a:r>
            <a:r>
              <a:rPr sz="1200" i="1" dirty="0">
                <a:latin typeface="Corbel"/>
                <a:cs typeface="Corbel"/>
              </a:rPr>
              <a:t>a</a:t>
            </a:r>
            <a:r>
              <a:rPr sz="1200" i="1" spc="-10" dirty="0">
                <a:latin typeface="Corbel"/>
                <a:cs typeface="Corbel"/>
              </a:rPr>
              <a:t> </a:t>
            </a:r>
            <a:r>
              <a:rPr sz="1200" i="1" dirty="0">
                <a:latin typeface="Corbel"/>
                <a:cs typeface="Corbel"/>
              </a:rPr>
              <a:t>peak</a:t>
            </a:r>
            <a:r>
              <a:rPr sz="1200" i="1" spc="-10" dirty="0">
                <a:latin typeface="Corbel"/>
                <a:cs typeface="Corbel"/>
              </a:rPr>
              <a:t> </a:t>
            </a:r>
            <a:r>
              <a:rPr sz="1200" i="1" spc="-20" dirty="0">
                <a:latin typeface="Corbel"/>
                <a:cs typeface="Corbel"/>
              </a:rPr>
              <a:t>then </a:t>
            </a:r>
            <a:r>
              <a:rPr sz="1200" i="1" dirty="0">
                <a:latin typeface="Corbel"/>
                <a:cs typeface="Corbel"/>
              </a:rPr>
              <a:t>the</a:t>
            </a:r>
            <a:r>
              <a:rPr sz="1200" i="1" spc="380" dirty="0">
                <a:latin typeface="Corbel"/>
                <a:cs typeface="Corbel"/>
              </a:rPr>
              <a:t> </a:t>
            </a:r>
            <a:r>
              <a:rPr sz="1200" i="1" dirty="0">
                <a:latin typeface="Corbel"/>
                <a:cs typeface="Corbel"/>
              </a:rPr>
              <a:t>airflow</a:t>
            </a:r>
            <a:r>
              <a:rPr sz="1200" i="1" spc="370" dirty="0">
                <a:latin typeface="Corbel"/>
                <a:cs typeface="Corbel"/>
              </a:rPr>
              <a:t> </a:t>
            </a:r>
            <a:r>
              <a:rPr sz="1200" i="1" dirty="0">
                <a:latin typeface="Corbel"/>
                <a:cs typeface="Corbel"/>
              </a:rPr>
              <a:t>begins</a:t>
            </a:r>
            <a:r>
              <a:rPr sz="1200" i="1" spc="375" dirty="0">
                <a:latin typeface="Corbel"/>
                <a:cs typeface="Corbel"/>
              </a:rPr>
              <a:t> </a:t>
            </a:r>
            <a:r>
              <a:rPr sz="1200" i="1" dirty="0">
                <a:latin typeface="Corbel"/>
                <a:cs typeface="Corbel"/>
              </a:rPr>
              <a:t>to</a:t>
            </a:r>
            <a:r>
              <a:rPr sz="1200" i="1" spc="375" dirty="0">
                <a:latin typeface="Corbel"/>
                <a:cs typeface="Corbel"/>
              </a:rPr>
              <a:t> </a:t>
            </a:r>
            <a:r>
              <a:rPr sz="1200" i="1" dirty="0">
                <a:latin typeface="Corbel"/>
                <a:cs typeface="Corbel"/>
              </a:rPr>
              <a:t>move</a:t>
            </a:r>
            <a:r>
              <a:rPr sz="1200" i="1" spc="385" dirty="0">
                <a:latin typeface="Corbel"/>
                <a:cs typeface="Corbel"/>
              </a:rPr>
              <a:t> </a:t>
            </a:r>
            <a:r>
              <a:rPr sz="1200" i="1" dirty="0">
                <a:latin typeface="Corbel"/>
                <a:cs typeface="Corbel"/>
              </a:rPr>
              <a:t>away</a:t>
            </a:r>
            <a:r>
              <a:rPr sz="1200" i="1" spc="375" dirty="0">
                <a:latin typeface="Corbel"/>
                <a:cs typeface="Corbel"/>
              </a:rPr>
              <a:t> </a:t>
            </a:r>
            <a:r>
              <a:rPr sz="1200" i="1" dirty="0">
                <a:latin typeface="Corbel"/>
                <a:cs typeface="Corbel"/>
              </a:rPr>
              <a:t>from</a:t>
            </a:r>
            <a:r>
              <a:rPr sz="1200" i="1" spc="375" dirty="0">
                <a:latin typeface="Corbel"/>
                <a:cs typeface="Corbel"/>
              </a:rPr>
              <a:t> </a:t>
            </a:r>
            <a:r>
              <a:rPr sz="1200" i="1" spc="-25" dirty="0">
                <a:latin typeface="Corbel"/>
                <a:cs typeface="Corbel"/>
              </a:rPr>
              <a:t>the </a:t>
            </a:r>
            <a:r>
              <a:rPr sz="1200" i="1" dirty="0">
                <a:latin typeface="Corbel"/>
                <a:cs typeface="Corbel"/>
              </a:rPr>
              <a:t>wing,</a:t>
            </a:r>
            <a:r>
              <a:rPr sz="1200" i="1" spc="50" dirty="0">
                <a:latin typeface="Corbel"/>
                <a:cs typeface="Corbel"/>
              </a:rPr>
              <a:t> </a:t>
            </a:r>
            <a:r>
              <a:rPr sz="1200" i="1" dirty="0">
                <a:latin typeface="Corbel"/>
                <a:cs typeface="Corbel"/>
              </a:rPr>
              <a:t>starting</a:t>
            </a:r>
            <a:r>
              <a:rPr sz="1200" i="1" spc="60" dirty="0">
                <a:latin typeface="Corbel"/>
                <a:cs typeface="Corbel"/>
              </a:rPr>
              <a:t> </a:t>
            </a:r>
            <a:r>
              <a:rPr sz="1200" i="1" dirty="0">
                <a:latin typeface="Corbel"/>
                <a:cs typeface="Corbel"/>
              </a:rPr>
              <a:t>near</a:t>
            </a:r>
            <a:r>
              <a:rPr sz="1200" i="1" spc="70" dirty="0">
                <a:latin typeface="Corbel"/>
                <a:cs typeface="Corbel"/>
              </a:rPr>
              <a:t> </a:t>
            </a:r>
            <a:r>
              <a:rPr sz="1200" i="1" dirty="0">
                <a:latin typeface="Corbel"/>
                <a:cs typeface="Corbel"/>
              </a:rPr>
              <a:t>the</a:t>
            </a:r>
            <a:r>
              <a:rPr sz="1200" i="1" spc="60" dirty="0">
                <a:latin typeface="Corbel"/>
                <a:cs typeface="Corbel"/>
              </a:rPr>
              <a:t> </a:t>
            </a:r>
            <a:r>
              <a:rPr sz="1200" i="1" dirty="0">
                <a:latin typeface="Corbel"/>
                <a:cs typeface="Corbel"/>
              </a:rPr>
              <a:t>trailing</a:t>
            </a:r>
            <a:r>
              <a:rPr sz="1200" i="1" spc="65" dirty="0">
                <a:latin typeface="Corbel"/>
                <a:cs typeface="Corbel"/>
              </a:rPr>
              <a:t> </a:t>
            </a:r>
            <a:r>
              <a:rPr sz="1200" i="1" dirty="0">
                <a:latin typeface="Corbel"/>
                <a:cs typeface="Corbel"/>
              </a:rPr>
              <a:t>edge</a:t>
            </a:r>
            <a:r>
              <a:rPr sz="1200" i="1" spc="60" dirty="0">
                <a:latin typeface="Corbel"/>
                <a:cs typeface="Corbel"/>
              </a:rPr>
              <a:t> </a:t>
            </a:r>
            <a:r>
              <a:rPr sz="1200" i="1" dirty="0">
                <a:latin typeface="Corbel"/>
                <a:cs typeface="Corbel"/>
              </a:rPr>
              <a:t>ang</a:t>
            </a:r>
            <a:r>
              <a:rPr sz="1200" i="1" spc="60" dirty="0">
                <a:latin typeface="Corbel"/>
                <a:cs typeface="Corbel"/>
              </a:rPr>
              <a:t> </a:t>
            </a:r>
            <a:r>
              <a:rPr sz="1200" i="1" spc="-20" dirty="0">
                <a:latin typeface="Corbel"/>
                <a:cs typeface="Corbel"/>
              </a:rPr>
              <a:t>going </a:t>
            </a:r>
            <a:r>
              <a:rPr sz="1200" i="1" dirty="0">
                <a:latin typeface="Corbel"/>
                <a:cs typeface="Corbel"/>
              </a:rPr>
              <a:t>forward,</a:t>
            </a:r>
            <a:r>
              <a:rPr sz="1200" i="1" spc="-40" dirty="0">
                <a:latin typeface="Corbel"/>
                <a:cs typeface="Corbel"/>
              </a:rPr>
              <a:t> </a:t>
            </a:r>
            <a:r>
              <a:rPr sz="1200" i="1" spc="-10" dirty="0">
                <a:latin typeface="Corbel"/>
                <a:cs typeface="Corbel"/>
              </a:rPr>
              <a:t>until…….</a:t>
            </a:r>
            <a:endParaRPr sz="1200" dirty="0">
              <a:latin typeface="Corbel"/>
              <a:cs typeface="Corbel"/>
            </a:endParaRPr>
          </a:p>
        </p:txBody>
      </p:sp>
      <p:sp>
        <p:nvSpPr>
          <p:cNvPr id="12" name="object 12"/>
          <p:cNvSpPr txBox="1"/>
          <p:nvPr/>
        </p:nvSpPr>
        <p:spPr>
          <a:xfrm>
            <a:off x="3868480" y="4787900"/>
            <a:ext cx="2907665" cy="541020"/>
          </a:xfrm>
          <a:prstGeom prst="rect">
            <a:avLst/>
          </a:prstGeom>
        </p:spPr>
        <p:txBody>
          <a:bodyPr vert="horz" wrap="square" lIns="0" tIns="29209" rIns="0" bIns="0" rtlCol="0">
            <a:spAutoFit/>
          </a:bodyPr>
          <a:lstStyle/>
          <a:p>
            <a:pPr marL="12700" marR="5080" algn="just">
              <a:lnSpc>
                <a:spcPct val="90800"/>
              </a:lnSpc>
              <a:spcBef>
                <a:spcPts val="229"/>
              </a:spcBef>
            </a:pPr>
            <a:r>
              <a:rPr sz="1200" i="1" dirty="0">
                <a:latin typeface="Corbel"/>
                <a:cs typeface="Corbel"/>
              </a:rPr>
              <a:t>…Stall</a:t>
            </a:r>
            <a:r>
              <a:rPr sz="1200" i="1" spc="210" dirty="0">
                <a:latin typeface="Corbel"/>
                <a:cs typeface="Corbel"/>
              </a:rPr>
              <a:t>  </a:t>
            </a:r>
            <a:r>
              <a:rPr sz="1200" i="1" dirty="0">
                <a:latin typeface="Corbel"/>
                <a:cs typeface="Corbel"/>
              </a:rPr>
              <a:t>occurs.</a:t>
            </a:r>
            <a:r>
              <a:rPr sz="1200" i="1" spc="210" dirty="0">
                <a:latin typeface="Corbel"/>
                <a:cs typeface="Corbel"/>
              </a:rPr>
              <a:t>  </a:t>
            </a:r>
            <a:r>
              <a:rPr sz="1200" i="1" dirty="0">
                <a:latin typeface="Corbel"/>
                <a:cs typeface="Corbel"/>
              </a:rPr>
              <a:t>As</a:t>
            </a:r>
            <a:r>
              <a:rPr sz="1200" i="1" spc="210" dirty="0">
                <a:latin typeface="Corbel"/>
                <a:cs typeface="Corbel"/>
              </a:rPr>
              <a:t>  </a:t>
            </a:r>
            <a:r>
              <a:rPr sz="1200" i="1" dirty="0">
                <a:latin typeface="Corbel"/>
                <a:cs typeface="Corbel"/>
              </a:rPr>
              <a:t>the</a:t>
            </a:r>
            <a:r>
              <a:rPr sz="1200" i="1" spc="215" dirty="0">
                <a:latin typeface="Corbel"/>
                <a:cs typeface="Corbel"/>
              </a:rPr>
              <a:t>  </a:t>
            </a:r>
            <a:r>
              <a:rPr sz="1200" i="1" dirty="0">
                <a:latin typeface="Corbel"/>
                <a:cs typeface="Corbel"/>
              </a:rPr>
              <a:t>AOA</a:t>
            </a:r>
            <a:r>
              <a:rPr sz="1200" i="1" spc="210" dirty="0">
                <a:latin typeface="Corbel"/>
                <a:cs typeface="Corbel"/>
              </a:rPr>
              <a:t>  </a:t>
            </a:r>
            <a:r>
              <a:rPr sz="1200" i="1" dirty="0">
                <a:latin typeface="Corbel"/>
                <a:cs typeface="Corbel"/>
              </a:rPr>
              <a:t>exceeds</a:t>
            </a:r>
            <a:r>
              <a:rPr sz="1200" i="1" spc="210" dirty="0">
                <a:latin typeface="Corbel"/>
                <a:cs typeface="Corbel"/>
              </a:rPr>
              <a:t>  </a:t>
            </a:r>
            <a:r>
              <a:rPr sz="1200" i="1" spc="-25" dirty="0">
                <a:latin typeface="Corbel"/>
                <a:cs typeface="Corbel"/>
              </a:rPr>
              <a:t>the </a:t>
            </a:r>
            <a:r>
              <a:rPr sz="1200" i="1" dirty="0">
                <a:latin typeface="Corbel"/>
                <a:cs typeface="Corbel"/>
              </a:rPr>
              <a:t>maximum</a:t>
            </a:r>
            <a:r>
              <a:rPr sz="1200" i="1" spc="165" dirty="0">
                <a:latin typeface="Corbel"/>
                <a:cs typeface="Corbel"/>
              </a:rPr>
              <a:t> </a:t>
            </a:r>
            <a:r>
              <a:rPr sz="1200" i="1" dirty="0">
                <a:latin typeface="Corbel"/>
                <a:cs typeface="Corbel"/>
              </a:rPr>
              <a:t>AOA,</a:t>
            </a:r>
            <a:r>
              <a:rPr sz="1200" i="1" spc="165" dirty="0">
                <a:latin typeface="Corbel"/>
                <a:cs typeface="Corbel"/>
              </a:rPr>
              <a:t> </a:t>
            </a:r>
            <a:r>
              <a:rPr sz="1200" i="1" dirty="0">
                <a:latin typeface="Corbel"/>
                <a:cs typeface="Corbel"/>
              </a:rPr>
              <a:t>the</a:t>
            </a:r>
            <a:r>
              <a:rPr sz="1200" i="1" spc="170" dirty="0">
                <a:latin typeface="Corbel"/>
                <a:cs typeface="Corbel"/>
              </a:rPr>
              <a:t> </a:t>
            </a:r>
            <a:r>
              <a:rPr sz="1200" i="1" dirty="0">
                <a:latin typeface="Corbel"/>
                <a:cs typeface="Corbel"/>
              </a:rPr>
              <a:t>airflow</a:t>
            </a:r>
            <a:r>
              <a:rPr sz="1200" i="1" spc="165" dirty="0">
                <a:latin typeface="Corbel"/>
                <a:cs typeface="Corbel"/>
              </a:rPr>
              <a:t> </a:t>
            </a:r>
            <a:r>
              <a:rPr sz="1200" i="1" dirty="0">
                <a:latin typeface="Corbel"/>
                <a:cs typeface="Corbel"/>
              </a:rPr>
              <a:t>breaks</a:t>
            </a:r>
            <a:r>
              <a:rPr sz="1200" i="1" spc="165" dirty="0">
                <a:latin typeface="Corbel"/>
                <a:cs typeface="Corbel"/>
              </a:rPr>
              <a:t> </a:t>
            </a:r>
            <a:r>
              <a:rPr sz="1200" i="1" dirty="0">
                <a:latin typeface="Corbel"/>
                <a:cs typeface="Corbel"/>
              </a:rPr>
              <a:t>away</a:t>
            </a:r>
            <a:r>
              <a:rPr sz="1200" i="1" spc="170" dirty="0">
                <a:latin typeface="Corbel"/>
                <a:cs typeface="Corbel"/>
              </a:rPr>
              <a:t> </a:t>
            </a:r>
            <a:r>
              <a:rPr sz="1200" i="1" spc="-25" dirty="0">
                <a:latin typeface="Corbel"/>
                <a:cs typeface="Corbel"/>
              </a:rPr>
              <a:t>and </a:t>
            </a:r>
            <a:r>
              <a:rPr sz="1200" i="1" dirty="0">
                <a:latin typeface="Corbel"/>
                <a:cs typeface="Corbel"/>
              </a:rPr>
              <a:t>lift</a:t>
            </a:r>
            <a:r>
              <a:rPr sz="1200" i="1" spc="-15" dirty="0">
                <a:latin typeface="Corbel"/>
                <a:cs typeface="Corbel"/>
              </a:rPr>
              <a:t> </a:t>
            </a:r>
            <a:r>
              <a:rPr sz="1200" i="1" dirty="0">
                <a:latin typeface="Corbel"/>
                <a:cs typeface="Corbel"/>
              </a:rPr>
              <a:t>is</a:t>
            </a:r>
            <a:r>
              <a:rPr sz="1200" i="1" spc="-20" dirty="0">
                <a:latin typeface="Corbel"/>
                <a:cs typeface="Corbel"/>
              </a:rPr>
              <a:t> </a:t>
            </a:r>
            <a:r>
              <a:rPr sz="1200" i="1" spc="-10" dirty="0">
                <a:latin typeface="Corbel"/>
                <a:cs typeface="Corbel"/>
              </a:rPr>
              <a:t>destroyed.</a:t>
            </a:r>
            <a:endParaRPr sz="1200" dirty="0">
              <a:latin typeface="Corbel"/>
              <a:cs typeface="Corbel"/>
            </a:endParaRPr>
          </a:p>
        </p:txBody>
      </p:sp>
      <p:sp>
        <p:nvSpPr>
          <p:cNvPr id="13" name="object 13"/>
          <p:cNvSpPr txBox="1"/>
          <p:nvPr/>
        </p:nvSpPr>
        <p:spPr>
          <a:xfrm>
            <a:off x="7571740" y="2627884"/>
            <a:ext cx="1640205" cy="269240"/>
          </a:xfrm>
          <a:prstGeom prst="rect">
            <a:avLst/>
          </a:prstGeom>
        </p:spPr>
        <p:txBody>
          <a:bodyPr vert="horz" wrap="square" lIns="0" tIns="12700" rIns="0" bIns="0" rtlCol="0">
            <a:spAutoFit/>
          </a:bodyPr>
          <a:lstStyle/>
          <a:p>
            <a:pPr marL="12700">
              <a:lnSpc>
                <a:spcPct val="100000"/>
              </a:lnSpc>
              <a:spcBef>
                <a:spcPts val="100"/>
              </a:spcBef>
            </a:pPr>
            <a:r>
              <a:rPr sz="1600" b="1" u="sng" dirty="0">
                <a:uFill>
                  <a:solidFill>
                    <a:srgbClr val="000000"/>
                  </a:solidFill>
                </a:uFill>
                <a:latin typeface="Corbel"/>
                <a:cs typeface="Corbel"/>
              </a:rPr>
              <a:t>Symptoms</a:t>
            </a:r>
            <a:r>
              <a:rPr sz="1600" b="1" u="sng" spc="-55"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75" dirty="0">
                <a:uFill>
                  <a:solidFill>
                    <a:srgbClr val="000000"/>
                  </a:solidFill>
                </a:uFill>
                <a:latin typeface="Corbel"/>
                <a:cs typeface="Corbel"/>
              </a:rPr>
              <a:t> </a:t>
            </a:r>
            <a:r>
              <a:rPr sz="1600" b="1" u="sng" spc="-20" dirty="0">
                <a:uFill>
                  <a:solidFill>
                    <a:srgbClr val="000000"/>
                  </a:solidFill>
                </a:uFill>
                <a:latin typeface="Corbel"/>
                <a:cs typeface="Corbel"/>
              </a:rPr>
              <a:t>Stall</a:t>
            </a:r>
            <a:endParaRPr sz="1600" dirty="0">
              <a:latin typeface="Corbel"/>
              <a:cs typeface="Corbel"/>
            </a:endParaRPr>
          </a:p>
        </p:txBody>
      </p:sp>
      <p:sp>
        <p:nvSpPr>
          <p:cNvPr id="14" name="object 14"/>
          <p:cNvSpPr txBox="1"/>
          <p:nvPr/>
        </p:nvSpPr>
        <p:spPr>
          <a:xfrm>
            <a:off x="7571740" y="2856483"/>
            <a:ext cx="3000375" cy="1080135"/>
          </a:xfrm>
          <a:prstGeom prst="rect">
            <a:avLst/>
          </a:prstGeom>
        </p:spPr>
        <p:txBody>
          <a:bodyPr vert="horz" wrap="square" lIns="0" tIns="125095" rIns="0" bIns="0" rtlCol="0">
            <a:spAutoFit/>
          </a:bodyPr>
          <a:lstStyle/>
          <a:p>
            <a:pPr marL="412115" indent="-399415">
              <a:lnSpc>
                <a:spcPct val="100000"/>
              </a:lnSpc>
              <a:spcBef>
                <a:spcPts val="985"/>
              </a:spcBef>
              <a:buAutoNum type="romanLcPeriod"/>
              <a:tabLst>
                <a:tab pos="412115" algn="l"/>
              </a:tabLst>
            </a:pPr>
            <a:r>
              <a:rPr sz="1600" dirty="0">
                <a:latin typeface="Corbel"/>
                <a:cs typeface="Corbel"/>
              </a:rPr>
              <a:t>Reducing</a:t>
            </a:r>
            <a:r>
              <a:rPr sz="1600" spc="-45" dirty="0">
                <a:latin typeface="Corbel"/>
                <a:cs typeface="Corbel"/>
              </a:rPr>
              <a:t> </a:t>
            </a:r>
            <a:r>
              <a:rPr sz="1600" dirty="0">
                <a:latin typeface="Corbel"/>
                <a:cs typeface="Corbel"/>
              </a:rPr>
              <a:t>air</a:t>
            </a:r>
            <a:r>
              <a:rPr sz="1600" spc="-45" dirty="0">
                <a:latin typeface="Corbel"/>
                <a:cs typeface="Corbel"/>
              </a:rPr>
              <a:t> </a:t>
            </a:r>
            <a:r>
              <a:rPr sz="1600" spc="-10" dirty="0">
                <a:latin typeface="Corbel"/>
                <a:cs typeface="Corbel"/>
              </a:rPr>
              <a:t>speed</a:t>
            </a:r>
            <a:endParaRPr sz="1600" dirty="0">
              <a:latin typeface="Corbel"/>
              <a:cs typeface="Corbel"/>
            </a:endParaRPr>
          </a:p>
          <a:p>
            <a:pPr marL="412115" indent="-399415">
              <a:lnSpc>
                <a:spcPct val="100000"/>
              </a:lnSpc>
              <a:spcBef>
                <a:spcPts val="890"/>
              </a:spcBef>
              <a:buAutoNum type="romanLcPeriod"/>
              <a:tabLst>
                <a:tab pos="412115" algn="l"/>
              </a:tabLst>
            </a:pPr>
            <a:r>
              <a:rPr sz="1600" dirty="0">
                <a:latin typeface="Corbel"/>
                <a:cs typeface="Corbel"/>
              </a:rPr>
              <a:t>Reducing</a:t>
            </a:r>
            <a:r>
              <a:rPr sz="1600" spc="-60" dirty="0">
                <a:latin typeface="Corbel"/>
                <a:cs typeface="Corbel"/>
              </a:rPr>
              <a:t> </a:t>
            </a:r>
            <a:r>
              <a:rPr sz="1600" dirty="0">
                <a:latin typeface="Corbel"/>
                <a:cs typeface="Corbel"/>
              </a:rPr>
              <a:t>control</a:t>
            </a:r>
            <a:r>
              <a:rPr sz="1600" spc="-55" dirty="0">
                <a:latin typeface="Corbel"/>
                <a:cs typeface="Corbel"/>
              </a:rPr>
              <a:t> </a:t>
            </a:r>
            <a:r>
              <a:rPr sz="1600" spc="-10" dirty="0">
                <a:latin typeface="Corbel"/>
                <a:cs typeface="Corbel"/>
              </a:rPr>
              <a:t>effectiveness</a:t>
            </a:r>
            <a:endParaRPr sz="1600" dirty="0">
              <a:latin typeface="Corbel"/>
              <a:cs typeface="Corbel"/>
            </a:endParaRPr>
          </a:p>
          <a:p>
            <a:pPr marL="412115" indent="-399415">
              <a:lnSpc>
                <a:spcPct val="100000"/>
              </a:lnSpc>
              <a:spcBef>
                <a:spcPts val="770"/>
              </a:spcBef>
              <a:buAutoNum type="romanLcPeriod"/>
              <a:tabLst>
                <a:tab pos="412115" algn="l"/>
              </a:tabLst>
            </a:pPr>
            <a:r>
              <a:rPr sz="1600" spc="-10" dirty="0">
                <a:latin typeface="Corbel"/>
                <a:cs typeface="Corbel"/>
              </a:rPr>
              <a:t>Pre-</a:t>
            </a:r>
            <a:r>
              <a:rPr sz="1600" dirty="0">
                <a:latin typeface="Corbel"/>
                <a:cs typeface="Corbel"/>
              </a:rPr>
              <a:t>stall</a:t>
            </a:r>
            <a:r>
              <a:rPr sz="1600" spc="-5" dirty="0">
                <a:latin typeface="Corbel"/>
                <a:cs typeface="Corbel"/>
              </a:rPr>
              <a:t> </a:t>
            </a:r>
            <a:r>
              <a:rPr sz="1600" spc="-10" dirty="0">
                <a:latin typeface="Corbel"/>
                <a:cs typeface="Corbel"/>
              </a:rPr>
              <a:t>buffet</a:t>
            </a:r>
            <a:endParaRPr sz="1600" dirty="0">
              <a:latin typeface="Corbel"/>
              <a:cs typeface="Corbel"/>
            </a:endParaRPr>
          </a:p>
        </p:txBody>
      </p:sp>
      <p:sp>
        <p:nvSpPr>
          <p:cNvPr id="15" name="object 15"/>
          <p:cNvSpPr txBox="1"/>
          <p:nvPr/>
        </p:nvSpPr>
        <p:spPr>
          <a:xfrm>
            <a:off x="7571740" y="4240276"/>
            <a:ext cx="3601720" cy="1781175"/>
          </a:xfrm>
          <a:prstGeom prst="rect">
            <a:avLst/>
          </a:prstGeom>
        </p:spPr>
        <p:txBody>
          <a:bodyPr vert="horz" wrap="square" lIns="0" tIns="125095" rIns="0" bIns="0" rtlCol="0">
            <a:spAutoFit/>
          </a:bodyPr>
          <a:lstStyle/>
          <a:p>
            <a:pPr marL="12700">
              <a:lnSpc>
                <a:spcPct val="100000"/>
              </a:lnSpc>
              <a:spcBef>
                <a:spcPts val="985"/>
              </a:spcBef>
            </a:pPr>
            <a:r>
              <a:rPr sz="1600" b="1" u="sng" spc="-10" dirty="0">
                <a:uFill>
                  <a:solidFill>
                    <a:srgbClr val="000000"/>
                  </a:solidFill>
                </a:uFill>
                <a:latin typeface="Corbel"/>
                <a:cs typeface="Corbel"/>
              </a:rPr>
              <a:t>Basic</a:t>
            </a:r>
            <a:r>
              <a:rPr sz="1600" b="1" u="sng" spc="-60" dirty="0">
                <a:uFill>
                  <a:solidFill>
                    <a:srgbClr val="000000"/>
                  </a:solidFill>
                </a:uFill>
                <a:latin typeface="Corbel"/>
                <a:cs typeface="Corbel"/>
              </a:rPr>
              <a:t> </a:t>
            </a:r>
            <a:r>
              <a:rPr sz="1600" b="1" u="sng" dirty="0">
                <a:uFill>
                  <a:solidFill>
                    <a:srgbClr val="000000"/>
                  </a:solidFill>
                </a:uFill>
                <a:latin typeface="Corbel"/>
                <a:cs typeface="Corbel"/>
              </a:rPr>
              <a:t>Stall</a:t>
            </a:r>
            <a:r>
              <a:rPr sz="1600" b="1" u="sng" spc="-10" dirty="0">
                <a:uFill>
                  <a:solidFill>
                    <a:srgbClr val="000000"/>
                  </a:solidFill>
                </a:uFill>
                <a:latin typeface="Corbel"/>
                <a:cs typeface="Corbel"/>
              </a:rPr>
              <a:t> recovery</a:t>
            </a:r>
            <a:endParaRPr sz="1600" dirty="0">
              <a:latin typeface="Corbel"/>
              <a:cs typeface="Corbel"/>
            </a:endParaRPr>
          </a:p>
          <a:p>
            <a:pPr marL="12700" marR="5080">
              <a:lnSpc>
                <a:spcPct val="140600"/>
              </a:lnSpc>
              <a:spcBef>
                <a:spcPts val="110"/>
              </a:spcBef>
            </a:pPr>
            <a:r>
              <a:rPr sz="1600" b="1" dirty="0">
                <a:latin typeface="Corbel"/>
                <a:cs typeface="Corbel"/>
              </a:rPr>
              <a:t>P</a:t>
            </a:r>
            <a:r>
              <a:rPr sz="1600" b="1" spc="-35" dirty="0">
                <a:latin typeface="Corbel"/>
                <a:cs typeface="Corbel"/>
              </a:rPr>
              <a:t> </a:t>
            </a:r>
            <a:r>
              <a:rPr sz="1600" dirty="0">
                <a:latin typeface="Corbel"/>
                <a:cs typeface="Corbel"/>
              </a:rPr>
              <a:t>-</a:t>
            </a:r>
            <a:r>
              <a:rPr sz="1600" spc="-10" dirty="0">
                <a:latin typeface="Corbel"/>
                <a:cs typeface="Corbel"/>
              </a:rPr>
              <a:t> </a:t>
            </a:r>
            <a:r>
              <a:rPr sz="1600" dirty="0">
                <a:latin typeface="Corbel"/>
                <a:cs typeface="Corbel"/>
              </a:rPr>
              <a:t>Pitch</a:t>
            </a:r>
            <a:r>
              <a:rPr sz="1600" spc="-15" dirty="0">
                <a:latin typeface="Corbel"/>
                <a:cs typeface="Corbel"/>
              </a:rPr>
              <a:t> </a:t>
            </a:r>
            <a:r>
              <a:rPr sz="1600" spc="-10" dirty="0">
                <a:latin typeface="Corbel"/>
                <a:cs typeface="Corbel"/>
              </a:rPr>
              <a:t>nose-</a:t>
            </a:r>
            <a:r>
              <a:rPr sz="1600" dirty="0">
                <a:latin typeface="Corbel"/>
                <a:cs typeface="Corbel"/>
              </a:rPr>
              <a:t>down</a:t>
            </a:r>
            <a:r>
              <a:rPr sz="1600" spc="-10"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decrease</a:t>
            </a:r>
            <a:r>
              <a:rPr sz="1600" spc="-15" dirty="0">
                <a:latin typeface="Corbel"/>
                <a:cs typeface="Corbel"/>
              </a:rPr>
              <a:t> </a:t>
            </a:r>
            <a:r>
              <a:rPr sz="1600" spc="-10" dirty="0">
                <a:latin typeface="Corbel"/>
                <a:cs typeface="Corbel"/>
              </a:rPr>
              <a:t>the</a:t>
            </a:r>
            <a:r>
              <a:rPr sz="1600" spc="-70" dirty="0">
                <a:latin typeface="Corbel"/>
                <a:cs typeface="Corbel"/>
              </a:rPr>
              <a:t> </a:t>
            </a:r>
            <a:r>
              <a:rPr sz="1600" spc="-20" dirty="0">
                <a:latin typeface="Corbel"/>
                <a:cs typeface="Corbel"/>
              </a:rPr>
              <a:t>AOA. </a:t>
            </a:r>
            <a:r>
              <a:rPr sz="1600" b="1" dirty="0">
                <a:latin typeface="Corbel"/>
                <a:cs typeface="Corbel"/>
              </a:rPr>
              <a:t>R</a:t>
            </a:r>
            <a:r>
              <a:rPr sz="1600" b="1" spc="-40"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Reduce</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bank</a:t>
            </a:r>
            <a:r>
              <a:rPr sz="1600" spc="-25" dirty="0">
                <a:latin typeface="Corbel"/>
                <a:cs typeface="Corbel"/>
              </a:rPr>
              <a:t> </a:t>
            </a:r>
            <a:r>
              <a:rPr sz="1600" dirty="0">
                <a:latin typeface="Corbel"/>
                <a:cs typeface="Corbel"/>
              </a:rPr>
              <a:t>by</a:t>
            </a:r>
            <a:r>
              <a:rPr sz="1600" spc="-25" dirty="0">
                <a:latin typeface="Corbel"/>
                <a:cs typeface="Corbel"/>
              </a:rPr>
              <a:t> </a:t>
            </a:r>
            <a:r>
              <a:rPr sz="1600" dirty="0">
                <a:latin typeface="Corbel"/>
                <a:cs typeface="Corbel"/>
              </a:rPr>
              <a:t>levelling</a:t>
            </a:r>
            <a:r>
              <a:rPr sz="1600" spc="-2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wings. </a:t>
            </a:r>
            <a:r>
              <a:rPr sz="1600" b="1" dirty="0">
                <a:latin typeface="Corbel"/>
                <a:cs typeface="Corbel"/>
              </a:rPr>
              <a:t>A</a:t>
            </a:r>
            <a:r>
              <a:rPr sz="1600" b="1" spc="-30" dirty="0">
                <a:latin typeface="Corbel"/>
                <a:cs typeface="Corbel"/>
              </a:rPr>
              <a:t> </a:t>
            </a:r>
            <a:r>
              <a:rPr sz="1600" dirty="0">
                <a:latin typeface="Corbel"/>
                <a:cs typeface="Corbel"/>
              </a:rPr>
              <a:t>-</a:t>
            </a:r>
            <a:r>
              <a:rPr sz="1600" spc="-75" dirty="0">
                <a:latin typeface="Corbel"/>
                <a:cs typeface="Corbel"/>
              </a:rPr>
              <a:t> </a:t>
            </a:r>
            <a:r>
              <a:rPr sz="1600" dirty="0">
                <a:latin typeface="Corbel"/>
                <a:cs typeface="Corbel"/>
              </a:rPr>
              <a:t>Add</a:t>
            </a:r>
            <a:r>
              <a:rPr sz="1600" spc="-10" dirty="0">
                <a:latin typeface="Corbel"/>
                <a:cs typeface="Corbel"/>
              </a:rPr>
              <a:t> </a:t>
            </a:r>
            <a:r>
              <a:rPr sz="1600" dirty="0">
                <a:latin typeface="Corbel"/>
                <a:cs typeface="Corbel"/>
              </a:rPr>
              <a:t>power</a:t>
            </a:r>
            <a:r>
              <a:rPr sz="1600" spc="-10" dirty="0">
                <a:latin typeface="Corbel"/>
                <a:cs typeface="Corbel"/>
              </a:rPr>
              <a:t> </a:t>
            </a:r>
            <a:r>
              <a:rPr sz="1600" dirty="0">
                <a:latin typeface="Corbel"/>
                <a:cs typeface="Corbel"/>
              </a:rPr>
              <a:t>as</a:t>
            </a:r>
            <a:r>
              <a:rPr sz="1600" spc="-15" dirty="0">
                <a:latin typeface="Corbel"/>
                <a:cs typeface="Corbel"/>
              </a:rPr>
              <a:t> </a:t>
            </a:r>
            <a:r>
              <a:rPr sz="1600" spc="-10" dirty="0">
                <a:latin typeface="Corbel"/>
                <a:cs typeface="Corbel"/>
              </a:rPr>
              <a:t>needed.</a:t>
            </a:r>
            <a:endParaRPr sz="1600" dirty="0">
              <a:latin typeface="Corbel"/>
              <a:cs typeface="Corbel"/>
            </a:endParaRPr>
          </a:p>
          <a:p>
            <a:pPr marL="12700">
              <a:lnSpc>
                <a:spcPct val="100000"/>
              </a:lnSpc>
              <a:spcBef>
                <a:spcPts val="890"/>
              </a:spcBef>
            </a:pPr>
            <a:r>
              <a:rPr sz="1600" b="1" dirty="0">
                <a:latin typeface="Corbel"/>
                <a:cs typeface="Corbel"/>
              </a:rPr>
              <a:t>R</a:t>
            </a:r>
            <a:r>
              <a:rPr sz="1600" b="1" spc="-40" dirty="0">
                <a:latin typeface="Corbel"/>
                <a:cs typeface="Corbel"/>
              </a:rPr>
              <a:t> </a:t>
            </a:r>
            <a:r>
              <a:rPr sz="1600" dirty="0">
                <a:latin typeface="Corbel"/>
                <a:cs typeface="Corbel"/>
              </a:rPr>
              <a:t>-</a:t>
            </a:r>
            <a:r>
              <a:rPr sz="1600" spc="-15" dirty="0">
                <a:latin typeface="Corbel"/>
                <a:cs typeface="Corbel"/>
              </a:rPr>
              <a:t> </a:t>
            </a:r>
            <a:r>
              <a:rPr sz="1600" dirty="0">
                <a:latin typeface="Corbel"/>
                <a:cs typeface="Corbel"/>
              </a:rPr>
              <a:t>Return</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desired</a:t>
            </a:r>
            <a:r>
              <a:rPr sz="1600" spc="-20" dirty="0">
                <a:latin typeface="Corbel"/>
                <a:cs typeface="Corbel"/>
              </a:rPr>
              <a:t> </a:t>
            </a:r>
            <a:r>
              <a:rPr sz="1600" dirty="0">
                <a:latin typeface="Corbel"/>
                <a:cs typeface="Corbel"/>
              </a:rPr>
              <a:t>flight</a:t>
            </a:r>
            <a:r>
              <a:rPr sz="1600" spc="-30" dirty="0">
                <a:latin typeface="Corbel"/>
                <a:cs typeface="Corbel"/>
              </a:rPr>
              <a:t> </a:t>
            </a:r>
            <a:r>
              <a:rPr sz="1600" spc="-20" dirty="0">
                <a:latin typeface="Corbel"/>
                <a:cs typeface="Corbel"/>
              </a:rPr>
              <a:t>path.</a:t>
            </a:r>
            <a:endParaRPr sz="1600" dirty="0">
              <a:latin typeface="Corbel"/>
              <a:cs typeface="Corbel"/>
            </a:endParaRPr>
          </a:p>
        </p:txBody>
      </p:sp>
      <p:grpSp>
        <p:nvGrpSpPr>
          <p:cNvPr id="16" name="object 16"/>
          <p:cNvGrpSpPr/>
          <p:nvPr/>
        </p:nvGrpSpPr>
        <p:grpSpPr>
          <a:xfrm>
            <a:off x="63500" y="6434499"/>
            <a:ext cx="720090" cy="360045"/>
            <a:chOff x="63500" y="6434499"/>
            <a:chExt cx="720090" cy="360045"/>
          </a:xfrm>
        </p:grpSpPr>
        <p:pic>
          <p:nvPicPr>
            <p:cNvPr id="17" name="object 17"/>
            <p:cNvPicPr/>
            <p:nvPr/>
          </p:nvPicPr>
          <p:blipFill>
            <a:blip r:embed="rId7" cstate="print"/>
            <a:stretch>
              <a:fillRect/>
            </a:stretch>
          </p:blipFill>
          <p:spPr>
            <a:xfrm>
              <a:off x="423500" y="6434499"/>
              <a:ext cx="359999" cy="360000"/>
            </a:xfrm>
            <a:prstGeom prst="rect">
              <a:avLst/>
            </a:prstGeom>
          </p:spPr>
        </p:pic>
        <p:sp>
          <p:nvSpPr>
            <p:cNvPr id="18" name="object 18"/>
            <p:cNvSpPr/>
            <p:nvPr/>
          </p:nvSpPr>
          <p:spPr>
            <a:xfrm>
              <a:off x="63500" y="6434499"/>
              <a:ext cx="360045" cy="360045"/>
            </a:xfrm>
            <a:custGeom>
              <a:avLst/>
              <a:gdLst/>
              <a:ahLst/>
              <a:cxnLst/>
              <a:rect l="l" t="t" r="r" b="b"/>
              <a:pathLst>
                <a:path w="360045" h="360045">
                  <a:moveTo>
                    <a:pt x="360000" y="0"/>
                  </a:moveTo>
                  <a:lnTo>
                    <a:pt x="0" y="0"/>
                  </a:lnTo>
                  <a:lnTo>
                    <a:pt x="0" y="360000"/>
                  </a:lnTo>
                  <a:lnTo>
                    <a:pt x="360000" y="360000"/>
                  </a:lnTo>
                  <a:lnTo>
                    <a:pt x="360000" y="315000"/>
                  </a:lnTo>
                  <a:lnTo>
                    <a:pt x="180000"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80000" y="45000"/>
                  </a:lnTo>
                  <a:lnTo>
                    <a:pt x="360000" y="45000"/>
                  </a:lnTo>
                  <a:lnTo>
                    <a:pt x="360000" y="0"/>
                  </a:lnTo>
                  <a:close/>
                </a:path>
                <a:path w="360045" h="360045">
                  <a:moveTo>
                    <a:pt x="360000"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5000"/>
                  </a:lnTo>
                  <a:lnTo>
                    <a:pt x="360000" y="315000"/>
                  </a:lnTo>
                  <a:lnTo>
                    <a:pt x="360000" y="45000"/>
                  </a:lnTo>
                  <a:close/>
                </a:path>
              </a:pathLst>
            </a:custGeom>
            <a:solidFill>
              <a:srgbClr val="1CADE4"/>
            </a:solidFill>
          </p:spPr>
          <p:txBody>
            <a:bodyPr wrap="square" lIns="0" tIns="0" rIns="0" bIns="0" rtlCol="0"/>
            <a:lstStyle/>
            <a:p>
              <a:endParaRPr/>
            </a:p>
          </p:txBody>
        </p:sp>
        <p:sp>
          <p:nvSpPr>
            <p:cNvPr id="19" name="object 19"/>
            <p:cNvSpPr/>
            <p:nvPr/>
          </p:nvSpPr>
          <p:spPr>
            <a:xfrm>
              <a:off x="108499" y="6479499"/>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0" name="object 20"/>
            <p:cNvPicPr/>
            <p:nvPr/>
          </p:nvPicPr>
          <p:blipFill>
            <a:blip r:embed="rId8" cstate="print"/>
            <a:stretch>
              <a:fillRect/>
            </a:stretch>
          </p:blipFill>
          <p:spPr>
            <a:xfrm>
              <a:off x="192875" y="6487937"/>
              <a:ext cx="101249" cy="227812"/>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267200"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spc="-10" dirty="0"/>
              <a:t>020</a:t>
            </a:r>
            <a:r>
              <a:rPr spc="-50" dirty="0"/>
              <a:t> </a:t>
            </a:r>
            <a:r>
              <a:rPr dirty="0"/>
              <a:t>01</a:t>
            </a:r>
            <a:r>
              <a:rPr spc="-45" dirty="0"/>
              <a:t> </a:t>
            </a:r>
            <a:r>
              <a:rPr dirty="0"/>
              <a:t>04:</a:t>
            </a:r>
            <a:r>
              <a:rPr spc="-50" dirty="0"/>
              <a:t> </a:t>
            </a:r>
            <a:r>
              <a:rPr dirty="0"/>
              <a:t>Describe</a:t>
            </a:r>
            <a:r>
              <a:rPr spc="-45" dirty="0"/>
              <a:t> </a:t>
            </a:r>
            <a:r>
              <a:rPr dirty="0"/>
              <a:t>aerodynamic</a:t>
            </a:r>
            <a:r>
              <a:rPr spc="-45" dirty="0"/>
              <a:t> </a:t>
            </a:r>
            <a:r>
              <a:rPr spc="-20" dirty="0"/>
              <a:t>spin</a:t>
            </a:r>
          </a:p>
        </p:txBody>
      </p:sp>
      <p:pic>
        <p:nvPicPr>
          <p:cNvPr id="5" name="object 5"/>
          <p:cNvPicPr/>
          <p:nvPr/>
        </p:nvPicPr>
        <p:blipFill>
          <a:blip r:embed="rId4" cstate="print"/>
          <a:stretch>
            <a:fillRect/>
          </a:stretch>
        </p:blipFill>
        <p:spPr>
          <a:xfrm>
            <a:off x="7072942" y="5029446"/>
            <a:ext cx="2985457" cy="1686919"/>
          </a:xfrm>
          <a:prstGeom prst="rect">
            <a:avLst/>
          </a:prstGeom>
        </p:spPr>
      </p:pic>
      <p:pic>
        <p:nvPicPr>
          <p:cNvPr id="6" name="object 6"/>
          <p:cNvPicPr/>
          <p:nvPr/>
        </p:nvPicPr>
        <p:blipFill>
          <a:blip r:embed="rId5" cstate="print"/>
          <a:stretch>
            <a:fillRect/>
          </a:stretch>
        </p:blipFill>
        <p:spPr>
          <a:xfrm>
            <a:off x="1490397" y="2155167"/>
            <a:ext cx="2507491" cy="3961671"/>
          </a:xfrm>
          <a:prstGeom prst="rect">
            <a:avLst/>
          </a:prstGeom>
        </p:spPr>
      </p:pic>
      <p:sp>
        <p:nvSpPr>
          <p:cNvPr id="7" name="object 7"/>
          <p:cNvSpPr txBox="1"/>
          <p:nvPr/>
        </p:nvSpPr>
        <p:spPr>
          <a:xfrm>
            <a:off x="3922045" y="2495803"/>
            <a:ext cx="1583690" cy="705485"/>
          </a:xfrm>
          <a:prstGeom prst="rect">
            <a:avLst/>
          </a:prstGeom>
        </p:spPr>
        <p:txBody>
          <a:bodyPr vert="horz" wrap="square" lIns="0" tIns="29845" rIns="0" bIns="0" rtlCol="0">
            <a:spAutoFit/>
          </a:bodyPr>
          <a:lstStyle/>
          <a:p>
            <a:pPr marL="12700" marR="5080" algn="just">
              <a:lnSpc>
                <a:spcPct val="90600"/>
              </a:lnSpc>
              <a:spcBef>
                <a:spcPts val="235"/>
              </a:spcBef>
            </a:pPr>
            <a:r>
              <a:rPr sz="1200" i="1" dirty="0">
                <a:latin typeface="Corbel"/>
                <a:cs typeface="Corbel"/>
              </a:rPr>
              <a:t>Incipient</a:t>
            </a:r>
            <a:r>
              <a:rPr sz="1200" i="1" spc="360" dirty="0">
                <a:latin typeface="Corbel"/>
                <a:cs typeface="Corbel"/>
              </a:rPr>
              <a:t> </a:t>
            </a:r>
            <a:r>
              <a:rPr sz="1200" i="1" dirty="0">
                <a:latin typeface="Corbel"/>
                <a:cs typeface="Corbel"/>
              </a:rPr>
              <a:t>-</a:t>
            </a:r>
            <a:r>
              <a:rPr sz="1200" i="1" spc="360" dirty="0">
                <a:latin typeface="Corbel"/>
                <a:cs typeface="Corbel"/>
              </a:rPr>
              <a:t> </a:t>
            </a:r>
            <a:r>
              <a:rPr sz="1200" i="1" dirty="0">
                <a:latin typeface="Corbel"/>
                <a:cs typeface="Corbel"/>
              </a:rPr>
              <a:t>The</a:t>
            </a:r>
            <a:r>
              <a:rPr sz="1200" i="1" spc="365" dirty="0">
                <a:latin typeface="Corbel"/>
                <a:cs typeface="Corbel"/>
              </a:rPr>
              <a:t> </a:t>
            </a:r>
            <a:r>
              <a:rPr sz="1200" i="1" spc="-10" dirty="0">
                <a:latin typeface="Corbel"/>
                <a:cs typeface="Corbel"/>
              </a:rPr>
              <a:t>incipient </a:t>
            </a:r>
            <a:r>
              <a:rPr sz="1200" i="1" dirty="0">
                <a:latin typeface="Corbel"/>
                <a:cs typeface="Corbel"/>
              </a:rPr>
              <a:t>phase</a:t>
            </a:r>
            <a:r>
              <a:rPr sz="1200" i="1" spc="-5" dirty="0">
                <a:latin typeface="Corbel"/>
                <a:cs typeface="Corbel"/>
              </a:rPr>
              <a:t> </a:t>
            </a:r>
            <a:r>
              <a:rPr sz="1200" i="1" dirty="0">
                <a:latin typeface="Corbel"/>
                <a:cs typeface="Corbel"/>
              </a:rPr>
              <a:t>of</a:t>
            </a:r>
            <a:r>
              <a:rPr sz="1200" i="1" spc="-10" dirty="0">
                <a:latin typeface="Corbel"/>
                <a:cs typeface="Corbel"/>
              </a:rPr>
              <a:t> </a:t>
            </a:r>
            <a:r>
              <a:rPr sz="1200" i="1" dirty="0">
                <a:latin typeface="Corbel"/>
                <a:cs typeface="Corbel"/>
              </a:rPr>
              <a:t>a</a:t>
            </a:r>
            <a:r>
              <a:rPr sz="1200" i="1" spc="-5" dirty="0">
                <a:latin typeface="Corbel"/>
                <a:cs typeface="Corbel"/>
              </a:rPr>
              <a:t> </a:t>
            </a:r>
            <a:r>
              <a:rPr sz="1200" i="1" dirty="0">
                <a:latin typeface="Corbel"/>
                <a:cs typeface="Corbel"/>
              </a:rPr>
              <a:t>spin</a:t>
            </a:r>
            <a:r>
              <a:rPr sz="1200" i="1" spc="-5" dirty="0">
                <a:latin typeface="Corbel"/>
                <a:cs typeface="Corbel"/>
              </a:rPr>
              <a:t> </a:t>
            </a:r>
            <a:r>
              <a:rPr sz="1200" i="1" dirty="0">
                <a:latin typeface="Corbel"/>
                <a:cs typeface="Corbel"/>
              </a:rPr>
              <a:t>is</a:t>
            </a:r>
            <a:r>
              <a:rPr sz="1200" i="1" spc="-15" dirty="0">
                <a:latin typeface="Corbel"/>
                <a:cs typeface="Corbel"/>
              </a:rPr>
              <a:t> </a:t>
            </a:r>
            <a:r>
              <a:rPr sz="1200" i="1" dirty="0">
                <a:latin typeface="Corbel"/>
                <a:cs typeface="Corbel"/>
              </a:rPr>
              <a:t>the</a:t>
            </a:r>
            <a:r>
              <a:rPr sz="1200" i="1" spc="-5" dirty="0">
                <a:latin typeface="Corbel"/>
                <a:cs typeface="Corbel"/>
              </a:rPr>
              <a:t> </a:t>
            </a:r>
            <a:r>
              <a:rPr sz="1200" i="1" spc="-20" dirty="0">
                <a:latin typeface="Corbel"/>
                <a:cs typeface="Corbel"/>
              </a:rPr>
              <a:t>stall </a:t>
            </a:r>
            <a:r>
              <a:rPr sz="1200" i="1" dirty="0">
                <a:latin typeface="Corbel"/>
                <a:cs typeface="Corbel"/>
              </a:rPr>
              <a:t>and</a:t>
            </a:r>
            <a:r>
              <a:rPr sz="1200" i="1" spc="170" dirty="0">
                <a:latin typeface="Corbel"/>
                <a:cs typeface="Corbel"/>
              </a:rPr>
              <a:t>  </a:t>
            </a:r>
            <a:r>
              <a:rPr sz="1200" i="1" dirty="0">
                <a:latin typeface="Corbel"/>
                <a:cs typeface="Corbel"/>
              </a:rPr>
              <a:t>spin</a:t>
            </a:r>
            <a:r>
              <a:rPr sz="1200" i="1" spc="175" dirty="0">
                <a:latin typeface="Corbel"/>
                <a:cs typeface="Corbel"/>
              </a:rPr>
              <a:t>  </a:t>
            </a:r>
            <a:r>
              <a:rPr sz="1200" i="1" dirty="0">
                <a:latin typeface="Corbel"/>
                <a:cs typeface="Corbel"/>
              </a:rPr>
              <a:t>entry,</a:t>
            </a:r>
            <a:r>
              <a:rPr sz="1200" i="1" spc="165" dirty="0">
                <a:latin typeface="Corbel"/>
                <a:cs typeface="Corbel"/>
              </a:rPr>
              <a:t>  </a:t>
            </a:r>
            <a:r>
              <a:rPr sz="1200" i="1" dirty="0">
                <a:latin typeface="Corbel"/>
                <a:cs typeface="Corbel"/>
              </a:rPr>
              <a:t>up</a:t>
            </a:r>
            <a:r>
              <a:rPr sz="1200" i="1" spc="175" dirty="0">
                <a:latin typeface="Corbel"/>
                <a:cs typeface="Corbel"/>
              </a:rPr>
              <a:t>  </a:t>
            </a:r>
            <a:r>
              <a:rPr sz="1200" i="1" spc="-25" dirty="0">
                <a:latin typeface="Corbel"/>
                <a:cs typeface="Corbel"/>
              </a:rPr>
              <a:t>to </a:t>
            </a:r>
            <a:r>
              <a:rPr sz="1200" i="1" dirty="0">
                <a:latin typeface="Corbel"/>
                <a:cs typeface="Corbel"/>
              </a:rPr>
              <a:t>about</a:t>
            </a:r>
            <a:r>
              <a:rPr sz="1200" i="1" spc="-25" dirty="0">
                <a:latin typeface="Corbel"/>
                <a:cs typeface="Corbel"/>
              </a:rPr>
              <a:t> </a:t>
            </a:r>
            <a:r>
              <a:rPr sz="1200" i="1" dirty="0">
                <a:latin typeface="Corbel"/>
                <a:cs typeface="Corbel"/>
              </a:rPr>
              <a:t>2</a:t>
            </a:r>
            <a:r>
              <a:rPr sz="1200" i="1" spc="-25" dirty="0">
                <a:latin typeface="Corbel"/>
                <a:cs typeface="Corbel"/>
              </a:rPr>
              <a:t> </a:t>
            </a:r>
            <a:r>
              <a:rPr sz="1200" i="1" dirty="0">
                <a:latin typeface="Corbel"/>
                <a:cs typeface="Corbel"/>
              </a:rPr>
              <a:t>turns</a:t>
            </a:r>
            <a:r>
              <a:rPr sz="1200" i="1" spc="-20" dirty="0">
                <a:latin typeface="Corbel"/>
                <a:cs typeface="Corbel"/>
              </a:rPr>
              <a:t> </a:t>
            </a:r>
            <a:r>
              <a:rPr sz="1200" i="1" dirty="0">
                <a:latin typeface="Corbel"/>
                <a:cs typeface="Corbel"/>
              </a:rPr>
              <a:t>in</a:t>
            </a:r>
            <a:r>
              <a:rPr sz="1200" i="1" spc="-15" dirty="0">
                <a:latin typeface="Corbel"/>
                <a:cs typeface="Corbel"/>
              </a:rPr>
              <a:t> </a:t>
            </a:r>
            <a:r>
              <a:rPr sz="1200" i="1" dirty="0">
                <a:latin typeface="Corbel"/>
                <a:cs typeface="Corbel"/>
              </a:rPr>
              <a:t>the</a:t>
            </a:r>
            <a:r>
              <a:rPr sz="1200" i="1" spc="-15" dirty="0">
                <a:latin typeface="Corbel"/>
                <a:cs typeface="Corbel"/>
              </a:rPr>
              <a:t> </a:t>
            </a:r>
            <a:r>
              <a:rPr sz="1200" i="1" spc="-20" dirty="0">
                <a:latin typeface="Corbel"/>
                <a:cs typeface="Corbel"/>
              </a:rPr>
              <a:t>spin.</a:t>
            </a:r>
            <a:endParaRPr sz="1200" dirty="0">
              <a:latin typeface="Corbel"/>
              <a:cs typeface="Corbel"/>
            </a:endParaRPr>
          </a:p>
        </p:txBody>
      </p:sp>
      <p:sp>
        <p:nvSpPr>
          <p:cNvPr id="8" name="object 8"/>
          <p:cNvSpPr txBox="1"/>
          <p:nvPr/>
        </p:nvSpPr>
        <p:spPr>
          <a:xfrm>
            <a:off x="3922044" y="3553459"/>
            <a:ext cx="1582420" cy="373380"/>
          </a:xfrm>
          <a:prstGeom prst="rect">
            <a:avLst/>
          </a:prstGeom>
        </p:spPr>
        <p:txBody>
          <a:bodyPr vert="horz" wrap="square" lIns="0" tIns="33020" rIns="0" bIns="0" rtlCol="0">
            <a:spAutoFit/>
          </a:bodyPr>
          <a:lstStyle/>
          <a:p>
            <a:pPr marL="12700" marR="5080">
              <a:lnSpc>
                <a:spcPts val="1300"/>
              </a:lnSpc>
              <a:spcBef>
                <a:spcPts val="260"/>
              </a:spcBef>
            </a:pPr>
            <a:r>
              <a:rPr sz="1200" i="1" dirty="0">
                <a:latin typeface="Corbel"/>
                <a:cs typeface="Corbel"/>
              </a:rPr>
              <a:t>Fully</a:t>
            </a:r>
            <a:r>
              <a:rPr sz="1200" i="1" spc="275" dirty="0">
                <a:latin typeface="Corbel"/>
                <a:cs typeface="Corbel"/>
              </a:rPr>
              <a:t> </a:t>
            </a:r>
            <a:r>
              <a:rPr sz="1200" i="1" dirty="0">
                <a:latin typeface="Corbel"/>
                <a:cs typeface="Corbel"/>
              </a:rPr>
              <a:t>Developed</a:t>
            </a:r>
            <a:r>
              <a:rPr sz="1200" i="1" spc="280" dirty="0">
                <a:latin typeface="Corbel"/>
                <a:cs typeface="Corbel"/>
              </a:rPr>
              <a:t> </a:t>
            </a:r>
            <a:r>
              <a:rPr sz="1200" i="1" dirty="0">
                <a:latin typeface="Corbel"/>
                <a:cs typeface="Corbel"/>
              </a:rPr>
              <a:t>-</a:t>
            </a:r>
            <a:r>
              <a:rPr sz="1200" i="1" spc="280" dirty="0">
                <a:latin typeface="Corbel"/>
                <a:cs typeface="Corbel"/>
              </a:rPr>
              <a:t> </a:t>
            </a:r>
            <a:r>
              <a:rPr sz="1200" i="1" spc="-20" dirty="0">
                <a:latin typeface="Corbel"/>
                <a:cs typeface="Corbel"/>
              </a:rPr>
              <a:t>When </a:t>
            </a:r>
            <a:r>
              <a:rPr sz="1200" i="1" dirty="0">
                <a:latin typeface="Corbel"/>
                <a:cs typeface="Corbel"/>
              </a:rPr>
              <a:t>the</a:t>
            </a:r>
            <a:r>
              <a:rPr sz="1200" i="1" spc="40" dirty="0">
                <a:latin typeface="Corbel"/>
                <a:cs typeface="Corbel"/>
              </a:rPr>
              <a:t> </a:t>
            </a:r>
            <a:r>
              <a:rPr sz="1200" i="1" dirty="0">
                <a:latin typeface="Corbel"/>
                <a:cs typeface="Corbel"/>
              </a:rPr>
              <a:t>airspeed</a:t>
            </a:r>
            <a:r>
              <a:rPr sz="1200" i="1" spc="35" dirty="0">
                <a:latin typeface="Corbel"/>
                <a:cs typeface="Corbel"/>
              </a:rPr>
              <a:t> </a:t>
            </a:r>
            <a:r>
              <a:rPr sz="1200" i="1" dirty="0">
                <a:latin typeface="Corbel"/>
                <a:cs typeface="Corbel"/>
              </a:rPr>
              <a:t>and</a:t>
            </a:r>
            <a:r>
              <a:rPr sz="1200" i="1" spc="40" dirty="0">
                <a:latin typeface="Corbel"/>
                <a:cs typeface="Corbel"/>
              </a:rPr>
              <a:t> </a:t>
            </a:r>
            <a:r>
              <a:rPr sz="1200" i="1" spc="-10" dirty="0">
                <a:latin typeface="Corbel"/>
                <a:cs typeface="Corbel"/>
              </a:rPr>
              <a:t>rotation</a:t>
            </a:r>
            <a:endParaRPr sz="1200" dirty="0">
              <a:latin typeface="Corbel"/>
              <a:cs typeface="Corbel"/>
            </a:endParaRPr>
          </a:p>
        </p:txBody>
      </p:sp>
      <p:sp>
        <p:nvSpPr>
          <p:cNvPr id="9" name="object 9"/>
          <p:cNvSpPr txBox="1"/>
          <p:nvPr/>
        </p:nvSpPr>
        <p:spPr>
          <a:xfrm>
            <a:off x="4620544" y="3882644"/>
            <a:ext cx="883919" cy="208279"/>
          </a:xfrm>
          <a:prstGeom prst="rect">
            <a:avLst/>
          </a:prstGeom>
        </p:spPr>
        <p:txBody>
          <a:bodyPr vert="horz" wrap="square" lIns="0" tIns="12700" rIns="0" bIns="0" rtlCol="0">
            <a:spAutoFit/>
          </a:bodyPr>
          <a:lstStyle/>
          <a:p>
            <a:pPr marL="12700">
              <a:lnSpc>
                <a:spcPct val="100000"/>
              </a:lnSpc>
              <a:spcBef>
                <a:spcPts val="100"/>
              </a:spcBef>
              <a:tabLst>
                <a:tab pos="372745" algn="l"/>
                <a:tab pos="779145" algn="l"/>
              </a:tabLst>
            </a:pPr>
            <a:r>
              <a:rPr sz="1200" i="1" spc="-25" dirty="0">
                <a:latin typeface="Corbel"/>
                <a:cs typeface="Corbel"/>
              </a:rPr>
              <a:t>the</a:t>
            </a:r>
            <a:r>
              <a:rPr sz="1200" i="1" dirty="0">
                <a:latin typeface="Corbel"/>
                <a:cs typeface="Corbel"/>
              </a:rPr>
              <a:t>	</a:t>
            </a:r>
            <a:r>
              <a:rPr sz="1200" i="1" spc="-20" dirty="0">
                <a:latin typeface="Corbel"/>
                <a:cs typeface="Corbel"/>
              </a:rPr>
              <a:t>spin</a:t>
            </a:r>
            <a:r>
              <a:rPr sz="1200" i="1" dirty="0">
                <a:latin typeface="Corbel"/>
                <a:cs typeface="Corbel"/>
              </a:rPr>
              <a:t>	</a:t>
            </a:r>
            <a:r>
              <a:rPr sz="1200" i="1" spc="-25" dirty="0">
                <a:latin typeface="Corbel"/>
                <a:cs typeface="Corbel"/>
              </a:rPr>
              <a:t>is</a:t>
            </a:r>
            <a:endParaRPr sz="1200">
              <a:latin typeface="Corbel"/>
              <a:cs typeface="Corbel"/>
            </a:endParaRPr>
          </a:p>
        </p:txBody>
      </p:sp>
      <p:sp>
        <p:nvSpPr>
          <p:cNvPr id="10" name="object 10"/>
          <p:cNvSpPr txBox="1"/>
          <p:nvPr/>
        </p:nvSpPr>
        <p:spPr>
          <a:xfrm>
            <a:off x="5211094" y="4050283"/>
            <a:ext cx="294005" cy="208279"/>
          </a:xfrm>
          <a:prstGeom prst="rect">
            <a:avLst/>
          </a:prstGeom>
        </p:spPr>
        <p:txBody>
          <a:bodyPr vert="horz" wrap="square" lIns="0" tIns="12700" rIns="0" bIns="0" rtlCol="0">
            <a:spAutoFit/>
          </a:bodyPr>
          <a:lstStyle/>
          <a:p>
            <a:pPr marL="12700">
              <a:lnSpc>
                <a:spcPct val="100000"/>
              </a:lnSpc>
              <a:spcBef>
                <a:spcPts val="100"/>
              </a:spcBef>
            </a:pPr>
            <a:r>
              <a:rPr sz="1200" i="1" spc="-10" dirty="0">
                <a:latin typeface="Corbel"/>
                <a:cs typeface="Corbel"/>
              </a:rPr>
              <a:t>fully</a:t>
            </a:r>
            <a:endParaRPr sz="1200">
              <a:latin typeface="Corbel"/>
              <a:cs typeface="Corbel"/>
            </a:endParaRPr>
          </a:p>
        </p:txBody>
      </p:sp>
      <p:sp>
        <p:nvSpPr>
          <p:cNvPr id="11" name="object 11"/>
          <p:cNvSpPr txBox="1"/>
          <p:nvPr/>
        </p:nvSpPr>
        <p:spPr>
          <a:xfrm>
            <a:off x="3922044" y="3882644"/>
            <a:ext cx="692150" cy="541020"/>
          </a:xfrm>
          <a:prstGeom prst="rect">
            <a:avLst/>
          </a:prstGeom>
        </p:spPr>
        <p:txBody>
          <a:bodyPr vert="horz" wrap="square" lIns="0" tIns="29209" rIns="0" bIns="0" rtlCol="0">
            <a:spAutoFit/>
          </a:bodyPr>
          <a:lstStyle/>
          <a:p>
            <a:pPr marL="12700" marR="5080">
              <a:lnSpc>
                <a:spcPct val="90800"/>
              </a:lnSpc>
              <a:spcBef>
                <a:spcPts val="229"/>
              </a:spcBef>
            </a:pPr>
            <a:r>
              <a:rPr sz="1200" i="1" spc="-10" dirty="0">
                <a:latin typeface="Corbel"/>
                <a:cs typeface="Corbel"/>
              </a:rPr>
              <a:t>stabilize, considered developed.</a:t>
            </a:r>
            <a:endParaRPr sz="1200" dirty="0">
              <a:latin typeface="Corbel"/>
              <a:cs typeface="Corbel"/>
            </a:endParaRPr>
          </a:p>
        </p:txBody>
      </p:sp>
      <p:sp>
        <p:nvSpPr>
          <p:cNvPr id="12" name="object 12"/>
          <p:cNvSpPr txBox="1"/>
          <p:nvPr/>
        </p:nvSpPr>
        <p:spPr>
          <a:xfrm>
            <a:off x="3922047" y="4757420"/>
            <a:ext cx="828675" cy="208279"/>
          </a:xfrm>
          <a:prstGeom prst="rect">
            <a:avLst/>
          </a:prstGeom>
        </p:spPr>
        <p:txBody>
          <a:bodyPr vert="horz" wrap="square" lIns="0" tIns="12700" rIns="0" bIns="0" rtlCol="0">
            <a:spAutoFit/>
          </a:bodyPr>
          <a:lstStyle/>
          <a:p>
            <a:pPr marL="12700">
              <a:lnSpc>
                <a:spcPct val="100000"/>
              </a:lnSpc>
              <a:spcBef>
                <a:spcPts val="100"/>
              </a:spcBef>
              <a:tabLst>
                <a:tab pos="766445" algn="l"/>
              </a:tabLst>
            </a:pPr>
            <a:r>
              <a:rPr sz="1200" i="1" spc="-10" dirty="0">
                <a:latin typeface="Corbel"/>
                <a:cs typeface="Corbel"/>
              </a:rPr>
              <a:t>Recovery</a:t>
            </a:r>
            <a:r>
              <a:rPr sz="1200" i="1" dirty="0">
                <a:latin typeface="Corbel"/>
                <a:cs typeface="Corbel"/>
              </a:rPr>
              <a:t>	</a:t>
            </a:r>
            <a:r>
              <a:rPr sz="1200" i="1" spc="-50" dirty="0">
                <a:latin typeface="Corbel"/>
                <a:cs typeface="Corbel"/>
              </a:rPr>
              <a:t>-</a:t>
            </a:r>
            <a:endParaRPr sz="1200">
              <a:latin typeface="Corbel"/>
              <a:cs typeface="Corbel"/>
            </a:endParaRPr>
          </a:p>
        </p:txBody>
      </p:sp>
      <p:sp>
        <p:nvSpPr>
          <p:cNvPr id="13" name="object 13"/>
          <p:cNvSpPr txBox="1"/>
          <p:nvPr/>
        </p:nvSpPr>
        <p:spPr>
          <a:xfrm>
            <a:off x="3922047" y="4757420"/>
            <a:ext cx="1583690" cy="373380"/>
          </a:xfrm>
          <a:prstGeom prst="rect">
            <a:avLst/>
          </a:prstGeom>
        </p:spPr>
        <p:txBody>
          <a:bodyPr vert="horz" wrap="square" lIns="0" tIns="33019" rIns="0" bIns="0" rtlCol="0">
            <a:spAutoFit/>
          </a:bodyPr>
          <a:lstStyle/>
          <a:p>
            <a:pPr marL="12700" marR="5080" indent="998219">
              <a:lnSpc>
                <a:spcPts val="1300"/>
              </a:lnSpc>
              <a:spcBef>
                <a:spcPts val="259"/>
              </a:spcBef>
            </a:pPr>
            <a:r>
              <a:rPr sz="1200" i="1" spc="-10" dirty="0">
                <a:latin typeface="Corbel"/>
                <a:cs typeface="Corbel"/>
              </a:rPr>
              <a:t>Recovery </a:t>
            </a:r>
            <a:r>
              <a:rPr sz="1200" i="1" dirty="0">
                <a:latin typeface="Corbel"/>
                <a:cs typeface="Corbel"/>
              </a:rPr>
              <a:t>occurs</a:t>
            </a:r>
            <a:r>
              <a:rPr sz="1200" i="1" spc="215" dirty="0">
                <a:latin typeface="Corbel"/>
                <a:cs typeface="Corbel"/>
              </a:rPr>
              <a:t>  </a:t>
            </a:r>
            <a:r>
              <a:rPr sz="1200" i="1" dirty="0">
                <a:latin typeface="Corbel"/>
                <a:cs typeface="Corbel"/>
              </a:rPr>
              <a:t>when</a:t>
            </a:r>
            <a:r>
              <a:rPr sz="1200" i="1" spc="215" dirty="0">
                <a:latin typeface="Corbel"/>
                <a:cs typeface="Corbel"/>
              </a:rPr>
              <a:t>  </a:t>
            </a:r>
            <a:r>
              <a:rPr sz="1200" i="1" dirty="0">
                <a:latin typeface="Corbel"/>
                <a:cs typeface="Corbel"/>
              </a:rPr>
              <a:t>the</a:t>
            </a:r>
            <a:r>
              <a:rPr sz="1200" i="1" spc="220" dirty="0">
                <a:latin typeface="Corbel"/>
                <a:cs typeface="Corbel"/>
              </a:rPr>
              <a:t>  </a:t>
            </a:r>
            <a:r>
              <a:rPr sz="1200" i="1" spc="-20" dirty="0">
                <a:latin typeface="Corbel"/>
                <a:cs typeface="Corbel"/>
              </a:rPr>
              <a:t>pilot</a:t>
            </a:r>
            <a:endParaRPr sz="1200" dirty="0">
              <a:latin typeface="Corbel"/>
              <a:cs typeface="Corbel"/>
            </a:endParaRPr>
          </a:p>
        </p:txBody>
      </p:sp>
      <p:sp>
        <p:nvSpPr>
          <p:cNvPr id="14" name="object 14"/>
          <p:cNvSpPr txBox="1"/>
          <p:nvPr/>
        </p:nvSpPr>
        <p:spPr>
          <a:xfrm>
            <a:off x="3922047" y="5086603"/>
            <a:ext cx="1583690" cy="702310"/>
          </a:xfrm>
          <a:prstGeom prst="rect">
            <a:avLst/>
          </a:prstGeom>
        </p:spPr>
        <p:txBody>
          <a:bodyPr vert="horz" wrap="square" lIns="0" tIns="33019" rIns="0" bIns="0" rtlCol="0">
            <a:spAutoFit/>
          </a:bodyPr>
          <a:lstStyle/>
          <a:p>
            <a:pPr marL="12700" marR="5080" algn="just">
              <a:lnSpc>
                <a:spcPts val="1300"/>
              </a:lnSpc>
              <a:spcBef>
                <a:spcPts val="259"/>
              </a:spcBef>
            </a:pPr>
            <a:r>
              <a:rPr sz="1200" i="1" dirty="0">
                <a:latin typeface="Corbel"/>
                <a:cs typeface="Corbel"/>
              </a:rPr>
              <a:t>applies</a:t>
            </a:r>
            <a:r>
              <a:rPr sz="1200" i="1" spc="320" dirty="0">
                <a:latin typeface="Corbel"/>
                <a:cs typeface="Corbel"/>
              </a:rPr>
              <a:t> </a:t>
            </a:r>
            <a:r>
              <a:rPr sz="1200" i="1" dirty="0">
                <a:latin typeface="Corbel"/>
                <a:cs typeface="Corbel"/>
              </a:rPr>
              <a:t>proper</a:t>
            </a:r>
            <a:r>
              <a:rPr sz="1200" i="1" spc="330" dirty="0">
                <a:latin typeface="Corbel"/>
                <a:cs typeface="Corbel"/>
              </a:rPr>
              <a:t> </a:t>
            </a:r>
            <a:r>
              <a:rPr sz="1200" i="1" dirty="0">
                <a:latin typeface="Corbel"/>
                <a:cs typeface="Corbel"/>
              </a:rPr>
              <a:t>inputs</a:t>
            </a:r>
            <a:r>
              <a:rPr sz="1200" i="1" spc="320" dirty="0">
                <a:latin typeface="Corbel"/>
                <a:cs typeface="Corbel"/>
              </a:rPr>
              <a:t> </a:t>
            </a:r>
            <a:r>
              <a:rPr sz="1200" i="1" spc="-25" dirty="0">
                <a:latin typeface="Corbel"/>
                <a:cs typeface="Corbel"/>
              </a:rPr>
              <a:t>to </a:t>
            </a:r>
            <a:r>
              <a:rPr sz="1200" i="1" dirty="0">
                <a:latin typeface="Corbel"/>
                <a:cs typeface="Corbel"/>
              </a:rPr>
              <a:t>counter</a:t>
            </a:r>
            <a:r>
              <a:rPr sz="1200" i="1" spc="135" dirty="0">
                <a:latin typeface="Corbel"/>
                <a:cs typeface="Corbel"/>
              </a:rPr>
              <a:t> </a:t>
            </a:r>
            <a:r>
              <a:rPr sz="1200" i="1" dirty="0">
                <a:latin typeface="Corbel"/>
                <a:cs typeface="Corbel"/>
              </a:rPr>
              <a:t>the</a:t>
            </a:r>
            <a:r>
              <a:rPr sz="1200" i="1" spc="135" dirty="0">
                <a:latin typeface="Corbel"/>
                <a:cs typeface="Corbel"/>
              </a:rPr>
              <a:t> </a:t>
            </a:r>
            <a:r>
              <a:rPr sz="1200" i="1" dirty="0">
                <a:latin typeface="Corbel"/>
                <a:cs typeface="Corbel"/>
              </a:rPr>
              <a:t>spin</a:t>
            </a:r>
            <a:r>
              <a:rPr sz="1200" i="1" spc="140" dirty="0">
                <a:latin typeface="Corbel"/>
                <a:cs typeface="Corbel"/>
              </a:rPr>
              <a:t> </a:t>
            </a:r>
            <a:r>
              <a:rPr sz="1200" i="1" dirty="0">
                <a:latin typeface="Corbel"/>
                <a:cs typeface="Corbel"/>
              </a:rPr>
              <a:t>and</a:t>
            </a:r>
            <a:r>
              <a:rPr sz="1200" i="1" spc="135" dirty="0">
                <a:latin typeface="Corbel"/>
                <a:cs typeface="Corbel"/>
              </a:rPr>
              <a:t> </a:t>
            </a:r>
            <a:r>
              <a:rPr sz="1200" i="1" spc="-25" dirty="0">
                <a:latin typeface="Corbel"/>
                <a:cs typeface="Corbel"/>
              </a:rPr>
              <a:t>the </a:t>
            </a:r>
            <a:r>
              <a:rPr sz="1200" i="1" dirty="0">
                <a:latin typeface="Corbel"/>
                <a:cs typeface="Corbel"/>
              </a:rPr>
              <a:t>aircraft</a:t>
            </a:r>
            <a:r>
              <a:rPr sz="1200" i="1" spc="409" dirty="0">
                <a:latin typeface="Corbel"/>
                <a:cs typeface="Corbel"/>
              </a:rPr>
              <a:t> </a:t>
            </a:r>
            <a:r>
              <a:rPr sz="1200" i="1" dirty="0">
                <a:latin typeface="Corbel"/>
                <a:cs typeface="Corbel"/>
              </a:rPr>
              <a:t>regains</a:t>
            </a:r>
            <a:r>
              <a:rPr sz="1200" i="1" spc="405" dirty="0">
                <a:latin typeface="Corbel"/>
                <a:cs typeface="Corbel"/>
              </a:rPr>
              <a:t> </a:t>
            </a:r>
            <a:r>
              <a:rPr sz="1200" i="1" dirty="0">
                <a:latin typeface="Corbel"/>
                <a:cs typeface="Corbel"/>
              </a:rPr>
              <a:t>lift</a:t>
            </a:r>
            <a:r>
              <a:rPr sz="1200" i="1" spc="409" dirty="0">
                <a:latin typeface="Corbel"/>
                <a:cs typeface="Corbel"/>
              </a:rPr>
              <a:t> </a:t>
            </a:r>
            <a:r>
              <a:rPr sz="1200" i="1" spc="-25" dirty="0">
                <a:latin typeface="Corbel"/>
                <a:cs typeface="Corbel"/>
              </a:rPr>
              <a:t>and </a:t>
            </a:r>
            <a:r>
              <a:rPr sz="1200" i="1" dirty="0">
                <a:latin typeface="Corbel"/>
                <a:cs typeface="Corbel"/>
              </a:rPr>
              <a:t>control</a:t>
            </a:r>
            <a:r>
              <a:rPr sz="1200" i="1" spc="-40" dirty="0">
                <a:latin typeface="Corbel"/>
                <a:cs typeface="Corbel"/>
              </a:rPr>
              <a:t> </a:t>
            </a:r>
            <a:r>
              <a:rPr sz="1200" i="1" spc="-10" dirty="0">
                <a:latin typeface="Corbel"/>
                <a:cs typeface="Corbel"/>
              </a:rPr>
              <a:t>function.</a:t>
            </a:r>
            <a:endParaRPr sz="1200" dirty="0">
              <a:latin typeface="Corbel"/>
              <a:cs typeface="Corbel"/>
            </a:endParaRPr>
          </a:p>
        </p:txBody>
      </p:sp>
      <p:sp>
        <p:nvSpPr>
          <p:cNvPr id="15" name="object 15"/>
          <p:cNvSpPr txBox="1"/>
          <p:nvPr/>
        </p:nvSpPr>
        <p:spPr>
          <a:xfrm>
            <a:off x="1563049" y="1274571"/>
            <a:ext cx="9861550" cy="982980"/>
          </a:xfrm>
          <a:prstGeom prst="rect">
            <a:avLst/>
          </a:prstGeom>
        </p:spPr>
        <p:txBody>
          <a:bodyPr vert="horz" wrap="square" lIns="0" tIns="22860" rIns="0" bIns="0" rtlCol="0">
            <a:spAutoFit/>
          </a:bodyPr>
          <a:lstStyle/>
          <a:p>
            <a:pPr marL="12700" marR="5080" algn="just">
              <a:lnSpc>
                <a:spcPts val="1900"/>
              </a:lnSpc>
              <a:spcBef>
                <a:spcPts val="180"/>
              </a:spcBef>
            </a:pPr>
            <a:r>
              <a:rPr sz="1600" dirty="0">
                <a:latin typeface="Corbel"/>
                <a:cs typeface="Corbel"/>
              </a:rPr>
              <a:t>A</a:t>
            </a:r>
            <a:r>
              <a:rPr sz="1600" spc="20" dirty="0">
                <a:latin typeface="Corbel"/>
                <a:cs typeface="Corbel"/>
              </a:rPr>
              <a:t> </a:t>
            </a:r>
            <a:r>
              <a:rPr sz="1600" dirty="0">
                <a:latin typeface="Corbel"/>
                <a:cs typeface="Corbel"/>
              </a:rPr>
              <a:t>spin</a:t>
            </a:r>
            <a:r>
              <a:rPr sz="1600" spc="30"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yaw</a:t>
            </a:r>
            <a:r>
              <a:rPr sz="1600" spc="25" dirty="0">
                <a:latin typeface="Corbel"/>
                <a:cs typeface="Corbel"/>
              </a:rPr>
              <a:t> </a:t>
            </a:r>
            <a:r>
              <a:rPr sz="1600" dirty="0">
                <a:latin typeface="Corbel"/>
                <a:cs typeface="Corbel"/>
              </a:rPr>
              <a:t>aggravated</a:t>
            </a:r>
            <a:r>
              <a:rPr sz="1600" spc="25" dirty="0">
                <a:latin typeface="Corbel"/>
                <a:cs typeface="Corbel"/>
              </a:rPr>
              <a:t> </a:t>
            </a:r>
            <a:r>
              <a:rPr sz="1600" dirty="0">
                <a:latin typeface="Corbel"/>
                <a:cs typeface="Corbel"/>
              </a:rPr>
              <a:t>stall</a:t>
            </a:r>
            <a:r>
              <a:rPr sz="1600" spc="25" dirty="0">
                <a:latin typeface="Corbel"/>
                <a:cs typeface="Corbel"/>
              </a:rPr>
              <a:t> </a:t>
            </a:r>
            <a:r>
              <a:rPr sz="1600" dirty="0">
                <a:latin typeface="Corbel"/>
                <a:cs typeface="Corbel"/>
              </a:rPr>
              <a:t>which</a:t>
            </a:r>
            <a:r>
              <a:rPr sz="1600" spc="25" dirty="0">
                <a:latin typeface="Corbel"/>
                <a:cs typeface="Corbel"/>
              </a:rPr>
              <a:t> </a:t>
            </a:r>
            <a:r>
              <a:rPr sz="1600" dirty="0">
                <a:latin typeface="Corbel"/>
                <a:cs typeface="Corbel"/>
              </a:rPr>
              <a:t>results</a:t>
            </a:r>
            <a:r>
              <a:rPr sz="1600" spc="25" dirty="0">
                <a:latin typeface="Corbel"/>
                <a:cs typeface="Corbel"/>
              </a:rPr>
              <a:t> </a:t>
            </a:r>
            <a:r>
              <a:rPr sz="1600" dirty="0">
                <a:latin typeface="Corbel"/>
                <a:cs typeface="Corbel"/>
              </a:rPr>
              <a:t>in</a:t>
            </a:r>
            <a:r>
              <a:rPr sz="1600" spc="35" dirty="0">
                <a:latin typeface="Corbel"/>
                <a:cs typeface="Corbel"/>
              </a:rPr>
              <a:t> </a:t>
            </a:r>
            <a:r>
              <a:rPr sz="1600" dirty="0">
                <a:latin typeface="Corbel"/>
                <a:cs typeface="Corbel"/>
              </a:rPr>
              <a:t>rotation</a:t>
            </a:r>
            <a:r>
              <a:rPr sz="1600" spc="30" dirty="0">
                <a:latin typeface="Corbel"/>
                <a:cs typeface="Corbel"/>
              </a:rPr>
              <a:t> </a:t>
            </a:r>
            <a:r>
              <a:rPr sz="1600" dirty="0">
                <a:latin typeface="Corbel"/>
                <a:cs typeface="Corbel"/>
              </a:rPr>
              <a:t>about</a:t>
            </a:r>
            <a:r>
              <a:rPr sz="1600" spc="1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spin</a:t>
            </a:r>
            <a:r>
              <a:rPr sz="1600" spc="30" dirty="0">
                <a:latin typeface="Corbel"/>
                <a:cs typeface="Corbel"/>
              </a:rPr>
              <a:t> </a:t>
            </a:r>
            <a:r>
              <a:rPr sz="1600" dirty="0">
                <a:latin typeface="Corbel"/>
                <a:cs typeface="Corbel"/>
              </a:rPr>
              <a:t>axis.</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aircraft</a:t>
            </a:r>
            <a:r>
              <a:rPr sz="1600" spc="20" dirty="0">
                <a:latin typeface="Corbel"/>
                <a:cs typeface="Corbel"/>
              </a:rPr>
              <a:t> </a:t>
            </a:r>
            <a:r>
              <a:rPr sz="1600" dirty="0">
                <a:latin typeface="Corbel"/>
                <a:cs typeface="Corbel"/>
              </a:rPr>
              <a:t>follows</a:t>
            </a:r>
            <a:r>
              <a:rPr sz="1600" spc="3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steep,</a:t>
            </a:r>
            <a:r>
              <a:rPr sz="1600" spc="30" dirty="0">
                <a:latin typeface="Corbel"/>
                <a:cs typeface="Corbel"/>
              </a:rPr>
              <a:t> </a:t>
            </a:r>
            <a:r>
              <a:rPr sz="1600" spc="-10" dirty="0">
                <a:latin typeface="Corbel"/>
                <a:cs typeface="Corbel"/>
              </a:rPr>
              <a:t>"corkscrew" </a:t>
            </a:r>
            <a:r>
              <a:rPr sz="1600" dirty="0">
                <a:latin typeface="Corbel"/>
                <a:cs typeface="Corbel"/>
              </a:rPr>
              <a:t>like,</a:t>
            </a:r>
            <a:r>
              <a:rPr sz="1600" spc="180" dirty="0">
                <a:latin typeface="Corbel"/>
                <a:cs typeface="Corbel"/>
              </a:rPr>
              <a:t> </a:t>
            </a:r>
            <a:r>
              <a:rPr sz="1600" dirty="0">
                <a:latin typeface="Corbel"/>
                <a:cs typeface="Corbel"/>
              </a:rPr>
              <a:t>downward</a:t>
            </a:r>
            <a:r>
              <a:rPr sz="1600" spc="185" dirty="0">
                <a:latin typeface="Corbel"/>
                <a:cs typeface="Corbel"/>
              </a:rPr>
              <a:t> </a:t>
            </a:r>
            <a:r>
              <a:rPr sz="1600" dirty="0">
                <a:latin typeface="Corbel"/>
                <a:cs typeface="Corbel"/>
              </a:rPr>
              <a:t>path.</a:t>
            </a:r>
            <a:r>
              <a:rPr sz="1600" spc="180" dirty="0">
                <a:latin typeface="Corbel"/>
                <a:cs typeface="Corbel"/>
              </a:rPr>
              <a:t> </a:t>
            </a:r>
            <a:r>
              <a:rPr sz="1600" dirty="0">
                <a:latin typeface="Corbel"/>
                <a:cs typeface="Corbel"/>
              </a:rPr>
              <a:t>Spins</a:t>
            </a:r>
            <a:r>
              <a:rPr sz="1600" spc="180" dirty="0">
                <a:latin typeface="Corbel"/>
                <a:cs typeface="Corbel"/>
              </a:rPr>
              <a:t> </a:t>
            </a:r>
            <a:r>
              <a:rPr sz="1600" dirty="0">
                <a:latin typeface="Corbel"/>
                <a:cs typeface="Corbel"/>
              </a:rPr>
              <a:t>can</a:t>
            </a:r>
            <a:r>
              <a:rPr sz="1600" spc="190" dirty="0">
                <a:latin typeface="Corbel"/>
                <a:cs typeface="Corbel"/>
              </a:rPr>
              <a:t> </a:t>
            </a:r>
            <a:r>
              <a:rPr sz="1600" dirty="0">
                <a:latin typeface="Corbel"/>
                <a:cs typeface="Corbel"/>
              </a:rPr>
              <a:t>be</a:t>
            </a:r>
            <a:r>
              <a:rPr sz="1600" spc="185" dirty="0">
                <a:latin typeface="Corbel"/>
                <a:cs typeface="Corbel"/>
              </a:rPr>
              <a:t> </a:t>
            </a:r>
            <a:r>
              <a:rPr sz="1600" dirty="0">
                <a:latin typeface="Corbel"/>
                <a:cs typeface="Corbel"/>
              </a:rPr>
              <a:t>entered,</a:t>
            </a:r>
            <a:r>
              <a:rPr sz="1600" spc="185" dirty="0">
                <a:latin typeface="Corbel"/>
                <a:cs typeface="Corbel"/>
              </a:rPr>
              <a:t> </a:t>
            </a:r>
            <a:r>
              <a:rPr sz="1600" dirty="0">
                <a:latin typeface="Corbel"/>
                <a:cs typeface="Corbel"/>
              </a:rPr>
              <a:t>either</a:t>
            </a:r>
            <a:r>
              <a:rPr sz="1600" spc="185" dirty="0">
                <a:latin typeface="Corbel"/>
                <a:cs typeface="Corbel"/>
              </a:rPr>
              <a:t> </a:t>
            </a:r>
            <a:r>
              <a:rPr sz="1600" dirty="0">
                <a:latin typeface="Corbel"/>
                <a:cs typeface="Corbel"/>
              </a:rPr>
              <a:t>intentionally</a:t>
            </a:r>
            <a:r>
              <a:rPr sz="1600" spc="180" dirty="0">
                <a:latin typeface="Corbel"/>
                <a:cs typeface="Corbel"/>
              </a:rPr>
              <a:t> </a:t>
            </a:r>
            <a:r>
              <a:rPr sz="1600" dirty="0">
                <a:latin typeface="Corbel"/>
                <a:cs typeface="Corbel"/>
              </a:rPr>
              <a:t>or</a:t>
            </a:r>
            <a:r>
              <a:rPr sz="1600" spc="185" dirty="0">
                <a:latin typeface="Corbel"/>
                <a:cs typeface="Corbel"/>
              </a:rPr>
              <a:t> </a:t>
            </a:r>
            <a:r>
              <a:rPr sz="1600" dirty="0">
                <a:latin typeface="Corbel"/>
                <a:cs typeface="Corbel"/>
              </a:rPr>
              <a:t>unintentionally,</a:t>
            </a:r>
            <a:r>
              <a:rPr sz="1600" spc="180" dirty="0">
                <a:latin typeface="Corbel"/>
                <a:cs typeface="Corbel"/>
              </a:rPr>
              <a:t> </a:t>
            </a:r>
            <a:r>
              <a:rPr sz="1600" dirty="0">
                <a:latin typeface="Corbel"/>
                <a:cs typeface="Corbel"/>
              </a:rPr>
              <a:t>from</a:t>
            </a:r>
            <a:r>
              <a:rPr sz="1600" spc="180" dirty="0">
                <a:latin typeface="Corbel"/>
                <a:cs typeface="Corbel"/>
              </a:rPr>
              <a:t> </a:t>
            </a:r>
            <a:r>
              <a:rPr sz="1600" dirty="0">
                <a:latin typeface="Corbel"/>
                <a:cs typeface="Corbel"/>
              </a:rPr>
              <a:t>any</a:t>
            </a:r>
            <a:r>
              <a:rPr sz="1600" spc="175" dirty="0">
                <a:latin typeface="Corbel"/>
                <a:cs typeface="Corbel"/>
              </a:rPr>
              <a:t> </a:t>
            </a:r>
            <a:r>
              <a:rPr sz="1600" dirty="0">
                <a:latin typeface="Corbel"/>
                <a:cs typeface="Corbel"/>
              </a:rPr>
              <a:t>flight</a:t>
            </a:r>
            <a:r>
              <a:rPr sz="1600" spc="180" dirty="0">
                <a:latin typeface="Corbel"/>
                <a:cs typeface="Corbel"/>
              </a:rPr>
              <a:t> </a:t>
            </a:r>
            <a:r>
              <a:rPr sz="1600" dirty="0">
                <a:latin typeface="Corbel"/>
                <a:cs typeface="Corbel"/>
              </a:rPr>
              <a:t>attitude</a:t>
            </a:r>
            <a:r>
              <a:rPr sz="1600" spc="190" dirty="0">
                <a:latin typeface="Corbel"/>
                <a:cs typeface="Corbel"/>
              </a:rPr>
              <a:t> </a:t>
            </a:r>
            <a:r>
              <a:rPr sz="1600" dirty="0">
                <a:latin typeface="Corbel"/>
                <a:cs typeface="Corbel"/>
              </a:rPr>
              <a:t>and</a:t>
            </a:r>
            <a:r>
              <a:rPr sz="1600" spc="185" dirty="0">
                <a:latin typeface="Corbel"/>
                <a:cs typeface="Corbel"/>
              </a:rPr>
              <a:t> </a:t>
            </a:r>
            <a:r>
              <a:rPr sz="1600" spc="-25" dirty="0">
                <a:latin typeface="Corbel"/>
                <a:cs typeface="Corbel"/>
              </a:rPr>
              <a:t>at </a:t>
            </a:r>
            <a:r>
              <a:rPr sz="1600" dirty="0">
                <a:latin typeface="Corbel"/>
                <a:cs typeface="Corbel"/>
              </a:rPr>
              <a:t>practically</a:t>
            </a:r>
            <a:r>
              <a:rPr sz="1600" spc="-45" dirty="0">
                <a:latin typeface="Corbel"/>
                <a:cs typeface="Corbel"/>
              </a:rPr>
              <a:t> </a:t>
            </a:r>
            <a:r>
              <a:rPr sz="1600" dirty="0">
                <a:latin typeface="Corbel"/>
                <a:cs typeface="Corbel"/>
              </a:rPr>
              <a:t>any</a:t>
            </a:r>
            <a:r>
              <a:rPr sz="1600" spc="-40" dirty="0">
                <a:latin typeface="Corbel"/>
                <a:cs typeface="Corbel"/>
              </a:rPr>
              <a:t> </a:t>
            </a:r>
            <a:r>
              <a:rPr sz="1600" spc="-10" dirty="0">
                <a:latin typeface="Corbel"/>
                <a:cs typeface="Corbel"/>
              </a:rPr>
              <a:t>airspeed.</a:t>
            </a:r>
            <a:endParaRPr sz="1600" dirty="0">
              <a:latin typeface="Corbel"/>
              <a:cs typeface="Corbel"/>
            </a:endParaRPr>
          </a:p>
          <a:p>
            <a:pPr marL="4259580" algn="just">
              <a:lnSpc>
                <a:spcPts val="1755"/>
              </a:lnSpc>
            </a:pPr>
            <a:r>
              <a:rPr sz="1600" b="1" u="sng" spc="-10" dirty="0">
                <a:uFill>
                  <a:solidFill>
                    <a:srgbClr val="000000"/>
                  </a:solidFill>
                </a:uFill>
                <a:latin typeface="Corbel"/>
                <a:cs typeface="Corbel"/>
              </a:rPr>
              <a:t>Basic</a:t>
            </a:r>
            <a:r>
              <a:rPr sz="1600" b="1" u="sng" spc="-50" dirty="0">
                <a:uFill>
                  <a:solidFill>
                    <a:srgbClr val="000000"/>
                  </a:solidFill>
                </a:uFill>
                <a:latin typeface="Corbel"/>
                <a:cs typeface="Corbel"/>
              </a:rPr>
              <a:t> </a:t>
            </a:r>
            <a:r>
              <a:rPr sz="1600" b="1" u="sng" dirty="0">
                <a:uFill>
                  <a:solidFill>
                    <a:srgbClr val="000000"/>
                  </a:solidFill>
                </a:uFill>
                <a:latin typeface="Corbel"/>
                <a:cs typeface="Corbel"/>
              </a:rPr>
              <a:t>Spin</a:t>
            </a:r>
            <a:r>
              <a:rPr sz="1600" b="1" u="sng" spc="-5" dirty="0">
                <a:uFill>
                  <a:solidFill>
                    <a:srgbClr val="000000"/>
                  </a:solidFill>
                </a:uFill>
                <a:latin typeface="Corbel"/>
                <a:cs typeface="Corbel"/>
              </a:rPr>
              <a:t> </a:t>
            </a:r>
            <a:r>
              <a:rPr sz="1600" b="1" u="sng" spc="-10" dirty="0">
                <a:uFill>
                  <a:solidFill>
                    <a:srgbClr val="000000"/>
                  </a:solidFill>
                </a:uFill>
                <a:latin typeface="Corbel"/>
                <a:cs typeface="Corbel"/>
              </a:rPr>
              <a:t>recovery</a:t>
            </a:r>
            <a:endParaRPr sz="1600" dirty="0">
              <a:latin typeface="Corbel"/>
              <a:cs typeface="Corbel"/>
            </a:endParaRPr>
          </a:p>
        </p:txBody>
      </p:sp>
      <p:sp>
        <p:nvSpPr>
          <p:cNvPr id="16" name="object 16"/>
          <p:cNvSpPr txBox="1"/>
          <p:nvPr/>
        </p:nvSpPr>
        <p:spPr>
          <a:xfrm>
            <a:off x="5810467" y="2332228"/>
            <a:ext cx="5614670" cy="2631440"/>
          </a:xfrm>
          <a:prstGeom prst="rect">
            <a:avLst/>
          </a:prstGeom>
        </p:spPr>
        <p:txBody>
          <a:bodyPr vert="horz" wrap="square" lIns="0" tIns="33019" rIns="0" bIns="0" rtlCol="0">
            <a:spAutoFit/>
          </a:bodyPr>
          <a:lstStyle/>
          <a:p>
            <a:pPr marL="12700" marR="5715" algn="just">
              <a:lnSpc>
                <a:spcPts val="1800"/>
              </a:lnSpc>
              <a:spcBef>
                <a:spcPts val="259"/>
              </a:spcBef>
            </a:pPr>
            <a:r>
              <a:rPr sz="1600" b="1" dirty="0">
                <a:latin typeface="Corbel"/>
                <a:cs typeface="Corbel"/>
              </a:rPr>
              <a:t>P</a:t>
            </a:r>
            <a:r>
              <a:rPr sz="1600" b="1" spc="204" dirty="0">
                <a:latin typeface="Corbel"/>
                <a:cs typeface="Corbel"/>
              </a:rPr>
              <a:t> </a:t>
            </a:r>
            <a:r>
              <a:rPr sz="1600" dirty="0">
                <a:latin typeface="Corbel"/>
                <a:cs typeface="Corbel"/>
              </a:rPr>
              <a:t>-</a:t>
            </a:r>
            <a:r>
              <a:rPr sz="1600" spc="229" dirty="0">
                <a:latin typeface="Corbel"/>
                <a:cs typeface="Corbel"/>
              </a:rPr>
              <a:t> </a:t>
            </a:r>
            <a:r>
              <a:rPr sz="1600" dirty="0">
                <a:latin typeface="Corbel"/>
                <a:cs typeface="Corbel"/>
              </a:rPr>
              <a:t>Power:</a:t>
            </a:r>
            <a:r>
              <a:rPr sz="1600" spc="229" dirty="0">
                <a:latin typeface="Corbel"/>
                <a:cs typeface="Corbel"/>
              </a:rPr>
              <a:t> </a:t>
            </a:r>
            <a:r>
              <a:rPr sz="1600" dirty="0">
                <a:latin typeface="Corbel"/>
                <a:cs typeface="Corbel"/>
              </a:rPr>
              <a:t>The</a:t>
            </a:r>
            <a:r>
              <a:rPr sz="1600" spc="229" dirty="0">
                <a:latin typeface="Corbel"/>
                <a:cs typeface="Corbel"/>
              </a:rPr>
              <a:t> </a:t>
            </a:r>
            <a:r>
              <a:rPr sz="1600" dirty="0">
                <a:latin typeface="Corbel"/>
                <a:cs typeface="Corbel"/>
              </a:rPr>
              <a:t>throttle</a:t>
            </a:r>
            <a:r>
              <a:rPr sz="1600" spc="225" dirty="0">
                <a:latin typeface="Corbel"/>
                <a:cs typeface="Corbel"/>
              </a:rPr>
              <a:t> </a:t>
            </a:r>
            <a:r>
              <a:rPr sz="1600" dirty="0">
                <a:latin typeface="Corbel"/>
                <a:cs typeface="Corbel"/>
              </a:rPr>
              <a:t>should</a:t>
            </a:r>
            <a:r>
              <a:rPr sz="1600" spc="235" dirty="0">
                <a:latin typeface="Corbel"/>
                <a:cs typeface="Corbel"/>
              </a:rPr>
              <a:t> </a:t>
            </a:r>
            <a:r>
              <a:rPr sz="1600" dirty="0">
                <a:latin typeface="Corbel"/>
                <a:cs typeface="Corbel"/>
              </a:rPr>
              <a:t>be</a:t>
            </a:r>
            <a:r>
              <a:rPr sz="1600" spc="229" dirty="0">
                <a:latin typeface="Corbel"/>
                <a:cs typeface="Corbel"/>
              </a:rPr>
              <a:t> </a:t>
            </a:r>
            <a:r>
              <a:rPr sz="1600" dirty="0">
                <a:latin typeface="Corbel"/>
                <a:cs typeface="Corbel"/>
              </a:rPr>
              <a:t>moved</a:t>
            </a:r>
            <a:r>
              <a:rPr sz="1600" spc="229" dirty="0">
                <a:latin typeface="Corbel"/>
                <a:cs typeface="Corbel"/>
              </a:rPr>
              <a:t> </a:t>
            </a:r>
            <a:r>
              <a:rPr sz="1600" dirty="0">
                <a:latin typeface="Corbel"/>
                <a:cs typeface="Corbel"/>
              </a:rPr>
              <a:t>to</a:t>
            </a:r>
            <a:r>
              <a:rPr sz="1600" spc="220" dirty="0">
                <a:latin typeface="Corbel"/>
                <a:cs typeface="Corbel"/>
              </a:rPr>
              <a:t> </a:t>
            </a:r>
            <a:r>
              <a:rPr sz="1600" dirty="0">
                <a:latin typeface="Corbel"/>
                <a:cs typeface="Corbel"/>
              </a:rPr>
              <a:t>the</a:t>
            </a:r>
            <a:r>
              <a:rPr sz="1600" spc="229" dirty="0">
                <a:latin typeface="Corbel"/>
                <a:cs typeface="Corbel"/>
              </a:rPr>
              <a:t> </a:t>
            </a:r>
            <a:r>
              <a:rPr sz="1600" dirty="0">
                <a:latin typeface="Corbel"/>
                <a:cs typeface="Corbel"/>
              </a:rPr>
              <a:t>idle</a:t>
            </a:r>
            <a:r>
              <a:rPr sz="1600" spc="229" dirty="0">
                <a:latin typeface="Corbel"/>
                <a:cs typeface="Corbel"/>
              </a:rPr>
              <a:t> </a:t>
            </a:r>
            <a:r>
              <a:rPr sz="1600" dirty="0">
                <a:latin typeface="Corbel"/>
                <a:cs typeface="Corbel"/>
              </a:rPr>
              <a:t>position</a:t>
            </a:r>
            <a:r>
              <a:rPr sz="1600" spc="235" dirty="0">
                <a:latin typeface="Corbel"/>
                <a:cs typeface="Corbel"/>
              </a:rPr>
              <a:t> </a:t>
            </a:r>
            <a:r>
              <a:rPr sz="1600" spc="-25" dirty="0">
                <a:latin typeface="Corbel"/>
                <a:cs typeface="Corbel"/>
              </a:rPr>
              <a:t>to </a:t>
            </a:r>
            <a:r>
              <a:rPr sz="1600" dirty="0">
                <a:latin typeface="Corbel"/>
                <a:cs typeface="Corbel"/>
              </a:rPr>
              <a:t>reduce</a:t>
            </a:r>
            <a:r>
              <a:rPr sz="1600" spc="-30" dirty="0">
                <a:latin typeface="Corbel"/>
                <a:cs typeface="Corbel"/>
              </a:rPr>
              <a:t> </a:t>
            </a:r>
            <a:r>
              <a:rPr sz="1600" spc="-10" dirty="0">
                <a:latin typeface="Corbel"/>
                <a:cs typeface="Corbel"/>
              </a:rPr>
              <a:t>thrust.</a:t>
            </a:r>
            <a:endParaRPr sz="1600">
              <a:latin typeface="Corbel"/>
              <a:cs typeface="Corbel"/>
            </a:endParaRPr>
          </a:p>
          <a:p>
            <a:pPr marL="12700" algn="just">
              <a:lnSpc>
                <a:spcPct val="100000"/>
              </a:lnSpc>
              <a:spcBef>
                <a:spcPts val="725"/>
              </a:spcBef>
            </a:pPr>
            <a:r>
              <a:rPr sz="1600" b="1" dirty="0">
                <a:latin typeface="Corbel"/>
                <a:cs typeface="Corbel"/>
              </a:rPr>
              <a:t>A</a:t>
            </a:r>
            <a:r>
              <a:rPr sz="1600" b="1" spc="-30" dirty="0">
                <a:latin typeface="Corbel"/>
                <a:cs typeface="Corbel"/>
              </a:rPr>
              <a:t> </a:t>
            </a:r>
            <a:r>
              <a:rPr sz="1600" dirty="0">
                <a:latin typeface="Corbel"/>
                <a:cs typeface="Corbel"/>
              </a:rPr>
              <a:t>-</a:t>
            </a:r>
            <a:r>
              <a:rPr sz="1600" spc="-75" dirty="0">
                <a:latin typeface="Corbel"/>
                <a:cs typeface="Corbel"/>
              </a:rPr>
              <a:t> </a:t>
            </a:r>
            <a:r>
              <a:rPr sz="1600" spc="-10" dirty="0">
                <a:latin typeface="Corbel"/>
                <a:cs typeface="Corbel"/>
              </a:rPr>
              <a:t>Ailerons:</a:t>
            </a:r>
            <a:r>
              <a:rPr sz="1600" spc="-75" dirty="0">
                <a:latin typeface="Corbel"/>
                <a:cs typeface="Corbel"/>
              </a:rPr>
              <a:t> </a:t>
            </a:r>
            <a:r>
              <a:rPr sz="1600" dirty="0">
                <a:latin typeface="Corbel"/>
                <a:cs typeface="Corbel"/>
              </a:rPr>
              <a:t>Ailerons</a:t>
            </a:r>
            <a:r>
              <a:rPr sz="1600" spc="-5" dirty="0">
                <a:latin typeface="Corbel"/>
                <a:cs typeface="Corbel"/>
              </a:rPr>
              <a:t> </a:t>
            </a:r>
            <a:r>
              <a:rPr sz="1600" dirty="0">
                <a:latin typeface="Corbel"/>
                <a:cs typeface="Corbel"/>
              </a:rPr>
              <a:t>should</a:t>
            </a:r>
            <a:r>
              <a:rPr sz="1600" spc="-5" dirty="0">
                <a:latin typeface="Corbel"/>
                <a:cs typeface="Corbel"/>
              </a:rPr>
              <a:t> </a:t>
            </a:r>
            <a:r>
              <a:rPr sz="1600" dirty="0">
                <a:latin typeface="Corbel"/>
                <a:cs typeface="Corbel"/>
              </a:rPr>
              <a:t>be</a:t>
            </a:r>
            <a:r>
              <a:rPr sz="1600" spc="-10" dirty="0">
                <a:latin typeface="Corbel"/>
                <a:cs typeface="Corbel"/>
              </a:rPr>
              <a:t> neutralized.</a:t>
            </a:r>
            <a:endParaRPr sz="1600">
              <a:latin typeface="Corbel"/>
              <a:cs typeface="Corbel"/>
            </a:endParaRPr>
          </a:p>
          <a:p>
            <a:pPr marL="12700" marR="5080" algn="just">
              <a:lnSpc>
                <a:spcPct val="90400"/>
              </a:lnSpc>
              <a:spcBef>
                <a:spcPts val="980"/>
              </a:spcBef>
            </a:pPr>
            <a:r>
              <a:rPr sz="1600" b="1" dirty="0">
                <a:latin typeface="Corbel"/>
                <a:cs typeface="Corbel"/>
              </a:rPr>
              <a:t>R</a:t>
            </a:r>
            <a:r>
              <a:rPr sz="1600" b="1" spc="90" dirty="0">
                <a:latin typeface="Corbel"/>
                <a:cs typeface="Corbel"/>
              </a:rPr>
              <a:t> </a:t>
            </a:r>
            <a:r>
              <a:rPr sz="1600" dirty="0">
                <a:latin typeface="Corbel"/>
                <a:cs typeface="Corbel"/>
              </a:rPr>
              <a:t>-</a:t>
            </a:r>
            <a:r>
              <a:rPr sz="1600" spc="110" dirty="0">
                <a:latin typeface="Corbel"/>
                <a:cs typeface="Corbel"/>
              </a:rPr>
              <a:t> </a:t>
            </a:r>
            <a:r>
              <a:rPr sz="1600" dirty="0">
                <a:latin typeface="Corbel"/>
                <a:cs typeface="Corbel"/>
              </a:rPr>
              <a:t>Rudder:</a:t>
            </a:r>
            <a:r>
              <a:rPr sz="1600" spc="105" dirty="0">
                <a:latin typeface="Corbel"/>
                <a:cs typeface="Corbel"/>
              </a:rPr>
              <a:t> </a:t>
            </a:r>
            <a:r>
              <a:rPr sz="1600" dirty="0">
                <a:latin typeface="Corbel"/>
                <a:cs typeface="Corbel"/>
              </a:rPr>
              <a:t>Full</a:t>
            </a:r>
            <a:r>
              <a:rPr sz="1600" spc="105" dirty="0">
                <a:latin typeface="Corbel"/>
                <a:cs typeface="Corbel"/>
              </a:rPr>
              <a:t> </a:t>
            </a:r>
            <a:r>
              <a:rPr sz="1600" dirty="0">
                <a:latin typeface="Corbel"/>
                <a:cs typeface="Corbel"/>
              </a:rPr>
              <a:t>opposite</a:t>
            </a:r>
            <a:r>
              <a:rPr sz="1600" spc="110" dirty="0">
                <a:latin typeface="Corbel"/>
                <a:cs typeface="Corbel"/>
              </a:rPr>
              <a:t> </a:t>
            </a:r>
            <a:r>
              <a:rPr sz="1600" dirty="0">
                <a:latin typeface="Corbel"/>
                <a:cs typeface="Corbel"/>
              </a:rPr>
              <a:t>rudder</a:t>
            </a:r>
            <a:r>
              <a:rPr sz="1600" spc="110" dirty="0">
                <a:latin typeface="Corbel"/>
                <a:cs typeface="Corbel"/>
              </a:rPr>
              <a:t> </a:t>
            </a:r>
            <a:r>
              <a:rPr sz="1600" dirty="0">
                <a:latin typeface="Corbel"/>
                <a:cs typeface="Corbel"/>
              </a:rPr>
              <a:t>input</a:t>
            </a:r>
            <a:r>
              <a:rPr sz="1600" spc="100" dirty="0">
                <a:latin typeface="Corbel"/>
                <a:cs typeface="Corbel"/>
              </a:rPr>
              <a:t> </a:t>
            </a:r>
            <a:r>
              <a:rPr sz="1600" dirty="0">
                <a:latin typeface="Corbel"/>
                <a:cs typeface="Corbel"/>
              </a:rPr>
              <a:t>should</a:t>
            </a:r>
            <a:r>
              <a:rPr sz="1600" spc="110" dirty="0">
                <a:latin typeface="Corbel"/>
                <a:cs typeface="Corbel"/>
              </a:rPr>
              <a:t> </a:t>
            </a:r>
            <a:r>
              <a:rPr sz="1600" dirty="0">
                <a:latin typeface="Corbel"/>
                <a:cs typeface="Corbel"/>
              </a:rPr>
              <a:t>be</a:t>
            </a:r>
            <a:r>
              <a:rPr sz="1600" spc="110" dirty="0">
                <a:latin typeface="Corbel"/>
                <a:cs typeface="Corbel"/>
              </a:rPr>
              <a:t> </a:t>
            </a:r>
            <a:r>
              <a:rPr sz="1600" dirty="0">
                <a:latin typeface="Corbel"/>
                <a:cs typeface="Corbel"/>
              </a:rPr>
              <a:t>applied</a:t>
            </a:r>
            <a:r>
              <a:rPr sz="1600" spc="110" dirty="0">
                <a:latin typeface="Corbel"/>
                <a:cs typeface="Corbel"/>
              </a:rPr>
              <a:t> </a:t>
            </a:r>
            <a:r>
              <a:rPr sz="1600" dirty="0">
                <a:latin typeface="Corbel"/>
                <a:cs typeface="Corbel"/>
              </a:rPr>
              <a:t>until</a:t>
            </a:r>
            <a:r>
              <a:rPr sz="1600" spc="110" dirty="0">
                <a:latin typeface="Corbel"/>
                <a:cs typeface="Corbel"/>
              </a:rPr>
              <a:t> </a:t>
            </a:r>
            <a:r>
              <a:rPr sz="1600" spc="-25" dirty="0">
                <a:latin typeface="Corbel"/>
                <a:cs typeface="Corbel"/>
              </a:rPr>
              <a:t>the </a:t>
            </a:r>
            <a:r>
              <a:rPr sz="1600" dirty="0">
                <a:latin typeface="Corbel"/>
                <a:cs typeface="Corbel"/>
              </a:rPr>
              <a:t>rotation</a:t>
            </a:r>
            <a:r>
              <a:rPr sz="1600" spc="395" dirty="0">
                <a:latin typeface="Corbel"/>
                <a:cs typeface="Corbel"/>
              </a:rPr>
              <a:t> </a:t>
            </a:r>
            <a:r>
              <a:rPr sz="1600" dirty="0">
                <a:latin typeface="Corbel"/>
                <a:cs typeface="Corbel"/>
              </a:rPr>
              <a:t>is</a:t>
            </a:r>
            <a:r>
              <a:rPr sz="1600" spc="390" dirty="0">
                <a:latin typeface="Corbel"/>
                <a:cs typeface="Corbel"/>
              </a:rPr>
              <a:t> </a:t>
            </a:r>
            <a:r>
              <a:rPr sz="1600" dirty="0">
                <a:latin typeface="Corbel"/>
                <a:cs typeface="Corbel"/>
              </a:rPr>
              <a:t>stopped.</a:t>
            </a:r>
            <a:r>
              <a:rPr sz="1600" spc="390" dirty="0">
                <a:latin typeface="Corbel"/>
                <a:cs typeface="Corbel"/>
              </a:rPr>
              <a:t> </a:t>
            </a:r>
            <a:r>
              <a:rPr sz="1600" dirty="0">
                <a:latin typeface="Corbel"/>
                <a:cs typeface="Corbel"/>
              </a:rPr>
              <a:t>If</a:t>
            </a:r>
            <a:r>
              <a:rPr sz="1600" spc="395" dirty="0">
                <a:latin typeface="Corbel"/>
                <a:cs typeface="Corbel"/>
              </a:rPr>
              <a:t> </a:t>
            </a:r>
            <a:r>
              <a:rPr sz="1600" dirty="0">
                <a:latin typeface="Corbel"/>
                <a:cs typeface="Corbel"/>
              </a:rPr>
              <a:t>the</a:t>
            </a:r>
            <a:r>
              <a:rPr sz="1600" spc="395" dirty="0">
                <a:latin typeface="Corbel"/>
                <a:cs typeface="Corbel"/>
              </a:rPr>
              <a:t> </a:t>
            </a:r>
            <a:r>
              <a:rPr sz="1600" dirty="0">
                <a:latin typeface="Corbel"/>
                <a:cs typeface="Corbel"/>
              </a:rPr>
              <a:t>aircraft</a:t>
            </a:r>
            <a:r>
              <a:rPr sz="1600" spc="385" dirty="0">
                <a:latin typeface="Corbel"/>
                <a:cs typeface="Corbel"/>
              </a:rPr>
              <a:t> </a:t>
            </a:r>
            <a:r>
              <a:rPr sz="1600" dirty="0">
                <a:latin typeface="Corbel"/>
                <a:cs typeface="Corbel"/>
              </a:rPr>
              <a:t>is</a:t>
            </a:r>
            <a:r>
              <a:rPr sz="1600" spc="390" dirty="0">
                <a:latin typeface="Corbel"/>
                <a:cs typeface="Corbel"/>
              </a:rPr>
              <a:t> </a:t>
            </a:r>
            <a:r>
              <a:rPr sz="1600" dirty="0">
                <a:latin typeface="Corbel"/>
                <a:cs typeface="Corbel"/>
              </a:rPr>
              <a:t>rotating</a:t>
            </a:r>
            <a:r>
              <a:rPr sz="1600" spc="395" dirty="0">
                <a:latin typeface="Corbel"/>
                <a:cs typeface="Corbel"/>
              </a:rPr>
              <a:t> </a:t>
            </a:r>
            <a:r>
              <a:rPr sz="1600" dirty="0">
                <a:latin typeface="Corbel"/>
                <a:cs typeface="Corbel"/>
              </a:rPr>
              <a:t>to</a:t>
            </a:r>
            <a:r>
              <a:rPr sz="1600" spc="385" dirty="0">
                <a:latin typeface="Corbel"/>
                <a:cs typeface="Corbel"/>
              </a:rPr>
              <a:t> </a:t>
            </a:r>
            <a:r>
              <a:rPr sz="1600" dirty="0">
                <a:latin typeface="Corbel"/>
                <a:cs typeface="Corbel"/>
              </a:rPr>
              <a:t>the</a:t>
            </a:r>
            <a:r>
              <a:rPr sz="1600" spc="395" dirty="0">
                <a:latin typeface="Corbel"/>
                <a:cs typeface="Corbel"/>
              </a:rPr>
              <a:t> </a:t>
            </a:r>
            <a:r>
              <a:rPr sz="1600" dirty="0">
                <a:latin typeface="Corbel"/>
                <a:cs typeface="Corbel"/>
              </a:rPr>
              <a:t>left,</a:t>
            </a:r>
            <a:r>
              <a:rPr sz="1600" spc="395" dirty="0">
                <a:latin typeface="Corbel"/>
                <a:cs typeface="Corbel"/>
              </a:rPr>
              <a:t> </a:t>
            </a:r>
            <a:r>
              <a:rPr sz="1600" spc="-10" dirty="0">
                <a:latin typeface="Corbel"/>
                <a:cs typeface="Corbel"/>
              </a:rPr>
              <a:t>right </a:t>
            </a:r>
            <a:r>
              <a:rPr sz="1600" dirty="0">
                <a:latin typeface="Corbel"/>
                <a:cs typeface="Corbel"/>
              </a:rPr>
              <a:t>rudder</a:t>
            </a:r>
            <a:r>
              <a:rPr sz="1600" spc="335" dirty="0">
                <a:latin typeface="Corbel"/>
                <a:cs typeface="Corbel"/>
              </a:rPr>
              <a:t> </a:t>
            </a:r>
            <a:r>
              <a:rPr sz="1600" dirty="0">
                <a:latin typeface="Corbel"/>
                <a:cs typeface="Corbel"/>
              </a:rPr>
              <a:t>should</a:t>
            </a:r>
            <a:r>
              <a:rPr sz="1600" spc="345" dirty="0">
                <a:latin typeface="Corbel"/>
                <a:cs typeface="Corbel"/>
              </a:rPr>
              <a:t> </a:t>
            </a:r>
            <a:r>
              <a:rPr sz="1600" dirty="0">
                <a:latin typeface="Corbel"/>
                <a:cs typeface="Corbel"/>
              </a:rPr>
              <a:t>be</a:t>
            </a:r>
            <a:r>
              <a:rPr sz="1600" spc="345" dirty="0">
                <a:latin typeface="Corbel"/>
                <a:cs typeface="Corbel"/>
              </a:rPr>
              <a:t> </a:t>
            </a:r>
            <a:r>
              <a:rPr sz="1600" dirty="0">
                <a:latin typeface="Corbel"/>
                <a:cs typeface="Corbel"/>
              </a:rPr>
              <a:t>applied.</a:t>
            </a:r>
            <a:r>
              <a:rPr sz="1600" spc="345" dirty="0">
                <a:latin typeface="Corbel"/>
                <a:cs typeface="Corbel"/>
              </a:rPr>
              <a:t> </a:t>
            </a:r>
            <a:r>
              <a:rPr sz="1600" dirty="0">
                <a:latin typeface="Corbel"/>
                <a:cs typeface="Corbel"/>
              </a:rPr>
              <a:t>Once</a:t>
            </a:r>
            <a:r>
              <a:rPr sz="1600" spc="345" dirty="0">
                <a:latin typeface="Corbel"/>
                <a:cs typeface="Corbel"/>
              </a:rPr>
              <a:t> </a:t>
            </a:r>
            <a:r>
              <a:rPr sz="1600" dirty="0">
                <a:latin typeface="Corbel"/>
                <a:cs typeface="Corbel"/>
              </a:rPr>
              <a:t>the</a:t>
            </a:r>
            <a:r>
              <a:rPr sz="1600" spc="345" dirty="0">
                <a:latin typeface="Corbel"/>
                <a:cs typeface="Corbel"/>
              </a:rPr>
              <a:t> </a:t>
            </a:r>
            <a:r>
              <a:rPr sz="1600" dirty="0">
                <a:latin typeface="Corbel"/>
                <a:cs typeface="Corbel"/>
              </a:rPr>
              <a:t>spinning</a:t>
            </a:r>
            <a:r>
              <a:rPr sz="1600" spc="345" dirty="0">
                <a:latin typeface="Corbel"/>
                <a:cs typeface="Corbel"/>
              </a:rPr>
              <a:t> </a:t>
            </a:r>
            <a:r>
              <a:rPr sz="1600" dirty="0">
                <a:latin typeface="Corbel"/>
                <a:cs typeface="Corbel"/>
              </a:rPr>
              <a:t>stops,</a:t>
            </a:r>
            <a:r>
              <a:rPr sz="1600" spc="340" dirty="0">
                <a:latin typeface="Corbel"/>
                <a:cs typeface="Corbel"/>
              </a:rPr>
              <a:t> </a:t>
            </a:r>
            <a:r>
              <a:rPr sz="1600" dirty="0">
                <a:latin typeface="Corbel"/>
                <a:cs typeface="Corbel"/>
              </a:rPr>
              <a:t>the</a:t>
            </a:r>
            <a:r>
              <a:rPr sz="1600" spc="345" dirty="0">
                <a:latin typeface="Corbel"/>
                <a:cs typeface="Corbel"/>
              </a:rPr>
              <a:t> </a:t>
            </a:r>
            <a:r>
              <a:rPr sz="1600" spc="-10" dirty="0">
                <a:latin typeface="Corbel"/>
                <a:cs typeface="Corbel"/>
              </a:rPr>
              <a:t>rudder </a:t>
            </a:r>
            <a:r>
              <a:rPr sz="1600" dirty="0">
                <a:latin typeface="Corbel"/>
                <a:cs typeface="Corbel"/>
              </a:rPr>
              <a:t>should</a:t>
            </a:r>
            <a:r>
              <a:rPr sz="1600" spc="-20" dirty="0">
                <a:latin typeface="Corbel"/>
                <a:cs typeface="Corbel"/>
              </a:rPr>
              <a:t> </a:t>
            </a:r>
            <a:r>
              <a:rPr sz="1600" dirty="0">
                <a:latin typeface="Corbel"/>
                <a:cs typeface="Corbel"/>
              </a:rPr>
              <a:t>be</a:t>
            </a:r>
            <a:r>
              <a:rPr sz="1600" spc="-20" dirty="0">
                <a:latin typeface="Corbel"/>
                <a:cs typeface="Corbel"/>
              </a:rPr>
              <a:t> </a:t>
            </a:r>
            <a:r>
              <a:rPr sz="1600" spc="-10" dirty="0">
                <a:latin typeface="Corbel"/>
                <a:cs typeface="Corbel"/>
              </a:rPr>
              <a:t>neutralized.</a:t>
            </a:r>
            <a:endParaRPr sz="1600">
              <a:latin typeface="Corbel"/>
              <a:cs typeface="Corbel"/>
            </a:endParaRPr>
          </a:p>
          <a:p>
            <a:pPr marL="12700" marR="5715" algn="just">
              <a:lnSpc>
                <a:spcPct val="91200"/>
              </a:lnSpc>
              <a:spcBef>
                <a:spcPts val="935"/>
              </a:spcBef>
            </a:pPr>
            <a:r>
              <a:rPr sz="1600" b="1" dirty="0">
                <a:latin typeface="Corbel"/>
                <a:cs typeface="Corbel"/>
              </a:rPr>
              <a:t>E</a:t>
            </a:r>
            <a:r>
              <a:rPr sz="1600" b="1" spc="-40" dirty="0">
                <a:latin typeface="Corbel"/>
                <a:cs typeface="Corbel"/>
              </a:rPr>
              <a:t> </a:t>
            </a:r>
            <a:r>
              <a:rPr sz="1600" dirty="0">
                <a:latin typeface="Corbel"/>
                <a:cs typeface="Corbel"/>
              </a:rPr>
              <a:t>-</a:t>
            </a:r>
            <a:r>
              <a:rPr sz="1600" spc="-30" dirty="0">
                <a:latin typeface="Corbel"/>
                <a:cs typeface="Corbel"/>
              </a:rPr>
              <a:t> </a:t>
            </a:r>
            <a:r>
              <a:rPr sz="1600" dirty="0">
                <a:latin typeface="Corbel"/>
                <a:cs typeface="Corbel"/>
              </a:rPr>
              <a:t>Elevator:</a:t>
            </a:r>
            <a:r>
              <a:rPr sz="1600" spc="-30" dirty="0">
                <a:latin typeface="Corbel"/>
                <a:cs typeface="Corbel"/>
              </a:rPr>
              <a:t> </a:t>
            </a:r>
            <a:r>
              <a:rPr sz="1600" dirty="0">
                <a:latin typeface="Corbel"/>
                <a:cs typeface="Corbel"/>
              </a:rPr>
              <a:t>Quick</a:t>
            </a:r>
            <a:r>
              <a:rPr sz="1600" spc="-35" dirty="0">
                <a:latin typeface="Corbel"/>
                <a:cs typeface="Corbel"/>
              </a:rPr>
              <a:t> </a:t>
            </a:r>
            <a:r>
              <a:rPr sz="1600" dirty="0">
                <a:latin typeface="Corbel"/>
                <a:cs typeface="Corbel"/>
              </a:rPr>
              <a:t>forward</a:t>
            </a:r>
            <a:r>
              <a:rPr sz="1600" spc="-30" dirty="0">
                <a:latin typeface="Corbel"/>
                <a:cs typeface="Corbel"/>
              </a:rPr>
              <a:t> </a:t>
            </a:r>
            <a:r>
              <a:rPr sz="1600" dirty="0">
                <a:latin typeface="Corbel"/>
                <a:cs typeface="Corbel"/>
              </a:rPr>
              <a:t>pressure</a:t>
            </a:r>
            <a:r>
              <a:rPr sz="1600" spc="-30" dirty="0">
                <a:latin typeface="Corbel"/>
                <a:cs typeface="Corbel"/>
              </a:rPr>
              <a:t> </a:t>
            </a:r>
            <a:r>
              <a:rPr sz="1600" dirty="0">
                <a:latin typeface="Corbel"/>
                <a:cs typeface="Corbel"/>
              </a:rPr>
              <a:t>should</a:t>
            </a:r>
            <a:r>
              <a:rPr sz="1600" spc="-25" dirty="0">
                <a:latin typeface="Corbel"/>
                <a:cs typeface="Corbel"/>
              </a:rPr>
              <a:t> </a:t>
            </a:r>
            <a:r>
              <a:rPr sz="1600" dirty="0">
                <a:latin typeface="Corbel"/>
                <a:cs typeface="Corbel"/>
              </a:rPr>
              <a:t>be</a:t>
            </a:r>
            <a:r>
              <a:rPr sz="1600" spc="-30" dirty="0">
                <a:latin typeface="Corbel"/>
                <a:cs typeface="Corbel"/>
              </a:rPr>
              <a:t> </a:t>
            </a:r>
            <a:r>
              <a:rPr sz="1600" dirty="0">
                <a:latin typeface="Corbel"/>
                <a:cs typeface="Corbel"/>
              </a:rPr>
              <a:t>applied</a:t>
            </a:r>
            <a:r>
              <a:rPr sz="1600" spc="-3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break</a:t>
            </a:r>
            <a:r>
              <a:rPr sz="1600" spc="-40" dirty="0">
                <a:latin typeface="Corbel"/>
                <a:cs typeface="Corbel"/>
              </a:rPr>
              <a:t> </a:t>
            </a:r>
            <a:r>
              <a:rPr sz="1600" spc="-25" dirty="0">
                <a:latin typeface="Corbel"/>
                <a:cs typeface="Corbel"/>
              </a:rPr>
              <a:t>the </a:t>
            </a:r>
            <a:r>
              <a:rPr sz="1600" dirty="0">
                <a:latin typeface="Corbel"/>
                <a:cs typeface="Corbel"/>
              </a:rPr>
              <a:t>stall</a:t>
            </a:r>
            <a:r>
              <a:rPr sz="1600" spc="165" dirty="0">
                <a:latin typeface="Corbel"/>
                <a:cs typeface="Corbel"/>
              </a:rPr>
              <a:t> </a:t>
            </a:r>
            <a:r>
              <a:rPr sz="1600" dirty="0">
                <a:latin typeface="Corbel"/>
                <a:cs typeface="Corbel"/>
              </a:rPr>
              <a:t>and</a:t>
            </a:r>
            <a:r>
              <a:rPr sz="1600" spc="170" dirty="0">
                <a:latin typeface="Corbel"/>
                <a:cs typeface="Corbel"/>
              </a:rPr>
              <a:t> </a:t>
            </a:r>
            <a:r>
              <a:rPr sz="1600" dirty="0">
                <a:latin typeface="Corbel"/>
                <a:cs typeface="Corbel"/>
              </a:rPr>
              <a:t>gain</a:t>
            </a:r>
            <a:r>
              <a:rPr sz="1600" spc="170" dirty="0">
                <a:latin typeface="Corbel"/>
                <a:cs typeface="Corbel"/>
              </a:rPr>
              <a:t> </a:t>
            </a:r>
            <a:r>
              <a:rPr sz="1600" dirty="0">
                <a:latin typeface="Corbel"/>
                <a:cs typeface="Corbel"/>
              </a:rPr>
              <a:t>airflow</a:t>
            </a:r>
            <a:r>
              <a:rPr sz="1600" spc="165" dirty="0">
                <a:latin typeface="Corbel"/>
                <a:cs typeface="Corbel"/>
              </a:rPr>
              <a:t> </a:t>
            </a:r>
            <a:r>
              <a:rPr sz="1600" dirty="0">
                <a:latin typeface="Corbel"/>
                <a:cs typeface="Corbel"/>
              </a:rPr>
              <a:t>over</a:t>
            </a:r>
            <a:r>
              <a:rPr sz="1600" spc="165" dirty="0">
                <a:latin typeface="Corbel"/>
                <a:cs typeface="Corbel"/>
              </a:rPr>
              <a:t> </a:t>
            </a:r>
            <a:r>
              <a:rPr sz="1600" dirty="0">
                <a:latin typeface="Corbel"/>
                <a:cs typeface="Corbel"/>
              </a:rPr>
              <a:t>the</a:t>
            </a:r>
            <a:r>
              <a:rPr sz="1600" spc="170" dirty="0">
                <a:latin typeface="Corbel"/>
                <a:cs typeface="Corbel"/>
              </a:rPr>
              <a:t> </a:t>
            </a:r>
            <a:r>
              <a:rPr sz="1600" dirty="0">
                <a:latin typeface="Corbel"/>
                <a:cs typeface="Corbel"/>
              </a:rPr>
              <a:t>wings.</a:t>
            </a:r>
            <a:r>
              <a:rPr sz="1600" spc="170" dirty="0">
                <a:latin typeface="Corbel"/>
                <a:cs typeface="Corbel"/>
              </a:rPr>
              <a:t> </a:t>
            </a:r>
            <a:r>
              <a:rPr sz="1600" dirty="0">
                <a:latin typeface="Corbel"/>
                <a:cs typeface="Corbel"/>
              </a:rPr>
              <a:t>Once</a:t>
            </a:r>
            <a:r>
              <a:rPr sz="1600" spc="170" dirty="0">
                <a:latin typeface="Corbel"/>
                <a:cs typeface="Corbel"/>
              </a:rPr>
              <a:t> </a:t>
            </a:r>
            <a:r>
              <a:rPr sz="1600" dirty="0">
                <a:latin typeface="Corbel"/>
                <a:cs typeface="Corbel"/>
              </a:rPr>
              <a:t>the</a:t>
            </a:r>
            <a:r>
              <a:rPr sz="1600" spc="170" dirty="0">
                <a:latin typeface="Corbel"/>
                <a:cs typeface="Corbel"/>
              </a:rPr>
              <a:t> </a:t>
            </a:r>
            <a:r>
              <a:rPr sz="1600" dirty="0">
                <a:latin typeface="Corbel"/>
                <a:cs typeface="Corbel"/>
              </a:rPr>
              <a:t>aircraft</a:t>
            </a:r>
            <a:r>
              <a:rPr sz="1600" spc="160" dirty="0">
                <a:latin typeface="Corbel"/>
                <a:cs typeface="Corbel"/>
              </a:rPr>
              <a:t> </a:t>
            </a:r>
            <a:r>
              <a:rPr sz="1600" dirty="0">
                <a:latin typeface="Corbel"/>
                <a:cs typeface="Corbel"/>
              </a:rPr>
              <a:t>gains</a:t>
            </a:r>
            <a:r>
              <a:rPr sz="1600" spc="170" dirty="0">
                <a:latin typeface="Corbel"/>
                <a:cs typeface="Corbel"/>
              </a:rPr>
              <a:t> </a:t>
            </a:r>
            <a:r>
              <a:rPr sz="1600" spc="-10" dirty="0">
                <a:latin typeface="Corbel"/>
                <a:cs typeface="Corbel"/>
              </a:rPr>
              <a:t>lift, </a:t>
            </a:r>
            <a:r>
              <a:rPr sz="1600" dirty="0">
                <a:latin typeface="Corbel"/>
                <a:cs typeface="Corbel"/>
              </a:rPr>
              <a:t>back</a:t>
            </a:r>
            <a:r>
              <a:rPr sz="1600" spc="-30" dirty="0">
                <a:latin typeface="Corbel"/>
                <a:cs typeface="Corbel"/>
              </a:rPr>
              <a:t> </a:t>
            </a:r>
            <a:r>
              <a:rPr sz="1600" dirty="0">
                <a:latin typeface="Corbel"/>
                <a:cs typeface="Corbel"/>
              </a:rPr>
              <a:t>pressure</a:t>
            </a:r>
            <a:r>
              <a:rPr sz="1600" spc="-20" dirty="0">
                <a:latin typeface="Corbel"/>
                <a:cs typeface="Corbel"/>
              </a:rPr>
              <a:t> </a:t>
            </a:r>
            <a:r>
              <a:rPr sz="1600" dirty="0">
                <a:latin typeface="Corbel"/>
                <a:cs typeface="Corbel"/>
              </a:rPr>
              <a:t>should</a:t>
            </a:r>
            <a:r>
              <a:rPr sz="1600" spc="-15"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applied</a:t>
            </a:r>
            <a:r>
              <a:rPr sz="1600" spc="-20" dirty="0">
                <a:latin typeface="Corbel"/>
                <a:cs typeface="Corbel"/>
              </a:rPr>
              <a:t> </a:t>
            </a:r>
            <a:r>
              <a:rPr sz="1600" dirty="0">
                <a:latin typeface="Corbel"/>
                <a:cs typeface="Corbel"/>
              </a:rPr>
              <a:t>gradually</a:t>
            </a:r>
            <a:r>
              <a:rPr sz="1600" spc="-25" dirty="0">
                <a:latin typeface="Corbel"/>
                <a:cs typeface="Corbel"/>
              </a:rPr>
              <a:t> </a:t>
            </a:r>
            <a:r>
              <a:rPr sz="1600" dirty="0">
                <a:latin typeface="Corbel"/>
                <a:cs typeface="Corbel"/>
              </a:rPr>
              <a:t>so</a:t>
            </a:r>
            <a:r>
              <a:rPr sz="1600" spc="-25"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not</a:t>
            </a:r>
            <a:r>
              <a:rPr sz="1600" spc="-3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stall</a:t>
            </a:r>
            <a:r>
              <a:rPr sz="1600" spc="-20" dirty="0">
                <a:latin typeface="Corbel"/>
                <a:cs typeface="Corbel"/>
              </a:rPr>
              <a:t> </a:t>
            </a:r>
            <a:r>
              <a:rPr sz="1600" spc="-10" dirty="0">
                <a:latin typeface="Corbel"/>
                <a:cs typeface="Corbel"/>
              </a:rPr>
              <a:t>again.</a:t>
            </a:r>
            <a:endParaRPr sz="1600">
              <a:latin typeface="Corbel"/>
              <a:cs typeface="Corbel"/>
            </a:endParaRPr>
          </a:p>
        </p:txBody>
      </p:sp>
      <p:grpSp>
        <p:nvGrpSpPr>
          <p:cNvPr id="17" name="object 17"/>
          <p:cNvGrpSpPr/>
          <p:nvPr/>
        </p:nvGrpSpPr>
        <p:grpSpPr>
          <a:xfrm>
            <a:off x="76200" y="6425965"/>
            <a:ext cx="718820" cy="368935"/>
            <a:chOff x="76200" y="6425965"/>
            <a:chExt cx="718820" cy="368935"/>
          </a:xfrm>
        </p:grpSpPr>
        <p:pic>
          <p:nvPicPr>
            <p:cNvPr id="18" name="object 18"/>
            <p:cNvPicPr/>
            <p:nvPr/>
          </p:nvPicPr>
          <p:blipFill>
            <a:blip r:embed="rId6" cstate="print"/>
            <a:stretch>
              <a:fillRect/>
            </a:stretch>
          </p:blipFill>
          <p:spPr>
            <a:xfrm>
              <a:off x="434610" y="6434499"/>
              <a:ext cx="359999" cy="360000"/>
            </a:xfrm>
            <a:prstGeom prst="rect">
              <a:avLst/>
            </a:prstGeom>
          </p:spPr>
        </p:pic>
        <p:sp>
          <p:nvSpPr>
            <p:cNvPr id="19" name="object 19"/>
            <p:cNvSpPr/>
            <p:nvPr/>
          </p:nvSpPr>
          <p:spPr>
            <a:xfrm>
              <a:off x="76200" y="6425965"/>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80000" y="45000"/>
                  </a:lnTo>
                  <a:lnTo>
                    <a:pt x="360000" y="45000"/>
                  </a:lnTo>
                  <a:lnTo>
                    <a:pt x="360000" y="0"/>
                  </a:lnTo>
                  <a:close/>
                </a:path>
                <a:path w="360045" h="360045">
                  <a:moveTo>
                    <a:pt x="360000"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4999"/>
                  </a:lnTo>
                  <a:lnTo>
                    <a:pt x="360000" y="314999"/>
                  </a:lnTo>
                  <a:lnTo>
                    <a:pt x="360000" y="45000"/>
                  </a:lnTo>
                  <a:close/>
                </a:path>
              </a:pathLst>
            </a:custGeom>
            <a:solidFill>
              <a:srgbClr val="1CADE4"/>
            </a:solidFill>
          </p:spPr>
          <p:txBody>
            <a:bodyPr wrap="square" lIns="0" tIns="0" rIns="0" bIns="0" rtlCol="0"/>
            <a:lstStyle/>
            <a:p>
              <a:endParaRPr/>
            </a:p>
          </p:txBody>
        </p:sp>
        <p:sp>
          <p:nvSpPr>
            <p:cNvPr id="20" name="object 20"/>
            <p:cNvSpPr/>
            <p:nvPr/>
          </p:nvSpPr>
          <p:spPr>
            <a:xfrm>
              <a:off x="121199" y="6470965"/>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1" name="object 21"/>
            <p:cNvPicPr/>
            <p:nvPr/>
          </p:nvPicPr>
          <p:blipFill>
            <a:blip r:embed="rId7" cstate="print"/>
            <a:stretch>
              <a:fillRect/>
            </a:stretch>
          </p:blipFill>
          <p:spPr>
            <a:xfrm>
              <a:off x="205575" y="6479403"/>
              <a:ext cx="101249" cy="227812"/>
            </a:xfrm>
            <a:prstGeom prst="rect">
              <a:avLst/>
            </a:prstGeom>
          </p:spPr>
        </p:pic>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4669535"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spc="-10" dirty="0"/>
              <a:t>020</a:t>
            </a:r>
            <a:r>
              <a:rPr spc="-50" dirty="0"/>
              <a:t> </a:t>
            </a:r>
            <a:r>
              <a:rPr dirty="0"/>
              <a:t>01</a:t>
            </a:r>
            <a:r>
              <a:rPr spc="-45" dirty="0"/>
              <a:t> </a:t>
            </a:r>
            <a:r>
              <a:rPr dirty="0"/>
              <a:t>05:</a:t>
            </a:r>
            <a:r>
              <a:rPr spc="-50" dirty="0"/>
              <a:t> </a:t>
            </a:r>
            <a:r>
              <a:rPr dirty="0"/>
              <a:t>Describe</a:t>
            </a:r>
            <a:r>
              <a:rPr spc="-40" dirty="0"/>
              <a:t> </a:t>
            </a:r>
            <a:r>
              <a:rPr dirty="0"/>
              <a:t>aerodynamic</a:t>
            </a:r>
            <a:r>
              <a:rPr spc="-50" dirty="0"/>
              <a:t> </a:t>
            </a:r>
            <a:r>
              <a:rPr spc="-10" dirty="0"/>
              <a:t>stability</a:t>
            </a:r>
          </a:p>
        </p:txBody>
      </p:sp>
      <p:sp>
        <p:nvSpPr>
          <p:cNvPr id="5" name="object 5"/>
          <p:cNvSpPr txBox="1"/>
          <p:nvPr/>
        </p:nvSpPr>
        <p:spPr>
          <a:xfrm>
            <a:off x="1563049" y="1273555"/>
            <a:ext cx="765302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rbel"/>
                <a:cs typeface="Corbel"/>
              </a:rPr>
              <a:t>Centre</a:t>
            </a:r>
            <a:r>
              <a:rPr sz="1800" b="1" spc="-40" dirty="0">
                <a:latin typeface="Corbel"/>
                <a:cs typeface="Corbel"/>
              </a:rPr>
              <a:t> </a:t>
            </a:r>
            <a:r>
              <a:rPr sz="1800" b="1" dirty="0">
                <a:latin typeface="Corbel"/>
                <a:cs typeface="Corbel"/>
              </a:rPr>
              <a:t>of</a:t>
            </a:r>
            <a:r>
              <a:rPr sz="1800" b="1" spc="-95" dirty="0">
                <a:latin typeface="Corbel"/>
                <a:cs typeface="Corbel"/>
              </a:rPr>
              <a:t> </a:t>
            </a:r>
            <a:r>
              <a:rPr sz="1800" b="1" dirty="0">
                <a:latin typeface="Corbel"/>
                <a:cs typeface="Corbel"/>
              </a:rPr>
              <a:t>Gravity</a:t>
            </a:r>
            <a:r>
              <a:rPr sz="1800" b="1" spc="-30" dirty="0">
                <a:latin typeface="Corbel"/>
                <a:cs typeface="Corbel"/>
              </a:rPr>
              <a:t> </a:t>
            </a:r>
            <a:r>
              <a:rPr sz="1800" b="1" spc="-10" dirty="0">
                <a:latin typeface="Corbel"/>
                <a:cs typeface="Corbel"/>
              </a:rPr>
              <a:t>(CG)</a:t>
            </a:r>
            <a:r>
              <a:rPr sz="1800" b="1" spc="-50" dirty="0">
                <a:latin typeface="Corbel"/>
                <a:cs typeface="Corbel"/>
              </a:rPr>
              <a:t> </a:t>
            </a:r>
            <a:r>
              <a:rPr sz="1800" dirty="0">
                <a:latin typeface="Corbel"/>
                <a:cs typeface="Corbel"/>
              </a:rPr>
              <a:t>and</a:t>
            </a:r>
            <a:r>
              <a:rPr sz="1800" spc="-35" dirty="0">
                <a:latin typeface="Corbel"/>
                <a:cs typeface="Corbel"/>
              </a:rPr>
              <a:t> </a:t>
            </a:r>
            <a:r>
              <a:rPr sz="1800" b="1" dirty="0">
                <a:latin typeface="Corbel"/>
                <a:cs typeface="Corbel"/>
              </a:rPr>
              <a:t>Centre</a:t>
            </a:r>
            <a:r>
              <a:rPr sz="1800" b="1" spc="-30" dirty="0">
                <a:latin typeface="Corbel"/>
                <a:cs typeface="Corbel"/>
              </a:rPr>
              <a:t> </a:t>
            </a:r>
            <a:r>
              <a:rPr sz="1800" b="1" dirty="0">
                <a:latin typeface="Corbel"/>
                <a:cs typeface="Corbel"/>
              </a:rPr>
              <a:t>of</a:t>
            </a:r>
            <a:r>
              <a:rPr sz="1800" b="1" spc="-35" dirty="0">
                <a:latin typeface="Corbel"/>
                <a:cs typeface="Corbel"/>
              </a:rPr>
              <a:t> </a:t>
            </a:r>
            <a:r>
              <a:rPr sz="1800" b="1" dirty="0">
                <a:latin typeface="Corbel"/>
                <a:cs typeface="Corbel"/>
              </a:rPr>
              <a:t>Pressure</a:t>
            </a:r>
            <a:r>
              <a:rPr sz="1800" b="1" spc="-30" dirty="0">
                <a:latin typeface="Corbel"/>
                <a:cs typeface="Corbel"/>
              </a:rPr>
              <a:t> </a:t>
            </a:r>
            <a:r>
              <a:rPr sz="1800" b="1" spc="-10" dirty="0">
                <a:latin typeface="Corbel"/>
                <a:cs typeface="Corbel"/>
              </a:rPr>
              <a:t>(CP)</a:t>
            </a:r>
            <a:r>
              <a:rPr sz="1800" spc="-10" dirty="0">
                <a:latin typeface="Corbel"/>
                <a:cs typeface="Corbel"/>
              </a:rPr>
              <a:t>,</a:t>
            </a:r>
            <a:r>
              <a:rPr sz="1800" spc="-35" dirty="0">
                <a:latin typeface="Corbel"/>
                <a:cs typeface="Corbel"/>
              </a:rPr>
              <a:t> </a:t>
            </a:r>
            <a:r>
              <a:rPr sz="1800" dirty="0">
                <a:latin typeface="Corbel"/>
                <a:cs typeface="Corbel"/>
              </a:rPr>
              <a:t>and</a:t>
            </a:r>
            <a:r>
              <a:rPr sz="1800" spc="-35" dirty="0">
                <a:latin typeface="Corbel"/>
                <a:cs typeface="Corbel"/>
              </a:rPr>
              <a:t> </a:t>
            </a:r>
            <a:r>
              <a:rPr sz="1800" dirty="0">
                <a:latin typeface="Corbel"/>
                <a:cs typeface="Corbel"/>
              </a:rPr>
              <a:t>how</a:t>
            </a:r>
            <a:r>
              <a:rPr sz="1800" spc="-30" dirty="0">
                <a:latin typeface="Corbel"/>
                <a:cs typeface="Corbel"/>
              </a:rPr>
              <a:t> </a:t>
            </a:r>
            <a:r>
              <a:rPr sz="1800" dirty="0">
                <a:latin typeface="Corbel"/>
                <a:cs typeface="Corbel"/>
              </a:rPr>
              <a:t>they</a:t>
            </a:r>
            <a:r>
              <a:rPr sz="1800" spc="-35" dirty="0">
                <a:latin typeface="Corbel"/>
                <a:cs typeface="Corbel"/>
              </a:rPr>
              <a:t> </a:t>
            </a:r>
            <a:r>
              <a:rPr sz="1800" dirty="0">
                <a:latin typeface="Corbel"/>
                <a:cs typeface="Corbel"/>
              </a:rPr>
              <a:t>affect</a:t>
            </a:r>
            <a:r>
              <a:rPr sz="1800" spc="-35" dirty="0">
                <a:latin typeface="Corbel"/>
                <a:cs typeface="Corbel"/>
              </a:rPr>
              <a:t> </a:t>
            </a:r>
            <a:r>
              <a:rPr sz="1800" spc="-10" dirty="0">
                <a:latin typeface="Corbel"/>
                <a:cs typeface="Corbel"/>
              </a:rPr>
              <a:t>stability</a:t>
            </a:r>
            <a:endParaRPr sz="1800" dirty="0">
              <a:latin typeface="Corbel"/>
              <a:cs typeface="Corbel"/>
            </a:endParaRPr>
          </a:p>
        </p:txBody>
      </p:sp>
      <p:sp>
        <p:nvSpPr>
          <p:cNvPr id="6" name="object 6"/>
          <p:cNvSpPr txBox="1"/>
          <p:nvPr/>
        </p:nvSpPr>
        <p:spPr>
          <a:xfrm>
            <a:off x="1563048" y="1692147"/>
            <a:ext cx="2767965" cy="1244600"/>
          </a:xfrm>
          <a:prstGeom prst="rect">
            <a:avLst/>
          </a:prstGeom>
        </p:spPr>
        <p:txBody>
          <a:bodyPr vert="horz" wrap="square" lIns="0" tIns="12700" rIns="0" bIns="0" rtlCol="0">
            <a:spAutoFit/>
          </a:bodyPr>
          <a:lstStyle/>
          <a:p>
            <a:pPr marL="12700" marR="5080" algn="just">
              <a:lnSpc>
                <a:spcPct val="100000"/>
              </a:lnSpc>
              <a:spcBef>
                <a:spcPts val="100"/>
              </a:spcBef>
            </a:pPr>
            <a:r>
              <a:rPr sz="1600" dirty="0">
                <a:latin typeface="Corbel"/>
                <a:cs typeface="Corbel"/>
              </a:rPr>
              <a:t>The</a:t>
            </a:r>
            <a:r>
              <a:rPr sz="1600" spc="25" dirty="0">
                <a:latin typeface="Corbel"/>
                <a:cs typeface="Corbel"/>
              </a:rPr>
              <a:t> </a:t>
            </a:r>
            <a:r>
              <a:rPr sz="1600" u="sng" dirty="0">
                <a:uFill>
                  <a:solidFill>
                    <a:srgbClr val="000000"/>
                  </a:solidFill>
                </a:uFill>
                <a:latin typeface="Corbel"/>
                <a:cs typeface="Corbel"/>
              </a:rPr>
              <a:t>Centre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of</a:t>
            </a:r>
            <a:r>
              <a:rPr sz="1600" u="sng" spc="25" dirty="0">
                <a:uFill>
                  <a:solidFill>
                    <a:srgbClr val="000000"/>
                  </a:solidFill>
                </a:uFill>
                <a:latin typeface="Corbel"/>
                <a:cs typeface="Corbel"/>
              </a:rPr>
              <a:t> </a:t>
            </a:r>
            <a:r>
              <a:rPr sz="1600" u="sng" dirty="0">
                <a:uFill>
                  <a:solidFill>
                    <a:srgbClr val="000000"/>
                  </a:solidFill>
                </a:uFill>
                <a:latin typeface="Corbel"/>
                <a:cs typeface="Corbel"/>
              </a:rPr>
              <a:t>Gravity</a:t>
            </a:r>
            <a:r>
              <a:rPr sz="1600" u="sng" spc="20" dirty="0">
                <a:uFill>
                  <a:solidFill>
                    <a:srgbClr val="000000"/>
                  </a:solidFill>
                </a:uFill>
                <a:latin typeface="Corbel"/>
                <a:cs typeface="Corbel"/>
              </a:rPr>
              <a:t> </a:t>
            </a:r>
            <a:r>
              <a:rPr sz="1600" u="sng" dirty="0">
                <a:uFill>
                  <a:solidFill>
                    <a:srgbClr val="000000"/>
                  </a:solidFill>
                </a:uFill>
                <a:latin typeface="Corbel"/>
                <a:cs typeface="Corbel"/>
              </a:rPr>
              <a:t>(CG)</a:t>
            </a:r>
            <a:r>
              <a:rPr sz="1600" u="sng" spc="20" dirty="0">
                <a:uFill>
                  <a:solidFill>
                    <a:srgbClr val="000000"/>
                  </a:solidFill>
                </a:uFill>
                <a:latin typeface="Corbel"/>
                <a:cs typeface="Corbel"/>
              </a:rPr>
              <a:t> </a:t>
            </a:r>
            <a:r>
              <a:rPr sz="1600" u="sng" dirty="0">
                <a:uFill>
                  <a:solidFill>
                    <a:srgbClr val="000000"/>
                  </a:solidFill>
                </a:uFill>
                <a:latin typeface="Corbel"/>
                <a:cs typeface="Corbel"/>
              </a:rPr>
              <a:t>is</a:t>
            </a:r>
            <a:r>
              <a:rPr sz="1600" u="sng" spc="25" dirty="0">
                <a:uFill>
                  <a:solidFill>
                    <a:srgbClr val="000000"/>
                  </a:solidFill>
                </a:uFill>
                <a:latin typeface="Corbel"/>
                <a:cs typeface="Corbel"/>
              </a:rPr>
              <a:t> </a:t>
            </a:r>
            <a:r>
              <a:rPr sz="1600" u="sng" spc="-25" dirty="0">
                <a:uFill>
                  <a:solidFill>
                    <a:srgbClr val="000000"/>
                  </a:solidFill>
                </a:uFill>
                <a:latin typeface="Corbel"/>
                <a:cs typeface="Corbel"/>
              </a:rPr>
              <a:t>the</a:t>
            </a:r>
            <a:r>
              <a:rPr sz="1600" spc="-25" dirty="0">
                <a:latin typeface="Corbel"/>
                <a:cs typeface="Corbel"/>
              </a:rPr>
              <a:t> </a:t>
            </a:r>
            <a:r>
              <a:rPr sz="1600" u="sng" dirty="0">
                <a:uFill>
                  <a:solidFill>
                    <a:srgbClr val="000000"/>
                  </a:solidFill>
                </a:uFill>
                <a:latin typeface="Corbel"/>
                <a:cs typeface="Corbel"/>
              </a:rPr>
              <a:t>specific</a:t>
            </a:r>
            <a:r>
              <a:rPr sz="1600" u="sng" spc="45" dirty="0">
                <a:uFill>
                  <a:solidFill>
                    <a:srgbClr val="000000"/>
                  </a:solidFill>
                </a:uFill>
                <a:latin typeface="Corbel"/>
                <a:cs typeface="Corbel"/>
              </a:rPr>
              <a:t> </a:t>
            </a:r>
            <a:r>
              <a:rPr sz="1600" u="sng" dirty="0">
                <a:uFill>
                  <a:solidFill>
                    <a:srgbClr val="000000"/>
                  </a:solidFill>
                </a:uFill>
                <a:latin typeface="Corbel"/>
                <a:cs typeface="Corbel"/>
              </a:rPr>
              <a:t>point</a:t>
            </a:r>
            <a:r>
              <a:rPr sz="1600" u="sng" spc="45" dirty="0">
                <a:uFill>
                  <a:solidFill>
                    <a:srgbClr val="000000"/>
                  </a:solidFill>
                </a:uFill>
                <a:latin typeface="Corbel"/>
                <a:cs typeface="Corbel"/>
              </a:rPr>
              <a:t> </a:t>
            </a:r>
            <a:r>
              <a:rPr sz="1600" u="sng" dirty="0">
                <a:uFill>
                  <a:solidFill>
                    <a:srgbClr val="000000"/>
                  </a:solidFill>
                </a:uFill>
                <a:latin typeface="Corbel"/>
                <a:cs typeface="Corbel"/>
              </a:rPr>
              <a:t>where</a:t>
            </a:r>
            <a:r>
              <a:rPr sz="1600" u="sng" spc="5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50" dirty="0">
                <a:uFill>
                  <a:solidFill>
                    <a:srgbClr val="000000"/>
                  </a:solidFill>
                </a:uFill>
                <a:latin typeface="Corbel"/>
                <a:cs typeface="Corbel"/>
              </a:rPr>
              <a:t> </a:t>
            </a:r>
            <a:r>
              <a:rPr sz="1600" u="sng" dirty="0">
                <a:uFill>
                  <a:solidFill>
                    <a:srgbClr val="000000"/>
                  </a:solidFill>
                </a:uFill>
                <a:latin typeface="Corbel"/>
                <a:cs typeface="Corbel"/>
              </a:rPr>
              <a:t>mass</a:t>
            </a:r>
            <a:r>
              <a:rPr sz="1600" u="sng" spc="50" dirty="0">
                <a:uFill>
                  <a:solidFill>
                    <a:srgbClr val="000000"/>
                  </a:solidFill>
                </a:uFill>
                <a:latin typeface="Corbel"/>
                <a:cs typeface="Corbel"/>
              </a:rPr>
              <a:t> </a:t>
            </a:r>
            <a:r>
              <a:rPr sz="1600" u="sng" spc="-25" dirty="0">
                <a:uFill>
                  <a:solidFill>
                    <a:srgbClr val="000000"/>
                  </a:solidFill>
                </a:uFill>
                <a:latin typeface="Corbel"/>
                <a:cs typeface="Corbel"/>
              </a:rPr>
              <a:t>or</a:t>
            </a:r>
            <a:r>
              <a:rPr sz="1600" spc="-25" dirty="0">
                <a:latin typeface="Corbel"/>
                <a:cs typeface="Corbel"/>
              </a:rPr>
              <a:t> </a:t>
            </a:r>
            <a:r>
              <a:rPr sz="1600" u="sng" dirty="0">
                <a:uFill>
                  <a:solidFill>
                    <a:srgbClr val="000000"/>
                  </a:solidFill>
                </a:uFill>
                <a:latin typeface="Corbel"/>
                <a:cs typeface="Corbel"/>
              </a:rPr>
              <a:t>weight</a:t>
            </a:r>
            <a:r>
              <a:rPr sz="1600" u="sng" spc="-15" dirty="0">
                <a:uFill>
                  <a:solidFill>
                    <a:srgbClr val="000000"/>
                  </a:solidFill>
                </a:uFill>
                <a:latin typeface="Corbel"/>
                <a:cs typeface="Corbel"/>
              </a:rPr>
              <a:t> </a:t>
            </a:r>
            <a:r>
              <a:rPr sz="1600" u="sng" dirty="0">
                <a:uFill>
                  <a:solidFill>
                    <a:srgbClr val="000000"/>
                  </a:solidFill>
                </a:uFill>
                <a:latin typeface="Corbel"/>
                <a:cs typeface="Corbel"/>
              </a:rPr>
              <a:t>of</a:t>
            </a:r>
            <a:r>
              <a:rPr sz="1600" u="sng" spc="-5" dirty="0">
                <a:uFill>
                  <a:solidFill>
                    <a:srgbClr val="000000"/>
                  </a:solidFill>
                </a:uFill>
                <a:latin typeface="Corbel"/>
                <a:cs typeface="Corbel"/>
              </a:rPr>
              <a:t> </a:t>
            </a:r>
            <a:r>
              <a:rPr sz="1600" u="sng" dirty="0">
                <a:uFill>
                  <a:solidFill>
                    <a:srgbClr val="000000"/>
                  </a:solidFill>
                </a:uFill>
                <a:latin typeface="Corbel"/>
                <a:cs typeface="Corbel"/>
              </a:rPr>
              <a:t>an</a:t>
            </a:r>
            <a:r>
              <a:rPr sz="1600" u="sng" spc="-10" dirty="0">
                <a:uFill>
                  <a:solidFill>
                    <a:srgbClr val="000000"/>
                  </a:solidFill>
                </a:uFill>
                <a:latin typeface="Corbel"/>
                <a:cs typeface="Corbel"/>
              </a:rPr>
              <a:t> </a:t>
            </a:r>
            <a:r>
              <a:rPr sz="1600" u="sng" dirty="0">
                <a:uFill>
                  <a:solidFill>
                    <a:srgbClr val="000000"/>
                  </a:solidFill>
                </a:uFill>
                <a:latin typeface="Corbel"/>
                <a:cs typeface="Corbel"/>
              </a:rPr>
              <a:t>aircraft</a:t>
            </a:r>
            <a:r>
              <a:rPr sz="1600" u="sng" spc="-10" dirty="0">
                <a:uFill>
                  <a:solidFill>
                    <a:srgbClr val="000000"/>
                  </a:solidFill>
                </a:uFill>
                <a:latin typeface="Corbel"/>
                <a:cs typeface="Corbel"/>
              </a:rPr>
              <a:t> </a:t>
            </a:r>
            <a:r>
              <a:rPr sz="1600" u="sng" dirty="0">
                <a:uFill>
                  <a:solidFill>
                    <a:srgbClr val="000000"/>
                  </a:solidFill>
                </a:uFill>
                <a:latin typeface="Corbel"/>
                <a:cs typeface="Corbel"/>
              </a:rPr>
              <a:t>may</a:t>
            </a:r>
            <a:r>
              <a:rPr sz="1600" u="sng" spc="-15" dirty="0">
                <a:uFill>
                  <a:solidFill>
                    <a:srgbClr val="000000"/>
                  </a:solidFill>
                </a:uFill>
                <a:latin typeface="Corbel"/>
                <a:cs typeface="Corbel"/>
              </a:rPr>
              <a:t> </a:t>
            </a:r>
            <a:r>
              <a:rPr sz="1600" u="sng" dirty="0">
                <a:uFill>
                  <a:solidFill>
                    <a:srgbClr val="000000"/>
                  </a:solidFill>
                </a:uFill>
                <a:latin typeface="Corbel"/>
                <a:cs typeface="Corbel"/>
              </a:rPr>
              <a:t>be</a:t>
            </a:r>
            <a:r>
              <a:rPr sz="1600" u="sng" spc="-5" dirty="0">
                <a:uFill>
                  <a:solidFill>
                    <a:srgbClr val="000000"/>
                  </a:solidFill>
                </a:uFill>
                <a:latin typeface="Corbel"/>
                <a:cs typeface="Corbel"/>
              </a:rPr>
              <a:t> </a:t>
            </a:r>
            <a:r>
              <a:rPr sz="1600" u="sng" spc="-20" dirty="0">
                <a:uFill>
                  <a:solidFill>
                    <a:srgbClr val="000000"/>
                  </a:solidFill>
                </a:uFill>
                <a:latin typeface="Corbel"/>
                <a:cs typeface="Corbel"/>
              </a:rPr>
              <a:t>said</a:t>
            </a:r>
            <a:r>
              <a:rPr sz="1600" spc="-20" dirty="0">
                <a:latin typeface="Corbel"/>
                <a:cs typeface="Corbel"/>
              </a:rPr>
              <a:t> </a:t>
            </a:r>
            <a:r>
              <a:rPr sz="1600" u="sng" dirty="0">
                <a:uFill>
                  <a:solidFill>
                    <a:srgbClr val="000000"/>
                  </a:solidFill>
                </a:uFill>
                <a:latin typeface="Corbel"/>
                <a:cs typeface="Corbel"/>
              </a:rPr>
              <a:t>to</a:t>
            </a:r>
            <a:r>
              <a:rPr sz="1600" u="sng" spc="254" dirty="0">
                <a:uFill>
                  <a:solidFill>
                    <a:srgbClr val="000000"/>
                  </a:solidFill>
                </a:uFill>
                <a:latin typeface="Corbel"/>
                <a:cs typeface="Corbel"/>
              </a:rPr>
              <a:t> </a:t>
            </a:r>
            <a:r>
              <a:rPr sz="1600" u="sng" dirty="0">
                <a:uFill>
                  <a:solidFill>
                    <a:srgbClr val="000000"/>
                  </a:solidFill>
                </a:uFill>
                <a:latin typeface="Corbel"/>
                <a:cs typeface="Corbel"/>
              </a:rPr>
              <a:t>centre</a:t>
            </a:r>
            <a:r>
              <a:rPr sz="1600" dirty="0">
                <a:latin typeface="Corbel"/>
                <a:cs typeface="Corbel"/>
              </a:rPr>
              <a:t>;</a:t>
            </a:r>
            <a:r>
              <a:rPr sz="1600" spc="260" dirty="0">
                <a:latin typeface="Corbel"/>
                <a:cs typeface="Corbel"/>
              </a:rPr>
              <a:t> </a:t>
            </a:r>
            <a:r>
              <a:rPr sz="1600" dirty="0">
                <a:latin typeface="Corbel"/>
                <a:cs typeface="Corbel"/>
              </a:rPr>
              <a:t>that</a:t>
            </a:r>
            <a:r>
              <a:rPr sz="1600" spc="254" dirty="0">
                <a:latin typeface="Corbel"/>
                <a:cs typeface="Corbel"/>
              </a:rPr>
              <a:t> </a:t>
            </a:r>
            <a:r>
              <a:rPr sz="1600" dirty="0">
                <a:latin typeface="Corbel"/>
                <a:cs typeface="Corbel"/>
              </a:rPr>
              <a:t>is</a:t>
            </a:r>
            <a:r>
              <a:rPr sz="1600" spc="265" dirty="0">
                <a:latin typeface="Corbel"/>
                <a:cs typeface="Corbel"/>
              </a:rPr>
              <a:t> </a:t>
            </a:r>
            <a:r>
              <a:rPr sz="1600" dirty="0">
                <a:latin typeface="Corbel"/>
                <a:cs typeface="Corbel"/>
              </a:rPr>
              <a:t>a</a:t>
            </a:r>
            <a:r>
              <a:rPr sz="1600" spc="270" dirty="0">
                <a:latin typeface="Corbel"/>
                <a:cs typeface="Corbel"/>
              </a:rPr>
              <a:t> </a:t>
            </a:r>
            <a:r>
              <a:rPr sz="1600" dirty="0">
                <a:latin typeface="Corbel"/>
                <a:cs typeface="Corbel"/>
              </a:rPr>
              <a:t>point</a:t>
            </a:r>
            <a:r>
              <a:rPr sz="1600" spc="254" dirty="0">
                <a:latin typeface="Corbel"/>
                <a:cs typeface="Corbel"/>
              </a:rPr>
              <a:t> </a:t>
            </a:r>
            <a:r>
              <a:rPr sz="1600" spc="-20" dirty="0">
                <a:latin typeface="Corbel"/>
                <a:cs typeface="Corbel"/>
              </a:rPr>
              <a:t>which </a:t>
            </a:r>
            <a:r>
              <a:rPr sz="1600" dirty="0">
                <a:latin typeface="Corbel"/>
                <a:cs typeface="Corbel"/>
              </a:rPr>
              <a:t>the</a:t>
            </a:r>
            <a:r>
              <a:rPr sz="1600" spc="-30" dirty="0">
                <a:latin typeface="Corbel"/>
                <a:cs typeface="Corbel"/>
              </a:rPr>
              <a:t> </a:t>
            </a:r>
            <a:r>
              <a:rPr sz="1600" dirty="0">
                <a:latin typeface="Corbel"/>
                <a:cs typeface="Corbel"/>
              </a:rPr>
              <a:t>aircraft</a:t>
            </a:r>
            <a:r>
              <a:rPr sz="1600" spc="-35" dirty="0">
                <a:latin typeface="Corbel"/>
                <a:cs typeface="Corbel"/>
              </a:rPr>
              <a:t> </a:t>
            </a:r>
            <a:r>
              <a:rPr sz="1600" dirty="0">
                <a:latin typeface="Corbel"/>
                <a:cs typeface="Corbel"/>
              </a:rPr>
              <a:t>would</a:t>
            </a:r>
            <a:r>
              <a:rPr sz="1600" spc="-20" dirty="0">
                <a:latin typeface="Corbel"/>
                <a:cs typeface="Corbel"/>
              </a:rPr>
              <a:t> </a:t>
            </a:r>
            <a:r>
              <a:rPr sz="1600" spc="-10" dirty="0">
                <a:latin typeface="Corbel"/>
                <a:cs typeface="Corbel"/>
              </a:rPr>
              <a:t>balance.</a:t>
            </a:r>
            <a:endParaRPr sz="1600" dirty="0">
              <a:latin typeface="Corbel"/>
              <a:cs typeface="Corbel"/>
            </a:endParaRPr>
          </a:p>
        </p:txBody>
      </p:sp>
      <p:sp>
        <p:nvSpPr>
          <p:cNvPr id="7" name="object 7"/>
          <p:cNvSpPr txBox="1"/>
          <p:nvPr/>
        </p:nvSpPr>
        <p:spPr>
          <a:xfrm>
            <a:off x="4751100" y="1692147"/>
            <a:ext cx="6280785" cy="751205"/>
          </a:xfrm>
          <a:prstGeom prst="rect">
            <a:avLst/>
          </a:prstGeom>
        </p:spPr>
        <p:txBody>
          <a:bodyPr vert="horz" wrap="square" lIns="0" tIns="22860" rIns="0" bIns="0" rtlCol="0">
            <a:spAutoFit/>
          </a:bodyPr>
          <a:lstStyle/>
          <a:p>
            <a:pPr marL="12700" marR="5080" algn="just">
              <a:lnSpc>
                <a:spcPts val="1900"/>
              </a:lnSpc>
              <a:spcBef>
                <a:spcPts val="180"/>
              </a:spcBef>
            </a:pPr>
            <a:r>
              <a:rPr sz="1600" u="sng" dirty="0">
                <a:uFill>
                  <a:solidFill>
                    <a:srgbClr val="000000"/>
                  </a:solidFill>
                </a:uFill>
                <a:latin typeface="Corbel"/>
                <a:cs typeface="Corbel"/>
              </a:rPr>
              <a:t>The</a:t>
            </a:r>
            <a:r>
              <a:rPr sz="1600" u="sng" spc="60" dirty="0">
                <a:uFill>
                  <a:solidFill>
                    <a:srgbClr val="000000"/>
                  </a:solidFill>
                </a:uFill>
                <a:latin typeface="Corbel"/>
                <a:cs typeface="Corbel"/>
              </a:rPr>
              <a:t> </a:t>
            </a:r>
            <a:r>
              <a:rPr sz="1600" u="sng" dirty="0">
                <a:uFill>
                  <a:solidFill>
                    <a:srgbClr val="000000"/>
                  </a:solidFill>
                </a:uFill>
                <a:latin typeface="Corbel"/>
                <a:cs typeface="Corbel"/>
              </a:rPr>
              <a:t>Center</a:t>
            </a:r>
            <a:r>
              <a:rPr sz="1600" u="sng" spc="60" dirty="0">
                <a:uFill>
                  <a:solidFill>
                    <a:srgbClr val="000000"/>
                  </a:solidFill>
                </a:uFill>
                <a:latin typeface="Corbel"/>
                <a:cs typeface="Corbel"/>
              </a:rPr>
              <a:t> </a:t>
            </a:r>
            <a:r>
              <a:rPr sz="1600" u="sng" dirty="0">
                <a:uFill>
                  <a:solidFill>
                    <a:srgbClr val="000000"/>
                  </a:solidFill>
                </a:uFill>
                <a:latin typeface="Corbel"/>
                <a:cs typeface="Corbel"/>
              </a:rPr>
              <a:t>of</a:t>
            </a:r>
            <a:r>
              <a:rPr sz="1600" u="sng" spc="60" dirty="0">
                <a:uFill>
                  <a:solidFill>
                    <a:srgbClr val="000000"/>
                  </a:solidFill>
                </a:uFill>
                <a:latin typeface="Corbel"/>
                <a:cs typeface="Corbel"/>
              </a:rPr>
              <a:t> </a:t>
            </a:r>
            <a:r>
              <a:rPr sz="1600" u="sng" dirty="0">
                <a:uFill>
                  <a:solidFill>
                    <a:srgbClr val="000000"/>
                  </a:solidFill>
                </a:uFill>
                <a:latin typeface="Corbel"/>
                <a:cs typeface="Corbel"/>
              </a:rPr>
              <a:t>Pressure</a:t>
            </a:r>
            <a:r>
              <a:rPr sz="1600" u="sng" spc="60" dirty="0">
                <a:uFill>
                  <a:solidFill>
                    <a:srgbClr val="000000"/>
                  </a:solidFill>
                </a:uFill>
                <a:latin typeface="Corbel"/>
                <a:cs typeface="Corbel"/>
              </a:rPr>
              <a:t> </a:t>
            </a:r>
            <a:r>
              <a:rPr sz="1600" u="sng" dirty="0">
                <a:uFill>
                  <a:solidFill>
                    <a:srgbClr val="000000"/>
                  </a:solidFill>
                </a:uFill>
                <a:latin typeface="Corbel"/>
                <a:cs typeface="Corbel"/>
              </a:rPr>
              <a:t>(CP)</a:t>
            </a:r>
            <a:r>
              <a:rPr sz="1600" u="sng" spc="55" dirty="0">
                <a:uFill>
                  <a:solidFill>
                    <a:srgbClr val="000000"/>
                  </a:solidFill>
                </a:uFill>
                <a:latin typeface="Corbel"/>
                <a:cs typeface="Corbel"/>
              </a:rPr>
              <a:t> </a:t>
            </a:r>
            <a:r>
              <a:rPr sz="1600" u="sng" dirty="0">
                <a:uFill>
                  <a:solidFill>
                    <a:srgbClr val="000000"/>
                  </a:solidFill>
                </a:uFill>
                <a:latin typeface="Corbel"/>
                <a:cs typeface="Corbel"/>
              </a:rPr>
              <a:t>is</a:t>
            </a:r>
            <a:r>
              <a:rPr sz="1600" u="sng" spc="6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65" dirty="0">
                <a:uFill>
                  <a:solidFill>
                    <a:srgbClr val="000000"/>
                  </a:solidFill>
                </a:uFill>
                <a:latin typeface="Corbel"/>
                <a:cs typeface="Corbel"/>
              </a:rPr>
              <a:t> </a:t>
            </a:r>
            <a:r>
              <a:rPr sz="1600" u="sng" dirty="0">
                <a:uFill>
                  <a:solidFill>
                    <a:srgbClr val="000000"/>
                  </a:solidFill>
                </a:uFill>
                <a:latin typeface="Corbel"/>
                <a:cs typeface="Corbel"/>
              </a:rPr>
              <a:t>point</a:t>
            </a:r>
            <a:r>
              <a:rPr sz="1600" u="sng" spc="55" dirty="0">
                <a:uFill>
                  <a:solidFill>
                    <a:srgbClr val="000000"/>
                  </a:solidFill>
                </a:uFill>
                <a:latin typeface="Corbel"/>
                <a:cs typeface="Corbel"/>
              </a:rPr>
              <a:t> </a:t>
            </a:r>
            <a:r>
              <a:rPr sz="1600" u="sng" dirty="0">
                <a:uFill>
                  <a:solidFill>
                    <a:srgbClr val="000000"/>
                  </a:solidFill>
                </a:uFill>
                <a:latin typeface="Corbel"/>
                <a:cs typeface="Corbel"/>
              </a:rPr>
              <a:t>where</a:t>
            </a:r>
            <a:r>
              <a:rPr sz="1600" u="sng" spc="6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60" dirty="0">
                <a:uFill>
                  <a:solidFill>
                    <a:srgbClr val="000000"/>
                  </a:solidFill>
                </a:uFill>
                <a:latin typeface="Corbel"/>
                <a:cs typeface="Corbel"/>
              </a:rPr>
              <a:t> </a:t>
            </a:r>
            <a:r>
              <a:rPr sz="1600" u="sng" dirty="0">
                <a:uFill>
                  <a:solidFill>
                    <a:srgbClr val="000000"/>
                  </a:solidFill>
                </a:uFill>
                <a:latin typeface="Corbel"/>
                <a:cs typeface="Corbel"/>
              </a:rPr>
              <a:t>total</a:t>
            </a:r>
            <a:r>
              <a:rPr sz="1600" u="sng" spc="65" dirty="0">
                <a:uFill>
                  <a:solidFill>
                    <a:srgbClr val="000000"/>
                  </a:solidFill>
                </a:uFill>
                <a:latin typeface="Corbel"/>
                <a:cs typeface="Corbel"/>
              </a:rPr>
              <a:t> </a:t>
            </a:r>
            <a:r>
              <a:rPr sz="1600" u="sng" dirty="0">
                <a:uFill>
                  <a:solidFill>
                    <a:srgbClr val="000000"/>
                  </a:solidFill>
                </a:uFill>
                <a:latin typeface="Corbel"/>
                <a:cs typeface="Corbel"/>
              </a:rPr>
              <a:t>sum</a:t>
            </a:r>
            <a:r>
              <a:rPr sz="1600" u="sng" spc="60" dirty="0">
                <a:uFill>
                  <a:solidFill>
                    <a:srgbClr val="000000"/>
                  </a:solidFill>
                </a:uFill>
                <a:latin typeface="Corbel"/>
                <a:cs typeface="Corbel"/>
              </a:rPr>
              <a:t> </a:t>
            </a:r>
            <a:r>
              <a:rPr sz="1600" u="sng" dirty="0">
                <a:uFill>
                  <a:solidFill>
                    <a:srgbClr val="000000"/>
                  </a:solidFill>
                </a:uFill>
                <a:latin typeface="Corbel"/>
                <a:cs typeface="Corbel"/>
              </a:rPr>
              <a:t>of</a:t>
            </a:r>
            <a:r>
              <a:rPr sz="1600" u="sng" spc="60" dirty="0">
                <a:uFill>
                  <a:solidFill>
                    <a:srgbClr val="000000"/>
                  </a:solidFill>
                </a:uFill>
                <a:latin typeface="Corbel"/>
                <a:cs typeface="Corbel"/>
              </a:rPr>
              <a:t> </a:t>
            </a:r>
            <a:r>
              <a:rPr sz="1600" u="sng" dirty="0">
                <a:uFill>
                  <a:solidFill>
                    <a:srgbClr val="000000"/>
                  </a:solidFill>
                </a:uFill>
                <a:latin typeface="Corbel"/>
                <a:cs typeface="Corbel"/>
              </a:rPr>
              <a:t>a</a:t>
            </a:r>
            <a:r>
              <a:rPr sz="1600" u="sng" spc="65" dirty="0">
                <a:uFill>
                  <a:solidFill>
                    <a:srgbClr val="000000"/>
                  </a:solidFill>
                </a:uFill>
                <a:latin typeface="Corbel"/>
                <a:cs typeface="Corbel"/>
              </a:rPr>
              <a:t> </a:t>
            </a:r>
            <a:r>
              <a:rPr sz="1600" u="sng" spc="-10" dirty="0">
                <a:uFill>
                  <a:solidFill>
                    <a:srgbClr val="000000"/>
                  </a:solidFill>
                </a:uFill>
                <a:latin typeface="Corbel"/>
                <a:cs typeface="Corbel"/>
              </a:rPr>
              <a:t>pressure</a:t>
            </a:r>
            <a:r>
              <a:rPr sz="1600" spc="-10" dirty="0">
                <a:latin typeface="Corbel"/>
                <a:cs typeface="Corbel"/>
              </a:rPr>
              <a:t> </a:t>
            </a:r>
            <a:r>
              <a:rPr sz="1600" u="sng" dirty="0">
                <a:uFill>
                  <a:solidFill>
                    <a:srgbClr val="000000"/>
                  </a:solidFill>
                </a:uFill>
                <a:latin typeface="Corbel"/>
                <a:cs typeface="Corbel"/>
              </a:rPr>
              <a:t>field</a:t>
            </a:r>
            <a:r>
              <a:rPr sz="1600" u="sng" spc="85" dirty="0">
                <a:uFill>
                  <a:solidFill>
                    <a:srgbClr val="000000"/>
                  </a:solidFill>
                </a:uFill>
                <a:latin typeface="Corbel"/>
                <a:cs typeface="Corbel"/>
              </a:rPr>
              <a:t> </a:t>
            </a:r>
            <a:r>
              <a:rPr sz="1600" u="sng" dirty="0">
                <a:uFill>
                  <a:solidFill>
                    <a:srgbClr val="000000"/>
                  </a:solidFill>
                </a:uFill>
                <a:latin typeface="Corbel"/>
                <a:cs typeface="Corbel"/>
              </a:rPr>
              <a:t>acts</a:t>
            </a:r>
            <a:r>
              <a:rPr sz="1600" u="sng" spc="95" dirty="0">
                <a:uFill>
                  <a:solidFill>
                    <a:srgbClr val="000000"/>
                  </a:solidFill>
                </a:uFill>
                <a:latin typeface="Corbel"/>
                <a:cs typeface="Corbel"/>
              </a:rPr>
              <a:t> </a:t>
            </a:r>
            <a:r>
              <a:rPr sz="1600" u="sng" dirty="0">
                <a:uFill>
                  <a:solidFill>
                    <a:srgbClr val="000000"/>
                  </a:solidFill>
                </a:uFill>
                <a:latin typeface="Corbel"/>
                <a:cs typeface="Corbel"/>
              </a:rPr>
              <a:t>on</a:t>
            </a:r>
            <a:r>
              <a:rPr sz="1600" u="sng" spc="95" dirty="0">
                <a:uFill>
                  <a:solidFill>
                    <a:srgbClr val="000000"/>
                  </a:solidFill>
                </a:uFill>
                <a:latin typeface="Corbel"/>
                <a:cs typeface="Corbel"/>
              </a:rPr>
              <a:t> </a:t>
            </a:r>
            <a:r>
              <a:rPr sz="1600" u="sng" dirty="0">
                <a:uFill>
                  <a:solidFill>
                    <a:srgbClr val="000000"/>
                  </a:solidFill>
                </a:uFill>
                <a:latin typeface="Corbel"/>
                <a:cs typeface="Corbel"/>
              </a:rPr>
              <a:t>a</a:t>
            </a:r>
            <a:r>
              <a:rPr sz="1600" u="sng" spc="90" dirty="0">
                <a:uFill>
                  <a:solidFill>
                    <a:srgbClr val="000000"/>
                  </a:solidFill>
                </a:uFill>
                <a:latin typeface="Corbel"/>
                <a:cs typeface="Corbel"/>
              </a:rPr>
              <a:t> </a:t>
            </a:r>
            <a:r>
              <a:rPr sz="1600" u="sng" dirty="0">
                <a:uFill>
                  <a:solidFill>
                    <a:srgbClr val="000000"/>
                  </a:solidFill>
                </a:uFill>
                <a:latin typeface="Corbel"/>
                <a:cs typeface="Corbel"/>
              </a:rPr>
              <a:t>body</a:t>
            </a:r>
            <a:r>
              <a:rPr sz="1600" dirty="0">
                <a:latin typeface="Corbel"/>
                <a:cs typeface="Corbel"/>
              </a:rPr>
              <a:t>.</a:t>
            </a:r>
            <a:r>
              <a:rPr sz="1600" spc="90" dirty="0">
                <a:latin typeface="Corbel"/>
                <a:cs typeface="Corbel"/>
              </a:rPr>
              <a:t> </a:t>
            </a:r>
            <a:r>
              <a:rPr sz="1600" dirty="0">
                <a:latin typeface="Corbel"/>
                <a:cs typeface="Corbel"/>
              </a:rPr>
              <a:t>In</a:t>
            </a:r>
            <a:r>
              <a:rPr sz="1600" spc="95" dirty="0">
                <a:latin typeface="Corbel"/>
                <a:cs typeface="Corbel"/>
              </a:rPr>
              <a:t> </a:t>
            </a:r>
            <a:r>
              <a:rPr sz="1600" dirty="0">
                <a:latin typeface="Corbel"/>
                <a:cs typeface="Corbel"/>
              </a:rPr>
              <a:t>aerospace,</a:t>
            </a:r>
            <a:r>
              <a:rPr sz="1600" spc="90" dirty="0">
                <a:latin typeface="Corbel"/>
                <a:cs typeface="Corbel"/>
              </a:rPr>
              <a:t> </a:t>
            </a:r>
            <a:r>
              <a:rPr sz="1600" dirty="0">
                <a:latin typeface="Corbel"/>
                <a:cs typeface="Corbel"/>
              </a:rPr>
              <a:t>this</a:t>
            </a:r>
            <a:r>
              <a:rPr sz="1600" spc="85" dirty="0">
                <a:latin typeface="Corbel"/>
                <a:cs typeface="Corbel"/>
              </a:rPr>
              <a:t> </a:t>
            </a:r>
            <a:r>
              <a:rPr sz="1600" dirty="0">
                <a:latin typeface="Corbel"/>
                <a:cs typeface="Corbel"/>
              </a:rPr>
              <a:t>is</a:t>
            </a:r>
            <a:r>
              <a:rPr sz="1600" spc="90" dirty="0">
                <a:latin typeface="Corbel"/>
                <a:cs typeface="Corbel"/>
              </a:rPr>
              <a:t> </a:t>
            </a:r>
            <a:r>
              <a:rPr sz="1600" dirty="0">
                <a:latin typeface="Corbel"/>
                <a:cs typeface="Corbel"/>
              </a:rPr>
              <a:t>the</a:t>
            </a:r>
            <a:r>
              <a:rPr sz="1600" spc="90" dirty="0">
                <a:latin typeface="Corbel"/>
                <a:cs typeface="Corbel"/>
              </a:rPr>
              <a:t> </a:t>
            </a:r>
            <a:r>
              <a:rPr sz="1600" dirty="0">
                <a:latin typeface="Corbel"/>
                <a:cs typeface="Corbel"/>
              </a:rPr>
              <a:t>point</a:t>
            </a:r>
            <a:r>
              <a:rPr sz="1600" spc="85" dirty="0">
                <a:latin typeface="Corbel"/>
                <a:cs typeface="Corbel"/>
              </a:rPr>
              <a:t> </a:t>
            </a:r>
            <a:r>
              <a:rPr sz="1600" dirty="0">
                <a:latin typeface="Corbel"/>
                <a:cs typeface="Corbel"/>
              </a:rPr>
              <a:t>on</a:t>
            </a:r>
            <a:r>
              <a:rPr sz="1600" spc="95" dirty="0">
                <a:latin typeface="Corbel"/>
                <a:cs typeface="Corbel"/>
              </a:rPr>
              <a:t> </a:t>
            </a:r>
            <a:r>
              <a:rPr sz="1600" dirty="0">
                <a:latin typeface="Corbel"/>
                <a:cs typeface="Corbel"/>
              </a:rPr>
              <a:t>the</a:t>
            </a:r>
            <a:r>
              <a:rPr sz="1600" spc="95" dirty="0">
                <a:latin typeface="Corbel"/>
                <a:cs typeface="Corbel"/>
              </a:rPr>
              <a:t> </a:t>
            </a:r>
            <a:r>
              <a:rPr sz="1600" dirty="0">
                <a:latin typeface="Corbel"/>
                <a:cs typeface="Corbel"/>
              </a:rPr>
              <a:t>airfoil</a:t>
            </a:r>
            <a:r>
              <a:rPr sz="1600" spc="95" dirty="0">
                <a:latin typeface="Corbel"/>
                <a:cs typeface="Corbel"/>
              </a:rPr>
              <a:t> </a:t>
            </a:r>
            <a:r>
              <a:rPr sz="1600" dirty="0">
                <a:latin typeface="Corbel"/>
                <a:cs typeface="Corbel"/>
              </a:rPr>
              <a:t>(or</a:t>
            </a:r>
            <a:r>
              <a:rPr sz="1600" spc="90" dirty="0">
                <a:latin typeface="Corbel"/>
                <a:cs typeface="Corbel"/>
              </a:rPr>
              <a:t> </a:t>
            </a:r>
            <a:r>
              <a:rPr sz="1600" spc="-10" dirty="0">
                <a:latin typeface="Corbel"/>
                <a:cs typeface="Corbel"/>
              </a:rPr>
              <a:t>wing) </a:t>
            </a:r>
            <a:r>
              <a:rPr sz="1600" dirty="0">
                <a:latin typeface="Corbel"/>
                <a:cs typeface="Corbel"/>
              </a:rPr>
              <a:t>where</a:t>
            </a:r>
            <a:r>
              <a:rPr sz="1600" spc="-3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resultant</a:t>
            </a:r>
            <a:r>
              <a:rPr sz="1600" spc="-40" dirty="0">
                <a:latin typeface="Corbel"/>
                <a:cs typeface="Corbel"/>
              </a:rPr>
              <a:t> </a:t>
            </a:r>
            <a:r>
              <a:rPr sz="1600" dirty="0">
                <a:latin typeface="Corbel"/>
                <a:cs typeface="Corbel"/>
              </a:rPr>
              <a:t>vector</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lift</a:t>
            </a:r>
            <a:r>
              <a:rPr sz="1600" spc="-4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drag)</a:t>
            </a:r>
            <a:r>
              <a:rPr sz="1600" spc="-35" dirty="0">
                <a:latin typeface="Corbel"/>
                <a:cs typeface="Corbel"/>
              </a:rPr>
              <a:t> </a:t>
            </a:r>
            <a:r>
              <a:rPr sz="1600" spc="-10" dirty="0">
                <a:latin typeface="Corbel"/>
                <a:cs typeface="Corbel"/>
              </a:rPr>
              <a:t>acts.</a:t>
            </a:r>
            <a:endParaRPr sz="1600" dirty="0">
              <a:latin typeface="Corbel"/>
              <a:cs typeface="Corbel"/>
            </a:endParaRPr>
          </a:p>
        </p:txBody>
      </p:sp>
      <p:grpSp>
        <p:nvGrpSpPr>
          <p:cNvPr id="8" name="object 8"/>
          <p:cNvGrpSpPr/>
          <p:nvPr/>
        </p:nvGrpSpPr>
        <p:grpSpPr>
          <a:xfrm>
            <a:off x="1264740" y="3846576"/>
            <a:ext cx="3353435" cy="2344420"/>
            <a:chOff x="1264740" y="3846576"/>
            <a:chExt cx="3353435" cy="2344420"/>
          </a:xfrm>
        </p:grpSpPr>
        <p:pic>
          <p:nvPicPr>
            <p:cNvPr id="9" name="object 9"/>
            <p:cNvPicPr/>
            <p:nvPr/>
          </p:nvPicPr>
          <p:blipFill>
            <a:blip r:embed="rId4" cstate="print"/>
            <a:stretch>
              <a:fillRect/>
            </a:stretch>
          </p:blipFill>
          <p:spPr>
            <a:xfrm>
              <a:off x="1383791" y="3846576"/>
              <a:ext cx="3233928" cy="2343912"/>
            </a:xfrm>
            <a:prstGeom prst="rect">
              <a:avLst/>
            </a:prstGeom>
          </p:spPr>
        </p:pic>
        <p:sp>
          <p:nvSpPr>
            <p:cNvPr id="10" name="object 10"/>
            <p:cNvSpPr/>
            <p:nvPr/>
          </p:nvSpPr>
          <p:spPr>
            <a:xfrm>
              <a:off x="2697858" y="4902413"/>
              <a:ext cx="12700" cy="488950"/>
            </a:xfrm>
            <a:custGeom>
              <a:avLst/>
              <a:gdLst/>
              <a:ahLst/>
              <a:cxnLst/>
              <a:rect l="l" t="t" r="r" b="b"/>
              <a:pathLst>
                <a:path w="12700" h="488950">
                  <a:moveTo>
                    <a:pt x="9856" y="0"/>
                  </a:moveTo>
                  <a:lnTo>
                    <a:pt x="2842" y="0"/>
                  </a:lnTo>
                  <a:lnTo>
                    <a:pt x="0" y="2842"/>
                  </a:lnTo>
                  <a:lnTo>
                    <a:pt x="0" y="47956"/>
                  </a:lnTo>
                  <a:lnTo>
                    <a:pt x="2842" y="50800"/>
                  </a:lnTo>
                  <a:lnTo>
                    <a:pt x="9856" y="50800"/>
                  </a:lnTo>
                  <a:lnTo>
                    <a:pt x="12700" y="47956"/>
                  </a:lnTo>
                  <a:lnTo>
                    <a:pt x="12700" y="2842"/>
                  </a:lnTo>
                  <a:lnTo>
                    <a:pt x="9856" y="0"/>
                  </a:lnTo>
                  <a:close/>
                </a:path>
                <a:path w="12700" h="488950">
                  <a:moveTo>
                    <a:pt x="9856" y="88900"/>
                  </a:moveTo>
                  <a:lnTo>
                    <a:pt x="2842" y="88900"/>
                  </a:lnTo>
                  <a:lnTo>
                    <a:pt x="0" y="91742"/>
                  </a:lnTo>
                  <a:lnTo>
                    <a:pt x="0" y="136856"/>
                  </a:lnTo>
                  <a:lnTo>
                    <a:pt x="2842" y="139700"/>
                  </a:lnTo>
                  <a:lnTo>
                    <a:pt x="9856" y="139700"/>
                  </a:lnTo>
                  <a:lnTo>
                    <a:pt x="12700" y="136856"/>
                  </a:lnTo>
                  <a:lnTo>
                    <a:pt x="12700" y="91742"/>
                  </a:lnTo>
                  <a:lnTo>
                    <a:pt x="9856" y="88900"/>
                  </a:lnTo>
                  <a:close/>
                </a:path>
                <a:path w="12700" h="488950">
                  <a:moveTo>
                    <a:pt x="9856" y="177800"/>
                  </a:moveTo>
                  <a:lnTo>
                    <a:pt x="2842" y="177800"/>
                  </a:lnTo>
                  <a:lnTo>
                    <a:pt x="0" y="180642"/>
                  </a:lnTo>
                  <a:lnTo>
                    <a:pt x="0" y="225756"/>
                  </a:lnTo>
                  <a:lnTo>
                    <a:pt x="2843" y="228600"/>
                  </a:lnTo>
                  <a:lnTo>
                    <a:pt x="9856" y="228600"/>
                  </a:lnTo>
                  <a:lnTo>
                    <a:pt x="12700" y="225756"/>
                  </a:lnTo>
                  <a:lnTo>
                    <a:pt x="12700" y="180642"/>
                  </a:lnTo>
                  <a:lnTo>
                    <a:pt x="9856" y="177800"/>
                  </a:lnTo>
                  <a:close/>
                </a:path>
                <a:path w="12700" h="488950">
                  <a:moveTo>
                    <a:pt x="9856" y="266700"/>
                  </a:moveTo>
                  <a:lnTo>
                    <a:pt x="2843" y="266700"/>
                  </a:lnTo>
                  <a:lnTo>
                    <a:pt x="0" y="269542"/>
                  </a:lnTo>
                  <a:lnTo>
                    <a:pt x="0" y="314656"/>
                  </a:lnTo>
                  <a:lnTo>
                    <a:pt x="2843" y="317500"/>
                  </a:lnTo>
                  <a:lnTo>
                    <a:pt x="9856" y="317500"/>
                  </a:lnTo>
                  <a:lnTo>
                    <a:pt x="12700" y="314656"/>
                  </a:lnTo>
                  <a:lnTo>
                    <a:pt x="12700" y="269542"/>
                  </a:lnTo>
                  <a:lnTo>
                    <a:pt x="9856" y="266700"/>
                  </a:lnTo>
                  <a:close/>
                </a:path>
                <a:path w="12700" h="488950">
                  <a:moveTo>
                    <a:pt x="9857" y="355600"/>
                  </a:moveTo>
                  <a:lnTo>
                    <a:pt x="2843" y="355600"/>
                  </a:lnTo>
                  <a:lnTo>
                    <a:pt x="0" y="358442"/>
                  </a:lnTo>
                  <a:lnTo>
                    <a:pt x="0" y="403556"/>
                  </a:lnTo>
                  <a:lnTo>
                    <a:pt x="2843" y="406400"/>
                  </a:lnTo>
                  <a:lnTo>
                    <a:pt x="9857" y="406400"/>
                  </a:lnTo>
                  <a:lnTo>
                    <a:pt x="12700" y="403556"/>
                  </a:lnTo>
                  <a:lnTo>
                    <a:pt x="12700" y="358442"/>
                  </a:lnTo>
                  <a:lnTo>
                    <a:pt x="9857" y="355600"/>
                  </a:lnTo>
                  <a:close/>
                </a:path>
                <a:path w="12700" h="488950">
                  <a:moveTo>
                    <a:pt x="9857" y="444500"/>
                  </a:moveTo>
                  <a:lnTo>
                    <a:pt x="2843" y="444500"/>
                  </a:lnTo>
                  <a:lnTo>
                    <a:pt x="0" y="447342"/>
                  </a:lnTo>
                  <a:lnTo>
                    <a:pt x="0" y="486106"/>
                  </a:lnTo>
                  <a:lnTo>
                    <a:pt x="2843" y="488950"/>
                  </a:lnTo>
                  <a:lnTo>
                    <a:pt x="9857" y="488950"/>
                  </a:lnTo>
                  <a:lnTo>
                    <a:pt x="12700" y="486106"/>
                  </a:lnTo>
                  <a:lnTo>
                    <a:pt x="12700" y="447342"/>
                  </a:lnTo>
                  <a:lnTo>
                    <a:pt x="9857" y="444500"/>
                  </a:lnTo>
                  <a:close/>
                </a:path>
              </a:pathLst>
            </a:custGeom>
            <a:solidFill>
              <a:srgbClr val="FF0000">
                <a:alpha val="50199"/>
              </a:srgbClr>
            </a:solidFill>
          </p:spPr>
          <p:txBody>
            <a:bodyPr wrap="square" lIns="0" tIns="0" rIns="0" bIns="0" rtlCol="0"/>
            <a:lstStyle/>
            <a:p>
              <a:endParaRPr/>
            </a:p>
          </p:txBody>
        </p:sp>
        <p:sp>
          <p:nvSpPr>
            <p:cNvPr id="11" name="object 11"/>
            <p:cNvSpPr/>
            <p:nvPr/>
          </p:nvSpPr>
          <p:spPr>
            <a:xfrm>
              <a:off x="2704208" y="3996450"/>
              <a:ext cx="0" cy="889635"/>
            </a:xfrm>
            <a:custGeom>
              <a:avLst/>
              <a:gdLst/>
              <a:ahLst/>
              <a:cxnLst/>
              <a:rect l="l" t="t" r="r" b="b"/>
              <a:pathLst>
                <a:path h="889635">
                  <a:moveTo>
                    <a:pt x="0" y="0"/>
                  </a:moveTo>
                  <a:lnTo>
                    <a:pt x="1" y="889453"/>
                  </a:lnTo>
                </a:path>
              </a:pathLst>
            </a:custGeom>
            <a:ln w="25400">
              <a:solidFill>
                <a:srgbClr val="FF0000"/>
              </a:solidFill>
            </a:ln>
          </p:spPr>
          <p:txBody>
            <a:bodyPr wrap="square" lIns="0" tIns="0" rIns="0" bIns="0" rtlCol="0"/>
            <a:lstStyle/>
            <a:p>
              <a:endParaRPr/>
            </a:p>
          </p:txBody>
        </p:sp>
        <p:sp>
          <p:nvSpPr>
            <p:cNvPr id="12" name="object 12"/>
            <p:cNvSpPr/>
            <p:nvPr/>
          </p:nvSpPr>
          <p:spPr>
            <a:xfrm>
              <a:off x="2704208" y="5404063"/>
              <a:ext cx="0" cy="784225"/>
            </a:xfrm>
            <a:custGeom>
              <a:avLst/>
              <a:gdLst/>
              <a:ahLst/>
              <a:cxnLst/>
              <a:rect l="l" t="t" r="r" b="b"/>
              <a:pathLst>
                <a:path h="784225">
                  <a:moveTo>
                    <a:pt x="0" y="0"/>
                  </a:moveTo>
                  <a:lnTo>
                    <a:pt x="1" y="783797"/>
                  </a:lnTo>
                </a:path>
              </a:pathLst>
            </a:custGeom>
            <a:ln w="25400">
              <a:solidFill>
                <a:srgbClr val="FF0000"/>
              </a:solidFill>
            </a:ln>
          </p:spPr>
          <p:txBody>
            <a:bodyPr wrap="square" lIns="0" tIns="0" rIns="0" bIns="0" rtlCol="0"/>
            <a:lstStyle/>
            <a:p>
              <a:endParaRPr/>
            </a:p>
          </p:txBody>
        </p:sp>
        <p:sp>
          <p:nvSpPr>
            <p:cNvPr id="13" name="object 13"/>
            <p:cNvSpPr/>
            <p:nvPr/>
          </p:nvSpPr>
          <p:spPr>
            <a:xfrm>
              <a:off x="2057467" y="4478238"/>
              <a:ext cx="1727200" cy="1036319"/>
            </a:xfrm>
            <a:custGeom>
              <a:avLst/>
              <a:gdLst/>
              <a:ahLst/>
              <a:cxnLst/>
              <a:rect l="l" t="t" r="r" b="b"/>
              <a:pathLst>
                <a:path w="1727200" h="1036320">
                  <a:moveTo>
                    <a:pt x="39725" y="1002135"/>
                  </a:moveTo>
                  <a:lnTo>
                    <a:pt x="984" y="1025250"/>
                  </a:lnTo>
                  <a:lnTo>
                    <a:pt x="0" y="1029149"/>
                  </a:lnTo>
                  <a:lnTo>
                    <a:pt x="3594" y="1035173"/>
                  </a:lnTo>
                  <a:lnTo>
                    <a:pt x="7491" y="1036157"/>
                  </a:lnTo>
                  <a:lnTo>
                    <a:pt x="46233" y="1013040"/>
                  </a:lnTo>
                  <a:lnTo>
                    <a:pt x="47218" y="1009143"/>
                  </a:lnTo>
                  <a:lnTo>
                    <a:pt x="43624" y="1003119"/>
                  </a:lnTo>
                  <a:lnTo>
                    <a:pt x="39725" y="1002135"/>
                  </a:lnTo>
                  <a:close/>
                </a:path>
                <a:path w="1727200" h="1036320">
                  <a:moveTo>
                    <a:pt x="116069" y="956583"/>
                  </a:moveTo>
                  <a:lnTo>
                    <a:pt x="77327" y="979699"/>
                  </a:lnTo>
                  <a:lnTo>
                    <a:pt x="76342" y="983597"/>
                  </a:lnTo>
                  <a:lnTo>
                    <a:pt x="79936" y="989620"/>
                  </a:lnTo>
                  <a:lnTo>
                    <a:pt x="83835" y="990606"/>
                  </a:lnTo>
                  <a:lnTo>
                    <a:pt x="122576" y="967489"/>
                  </a:lnTo>
                  <a:lnTo>
                    <a:pt x="123560" y="963592"/>
                  </a:lnTo>
                  <a:lnTo>
                    <a:pt x="119966" y="957568"/>
                  </a:lnTo>
                  <a:lnTo>
                    <a:pt x="116069" y="956583"/>
                  </a:lnTo>
                  <a:close/>
                </a:path>
                <a:path w="1727200" h="1036320">
                  <a:moveTo>
                    <a:pt x="192412" y="911031"/>
                  </a:moveTo>
                  <a:lnTo>
                    <a:pt x="153669" y="934148"/>
                  </a:lnTo>
                  <a:lnTo>
                    <a:pt x="152685" y="938046"/>
                  </a:lnTo>
                  <a:lnTo>
                    <a:pt x="156279" y="944069"/>
                  </a:lnTo>
                  <a:lnTo>
                    <a:pt x="160177" y="945053"/>
                  </a:lnTo>
                  <a:lnTo>
                    <a:pt x="198920" y="921938"/>
                  </a:lnTo>
                  <a:lnTo>
                    <a:pt x="199904" y="918039"/>
                  </a:lnTo>
                  <a:lnTo>
                    <a:pt x="196310" y="912016"/>
                  </a:lnTo>
                  <a:lnTo>
                    <a:pt x="192412" y="911031"/>
                  </a:lnTo>
                  <a:close/>
                </a:path>
                <a:path w="1727200" h="1036320">
                  <a:moveTo>
                    <a:pt x="268754" y="865480"/>
                  </a:moveTo>
                  <a:lnTo>
                    <a:pt x="230013" y="888596"/>
                  </a:lnTo>
                  <a:lnTo>
                    <a:pt x="229029" y="892495"/>
                  </a:lnTo>
                  <a:lnTo>
                    <a:pt x="232622" y="898517"/>
                  </a:lnTo>
                  <a:lnTo>
                    <a:pt x="236520" y="899502"/>
                  </a:lnTo>
                  <a:lnTo>
                    <a:pt x="275262" y="876386"/>
                  </a:lnTo>
                  <a:lnTo>
                    <a:pt x="276247" y="872488"/>
                  </a:lnTo>
                  <a:lnTo>
                    <a:pt x="272653" y="866465"/>
                  </a:lnTo>
                  <a:lnTo>
                    <a:pt x="268754" y="865480"/>
                  </a:lnTo>
                  <a:close/>
                </a:path>
                <a:path w="1727200" h="1036320">
                  <a:moveTo>
                    <a:pt x="345098" y="819928"/>
                  </a:moveTo>
                  <a:lnTo>
                    <a:pt x="306357" y="843045"/>
                  </a:lnTo>
                  <a:lnTo>
                    <a:pt x="305371" y="846942"/>
                  </a:lnTo>
                  <a:lnTo>
                    <a:pt x="308965" y="852966"/>
                  </a:lnTo>
                  <a:lnTo>
                    <a:pt x="312863" y="853950"/>
                  </a:lnTo>
                  <a:lnTo>
                    <a:pt x="351605" y="830835"/>
                  </a:lnTo>
                  <a:lnTo>
                    <a:pt x="352590" y="826936"/>
                  </a:lnTo>
                  <a:lnTo>
                    <a:pt x="348995" y="820914"/>
                  </a:lnTo>
                  <a:lnTo>
                    <a:pt x="345098" y="819928"/>
                  </a:lnTo>
                  <a:close/>
                </a:path>
                <a:path w="1727200" h="1036320">
                  <a:moveTo>
                    <a:pt x="421441" y="774377"/>
                  </a:moveTo>
                  <a:lnTo>
                    <a:pt x="382699" y="797492"/>
                  </a:lnTo>
                  <a:lnTo>
                    <a:pt x="381715" y="801391"/>
                  </a:lnTo>
                  <a:lnTo>
                    <a:pt x="385309" y="807415"/>
                  </a:lnTo>
                  <a:lnTo>
                    <a:pt x="389206" y="808399"/>
                  </a:lnTo>
                  <a:lnTo>
                    <a:pt x="427948" y="785282"/>
                  </a:lnTo>
                  <a:lnTo>
                    <a:pt x="428933" y="781385"/>
                  </a:lnTo>
                  <a:lnTo>
                    <a:pt x="425339" y="775361"/>
                  </a:lnTo>
                  <a:lnTo>
                    <a:pt x="421441" y="774377"/>
                  </a:lnTo>
                  <a:close/>
                </a:path>
                <a:path w="1727200" h="1036320">
                  <a:moveTo>
                    <a:pt x="497784" y="728825"/>
                  </a:moveTo>
                  <a:lnTo>
                    <a:pt x="459042" y="751941"/>
                  </a:lnTo>
                  <a:lnTo>
                    <a:pt x="458058" y="755839"/>
                  </a:lnTo>
                  <a:lnTo>
                    <a:pt x="461651" y="761862"/>
                  </a:lnTo>
                  <a:lnTo>
                    <a:pt x="465550" y="762848"/>
                  </a:lnTo>
                  <a:lnTo>
                    <a:pt x="504291" y="739731"/>
                  </a:lnTo>
                  <a:lnTo>
                    <a:pt x="505275" y="735834"/>
                  </a:lnTo>
                  <a:lnTo>
                    <a:pt x="501683" y="729810"/>
                  </a:lnTo>
                  <a:lnTo>
                    <a:pt x="497784" y="728825"/>
                  </a:lnTo>
                  <a:close/>
                </a:path>
                <a:path w="1727200" h="1036320">
                  <a:moveTo>
                    <a:pt x="574127" y="683273"/>
                  </a:moveTo>
                  <a:lnTo>
                    <a:pt x="535385" y="706390"/>
                  </a:lnTo>
                  <a:lnTo>
                    <a:pt x="534400" y="710288"/>
                  </a:lnTo>
                  <a:lnTo>
                    <a:pt x="537994" y="716311"/>
                  </a:lnTo>
                  <a:lnTo>
                    <a:pt x="541892" y="717295"/>
                  </a:lnTo>
                  <a:lnTo>
                    <a:pt x="580635" y="694180"/>
                  </a:lnTo>
                  <a:lnTo>
                    <a:pt x="581619" y="690281"/>
                  </a:lnTo>
                  <a:lnTo>
                    <a:pt x="578025" y="684258"/>
                  </a:lnTo>
                  <a:lnTo>
                    <a:pt x="574127" y="683273"/>
                  </a:lnTo>
                  <a:close/>
                </a:path>
                <a:path w="1727200" h="1036320">
                  <a:moveTo>
                    <a:pt x="650469" y="637722"/>
                  </a:moveTo>
                  <a:lnTo>
                    <a:pt x="611728" y="660838"/>
                  </a:lnTo>
                  <a:lnTo>
                    <a:pt x="610744" y="664737"/>
                  </a:lnTo>
                  <a:lnTo>
                    <a:pt x="614338" y="670759"/>
                  </a:lnTo>
                  <a:lnTo>
                    <a:pt x="618236" y="671744"/>
                  </a:lnTo>
                  <a:lnTo>
                    <a:pt x="656977" y="648628"/>
                  </a:lnTo>
                  <a:lnTo>
                    <a:pt x="657962" y="644730"/>
                  </a:lnTo>
                  <a:lnTo>
                    <a:pt x="654368" y="638707"/>
                  </a:lnTo>
                  <a:lnTo>
                    <a:pt x="650469" y="637722"/>
                  </a:lnTo>
                  <a:close/>
                </a:path>
                <a:path w="1727200" h="1036320">
                  <a:moveTo>
                    <a:pt x="726813" y="592170"/>
                  </a:moveTo>
                  <a:lnTo>
                    <a:pt x="688072" y="615287"/>
                  </a:lnTo>
                  <a:lnTo>
                    <a:pt x="687086" y="619184"/>
                  </a:lnTo>
                  <a:lnTo>
                    <a:pt x="690680" y="625208"/>
                  </a:lnTo>
                  <a:lnTo>
                    <a:pt x="694579" y="626192"/>
                  </a:lnTo>
                  <a:lnTo>
                    <a:pt x="733320" y="603077"/>
                  </a:lnTo>
                  <a:lnTo>
                    <a:pt x="734305" y="599178"/>
                  </a:lnTo>
                  <a:lnTo>
                    <a:pt x="730711" y="593156"/>
                  </a:lnTo>
                  <a:lnTo>
                    <a:pt x="726813" y="592170"/>
                  </a:lnTo>
                  <a:close/>
                </a:path>
                <a:path w="1727200" h="1036320">
                  <a:moveTo>
                    <a:pt x="803156" y="546619"/>
                  </a:moveTo>
                  <a:lnTo>
                    <a:pt x="764414" y="569734"/>
                  </a:lnTo>
                  <a:lnTo>
                    <a:pt x="763430" y="573633"/>
                  </a:lnTo>
                  <a:lnTo>
                    <a:pt x="767024" y="579657"/>
                  </a:lnTo>
                  <a:lnTo>
                    <a:pt x="770921" y="580641"/>
                  </a:lnTo>
                  <a:lnTo>
                    <a:pt x="809664" y="557524"/>
                  </a:lnTo>
                  <a:lnTo>
                    <a:pt x="810648" y="553627"/>
                  </a:lnTo>
                  <a:lnTo>
                    <a:pt x="807054" y="547603"/>
                  </a:lnTo>
                  <a:lnTo>
                    <a:pt x="803156" y="546619"/>
                  </a:lnTo>
                  <a:close/>
                </a:path>
                <a:path w="1727200" h="1036320">
                  <a:moveTo>
                    <a:pt x="879499" y="501067"/>
                  </a:moveTo>
                  <a:lnTo>
                    <a:pt x="840757" y="524183"/>
                  </a:lnTo>
                  <a:lnTo>
                    <a:pt x="839773" y="528081"/>
                  </a:lnTo>
                  <a:lnTo>
                    <a:pt x="843367" y="534104"/>
                  </a:lnTo>
                  <a:lnTo>
                    <a:pt x="847265" y="535090"/>
                  </a:lnTo>
                  <a:lnTo>
                    <a:pt x="886006" y="511973"/>
                  </a:lnTo>
                  <a:lnTo>
                    <a:pt x="886992" y="508076"/>
                  </a:lnTo>
                  <a:lnTo>
                    <a:pt x="883398" y="502052"/>
                  </a:lnTo>
                  <a:lnTo>
                    <a:pt x="879499" y="501067"/>
                  </a:lnTo>
                  <a:close/>
                </a:path>
                <a:path w="1727200" h="1036320">
                  <a:moveTo>
                    <a:pt x="955842" y="455515"/>
                  </a:moveTo>
                  <a:lnTo>
                    <a:pt x="917101" y="478632"/>
                  </a:lnTo>
                  <a:lnTo>
                    <a:pt x="916115" y="482530"/>
                  </a:lnTo>
                  <a:lnTo>
                    <a:pt x="919709" y="488553"/>
                  </a:lnTo>
                  <a:lnTo>
                    <a:pt x="923608" y="489538"/>
                  </a:lnTo>
                  <a:lnTo>
                    <a:pt x="962350" y="466421"/>
                  </a:lnTo>
                  <a:lnTo>
                    <a:pt x="963334" y="462523"/>
                  </a:lnTo>
                  <a:lnTo>
                    <a:pt x="959740" y="456500"/>
                  </a:lnTo>
                  <a:lnTo>
                    <a:pt x="955842" y="455515"/>
                  </a:lnTo>
                  <a:close/>
                </a:path>
                <a:path w="1727200" h="1036320">
                  <a:moveTo>
                    <a:pt x="1032186" y="409964"/>
                  </a:moveTo>
                  <a:lnTo>
                    <a:pt x="993443" y="433080"/>
                  </a:lnTo>
                  <a:lnTo>
                    <a:pt x="992459" y="436979"/>
                  </a:lnTo>
                  <a:lnTo>
                    <a:pt x="996053" y="443001"/>
                  </a:lnTo>
                  <a:lnTo>
                    <a:pt x="999951" y="443986"/>
                  </a:lnTo>
                  <a:lnTo>
                    <a:pt x="1038693" y="420870"/>
                  </a:lnTo>
                  <a:lnTo>
                    <a:pt x="1039677" y="416972"/>
                  </a:lnTo>
                  <a:lnTo>
                    <a:pt x="1036083" y="410949"/>
                  </a:lnTo>
                  <a:lnTo>
                    <a:pt x="1032186" y="409964"/>
                  </a:lnTo>
                  <a:close/>
                </a:path>
                <a:path w="1727200" h="1036320">
                  <a:moveTo>
                    <a:pt x="1108528" y="364412"/>
                  </a:moveTo>
                  <a:lnTo>
                    <a:pt x="1069787" y="387529"/>
                  </a:lnTo>
                  <a:lnTo>
                    <a:pt x="1068802" y="391426"/>
                  </a:lnTo>
                  <a:lnTo>
                    <a:pt x="1072395" y="397450"/>
                  </a:lnTo>
                  <a:lnTo>
                    <a:pt x="1076294" y="398434"/>
                  </a:lnTo>
                  <a:lnTo>
                    <a:pt x="1115035" y="375319"/>
                  </a:lnTo>
                  <a:lnTo>
                    <a:pt x="1116021" y="371420"/>
                  </a:lnTo>
                  <a:lnTo>
                    <a:pt x="1112427" y="365396"/>
                  </a:lnTo>
                  <a:lnTo>
                    <a:pt x="1108528" y="364412"/>
                  </a:lnTo>
                  <a:close/>
                </a:path>
                <a:path w="1727200" h="1036320">
                  <a:moveTo>
                    <a:pt x="1184871" y="318861"/>
                  </a:moveTo>
                  <a:lnTo>
                    <a:pt x="1146130" y="341976"/>
                  </a:lnTo>
                  <a:lnTo>
                    <a:pt x="1145145" y="345875"/>
                  </a:lnTo>
                  <a:lnTo>
                    <a:pt x="1148739" y="351897"/>
                  </a:lnTo>
                  <a:lnTo>
                    <a:pt x="1152638" y="352883"/>
                  </a:lnTo>
                  <a:lnTo>
                    <a:pt x="1191379" y="329766"/>
                  </a:lnTo>
                  <a:lnTo>
                    <a:pt x="1192363" y="325869"/>
                  </a:lnTo>
                  <a:lnTo>
                    <a:pt x="1188769" y="319845"/>
                  </a:lnTo>
                  <a:lnTo>
                    <a:pt x="1184871" y="318861"/>
                  </a:lnTo>
                  <a:close/>
                </a:path>
                <a:path w="1727200" h="1036320">
                  <a:moveTo>
                    <a:pt x="1261215" y="273309"/>
                  </a:moveTo>
                  <a:lnTo>
                    <a:pt x="1222472" y="296425"/>
                  </a:lnTo>
                  <a:lnTo>
                    <a:pt x="1221488" y="300323"/>
                  </a:lnTo>
                  <a:lnTo>
                    <a:pt x="1225082" y="306346"/>
                  </a:lnTo>
                  <a:lnTo>
                    <a:pt x="1228980" y="307331"/>
                  </a:lnTo>
                  <a:lnTo>
                    <a:pt x="1267722" y="284215"/>
                  </a:lnTo>
                  <a:lnTo>
                    <a:pt x="1268707" y="280316"/>
                  </a:lnTo>
                  <a:lnTo>
                    <a:pt x="1265113" y="274294"/>
                  </a:lnTo>
                  <a:lnTo>
                    <a:pt x="1261215" y="273309"/>
                  </a:lnTo>
                  <a:close/>
                </a:path>
                <a:path w="1727200" h="1036320">
                  <a:moveTo>
                    <a:pt x="1337557" y="227757"/>
                  </a:moveTo>
                  <a:lnTo>
                    <a:pt x="1298816" y="250874"/>
                  </a:lnTo>
                  <a:lnTo>
                    <a:pt x="1297832" y="254772"/>
                  </a:lnTo>
                  <a:lnTo>
                    <a:pt x="1301426" y="260795"/>
                  </a:lnTo>
                  <a:lnTo>
                    <a:pt x="1305323" y="261780"/>
                  </a:lnTo>
                  <a:lnTo>
                    <a:pt x="1344065" y="238663"/>
                  </a:lnTo>
                  <a:lnTo>
                    <a:pt x="1345050" y="234765"/>
                  </a:lnTo>
                  <a:lnTo>
                    <a:pt x="1341456" y="228742"/>
                  </a:lnTo>
                  <a:lnTo>
                    <a:pt x="1337557" y="227757"/>
                  </a:lnTo>
                  <a:close/>
                </a:path>
                <a:path w="1727200" h="1036320">
                  <a:moveTo>
                    <a:pt x="1413901" y="182206"/>
                  </a:moveTo>
                  <a:lnTo>
                    <a:pt x="1375159" y="205322"/>
                  </a:lnTo>
                  <a:lnTo>
                    <a:pt x="1374174" y="209221"/>
                  </a:lnTo>
                  <a:lnTo>
                    <a:pt x="1377768" y="215243"/>
                  </a:lnTo>
                  <a:lnTo>
                    <a:pt x="1381667" y="216228"/>
                  </a:lnTo>
                  <a:lnTo>
                    <a:pt x="1420408" y="193112"/>
                  </a:lnTo>
                  <a:lnTo>
                    <a:pt x="1421392" y="189214"/>
                  </a:lnTo>
                  <a:lnTo>
                    <a:pt x="1417798" y="183191"/>
                  </a:lnTo>
                  <a:lnTo>
                    <a:pt x="1413901" y="182206"/>
                  </a:lnTo>
                  <a:close/>
                </a:path>
                <a:path w="1727200" h="1036320">
                  <a:moveTo>
                    <a:pt x="1490244" y="136654"/>
                  </a:moveTo>
                  <a:lnTo>
                    <a:pt x="1451502" y="159771"/>
                  </a:lnTo>
                  <a:lnTo>
                    <a:pt x="1450517" y="163668"/>
                  </a:lnTo>
                  <a:lnTo>
                    <a:pt x="1454111" y="169692"/>
                  </a:lnTo>
                  <a:lnTo>
                    <a:pt x="1458009" y="170676"/>
                  </a:lnTo>
                  <a:lnTo>
                    <a:pt x="1496752" y="147561"/>
                  </a:lnTo>
                  <a:lnTo>
                    <a:pt x="1497736" y="143662"/>
                  </a:lnTo>
                  <a:lnTo>
                    <a:pt x="1494142" y="137638"/>
                  </a:lnTo>
                  <a:lnTo>
                    <a:pt x="1490244" y="136654"/>
                  </a:lnTo>
                  <a:close/>
                </a:path>
                <a:path w="1727200" h="1036320">
                  <a:moveTo>
                    <a:pt x="1566586" y="91103"/>
                  </a:moveTo>
                  <a:lnTo>
                    <a:pt x="1527845" y="114218"/>
                  </a:lnTo>
                  <a:lnTo>
                    <a:pt x="1526861" y="118117"/>
                  </a:lnTo>
                  <a:lnTo>
                    <a:pt x="1530454" y="124141"/>
                  </a:lnTo>
                  <a:lnTo>
                    <a:pt x="1534353" y="125125"/>
                  </a:lnTo>
                  <a:lnTo>
                    <a:pt x="1573094" y="102008"/>
                  </a:lnTo>
                  <a:lnTo>
                    <a:pt x="1574078" y="98111"/>
                  </a:lnTo>
                  <a:lnTo>
                    <a:pt x="1570485" y="92087"/>
                  </a:lnTo>
                  <a:lnTo>
                    <a:pt x="1566586" y="91103"/>
                  </a:lnTo>
                  <a:close/>
                </a:path>
                <a:path w="1727200" h="1036320">
                  <a:moveTo>
                    <a:pt x="1642930" y="45551"/>
                  </a:moveTo>
                  <a:lnTo>
                    <a:pt x="1604187" y="68667"/>
                  </a:lnTo>
                  <a:lnTo>
                    <a:pt x="1603203" y="72565"/>
                  </a:lnTo>
                  <a:lnTo>
                    <a:pt x="1606797" y="78588"/>
                  </a:lnTo>
                  <a:lnTo>
                    <a:pt x="1610695" y="79574"/>
                  </a:lnTo>
                  <a:lnTo>
                    <a:pt x="1649437" y="56457"/>
                  </a:lnTo>
                  <a:lnTo>
                    <a:pt x="1650422" y="52558"/>
                  </a:lnTo>
                  <a:lnTo>
                    <a:pt x="1646828" y="46536"/>
                  </a:lnTo>
                  <a:lnTo>
                    <a:pt x="1642930" y="45551"/>
                  </a:lnTo>
                  <a:close/>
                </a:path>
                <a:path w="1727200" h="1036320">
                  <a:moveTo>
                    <a:pt x="1719272" y="0"/>
                  </a:moveTo>
                  <a:lnTo>
                    <a:pt x="1680531" y="23116"/>
                  </a:lnTo>
                  <a:lnTo>
                    <a:pt x="1679547" y="27014"/>
                  </a:lnTo>
                  <a:lnTo>
                    <a:pt x="1683141" y="33037"/>
                  </a:lnTo>
                  <a:lnTo>
                    <a:pt x="1687038" y="34022"/>
                  </a:lnTo>
                  <a:lnTo>
                    <a:pt x="1725780" y="10906"/>
                  </a:lnTo>
                  <a:lnTo>
                    <a:pt x="1726765" y="7007"/>
                  </a:lnTo>
                  <a:lnTo>
                    <a:pt x="1723171" y="984"/>
                  </a:lnTo>
                  <a:lnTo>
                    <a:pt x="1719272" y="0"/>
                  </a:lnTo>
                  <a:close/>
                </a:path>
              </a:pathLst>
            </a:custGeom>
            <a:solidFill>
              <a:srgbClr val="00B050">
                <a:alpha val="50199"/>
              </a:srgbClr>
            </a:solidFill>
          </p:spPr>
          <p:txBody>
            <a:bodyPr wrap="square" lIns="0" tIns="0" rIns="0" bIns="0" rtlCol="0"/>
            <a:lstStyle/>
            <a:p>
              <a:endParaRPr/>
            </a:p>
          </p:txBody>
        </p:sp>
        <p:sp>
          <p:nvSpPr>
            <p:cNvPr id="14" name="object 14"/>
            <p:cNvSpPr/>
            <p:nvPr/>
          </p:nvSpPr>
          <p:spPr>
            <a:xfrm>
              <a:off x="1600596" y="5525983"/>
              <a:ext cx="436245" cy="260985"/>
            </a:xfrm>
            <a:custGeom>
              <a:avLst/>
              <a:gdLst/>
              <a:ahLst/>
              <a:cxnLst/>
              <a:rect l="l" t="t" r="r" b="b"/>
              <a:pathLst>
                <a:path w="436244" h="260985">
                  <a:moveTo>
                    <a:pt x="0" y="260480"/>
                  </a:moveTo>
                  <a:lnTo>
                    <a:pt x="435767" y="0"/>
                  </a:lnTo>
                </a:path>
              </a:pathLst>
            </a:custGeom>
            <a:ln w="25400">
              <a:solidFill>
                <a:srgbClr val="00B050"/>
              </a:solidFill>
            </a:ln>
          </p:spPr>
          <p:txBody>
            <a:bodyPr wrap="square" lIns="0" tIns="0" rIns="0" bIns="0" rtlCol="0"/>
            <a:lstStyle/>
            <a:p>
              <a:endParaRPr/>
            </a:p>
          </p:txBody>
        </p:sp>
        <p:sp>
          <p:nvSpPr>
            <p:cNvPr id="15" name="object 15"/>
            <p:cNvSpPr/>
            <p:nvPr/>
          </p:nvSpPr>
          <p:spPr>
            <a:xfrm>
              <a:off x="3811032" y="4264757"/>
              <a:ext cx="335280" cy="200660"/>
            </a:xfrm>
            <a:custGeom>
              <a:avLst/>
              <a:gdLst/>
              <a:ahLst/>
              <a:cxnLst/>
              <a:rect l="l" t="t" r="r" b="b"/>
              <a:pathLst>
                <a:path w="335279" h="200660">
                  <a:moveTo>
                    <a:pt x="0" y="200414"/>
                  </a:moveTo>
                  <a:lnTo>
                    <a:pt x="335280" y="0"/>
                  </a:lnTo>
                </a:path>
              </a:pathLst>
            </a:custGeom>
            <a:ln w="25400">
              <a:solidFill>
                <a:srgbClr val="00B050"/>
              </a:solidFill>
            </a:ln>
          </p:spPr>
          <p:txBody>
            <a:bodyPr wrap="square" lIns="0" tIns="0" rIns="0" bIns="0" rtlCol="0"/>
            <a:lstStyle/>
            <a:p>
              <a:endParaRPr/>
            </a:p>
          </p:txBody>
        </p:sp>
        <p:sp>
          <p:nvSpPr>
            <p:cNvPr id="16" name="object 16"/>
            <p:cNvSpPr/>
            <p:nvPr/>
          </p:nvSpPr>
          <p:spPr>
            <a:xfrm>
              <a:off x="2488481" y="5027250"/>
              <a:ext cx="349885" cy="175260"/>
            </a:xfrm>
            <a:custGeom>
              <a:avLst/>
              <a:gdLst/>
              <a:ahLst/>
              <a:cxnLst/>
              <a:rect l="l" t="t" r="r" b="b"/>
              <a:pathLst>
                <a:path w="349885" h="175260">
                  <a:moveTo>
                    <a:pt x="6823" y="0"/>
                  </a:moveTo>
                  <a:lnTo>
                    <a:pt x="3031" y="1334"/>
                  </a:lnTo>
                  <a:lnTo>
                    <a:pt x="0" y="7660"/>
                  </a:lnTo>
                  <a:lnTo>
                    <a:pt x="1334" y="11452"/>
                  </a:lnTo>
                  <a:lnTo>
                    <a:pt x="42016" y="30953"/>
                  </a:lnTo>
                  <a:lnTo>
                    <a:pt x="45808" y="29618"/>
                  </a:lnTo>
                  <a:lnTo>
                    <a:pt x="48840" y="23293"/>
                  </a:lnTo>
                  <a:lnTo>
                    <a:pt x="47505" y="19500"/>
                  </a:lnTo>
                  <a:lnTo>
                    <a:pt x="6823" y="0"/>
                  </a:lnTo>
                  <a:close/>
                </a:path>
                <a:path w="349885" h="175260">
                  <a:moveTo>
                    <a:pt x="86989" y="38427"/>
                  </a:moveTo>
                  <a:lnTo>
                    <a:pt x="83197" y="39762"/>
                  </a:lnTo>
                  <a:lnTo>
                    <a:pt x="80166" y="46087"/>
                  </a:lnTo>
                  <a:lnTo>
                    <a:pt x="81500" y="49879"/>
                  </a:lnTo>
                  <a:lnTo>
                    <a:pt x="122181" y="69380"/>
                  </a:lnTo>
                  <a:lnTo>
                    <a:pt x="125975" y="68045"/>
                  </a:lnTo>
                  <a:lnTo>
                    <a:pt x="129006" y="61720"/>
                  </a:lnTo>
                  <a:lnTo>
                    <a:pt x="127671" y="57927"/>
                  </a:lnTo>
                  <a:lnTo>
                    <a:pt x="86989" y="38427"/>
                  </a:lnTo>
                  <a:close/>
                </a:path>
                <a:path w="349885" h="175260">
                  <a:moveTo>
                    <a:pt x="167156" y="76854"/>
                  </a:moveTo>
                  <a:lnTo>
                    <a:pt x="163363" y="78188"/>
                  </a:lnTo>
                  <a:lnTo>
                    <a:pt x="160331" y="84513"/>
                  </a:lnTo>
                  <a:lnTo>
                    <a:pt x="161665" y="88306"/>
                  </a:lnTo>
                  <a:lnTo>
                    <a:pt x="202347" y="107806"/>
                  </a:lnTo>
                  <a:lnTo>
                    <a:pt x="206141" y="106471"/>
                  </a:lnTo>
                  <a:lnTo>
                    <a:pt x="209172" y="100147"/>
                  </a:lnTo>
                  <a:lnTo>
                    <a:pt x="207838" y="96354"/>
                  </a:lnTo>
                  <a:lnTo>
                    <a:pt x="167156" y="76854"/>
                  </a:lnTo>
                  <a:close/>
                </a:path>
                <a:path w="349885" h="175260">
                  <a:moveTo>
                    <a:pt x="247322" y="115281"/>
                  </a:moveTo>
                  <a:lnTo>
                    <a:pt x="243528" y="116616"/>
                  </a:lnTo>
                  <a:lnTo>
                    <a:pt x="240497" y="122941"/>
                  </a:lnTo>
                  <a:lnTo>
                    <a:pt x="241832" y="126733"/>
                  </a:lnTo>
                  <a:lnTo>
                    <a:pt x="282514" y="146234"/>
                  </a:lnTo>
                  <a:lnTo>
                    <a:pt x="286306" y="144899"/>
                  </a:lnTo>
                  <a:lnTo>
                    <a:pt x="289339" y="138574"/>
                  </a:lnTo>
                  <a:lnTo>
                    <a:pt x="288004" y="134781"/>
                  </a:lnTo>
                  <a:lnTo>
                    <a:pt x="247322" y="115281"/>
                  </a:lnTo>
                  <a:close/>
                </a:path>
                <a:path w="349885" h="175260">
                  <a:moveTo>
                    <a:pt x="327487" y="153708"/>
                  </a:moveTo>
                  <a:lnTo>
                    <a:pt x="323695" y="155042"/>
                  </a:lnTo>
                  <a:lnTo>
                    <a:pt x="320663" y="161367"/>
                  </a:lnTo>
                  <a:lnTo>
                    <a:pt x="321998" y="165160"/>
                  </a:lnTo>
                  <a:lnTo>
                    <a:pt x="342847" y="175154"/>
                  </a:lnTo>
                  <a:lnTo>
                    <a:pt x="346640" y="173819"/>
                  </a:lnTo>
                  <a:lnTo>
                    <a:pt x="349671" y="167495"/>
                  </a:lnTo>
                  <a:lnTo>
                    <a:pt x="348336" y="163701"/>
                  </a:lnTo>
                  <a:lnTo>
                    <a:pt x="327487" y="153708"/>
                  </a:lnTo>
                  <a:close/>
                </a:path>
              </a:pathLst>
            </a:custGeom>
            <a:solidFill>
              <a:srgbClr val="0070C0">
                <a:alpha val="50199"/>
              </a:srgbClr>
            </a:solidFill>
          </p:spPr>
          <p:txBody>
            <a:bodyPr wrap="square" lIns="0" tIns="0" rIns="0" bIns="0" rtlCol="0"/>
            <a:lstStyle/>
            <a:p>
              <a:endParaRPr/>
            </a:p>
          </p:txBody>
        </p:sp>
        <p:sp>
          <p:nvSpPr>
            <p:cNvPr id="17" name="object 17"/>
            <p:cNvSpPr/>
            <p:nvPr/>
          </p:nvSpPr>
          <p:spPr>
            <a:xfrm>
              <a:off x="2854373" y="5206408"/>
              <a:ext cx="1624330" cy="788670"/>
            </a:xfrm>
            <a:custGeom>
              <a:avLst/>
              <a:gdLst/>
              <a:ahLst/>
              <a:cxnLst/>
              <a:rect l="l" t="t" r="r" b="b"/>
              <a:pathLst>
                <a:path w="1624329" h="788670">
                  <a:moveTo>
                    <a:pt x="0" y="0"/>
                  </a:moveTo>
                  <a:lnTo>
                    <a:pt x="1624013" y="788402"/>
                  </a:lnTo>
                </a:path>
              </a:pathLst>
            </a:custGeom>
            <a:ln w="25400">
              <a:solidFill>
                <a:srgbClr val="0070C0"/>
              </a:solidFill>
            </a:ln>
          </p:spPr>
          <p:txBody>
            <a:bodyPr wrap="square" lIns="0" tIns="0" rIns="0" bIns="0" rtlCol="0"/>
            <a:lstStyle/>
            <a:p>
              <a:endParaRPr/>
            </a:p>
          </p:txBody>
        </p:sp>
        <p:sp>
          <p:nvSpPr>
            <p:cNvPr id="18" name="object 18"/>
            <p:cNvSpPr/>
            <p:nvPr/>
          </p:nvSpPr>
          <p:spPr>
            <a:xfrm>
              <a:off x="1277440" y="4436845"/>
              <a:ext cx="1183640" cy="581025"/>
            </a:xfrm>
            <a:custGeom>
              <a:avLst/>
              <a:gdLst/>
              <a:ahLst/>
              <a:cxnLst/>
              <a:rect l="l" t="t" r="r" b="b"/>
              <a:pathLst>
                <a:path w="1183639" h="581025">
                  <a:moveTo>
                    <a:pt x="0" y="0"/>
                  </a:moveTo>
                  <a:lnTo>
                    <a:pt x="1183582" y="581015"/>
                  </a:lnTo>
                </a:path>
              </a:pathLst>
            </a:custGeom>
            <a:ln w="25400">
              <a:solidFill>
                <a:srgbClr val="0070C0"/>
              </a:solidFill>
            </a:ln>
          </p:spPr>
          <p:txBody>
            <a:bodyPr wrap="square" lIns="0" tIns="0" rIns="0" bIns="0" rtlCol="0"/>
            <a:lstStyle/>
            <a:p>
              <a:endParaRPr/>
            </a:p>
          </p:txBody>
        </p:sp>
        <p:pic>
          <p:nvPicPr>
            <p:cNvPr id="19" name="object 19"/>
            <p:cNvPicPr/>
            <p:nvPr/>
          </p:nvPicPr>
          <p:blipFill>
            <a:blip r:embed="rId5" cstate="print"/>
            <a:stretch>
              <a:fillRect/>
            </a:stretch>
          </p:blipFill>
          <p:spPr>
            <a:xfrm>
              <a:off x="2575560" y="5001768"/>
              <a:ext cx="256031" cy="252984"/>
            </a:xfrm>
            <a:prstGeom prst="rect">
              <a:avLst/>
            </a:prstGeom>
          </p:spPr>
        </p:pic>
      </p:grpSp>
      <p:sp>
        <p:nvSpPr>
          <p:cNvPr id="20" name="object 20"/>
          <p:cNvSpPr txBox="1"/>
          <p:nvPr/>
        </p:nvSpPr>
        <p:spPr>
          <a:xfrm>
            <a:off x="2814968" y="4975860"/>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pic>
        <p:nvPicPr>
          <p:cNvPr id="21" name="object 21"/>
          <p:cNvPicPr/>
          <p:nvPr/>
        </p:nvPicPr>
        <p:blipFill>
          <a:blip r:embed="rId6" cstate="print"/>
          <a:stretch>
            <a:fillRect/>
          </a:stretch>
        </p:blipFill>
        <p:spPr>
          <a:xfrm>
            <a:off x="4826576" y="2700515"/>
            <a:ext cx="3170356" cy="1947056"/>
          </a:xfrm>
          <a:prstGeom prst="rect">
            <a:avLst/>
          </a:prstGeom>
        </p:spPr>
      </p:pic>
      <p:pic>
        <p:nvPicPr>
          <p:cNvPr id="22" name="object 22"/>
          <p:cNvPicPr/>
          <p:nvPr/>
        </p:nvPicPr>
        <p:blipFill>
          <a:blip r:embed="rId7" cstate="print"/>
          <a:stretch>
            <a:fillRect/>
          </a:stretch>
        </p:blipFill>
        <p:spPr>
          <a:xfrm>
            <a:off x="8413871" y="2714739"/>
            <a:ext cx="3170356" cy="1947054"/>
          </a:xfrm>
          <a:prstGeom prst="rect">
            <a:avLst/>
          </a:prstGeom>
        </p:spPr>
      </p:pic>
      <p:pic>
        <p:nvPicPr>
          <p:cNvPr id="23" name="object 23"/>
          <p:cNvPicPr/>
          <p:nvPr/>
        </p:nvPicPr>
        <p:blipFill>
          <a:blip r:embed="rId8" cstate="print"/>
          <a:stretch>
            <a:fillRect/>
          </a:stretch>
        </p:blipFill>
        <p:spPr>
          <a:xfrm>
            <a:off x="6596756" y="4717530"/>
            <a:ext cx="3170356" cy="1931423"/>
          </a:xfrm>
          <a:prstGeom prst="rect">
            <a:avLst/>
          </a:prstGeom>
        </p:spPr>
      </p:pic>
      <p:grpSp>
        <p:nvGrpSpPr>
          <p:cNvPr id="24" name="object 24"/>
          <p:cNvGrpSpPr/>
          <p:nvPr/>
        </p:nvGrpSpPr>
        <p:grpSpPr>
          <a:xfrm>
            <a:off x="35624" y="6462374"/>
            <a:ext cx="755650" cy="360045"/>
            <a:chOff x="35624" y="6462374"/>
            <a:chExt cx="755650" cy="360045"/>
          </a:xfrm>
        </p:grpSpPr>
        <p:sp>
          <p:nvSpPr>
            <p:cNvPr id="25" name="object 25"/>
            <p:cNvSpPr/>
            <p:nvPr/>
          </p:nvSpPr>
          <p:spPr>
            <a:xfrm>
              <a:off x="35624" y="6462374"/>
              <a:ext cx="360045" cy="360045"/>
            </a:xfrm>
            <a:custGeom>
              <a:avLst/>
              <a:gdLst/>
              <a:ahLst/>
              <a:cxnLst/>
              <a:rect l="l" t="t" r="r" b="b"/>
              <a:pathLst>
                <a:path w="360045" h="360045">
                  <a:moveTo>
                    <a:pt x="359999" y="0"/>
                  </a:moveTo>
                  <a:lnTo>
                    <a:pt x="0" y="0"/>
                  </a:lnTo>
                  <a:lnTo>
                    <a:pt x="0" y="359999"/>
                  </a:lnTo>
                  <a:lnTo>
                    <a:pt x="359999" y="359999"/>
                  </a:lnTo>
                  <a:lnTo>
                    <a:pt x="359999" y="314999"/>
                  </a:lnTo>
                  <a:lnTo>
                    <a:pt x="180000"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80000" y="44999"/>
                  </a:lnTo>
                  <a:lnTo>
                    <a:pt x="359999" y="44999"/>
                  </a:lnTo>
                  <a:lnTo>
                    <a:pt x="359999" y="0"/>
                  </a:lnTo>
                  <a:close/>
                </a:path>
                <a:path w="360045" h="360045">
                  <a:moveTo>
                    <a:pt x="359999"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59999" y="314999"/>
                  </a:lnTo>
                  <a:lnTo>
                    <a:pt x="359999" y="44999"/>
                  </a:lnTo>
                  <a:close/>
                </a:path>
              </a:pathLst>
            </a:custGeom>
            <a:solidFill>
              <a:srgbClr val="1CADE4"/>
            </a:solidFill>
          </p:spPr>
          <p:txBody>
            <a:bodyPr wrap="square" lIns="0" tIns="0" rIns="0" bIns="0" rtlCol="0"/>
            <a:lstStyle/>
            <a:p>
              <a:endParaRPr/>
            </a:p>
          </p:txBody>
        </p:sp>
        <p:sp>
          <p:nvSpPr>
            <p:cNvPr id="26" name="object 26"/>
            <p:cNvSpPr/>
            <p:nvPr/>
          </p:nvSpPr>
          <p:spPr>
            <a:xfrm>
              <a:off x="80624" y="6507374"/>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7" name="object 27"/>
            <p:cNvPicPr/>
            <p:nvPr/>
          </p:nvPicPr>
          <p:blipFill>
            <a:blip r:embed="rId9" cstate="print"/>
            <a:stretch>
              <a:fillRect/>
            </a:stretch>
          </p:blipFill>
          <p:spPr>
            <a:xfrm>
              <a:off x="165000" y="6515811"/>
              <a:ext cx="101249" cy="227812"/>
            </a:xfrm>
            <a:prstGeom prst="rect">
              <a:avLst/>
            </a:prstGeom>
          </p:spPr>
        </p:pic>
        <p:sp>
          <p:nvSpPr>
            <p:cNvPr id="28" name="object 28"/>
            <p:cNvSpPr/>
            <p:nvPr/>
          </p:nvSpPr>
          <p:spPr>
            <a:xfrm>
              <a:off x="431249" y="6462374"/>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60000" y="44999"/>
                  </a:lnTo>
                  <a:lnTo>
                    <a:pt x="360000" y="0"/>
                  </a:lnTo>
                  <a:close/>
                </a:path>
                <a:path w="360045" h="360045">
                  <a:moveTo>
                    <a:pt x="360000"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60000" y="314999"/>
                  </a:lnTo>
                  <a:lnTo>
                    <a:pt x="360000" y="44999"/>
                  </a:lnTo>
                  <a:close/>
                </a:path>
              </a:pathLst>
            </a:custGeom>
            <a:solidFill>
              <a:srgbClr val="1CADE4"/>
            </a:solidFill>
          </p:spPr>
          <p:txBody>
            <a:bodyPr wrap="square" lIns="0" tIns="0" rIns="0" bIns="0" rtlCol="0"/>
            <a:lstStyle/>
            <a:p>
              <a:endParaRPr/>
            </a:p>
          </p:txBody>
        </p:sp>
        <p:sp>
          <p:nvSpPr>
            <p:cNvPr id="29" name="object 29"/>
            <p:cNvSpPr/>
            <p:nvPr/>
          </p:nvSpPr>
          <p:spPr>
            <a:xfrm>
              <a:off x="476249" y="6507374"/>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30" name="object 30"/>
            <p:cNvPicPr/>
            <p:nvPr/>
          </p:nvPicPr>
          <p:blipFill>
            <a:blip r:embed="rId9" cstate="print"/>
            <a:stretch>
              <a:fillRect/>
            </a:stretch>
          </p:blipFill>
          <p:spPr>
            <a:xfrm>
              <a:off x="560625" y="6515811"/>
              <a:ext cx="101249" cy="227812"/>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566419"/>
            <a:ext cx="9855200" cy="568325"/>
          </a:xfrm>
          <a:prstGeom prst="rect">
            <a:avLst/>
          </a:prstGeom>
        </p:spPr>
        <p:txBody>
          <a:bodyPr vert="horz" wrap="square" lIns="0" tIns="26670" rIns="0" bIns="0" rtlCol="0">
            <a:spAutoFit/>
          </a:bodyPr>
          <a:lstStyle/>
          <a:p>
            <a:pPr marL="12700" marR="5080">
              <a:lnSpc>
                <a:spcPts val="2110"/>
              </a:lnSpc>
              <a:spcBef>
                <a:spcPts val="210"/>
              </a:spcBef>
            </a:pPr>
            <a:r>
              <a:rPr sz="1800" b="1" dirty="0">
                <a:latin typeface="Corbel"/>
                <a:cs typeface="Corbel"/>
              </a:rPr>
              <a:t>Stability</a:t>
            </a:r>
            <a:r>
              <a:rPr sz="1800" b="1" spc="-45" dirty="0">
                <a:latin typeface="Corbel"/>
                <a:cs typeface="Corbel"/>
              </a:rPr>
              <a:t> </a:t>
            </a:r>
            <a:r>
              <a:rPr sz="1800" dirty="0"/>
              <a:t>is</a:t>
            </a:r>
            <a:r>
              <a:rPr sz="1800" spc="-35" dirty="0"/>
              <a:t> </a:t>
            </a:r>
            <a:r>
              <a:rPr sz="1800" dirty="0"/>
              <a:t>the</a:t>
            </a:r>
            <a:r>
              <a:rPr sz="1800" spc="-25" dirty="0"/>
              <a:t> </a:t>
            </a:r>
            <a:r>
              <a:rPr sz="1800" dirty="0"/>
              <a:t>ability</a:t>
            </a:r>
            <a:r>
              <a:rPr sz="1800" spc="-30" dirty="0"/>
              <a:t> </a:t>
            </a:r>
            <a:r>
              <a:rPr sz="1800" dirty="0"/>
              <a:t>of</a:t>
            </a:r>
            <a:r>
              <a:rPr sz="1800" spc="-30" dirty="0"/>
              <a:t> </a:t>
            </a:r>
            <a:r>
              <a:rPr sz="1800" dirty="0"/>
              <a:t>an</a:t>
            </a:r>
            <a:r>
              <a:rPr sz="1800" spc="-25" dirty="0"/>
              <a:t> </a:t>
            </a:r>
            <a:r>
              <a:rPr sz="1800" dirty="0"/>
              <a:t>aircraft</a:t>
            </a:r>
            <a:r>
              <a:rPr sz="1800" spc="-30" dirty="0"/>
              <a:t> </a:t>
            </a:r>
            <a:r>
              <a:rPr sz="1800" dirty="0"/>
              <a:t>to</a:t>
            </a:r>
            <a:r>
              <a:rPr sz="1800" spc="-25" dirty="0"/>
              <a:t> </a:t>
            </a:r>
            <a:r>
              <a:rPr sz="1800" dirty="0"/>
              <a:t>correct</a:t>
            </a:r>
            <a:r>
              <a:rPr sz="1800" spc="-30" dirty="0"/>
              <a:t> </a:t>
            </a:r>
            <a:r>
              <a:rPr sz="1800" dirty="0"/>
              <a:t>for</a:t>
            </a:r>
            <a:r>
              <a:rPr sz="1800" spc="-35" dirty="0"/>
              <a:t> </a:t>
            </a:r>
            <a:r>
              <a:rPr sz="1800" dirty="0"/>
              <a:t>conditions</a:t>
            </a:r>
            <a:r>
              <a:rPr sz="1800" spc="-30" dirty="0"/>
              <a:t> </a:t>
            </a:r>
            <a:r>
              <a:rPr sz="1800" dirty="0"/>
              <a:t>that</a:t>
            </a:r>
            <a:r>
              <a:rPr sz="1800" spc="-30" dirty="0"/>
              <a:t> </a:t>
            </a:r>
            <a:r>
              <a:rPr sz="1800" dirty="0"/>
              <a:t>act</a:t>
            </a:r>
            <a:r>
              <a:rPr sz="1800" spc="-30" dirty="0"/>
              <a:t> </a:t>
            </a:r>
            <a:r>
              <a:rPr sz="1800" dirty="0"/>
              <a:t>on</a:t>
            </a:r>
            <a:r>
              <a:rPr sz="1800" spc="-30" dirty="0"/>
              <a:t> </a:t>
            </a:r>
            <a:r>
              <a:rPr sz="1800" dirty="0"/>
              <a:t>it,</a:t>
            </a:r>
            <a:r>
              <a:rPr sz="1800" spc="-30" dirty="0"/>
              <a:t> </a:t>
            </a:r>
            <a:r>
              <a:rPr sz="1800" dirty="0"/>
              <a:t>like</a:t>
            </a:r>
            <a:r>
              <a:rPr sz="1800" spc="-25" dirty="0"/>
              <a:t> </a:t>
            </a:r>
            <a:r>
              <a:rPr sz="1800" dirty="0"/>
              <a:t>turbulence</a:t>
            </a:r>
            <a:r>
              <a:rPr sz="1800" spc="-25" dirty="0"/>
              <a:t> </a:t>
            </a:r>
            <a:r>
              <a:rPr sz="1800" dirty="0"/>
              <a:t>or</a:t>
            </a:r>
            <a:r>
              <a:rPr sz="1800" spc="-30" dirty="0"/>
              <a:t> </a:t>
            </a:r>
            <a:r>
              <a:rPr sz="1800" dirty="0"/>
              <a:t>flight</a:t>
            </a:r>
            <a:r>
              <a:rPr sz="1800" spc="-30" dirty="0"/>
              <a:t> </a:t>
            </a:r>
            <a:r>
              <a:rPr sz="1800" spc="-10" dirty="0"/>
              <a:t>control </a:t>
            </a:r>
            <a:r>
              <a:rPr sz="1800" dirty="0"/>
              <a:t>inputs.</a:t>
            </a:r>
            <a:r>
              <a:rPr sz="1800" spc="-30" dirty="0"/>
              <a:t> </a:t>
            </a:r>
            <a:r>
              <a:rPr sz="1800" dirty="0"/>
              <a:t>For</a:t>
            </a:r>
            <a:r>
              <a:rPr sz="1800" spc="-30" dirty="0"/>
              <a:t> </a:t>
            </a:r>
            <a:r>
              <a:rPr sz="1800" dirty="0"/>
              <a:t>aircraft,</a:t>
            </a:r>
            <a:r>
              <a:rPr sz="1800" spc="-25" dirty="0"/>
              <a:t> </a:t>
            </a:r>
            <a:r>
              <a:rPr sz="1800" dirty="0"/>
              <a:t>there</a:t>
            </a:r>
            <a:r>
              <a:rPr sz="1800" spc="-20" dirty="0"/>
              <a:t> </a:t>
            </a:r>
            <a:r>
              <a:rPr sz="1800" dirty="0"/>
              <a:t>are</a:t>
            </a:r>
            <a:r>
              <a:rPr sz="1800" spc="-25" dirty="0"/>
              <a:t> </a:t>
            </a:r>
            <a:r>
              <a:rPr sz="1800" dirty="0"/>
              <a:t>two</a:t>
            </a:r>
            <a:r>
              <a:rPr sz="1800" spc="-20" dirty="0"/>
              <a:t> </a:t>
            </a:r>
            <a:r>
              <a:rPr sz="1800" dirty="0"/>
              <a:t>general</a:t>
            </a:r>
            <a:r>
              <a:rPr sz="1800" spc="-30" dirty="0"/>
              <a:t> </a:t>
            </a:r>
            <a:r>
              <a:rPr sz="1800" dirty="0"/>
              <a:t>types</a:t>
            </a:r>
            <a:r>
              <a:rPr sz="1800" spc="-30" dirty="0"/>
              <a:t> </a:t>
            </a:r>
            <a:r>
              <a:rPr sz="1800" dirty="0"/>
              <a:t>of</a:t>
            </a:r>
            <a:r>
              <a:rPr sz="1800" spc="-25" dirty="0"/>
              <a:t> </a:t>
            </a:r>
            <a:r>
              <a:rPr sz="1800" spc="-10" dirty="0"/>
              <a:t>stability;</a:t>
            </a:r>
            <a:endParaRPr sz="1800">
              <a:latin typeface="Corbel"/>
              <a:cs typeface="Corbel"/>
            </a:endParaRPr>
          </a:p>
        </p:txBody>
      </p:sp>
      <p:sp>
        <p:nvSpPr>
          <p:cNvPr id="3" name="object 3"/>
          <p:cNvSpPr txBox="1"/>
          <p:nvPr/>
        </p:nvSpPr>
        <p:spPr>
          <a:xfrm>
            <a:off x="1840863" y="1320291"/>
            <a:ext cx="4175125" cy="751205"/>
          </a:xfrm>
          <a:prstGeom prst="rect">
            <a:avLst/>
          </a:prstGeom>
        </p:spPr>
        <p:txBody>
          <a:bodyPr vert="horz" wrap="square" lIns="0" tIns="22860" rIns="0" bIns="0" rtlCol="0">
            <a:spAutoFit/>
          </a:bodyPr>
          <a:lstStyle/>
          <a:p>
            <a:pPr marL="12700" marR="5080" algn="just">
              <a:lnSpc>
                <a:spcPts val="1900"/>
              </a:lnSpc>
              <a:spcBef>
                <a:spcPts val="180"/>
              </a:spcBef>
            </a:pPr>
            <a:r>
              <a:rPr sz="1600" dirty="0">
                <a:latin typeface="Corbel"/>
                <a:cs typeface="Corbel"/>
              </a:rPr>
              <a:t>1.</a:t>
            </a:r>
            <a:r>
              <a:rPr sz="1600" spc="375" dirty="0">
                <a:latin typeface="Corbel"/>
                <a:cs typeface="Corbel"/>
              </a:rPr>
              <a:t> </a:t>
            </a:r>
            <a:r>
              <a:rPr sz="1600" b="1" u="sng" dirty="0">
                <a:uFill>
                  <a:solidFill>
                    <a:srgbClr val="000000"/>
                  </a:solidFill>
                </a:uFill>
                <a:latin typeface="Corbel"/>
                <a:cs typeface="Corbel"/>
              </a:rPr>
              <a:t>Static</a:t>
            </a:r>
            <a:r>
              <a:rPr sz="1600" b="1" u="sng" spc="350" dirty="0">
                <a:uFill>
                  <a:solidFill>
                    <a:srgbClr val="000000"/>
                  </a:solidFill>
                </a:uFill>
                <a:latin typeface="Corbel"/>
                <a:cs typeface="Corbel"/>
              </a:rPr>
              <a:t> </a:t>
            </a:r>
            <a:r>
              <a:rPr sz="1600" b="1" u="sng" dirty="0">
                <a:uFill>
                  <a:solidFill>
                    <a:srgbClr val="000000"/>
                  </a:solidFill>
                </a:uFill>
                <a:latin typeface="Corbel"/>
                <a:cs typeface="Corbel"/>
              </a:rPr>
              <a:t>stability</a:t>
            </a:r>
            <a:r>
              <a:rPr sz="1600" b="1" spc="360" dirty="0">
                <a:latin typeface="Corbel"/>
                <a:cs typeface="Corbel"/>
              </a:rPr>
              <a:t> </a:t>
            </a:r>
            <a:r>
              <a:rPr sz="1600" dirty="0">
                <a:latin typeface="Corbel"/>
                <a:cs typeface="Corbel"/>
              </a:rPr>
              <a:t>Is</a:t>
            </a:r>
            <a:r>
              <a:rPr sz="1600" spc="375" dirty="0">
                <a:latin typeface="Corbel"/>
                <a:cs typeface="Corbel"/>
              </a:rPr>
              <a:t> </a:t>
            </a:r>
            <a:r>
              <a:rPr sz="1600" dirty="0">
                <a:latin typeface="Corbel"/>
                <a:cs typeface="Corbel"/>
              </a:rPr>
              <a:t>the</a:t>
            </a:r>
            <a:r>
              <a:rPr sz="1600" spc="375" dirty="0">
                <a:latin typeface="Corbel"/>
                <a:cs typeface="Corbel"/>
              </a:rPr>
              <a:t> </a:t>
            </a:r>
            <a:r>
              <a:rPr sz="1600" dirty="0">
                <a:latin typeface="Corbel"/>
                <a:cs typeface="Corbel"/>
              </a:rPr>
              <a:t>initial</a:t>
            </a:r>
            <a:r>
              <a:rPr sz="1600" spc="385" dirty="0">
                <a:latin typeface="Corbel"/>
                <a:cs typeface="Corbel"/>
              </a:rPr>
              <a:t> </a:t>
            </a:r>
            <a:r>
              <a:rPr sz="1600" dirty="0">
                <a:latin typeface="Corbel"/>
                <a:cs typeface="Corbel"/>
              </a:rPr>
              <a:t>tendency</a:t>
            </a:r>
            <a:r>
              <a:rPr sz="1600" spc="370" dirty="0">
                <a:latin typeface="Corbel"/>
                <a:cs typeface="Corbel"/>
              </a:rPr>
              <a:t> </a:t>
            </a:r>
            <a:r>
              <a:rPr sz="1600" dirty="0">
                <a:latin typeface="Corbel"/>
                <a:cs typeface="Corbel"/>
              </a:rPr>
              <a:t>of</a:t>
            </a:r>
            <a:r>
              <a:rPr sz="1600" spc="375" dirty="0">
                <a:latin typeface="Corbel"/>
                <a:cs typeface="Corbel"/>
              </a:rPr>
              <a:t> </a:t>
            </a:r>
            <a:r>
              <a:rPr sz="1600" spc="-25" dirty="0">
                <a:latin typeface="Corbel"/>
                <a:cs typeface="Corbel"/>
              </a:rPr>
              <a:t>an </a:t>
            </a:r>
            <a:r>
              <a:rPr sz="1600" dirty="0">
                <a:latin typeface="Corbel"/>
                <a:cs typeface="Corbel"/>
              </a:rPr>
              <a:t>aircraft</a:t>
            </a:r>
            <a:r>
              <a:rPr sz="1600" spc="80" dirty="0">
                <a:latin typeface="Corbel"/>
                <a:cs typeface="Corbel"/>
              </a:rPr>
              <a:t> </a:t>
            </a:r>
            <a:r>
              <a:rPr sz="1600" dirty="0">
                <a:latin typeface="Corbel"/>
                <a:cs typeface="Corbel"/>
              </a:rPr>
              <a:t>to</a:t>
            </a:r>
            <a:r>
              <a:rPr sz="1600" spc="85" dirty="0">
                <a:latin typeface="Corbel"/>
                <a:cs typeface="Corbel"/>
              </a:rPr>
              <a:t> </a:t>
            </a:r>
            <a:r>
              <a:rPr sz="1600" dirty="0">
                <a:latin typeface="Corbel"/>
                <a:cs typeface="Corbel"/>
              </a:rPr>
              <a:t>return</a:t>
            </a:r>
            <a:r>
              <a:rPr sz="1600" spc="90" dirty="0">
                <a:latin typeface="Corbel"/>
                <a:cs typeface="Corbel"/>
              </a:rPr>
              <a:t> </a:t>
            </a:r>
            <a:r>
              <a:rPr sz="1600" dirty="0">
                <a:latin typeface="Corbel"/>
                <a:cs typeface="Corbel"/>
              </a:rPr>
              <a:t>to</a:t>
            </a:r>
            <a:r>
              <a:rPr sz="1600" spc="80" dirty="0">
                <a:latin typeface="Corbel"/>
                <a:cs typeface="Corbel"/>
              </a:rPr>
              <a:t> </a:t>
            </a:r>
            <a:r>
              <a:rPr sz="1600" dirty="0">
                <a:latin typeface="Corbel"/>
                <a:cs typeface="Corbel"/>
              </a:rPr>
              <a:t>its</a:t>
            </a:r>
            <a:r>
              <a:rPr sz="1600" spc="95" dirty="0">
                <a:latin typeface="Corbel"/>
                <a:cs typeface="Corbel"/>
              </a:rPr>
              <a:t> </a:t>
            </a:r>
            <a:r>
              <a:rPr sz="1600" dirty="0">
                <a:latin typeface="Corbel"/>
                <a:cs typeface="Corbel"/>
              </a:rPr>
              <a:t>original</a:t>
            </a:r>
            <a:r>
              <a:rPr sz="1600" spc="90" dirty="0">
                <a:latin typeface="Corbel"/>
                <a:cs typeface="Corbel"/>
              </a:rPr>
              <a:t> </a:t>
            </a:r>
            <a:r>
              <a:rPr sz="1600" dirty="0">
                <a:latin typeface="Corbel"/>
                <a:cs typeface="Corbel"/>
              </a:rPr>
              <a:t>position</a:t>
            </a:r>
            <a:r>
              <a:rPr sz="1600" spc="90" dirty="0">
                <a:latin typeface="Corbel"/>
                <a:cs typeface="Corbel"/>
              </a:rPr>
              <a:t> </a:t>
            </a:r>
            <a:r>
              <a:rPr sz="1600" dirty="0">
                <a:latin typeface="Corbel"/>
                <a:cs typeface="Corbel"/>
              </a:rPr>
              <a:t>when</a:t>
            </a:r>
            <a:r>
              <a:rPr sz="1600" spc="95" dirty="0">
                <a:latin typeface="Corbel"/>
                <a:cs typeface="Corbel"/>
              </a:rPr>
              <a:t> </a:t>
            </a:r>
            <a:r>
              <a:rPr sz="1600" spc="-20" dirty="0">
                <a:latin typeface="Corbel"/>
                <a:cs typeface="Corbel"/>
              </a:rPr>
              <a:t>it's </a:t>
            </a:r>
            <a:r>
              <a:rPr sz="1600" spc="-10" dirty="0">
                <a:latin typeface="Corbel"/>
                <a:cs typeface="Corbel"/>
              </a:rPr>
              <a:t>disturbed.</a:t>
            </a:r>
            <a:r>
              <a:rPr sz="1600" spc="-105" dirty="0">
                <a:latin typeface="Corbel"/>
                <a:cs typeface="Corbel"/>
              </a:rPr>
              <a:t> </a:t>
            </a:r>
            <a:r>
              <a:rPr sz="1600" dirty="0">
                <a:latin typeface="Corbel"/>
                <a:cs typeface="Corbel"/>
              </a:rPr>
              <a:t>There</a:t>
            </a:r>
            <a:r>
              <a:rPr sz="1600" spc="-20" dirty="0">
                <a:latin typeface="Corbel"/>
                <a:cs typeface="Corbel"/>
              </a:rPr>
              <a:t> </a:t>
            </a:r>
            <a:r>
              <a:rPr sz="1600" dirty="0">
                <a:latin typeface="Corbel"/>
                <a:cs typeface="Corbel"/>
              </a:rPr>
              <a:t>are</a:t>
            </a:r>
            <a:r>
              <a:rPr sz="1600" spc="-10" dirty="0">
                <a:latin typeface="Corbel"/>
                <a:cs typeface="Corbel"/>
              </a:rPr>
              <a:t> </a:t>
            </a:r>
            <a:r>
              <a:rPr sz="1600" dirty="0">
                <a:latin typeface="Corbel"/>
                <a:cs typeface="Corbel"/>
              </a:rPr>
              <a:t>three</a:t>
            </a:r>
            <a:r>
              <a:rPr sz="1600" spc="-10" dirty="0">
                <a:latin typeface="Corbel"/>
                <a:cs typeface="Corbel"/>
              </a:rPr>
              <a:t> </a:t>
            </a:r>
            <a:r>
              <a:rPr sz="1600" dirty="0">
                <a:latin typeface="Corbel"/>
                <a:cs typeface="Corbel"/>
              </a:rPr>
              <a:t>kinds</a:t>
            </a:r>
            <a:r>
              <a:rPr sz="1600" spc="-10"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static</a:t>
            </a:r>
            <a:r>
              <a:rPr sz="1600" spc="-10" dirty="0">
                <a:latin typeface="Corbel"/>
                <a:cs typeface="Corbel"/>
              </a:rPr>
              <a:t> stability:</a:t>
            </a:r>
            <a:endParaRPr sz="1600">
              <a:latin typeface="Corbel"/>
              <a:cs typeface="Corbel"/>
            </a:endParaRPr>
          </a:p>
        </p:txBody>
      </p:sp>
      <p:sp>
        <p:nvSpPr>
          <p:cNvPr id="4" name="object 4"/>
          <p:cNvSpPr txBox="1"/>
          <p:nvPr/>
        </p:nvSpPr>
        <p:spPr>
          <a:xfrm>
            <a:off x="6931973" y="1320291"/>
            <a:ext cx="4098925" cy="751205"/>
          </a:xfrm>
          <a:prstGeom prst="rect">
            <a:avLst/>
          </a:prstGeom>
        </p:spPr>
        <p:txBody>
          <a:bodyPr vert="horz" wrap="square" lIns="0" tIns="22860" rIns="0" bIns="0" rtlCol="0">
            <a:spAutoFit/>
          </a:bodyPr>
          <a:lstStyle/>
          <a:p>
            <a:pPr marL="12700" marR="5080" algn="just">
              <a:lnSpc>
                <a:spcPts val="1900"/>
              </a:lnSpc>
              <a:spcBef>
                <a:spcPts val="180"/>
              </a:spcBef>
            </a:pPr>
            <a:r>
              <a:rPr sz="1600" dirty="0">
                <a:latin typeface="Corbel"/>
                <a:cs typeface="Corbel"/>
              </a:rPr>
              <a:t>2.</a:t>
            </a:r>
            <a:r>
              <a:rPr sz="1600" spc="825" dirty="0">
                <a:latin typeface="Corbel"/>
                <a:cs typeface="Corbel"/>
              </a:rPr>
              <a:t> </a:t>
            </a:r>
            <a:r>
              <a:rPr sz="1600" b="1" u="sng" dirty="0">
                <a:uFill>
                  <a:solidFill>
                    <a:srgbClr val="000000"/>
                  </a:solidFill>
                </a:uFill>
                <a:latin typeface="Corbel"/>
                <a:cs typeface="Corbel"/>
              </a:rPr>
              <a:t>Dynamic</a:t>
            </a:r>
            <a:r>
              <a:rPr sz="1600" b="1" u="sng" spc="229" dirty="0">
                <a:uFill>
                  <a:solidFill>
                    <a:srgbClr val="000000"/>
                  </a:solidFill>
                </a:uFill>
                <a:latin typeface="Corbel"/>
                <a:cs typeface="Corbel"/>
              </a:rPr>
              <a:t>  </a:t>
            </a:r>
            <a:r>
              <a:rPr sz="1600" b="1" u="sng" dirty="0">
                <a:uFill>
                  <a:solidFill>
                    <a:srgbClr val="000000"/>
                  </a:solidFill>
                </a:uFill>
                <a:latin typeface="Corbel"/>
                <a:cs typeface="Corbel"/>
              </a:rPr>
              <a:t>stability</a:t>
            </a:r>
            <a:r>
              <a:rPr sz="1600" b="1" spc="235" dirty="0">
                <a:latin typeface="Corbel"/>
                <a:cs typeface="Corbel"/>
              </a:rPr>
              <a:t>  </a:t>
            </a:r>
            <a:r>
              <a:rPr sz="1600" dirty="0">
                <a:latin typeface="Corbel"/>
                <a:cs typeface="Corbel"/>
              </a:rPr>
              <a:t>Is</a:t>
            </a:r>
            <a:r>
              <a:rPr sz="1600" spc="254" dirty="0">
                <a:latin typeface="Corbel"/>
                <a:cs typeface="Corbel"/>
              </a:rPr>
              <a:t>  </a:t>
            </a:r>
            <a:r>
              <a:rPr sz="1600" dirty="0">
                <a:latin typeface="Corbel"/>
                <a:cs typeface="Corbel"/>
              </a:rPr>
              <a:t>how</a:t>
            </a:r>
            <a:r>
              <a:rPr sz="1600" spc="250" dirty="0">
                <a:latin typeface="Corbel"/>
                <a:cs typeface="Corbel"/>
              </a:rPr>
              <a:t>  </a:t>
            </a:r>
            <a:r>
              <a:rPr sz="1600" dirty="0">
                <a:latin typeface="Corbel"/>
                <a:cs typeface="Corbel"/>
              </a:rPr>
              <a:t>an</a:t>
            </a:r>
            <a:r>
              <a:rPr sz="1600" spc="254" dirty="0">
                <a:latin typeface="Corbel"/>
                <a:cs typeface="Corbel"/>
              </a:rPr>
              <a:t>  </a:t>
            </a:r>
            <a:r>
              <a:rPr sz="1600" spc="-10" dirty="0">
                <a:latin typeface="Corbel"/>
                <a:cs typeface="Corbel"/>
              </a:rPr>
              <a:t>aeroplane </a:t>
            </a:r>
            <a:r>
              <a:rPr sz="1600" dirty="0">
                <a:latin typeface="Corbel"/>
                <a:cs typeface="Corbel"/>
              </a:rPr>
              <a:t>responds</a:t>
            </a:r>
            <a:r>
              <a:rPr sz="1600" spc="175" dirty="0">
                <a:latin typeface="Corbel"/>
                <a:cs typeface="Corbel"/>
              </a:rPr>
              <a:t> </a:t>
            </a:r>
            <a:r>
              <a:rPr sz="1600" dirty="0">
                <a:latin typeface="Corbel"/>
                <a:cs typeface="Corbel"/>
              </a:rPr>
              <a:t>over</a:t>
            </a:r>
            <a:r>
              <a:rPr sz="1600" spc="170" dirty="0">
                <a:latin typeface="Corbel"/>
                <a:cs typeface="Corbel"/>
              </a:rPr>
              <a:t> </a:t>
            </a:r>
            <a:r>
              <a:rPr sz="1600" dirty="0">
                <a:latin typeface="Corbel"/>
                <a:cs typeface="Corbel"/>
              </a:rPr>
              <a:t>time</a:t>
            </a:r>
            <a:r>
              <a:rPr sz="1600" spc="180" dirty="0">
                <a:latin typeface="Corbel"/>
                <a:cs typeface="Corbel"/>
              </a:rPr>
              <a:t> </a:t>
            </a:r>
            <a:r>
              <a:rPr sz="1600" dirty="0">
                <a:latin typeface="Corbel"/>
                <a:cs typeface="Corbel"/>
              </a:rPr>
              <a:t>to</a:t>
            </a:r>
            <a:r>
              <a:rPr sz="1600" spc="170" dirty="0">
                <a:latin typeface="Corbel"/>
                <a:cs typeface="Corbel"/>
              </a:rPr>
              <a:t> </a:t>
            </a:r>
            <a:r>
              <a:rPr sz="1600" dirty="0">
                <a:latin typeface="Corbel"/>
                <a:cs typeface="Corbel"/>
              </a:rPr>
              <a:t>a</a:t>
            </a:r>
            <a:r>
              <a:rPr sz="1600" spc="180" dirty="0">
                <a:latin typeface="Corbel"/>
                <a:cs typeface="Corbel"/>
              </a:rPr>
              <a:t> </a:t>
            </a:r>
            <a:r>
              <a:rPr sz="1600" dirty="0">
                <a:latin typeface="Corbel"/>
                <a:cs typeface="Corbel"/>
              </a:rPr>
              <a:t>disturbance.</a:t>
            </a:r>
            <a:r>
              <a:rPr sz="1600" spc="175" dirty="0">
                <a:latin typeface="Corbel"/>
                <a:cs typeface="Corbel"/>
              </a:rPr>
              <a:t> </a:t>
            </a:r>
            <a:r>
              <a:rPr sz="1600" dirty="0">
                <a:latin typeface="Corbel"/>
                <a:cs typeface="Corbel"/>
              </a:rPr>
              <a:t>There</a:t>
            </a:r>
            <a:r>
              <a:rPr sz="1600" spc="185" dirty="0">
                <a:latin typeface="Corbel"/>
                <a:cs typeface="Corbel"/>
              </a:rPr>
              <a:t> </a:t>
            </a:r>
            <a:r>
              <a:rPr sz="1600" spc="-25" dirty="0">
                <a:latin typeface="Corbel"/>
                <a:cs typeface="Corbel"/>
              </a:rPr>
              <a:t>are </a:t>
            </a:r>
            <a:r>
              <a:rPr sz="1600" dirty="0">
                <a:latin typeface="Corbel"/>
                <a:cs typeface="Corbel"/>
              </a:rPr>
              <a:t>also</a:t>
            </a:r>
            <a:r>
              <a:rPr sz="1600" spc="-30" dirty="0">
                <a:latin typeface="Corbel"/>
                <a:cs typeface="Corbel"/>
              </a:rPr>
              <a:t> </a:t>
            </a:r>
            <a:r>
              <a:rPr sz="1600" dirty="0">
                <a:latin typeface="Corbel"/>
                <a:cs typeface="Corbel"/>
              </a:rPr>
              <a:t>three</a:t>
            </a:r>
            <a:r>
              <a:rPr sz="1600" spc="-25" dirty="0">
                <a:latin typeface="Corbel"/>
                <a:cs typeface="Corbel"/>
              </a:rPr>
              <a:t> </a:t>
            </a:r>
            <a:r>
              <a:rPr sz="1600" dirty="0">
                <a:latin typeface="Corbel"/>
                <a:cs typeface="Corbel"/>
              </a:rPr>
              <a:t>kinds</a:t>
            </a:r>
            <a:r>
              <a:rPr sz="1600" spc="-2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dynamic</a:t>
            </a:r>
            <a:r>
              <a:rPr sz="1600" spc="-25" dirty="0">
                <a:latin typeface="Corbel"/>
                <a:cs typeface="Corbel"/>
              </a:rPr>
              <a:t> </a:t>
            </a:r>
            <a:r>
              <a:rPr sz="1600" spc="-10" dirty="0">
                <a:latin typeface="Corbel"/>
                <a:cs typeface="Corbel"/>
              </a:rPr>
              <a:t>stability:</a:t>
            </a:r>
            <a:endParaRPr sz="1600">
              <a:latin typeface="Corbel"/>
              <a:cs typeface="Corbel"/>
            </a:endParaRPr>
          </a:p>
        </p:txBody>
      </p:sp>
      <p:pic>
        <p:nvPicPr>
          <p:cNvPr id="5" name="object 5"/>
          <p:cNvPicPr/>
          <p:nvPr/>
        </p:nvPicPr>
        <p:blipFill>
          <a:blip r:embed="rId3" cstate="print"/>
          <a:stretch>
            <a:fillRect/>
          </a:stretch>
        </p:blipFill>
        <p:spPr>
          <a:xfrm>
            <a:off x="1762123" y="2270320"/>
            <a:ext cx="1878394" cy="1079999"/>
          </a:xfrm>
          <a:prstGeom prst="rect">
            <a:avLst/>
          </a:prstGeom>
        </p:spPr>
      </p:pic>
      <p:pic>
        <p:nvPicPr>
          <p:cNvPr id="6" name="object 6"/>
          <p:cNvPicPr/>
          <p:nvPr/>
        </p:nvPicPr>
        <p:blipFill>
          <a:blip r:embed="rId4" cstate="print"/>
          <a:stretch>
            <a:fillRect/>
          </a:stretch>
        </p:blipFill>
        <p:spPr>
          <a:xfrm>
            <a:off x="1762123" y="3471919"/>
            <a:ext cx="1875466" cy="1079999"/>
          </a:xfrm>
          <a:prstGeom prst="rect">
            <a:avLst/>
          </a:prstGeom>
        </p:spPr>
      </p:pic>
      <p:pic>
        <p:nvPicPr>
          <p:cNvPr id="7" name="object 7"/>
          <p:cNvPicPr/>
          <p:nvPr/>
        </p:nvPicPr>
        <p:blipFill>
          <a:blip r:embed="rId5" cstate="print"/>
          <a:stretch>
            <a:fillRect/>
          </a:stretch>
        </p:blipFill>
        <p:spPr>
          <a:xfrm>
            <a:off x="1762123" y="4696720"/>
            <a:ext cx="1875466" cy="1079999"/>
          </a:xfrm>
          <a:prstGeom prst="rect">
            <a:avLst/>
          </a:prstGeom>
        </p:spPr>
      </p:pic>
      <p:sp>
        <p:nvSpPr>
          <p:cNvPr id="8" name="object 8"/>
          <p:cNvSpPr txBox="1"/>
          <p:nvPr/>
        </p:nvSpPr>
        <p:spPr>
          <a:xfrm>
            <a:off x="3716329" y="2266188"/>
            <a:ext cx="2300605" cy="821055"/>
          </a:xfrm>
          <a:prstGeom prst="rect">
            <a:avLst/>
          </a:prstGeom>
        </p:spPr>
        <p:txBody>
          <a:bodyPr vert="horz" wrap="square" lIns="0" tIns="31750" rIns="0" bIns="0" rtlCol="0">
            <a:spAutoFit/>
          </a:bodyPr>
          <a:lstStyle/>
          <a:p>
            <a:pPr marL="12700" marR="5080" algn="just">
              <a:lnSpc>
                <a:spcPct val="91000"/>
              </a:lnSpc>
              <a:spcBef>
                <a:spcPts val="250"/>
              </a:spcBef>
            </a:pPr>
            <a:r>
              <a:rPr sz="1400" i="1" dirty="0">
                <a:latin typeface="Corbel"/>
                <a:cs typeface="Corbel"/>
              </a:rPr>
              <a:t>An</a:t>
            </a:r>
            <a:r>
              <a:rPr sz="1400" i="1" spc="140" dirty="0">
                <a:latin typeface="Corbel"/>
                <a:cs typeface="Corbel"/>
              </a:rPr>
              <a:t>  </a:t>
            </a:r>
            <a:r>
              <a:rPr sz="1400" i="1" dirty="0">
                <a:latin typeface="Corbel"/>
                <a:cs typeface="Corbel"/>
              </a:rPr>
              <a:t>aircraft</a:t>
            </a:r>
            <a:r>
              <a:rPr sz="1400" i="1" spc="140" dirty="0">
                <a:latin typeface="Corbel"/>
                <a:cs typeface="Corbel"/>
              </a:rPr>
              <a:t>  </a:t>
            </a:r>
            <a:r>
              <a:rPr sz="1400" i="1" dirty="0">
                <a:latin typeface="Corbel"/>
                <a:cs typeface="Corbel"/>
              </a:rPr>
              <a:t>that</a:t>
            </a:r>
            <a:r>
              <a:rPr sz="1400" i="1" spc="145" dirty="0">
                <a:latin typeface="Corbel"/>
                <a:cs typeface="Corbel"/>
              </a:rPr>
              <a:t>  </a:t>
            </a:r>
            <a:r>
              <a:rPr sz="1400" i="1" dirty="0">
                <a:latin typeface="Corbel"/>
                <a:cs typeface="Corbel"/>
              </a:rPr>
              <a:t>has</a:t>
            </a:r>
            <a:r>
              <a:rPr sz="1400" i="1" spc="145" dirty="0">
                <a:latin typeface="Corbel"/>
                <a:cs typeface="Corbel"/>
              </a:rPr>
              <a:t>  </a:t>
            </a:r>
            <a:r>
              <a:rPr sz="1400" i="1" spc="-10" dirty="0">
                <a:latin typeface="Corbel"/>
                <a:cs typeface="Corbel"/>
              </a:rPr>
              <a:t>positive </a:t>
            </a:r>
            <a:r>
              <a:rPr sz="1400" i="1" dirty="0">
                <a:latin typeface="Corbel"/>
                <a:cs typeface="Corbel"/>
              </a:rPr>
              <a:t>static</a:t>
            </a:r>
            <a:r>
              <a:rPr sz="1400" i="1" spc="-30" dirty="0">
                <a:latin typeface="Corbel"/>
                <a:cs typeface="Corbel"/>
              </a:rPr>
              <a:t> </a:t>
            </a:r>
            <a:r>
              <a:rPr sz="1400" i="1" dirty="0">
                <a:latin typeface="Corbel"/>
                <a:cs typeface="Corbel"/>
              </a:rPr>
              <a:t>stability</a:t>
            </a:r>
            <a:r>
              <a:rPr sz="1400" i="1" spc="-20" dirty="0">
                <a:latin typeface="Corbel"/>
                <a:cs typeface="Corbel"/>
              </a:rPr>
              <a:t> </a:t>
            </a:r>
            <a:r>
              <a:rPr sz="1400" i="1" dirty="0">
                <a:latin typeface="Corbel"/>
                <a:cs typeface="Corbel"/>
              </a:rPr>
              <a:t>tends</a:t>
            </a:r>
            <a:r>
              <a:rPr sz="1400" i="1" spc="-25" dirty="0">
                <a:latin typeface="Corbel"/>
                <a:cs typeface="Corbel"/>
              </a:rPr>
              <a:t> </a:t>
            </a:r>
            <a:r>
              <a:rPr sz="1400" i="1" dirty="0">
                <a:latin typeface="Corbel"/>
                <a:cs typeface="Corbel"/>
              </a:rPr>
              <a:t>to</a:t>
            </a:r>
            <a:r>
              <a:rPr sz="1400" i="1" spc="-30" dirty="0">
                <a:latin typeface="Corbel"/>
                <a:cs typeface="Corbel"/>
              </a:rPr>
              <a:t> </a:t>
            </a:r>
            <a:r>
              <a:rPr sz="1400" i="1" dirty="0">
                <a:latin typeface="Corbel"/>
                <a:cs typeface="Corbel"/>
              </a:rPr>
              <a:t>return</a:t>
            </a:r>
            <a:r>
              <a:rPr sz="1400" i="1" spc="-30" dirty="0">
                <a:latin typeface="Corbel"/>
                <a:cs typeface="Corbel"/>
              </a:rPr>
              <a:t> </a:t>
            </a:r>
            <a:r>
              <a:rPr sz="1400" i="1" spc="-25" dirty="0">
                <a:latin typeface="Corbel"/>
                <a:cs typeface="Corbel"/>
              </a:rPr>
              <a:t>to </a:t>
            </a:r>
            <a:r>
              <a:rPr sz="1400" i="1" dirty="0">
                <a:latin typeface="Corbel"/>
                <a:cs typeface="Corbel"/>
              </a:rPr>
              <a:t>its</a:t>
            </a:r>
            <a:r>
              <a:rPr sz="1400" i="1" spc="470" dirty="0">
                <a:latin typeface="Corbel"/>
                <a:cs typeface="Corbel"/>
              </a:rPr>
              <a:t> </a:t>
            </a:r>
            <a:r>
              <a:rPr sz="1400" i="1" dirty="0">
                <a:latin typeface="Corbel"/>
                <a:cs typeface="Corbel"/>
              </a:rPr>
              <a:t>original</a:t>
            </a:r>
            <a:r>
              <a:rPr sz="1400" i="1" spc="475" dirty="0">
                <a:latin typeface="Corbel"/>
                <a:cs typeface="Corbel"/>
              </a:rPr>
              <a:t> </a:t>
            </a:r>
            <a:r>
              <a:rPr sz="1400" i="1" dirty="0">
                <a:latin typeface="Corbel"/>
                <a:cs typeface="Corbel"/>
              </a:rPr>
              <a:t>attitude</a:t>
            </a:r>
            <a:r>
              <a:rPr sz="1400" i="1" spc="465" dirty="0">
                <a:latin typeface="Corbel"/>
                <a:cs typeface="Corbel"/>
              </a:rPr>
              <a:t> </a:t>
            </a:r>
            <a:r>
              <a:rPr sz="1400" i="1" dirty="0">
                <a:latin typeface="Corbel"/>
                <a:cs typeface="Corbel"/>
              </a:rPr>
              <a:t>when</a:t>
            </a:r>
            <a:r>
              <a:rPr sz="1400" i="1" spc="470" dirty="0">
                <a:latin typeface="Corbel"/>
                <a:cs typeface="Corbel"/>
              </a:rPr>
              <a:t> </a:t>
            </a:r>
            <a:r>
              <a:rPr sz="1400" i="1" spc="-20" dirty="0">
                <a:latin typeface="Corbel"/>
                <a:cs typeface="Corbel"/>
              </a:rPr>
              <a:t>it's </a:t>
            </a:r>
            <a:r>
              <a:rPr sz="1400" i="1" spc="-10" dirty="0">
                <a:latin typeface="Corbel"/>
                <a:cs typeface="Corbel"/>
              </a:rPr>
              <a:t>disturbed.</a:t>
            </a:r>
            <a:endParaRPr sz="1400">
              <a:latin typeface="Corbel"/>
              <a:cs typeface="Corbel"/>
            </a:endParaRPr>
          </a:p>
        </p:txBody>
      </p:sp>
      <p:sp>
        <p:nvSpPr>
          <p:cNvPr id="9" name="object 9"/>
          <p:cNvSpPr txBox="1"/>
          <p:nvPr/>
        </p:nvSpPr>
        <p:spPr>
          <a:xfrm>
            <a:off x="3716329" y="3491484"/>
            <a:ext cx="2301240" cy="440055"/>
          </a:xfrm>
          <a:prstGeom prst="rect">
            <a:avLst/>
          </a:prstGeom>
        </p:spPr>
        <p:txBody>
          <a:bodyPr vert="horz" wrap="square" lIns="0" tIns="29845" rIns="0" bIns="0" rtlCol="0">
            <a:spAutoFit/>
          </a:bodyPr>
          <a:lstStyle/>
          <a:p>
            <a:pPr marL="12700" marR="5080">
              <a:lnSpc>
                <a:spcPts val="1580"/>
              </a:lnSpc>
              <a:spcBef>
                <a:spcPts val="235"/>
              </a:spcBef>
            </a:pPr>
            <a:r>
              <a:rPr sz="1400" i="1" dirty="0">
                <a:latin typeface="Corbel"/>
                <a:cs typeface="Corbel"/>
              </a:rPr>
              <a:t>An</a:t>
            </a:r>
            <a:r>
              <a:rPr sz="1400" i="1" spc="175" dirty="0">
                <a:latin typeface="Corbel"/>
                <a:cs typeface="Corbel"/>
              </a:rPr>
              <a:t>  </a:t>
            </a:r>
            <a:r>
              <a:rPr sz="1400" i="1" dirty="0">
                <a:latin typeface="Corbel"/>
                <a:cs typeface="Corbel"/>
              </a:rPr>
              <a:t>aircraft</a:t>
            </a:r>
            <a:r>
              <a:rPr sz="1400" i="1" spc="175" dirty="0">
                <a:latin typeface="Corbel"/>
                <a:cs typeface="Corbel"/>
              </a:rPr>
              <a:t>  </a:t>
            </a:r>
            <a:r>
              <a:rPr sz="1400" i="1" dirty="0">
                <a:latin typeface="Corbel"/>
                <a:cs typeface="Corbel"/>
              </a:rPr>
              <a:t>that</a:t>
            </a:r>
            <a:r>
              <a:rPr sz="1400" i="1" spc="175" dirty="0">
                <a:latin typeface="Corbel"/>
                <a:cs typeface="Corbel"/>
              </a:rPr>
              <a:t>  </a:t>
            </a:r>
            <a:r>
              <a:rPr sz="1400" i="1" dirty="0">
                <a:latin typeface="Corbel"/>
                <a:cs typeface="Corbel"/>
              </a:rPr>
              <a:t>has</a:t>
            </a:r>
            <a:r>
              <a:rPr sz="1400" i="1" spc="180" dirty="0">
                <a:latin typeface="Corbel"/>
                <a:cs typeface="Corbel"/>
              </a:rPr>
              <a:t>  </a:t>
            </a:r>
            <a:r>
              <a:rPr sz="1400" i="1" spc="-10" dirty="0">
                <a:latin typeface="Corbel"/>
                <a:cs typeface="Corbel"/>
              </a:rPr>
              <a:t>neutral </a:t>
            </a:r>
            <a:r>
              <a:rPr sz="1400" i="1" dirty="0">
                <a:latin typeface="Corbel"/>
                <a:cs typeface="Corbel"/>
              </a:rPr>
              <a:t>static</a:t>
            </a:r>
            <a:r>
              <a:rPr sz="1400" i="1" spc="195" dirty="0">
                <a:latin typeface="Corbel"/>
                <a:cs typeface="Corbel"/>
              </a:rPr>
              <a:t> </a:t>
            </a:r>
            <a:r>
              <a:rPr sz="1400" i="1" dirty="0">
                <a:latin typeface="Corbel"/>
                <a:cs typeface="Corbel"/>
              </a:rPr>
              <a:t>stability</a:t>
            </a:r>
            <a:r>
              <a:rPr sz="1400" i="1" spc="210" dirty="0">
                <a:latin typeface="Corbel"/>
                <a:cs typeface="Corbel"/>
              </a:rPr>
              <a:t> </a:t>
            </a:r>
            <a:r>
              <a:rPr sz="1400" i="1" dirty="0">
                <a:latin typeface="Corbel"/>
                <a:cs typeface="Corbel"/>
              </a:rPr>
              <a:t>tends</a:t>
            </a:r>
            <a:r>
              <a:rPr sz="1400" i="1" spc="204" dirty="0">
                <a:latin typeface="Corbel"/>
                <a:cs typeface="Corbel"/>
              </a:rPr>
              <a:t> </a:t>
            </a:r>
            <a:r>
              <a:rPr sz="1400" i="1" dirty="0">
                <a:latin typeface="Corbel"/>
                <a:cs typeface="Corbel"/>
              </a:rPr>
              <a:t>to</a:t>
            </a:r>
            <a:r>
              <a:rPr sz="1400" i="1" spc="204" dirty="0">
                <a:latin typeface="Corbel"/>
                <a:cs typeface="Corbel"/>
              </a:rPr>
              <a:t> </a:t>
            </a:r>
            <a:r>
              <a:rPr sz="1400" i="1" dirty="0">
                <a:latin typeface="Corbel"/>
                <a:cs typeface="Corbel"/>
              </a:rPr>
              <a:t>stay</a:t>
            </a:r>
            <a:r>
              <a:rPr sz="1400" i="1" spc="204" dirty="0">
                <a:latin typeface="Corbel"/>
                <a:cs typeface="Corbel"/>
              </a:rPr>
              <a:t> </a:t>
            </a:r>
            <a:r>
              <a:rPr sz="1400" i="1" spc="-25" dirty="0">
                <a:latin typeface="Corbel"/>
                <a:cs typeface="Corbel"/>
              </a:rPr>
              <a:t>in</a:t>
            </a:r>
            <a:endParaRPr sz="1400">
              <a:latin typeface="Corbel"/>
              <a:cs typeface="Corbel"/>
            </a:endParaRPr>
          </a:p>
        </p:txBody>
      </p:sp>
      <p:sp>
        <p:nvSpPr>
          <p:cNvPr id="10" name="object 10"/>
          <p:cNvSpPr txBox="1"/>
          <p:nvPr/>
        </p:nvSpPr>
        <p:spPr>
          <a:xfrm>
            <a:off x="3716329" y="3884676"/>
            <a:ext cx="2299970" cy="238760"/>
          </a:xfrm>
          <a:prstGeom prst="rect">
            <a:avLst/>
          </a:prstGeom>
        </p:spPr>
        <p:txBody>
          <a:bodyPr vert="horz" wrap="square" lIns="0" tIns="12700" rIns="0" bIns="0" rtlCol="0">
            <a:spAutoFit/>
          </a:bodyPr>
          <a:lstStyle/>
          <a:p>
            <a:pPr marL="12700">
              <a:lnSpc>
                <a:spcPct val="100000"/>
              </a:lnSpc>
              <a:spcBef>
                <a:spcPts val="100"/>
              </a:spcBef>
              <a:tabLst>
                <a:tab pos="341630" algn="l"/>
                <a:tab pos="801370" algn="l"/>
                <a:tab pos="1530985" algn="l"/>
                <a:tab pos="2084070" algn="l"/>
              </a:tabLst>
            </a:pPr>
            <a:r>
              <a:rPr sz="1400" i="1" spc="-25" dirty="0">
                <a:latin typeface="Corbel"/>
                <a:cs typeface="Corbel"/>
              </a:rPr>
              <a:t>its</a:t>
            </a:r>
            <a:r>
              <a:rPr sz="1400" i="1" dirty="0">
                <a:latin typeface="Corbel"/>
                <a:cs typeface="Corbel"/>
              </a:rPr>
              <a:t>	</a:t>
            </a:r>
            <a:r>
              <a:rPr sz="1400" i="1" spc="-25" dirty="0">
                <a:latin typeface="Corbel"/>
                <a:cs typeface="Corbel"/>
              </a:rPr>
              <a:t>new</a:t>
            </a:r>
            <a:r>
              <a:rPr sz="1400" i="1" dirty="0">
                <a:latin typeface="Corbel"/>
                <a:cs typeface="Corbel"/>
              </a:rPr>
              <a:t>	</a:t>
            </a:r>
            <a:r>
              <a:rPr sz="1400" i="1" spc="-10" dirty="0">
                <a:latin typeface="Corbel"/>
                <a:cs typeface="Corbel"/>
              </a:rPr>
              <a:t>attitude</a:t>
            </a:r>
            <a:r>
              <a:rPr sz="1400" i="1" dirty="0">
                <a:latin typeface="Corbel"/>
                <a:cs typeface="Corbel"/>
              </a:rPr>
              <a:t>	</a:t>
            </a:r>
            <a:r>
              <a:rPr sz="1400" i="1" spc="-20" dirty="0">
                <a:latin typeface="Corbel"/>
                <a:cs typeface="Corbel"/>
              </a:rPr>
              <a:t>when</a:t>
            </a:r>
            <a:r>
              <a:rPr sz="1400" i="1" dirty="0">
                <a:latin typeface="Corbel"/>
                <a:cs typeface="Corbel"/>
              </a:rPr>
              <a:t>	</a:t>
            </a:r>
            <a:r>
              <a:rPr sz="1400" i="1" spc="-20" dirty="0">
                <a:latin typeface="Corbel"/>
                <a:cs typeface="Corbel"/>
              </a:rPr>
              <a:t>it's</a:t>
            </a:r>
            <a:endParaRPr sz="1400">
              <a:latin typeface="Corbel"/>
              <a:cs typeface="Corbel"/>
            </a:endParaRPr>
          </a:p>
        </p:txBody>
      </p:sp>
      <p:sp>
        <p:nvSpPr>
          <p:cNvPr id="11" name="object 11"/>
          <p:cNvSpPr txBox="1"/>
          <p:nvPr/>
        </p:nvSpPr>
        <p:spPr>
          <a:xfrm>
            <a:off x="3716329" y="4073652"/>
            <a:ext cx="740410" cy="238760"/>
          </a:xfrm>
          <a:prstGeom prst="rect">
            <a:avLst/>
          </a:prstGeom>
        </p:spPr>
        <p:txBody>
          <a:bodyPr vert="horz" wrap="square" lIns="0" tIns="12700" rIns="0" bIns="0" rtlCol="0">
            <a:spAutoFit/>
          </a:bodyPr>
          <a:lstStyle/>
          <a:p>
            <a:pPr marL="12700">
              <a:lnSpc>
                <a:spcPct val="100000"/>
              </a:lnSpc>
              <a:spcBef>
                <a:spcPts val="100"/>
              </a:spcBef>
            </a:pPr>
            <a:r>
              <a:rPr sz="1400" i="1" spc="-10" dirty="0">
                <a:latin typeface="Corbel"/>
                <a:cs typeface="Corbel"/>
              </a:rPr>
              <a:t>disturbed.</a:t>
            </a:r>
            <a:endParaRPr sz="1400">
              <a:latin typeface="Corbel"/>
              <a:cs typeface="Corbel"/>
            </a:endParaRPr>
          </a:p>
        </p:txBody>
      </p:sp>
      <p:sp>
        <p:nvSpPr>
          <p:cNvPr id="12" name="object 12"/>
          <p:cNvSpPr txBox="1"/>
          <p:nvPr/>
        </p:nvSpPr>
        <p:spPr>
          <a:xfrm>
            <a:off x="3696691" y="4695444"/>
            <a:ext cx="2319655" cy="821055"/>
          </a:xfrm>
          <a:prstGeom prst="rect">
            <a:avLst/>
          </a:prstGeom>
        </p:spPr>
        <p:txBody>
          <a:bodyPr vert="horz" wrap="square" lIns="0" tIns="31750" rIns="0" bIns="0" rtlCol="0">
            <a:spAutoFit/>
          </a:bodyPr>
          <a:lstStyle/>
          <a:p>
            <a:pPr marL="12700" marR="5080" algn="just">
              <a:lnSpc>
                <a:spcPct val="91000"/>
              </a:lnSpc>
              <a:spcBef>
                <a:spcPts val="250"/>
              </a:spcBef>
            </a:pPr>
            <a:r>
              <a:rPr sz="1400" i="1" dirty="0">
                <a:latin typeface="Corbel"/>
                <a:cs typeface="Corbel"/>
              </a:rPr>
              <a:t>An</a:t>
            </a:r>
            <a:r>
              <a:rPr sz="1400" i="1" spc="465" dirty="0">
                <a:latin typeface="Corbel"/>
                <a:cs typeface="Corbel"/>
              </a:rPr>
              <a:t> </a:t>
            </a:r>
            <a:r>
              <a:rPr sz="1400" i="1" dirty="0">
                <a:latin typeface="Corbel"/>
                <a:cs typeface="Corbel"/>
              </a:rPr>
              <a:t>aircraft</a:t>
            </a:r>
            <a:r>
              <a:rPr sz="1400" i="1" spc="465" dirty="0">
                <a:latin typeface="Corbel"/>
                <a:cs typeface="Corbel"/>
              </a:rPr>
              <a:t> </a:t>
            </a:r>
            <a:r>
              <a:rPr sz="1400" i="1" dirty="0">
                <a:latin typeface="Corbel"/>
                <a:cs typeface="Corbel"/>
              </a:rPr>
              <a:t>that</a:t>
            </a:r>
            <a:r>
              <a:rPr sz="1400" i="1" spc="465" dirty="0">
                <a:latin typeface="Corbel"/>
                <a:cs typeface="Corbel"/>
              </a:rPr>
              <a:t> </a:t>
            </a:r>
            <a:r>
              <a:rPr sz="1400" i="1" dirty="0">
                <a:latin typeface="Corbel"/>
                <a:cs typeface="Corbel"/>
              </a:rPr>
              <a:t>has</a:t>
            </a:r>
            <a:r>
              <a:rPr sz="1400" i="1" spc="470" dirty="0">
                <a:latin typeface="Corbel"/>
                <a:cs typeface="Corbel"/>
              </a:rPr>
              <a:t> </a:t>
            </a:r>
            <a:r>
              <a:rPr sz="1400" i="1" spc="-10" dirty="0">
                <a:latin typeface="Corbel"/>
                <a:cs typeface="Corbel"/>
              </a:rPr>
              <a:t>negative </a:t>
            </a:r>
            <a:r>
              <a:rPr sz="1400" i="1" dirty="0">
                <a:latin typeface="Corbel"/>
                <a:cs typeface="Corbel"/>
              </a:rPr>
              <a:t>static</a:t>
            </a:r>
            <a:r>
              <a:rPr sz="1400" i="1" spc="20" dirty="0">
                <a:latin typeface="Corbel"/>
                <a:cs typeface="Corbel"/>
              </a:rPr>
              <a:t> </a:t>
            </a:r>
            <a:r>
              <a:rPr sz="1400" i="1" dirty="0">
                <a:latin typeface="Corbel"/>
                <a:cs typeface="Corbel"/>
              </a:rPr>
              <a:t>stability</a:t>
            </a:r>
            <a:r>
              <a:rPr sz="1400" i="1" spc="35" dirty="0">
                <a:latin typeface="Corbel"/>
                <a:cs typeface="Corbel"/>
              </a:rPr>
              <a:t> </a:t>
            </a:r>
            <a:r>
              <a:rPr sz="1400" i="1" dirty="0">
                <a:latin typeface="Corbel"/>
                <a:cs typeface="Corbel"/>
              </a:rPr>
              <a:t>tends</a:t>
            </a:r>
            <a:r>
              <a:rPr sz="1400" i="1" spc="30" dirty="0">
                <a:latin typeface="Corbel"/>
                <a:cs typeface="Corbel"/>
              </a:rPr>
              <a:t> </a:t>
            </a:r>
            <a:r>
              <a:rPr sz="1400" i="1" dirty="0">
                <a:latin typeface="Corbel"/>
                <a:cs typeface="Corbel"/>
              </a:rPr>
              <a:t>to</a:t>
            </a:r>
            <a:r>
              <a:rPr sz="1400" i="1" spc="30" dirty="0">
                <a:latin typeface="Corbel"/>
                <a:cs typeface="Corbel"/>
              </a:rPr>
              <a:t> </a:t>
            </a:r>
            <a:r>
              <a:rPr sz="1400" i="1" spc="-10" dirty="0">
                <a:latin typeface="Corbel"/>
                <a:cs typeface="Corbel"/>
              </a:rPr>
              <a:t>continue </a:t>
            </a:r>
            <a:r>
              <a:rPr sz="1400" i="1" dirty="0">
                <a:latin typeface="Corbel"/>
                <a:cs typeface="Corbel"/>
              </a:rPr>
              <a:t>moving</a:t>
            </a:r>
            <a:r>
              <a:rPr sz="1400" i="1" spc="330" dirty="0">
                <a:latin typeface="Corbel"/>
                <a:cs typeface="Corbel"/>
              </a:rPr>
              <a:t> </a:t>
            </a:r>
            <a:r>
              <a:rPr sz="1400" i="1" dirty="0">
                <a:latin typeface="Corbel"/>
                <a:cs typeface="Corbel"/>
              </a:rPr>
              <a:t>away</a:t>
            </a:r>
            <a:r>
              <a:rPr sz="1400" i="1" spc="340" dirty="0">
                <a:latin typeface="Corbel"/>
                <a:cs typeface="Corbel"/>
              </a:rPr>
              <a:t> </a:t>
            </a:r>
            <a:r>
              <a:rPr sz="1400" i="1" dirty="0">
                <a:latin typeface="Corbel"/>
                <a:cs typeface="Corbel"/>
              </a:rPr>
              <a:t>from</a:t>
            </a:r>
            <a:r>
              <a:rPr sz="1400" i="1" spc="335" dirty="0">
                <a:latin typeface="Corbel"/>
                <a:cs typeface="Corbel"/>
              </a:rPr>
              <a:t> </a:t>
            </a:r>
            <a:r>
              <a:rPr sz="1400" i="1" dirty="0">
                <a:latin typeface="Corbel"/>
                <a:cs typeface="Corbel"/>
              </a:rPr>
              <a:t>its</a:t>
            </a:r>
            <a:r>
              <a:rPr sz="1400" i="1" spc="335" dirty="0">
                <a:latin typeface="Corbel"/>
                <a:cs typeface="Corbel"/>
              </a:rPr>
              <a:t> </a:t>
            </a:r>
            <a:r>
              <a:rPr sz="1400" i="1" spc="-10" dirty="0">
                <a:latin typeface="Corbel"/>
                <a:cs typeface="Corbel"/>
              </a:rPr>
              <a:t>original </a:t>
            </a:r>
            <a:r>
              <a:rPr sz="1400" i="1" dirty="0">
                <a:latin typeface="Corbel"/>
                <a:cs typeface="Corbel"/>
              </a:rPr>
              <a:t>attitude</a:t>
            </a:r>
            <a:r>
              <a:rPr sz="1400" i="1" spc="-35" dirty="0">
                <a:latin typeface="Corbel"/>
                <a:cs typeface="Corbel"/>
              </a:rPr>
              <a:t> </a:t>
            </a:r>
            <a:r>
              <a:rPr sz="1400" i="1" dirty="0">
                <a:latin typeface="Corbel"/>
                <a:cs typeface="Corbel"/>
              </a:rPr>
              <a:t>when</a:t>
            </a:r>
            <a:r>
              <a:rPr sz="1400" i="1" spc="-40" dirty="0">
                <a:latin typeface="Corbel"/>
                <a:cs typeface="Corbel"/>
              </a:rPr>
              <a:t> </a:t>
            </a:r>
            <a:r>
              <a:rPr sz="1400" i="1" dirty="0">
                <a:latin typeface="Corbel"/>
                <a:cs typeface="Corbel"/>
              </a:rPr>
              <a:t>it's</a:t>
            </a:r>
            <a:r>
              <a:rPr sz="1400" i="1" spc="-25" dirty="0">
                <a:latin typeface="Corbel"/>
                <a:cs typeface="Corbel"/>
              </a:rPr>
              <a:t> </a:t>
            </a:r>
            <a:r>
              <a:rPr sz="1400" i="1" spc="-10" dirty="0">
                <a:latin typeface="Corbel"/>
                <a:cs typeface="Corbel"/>
              </a:rPr>
              <a:t>disturbed.</a:t>
            </a:r>
            <a:endParaRPr sz="1400">
              <a:latin typeface="Corbel"/>
              <a:cs typeface="Corbel"/>
            </a:endParaRPr>
          </a:p>
        </p:txBody>
      </p:sp>
      <p:pic>
        <p:nvPicPr>
          <p:cNvPr id="13" name="object 13"/>
          <p:cNvPicPr/>
          <p:nvPr/>
        </p:nvPicPr>
        <p:blipFill>
          <a:blip r:embed="rId6" cstate="print"/>
          <a:stretch>
            <a:fillRect/>
          </a:stretch>
        </p:blipFill>
        <p:spPr>
          <a:xfrm>
            <a:off x="6853232" y="2270320"/>
            <a:ext cx="1878394" cy="1079999"/>
          </a:xfrm>
          <a:prstGeom prst="rect">
            <a:avLst/>
          </a:prstGeom>
        </p:spPr>
      </p:pic>
      <p:pic>
        <p:nvPicPr>
          <p:cNvPr id="14" name="object 14"/>
          <p:cNvPicPr/>
          <p:nvPr/>
        </p:nvPicPr>
        <p:blipFill>
          <a:blip r:embed="rId7" cstate="print"/>
          <a:stretch>
            <a:fillRect/>
          </a:stretch>
        </p:blipFill>
        <p:spPr>
          <a:xfrm>
            <a:off x="6853232" y="3471919"/>
            <a:ext cx="1875466" cy="1079999"/>
          </a:xfrm>
          <a:prstGeom prst="rect">
            <a:avLst/>
          </a:prstGeom>
        </p:spPr>
      </p:pic>
      <p:pic>
        <p:nvPicPr>
          <p:cNvPr id="15" name="object 15"/>
          <p:cNvPicPr/>
          <p:nvPr/>
        </p:nvPicPr>
        <p:blipFill>
          <a:blip r:embed="rId8" cstate="print"/>
          <a:stretch>
            <a:fillRect/>
          </a:stretch>
        </p:blipFill>
        <p:spPr>
          <a:xfrm>
            <a:off x="6853232" y="4673520"/>
            <a:ext cx="1875466" cy="1079999"/>
          </a:xfrm>
          <a:prstGeom prst="rect">
            <a:avLst/>
          </a:prstGeom>
        </p:spPr>
      </p:pic>
      <p:sp>
        <p:nvSpPr>
          <p:cNvPr id="16" name="object 16"/>
          <p:cNvSpPr txBox="1"/>
          <p:nvPr/>
        </p:nvSpPr>
        <p:spPr>
          <a:xfrm>
            <a:off x="8807438" y="2266188"/>
            <a:ext cx="2225040" cy="632460"/>
          </a:xfrm>
          <a:prstGeom prst="rect">
            <a:avLst/>
          </a:prstGeom>
        </p:spPr>
        <p:txBody>
          <a:bodyPr vert="horz" wrap="square" lIns="0" tIns="29209" rIns="0" bIns="0" rtlCol="0">
            <a:spAutoFit/>
          </a:bodyPr>
          <a:lstStyle/>
          <a:p>
            <a:pPr marL="12700" marR="5080" algn="just">
              <a:lnSpc>
                <a:spcPct val="92100"/>
              </a:lnSpc>
              <a:spcBef>
                <a:spcPts val="229"/>
              </a:spcBef>
            </a:pPr>
            <a:r>
              <a:rPr sz="1400" i="1" dirty="0">
                <a:latin typeface="Corbel"/>
                <a:cs typeface="Corbel"/>
              </a:rPr>
              <a:t>Aircraft</a:t>
            </a:r>
            <a:r>
              <a:rPr sz="1400" i="1" spc="155" dirty="0">
                <a:latin typeface="Corbel"/>
                <a:cs typeface="Corbel"/>
              </a:rPr>
              <a:t> </a:t>
            </a:r>
            <a:r>
              <a:rPr sz="1400" i="1" dirty="0">
                <a:latin typeface="Corbel"/>
                <a:cs typeface="Corbel"/>
              </a:rPr>
              <a:t>with</a:t>
            </a:r>
            <a:r>
              <a:rPr sz="1400" i="1" spc="165" dirty="0">
                <a:latin typeface="Corbel"/>
                <a:cs typeface="Corbel"/>
              </a:rPr>
              <a:t> </a:t>
            </a:r>
            <a:r>
              <a:rPr sz="1400" i="1" dirty="0">
                <a:latin typeface="Corbel"/>
                <a:cs typeface="Corbel"/>
              </a:rPr>
              <a:t>positive</a:t>
            </a:r>
            <a:r>
              <a:rPr sz="1400" i="1" spc="155" dirty="0">
                <a:latin typeface="Corbel"/>
                <a:cs typeface="Corbel"/>
              </a:rPr>
              <a:t> </a:t>
            </a:r>
            <a:r>
              <a:rPr sz="1400" i="1" spc="-10" dirty="0">
                <a:latin typeface="Corbel"/>
                <a:cs typeface="Corbel"/>
              </a:rPr>
              <a:t>dynamic </a:t>
            </a:r>
            <a:r>
              <a:rPr sz="1400" i="1" dirty="0">
                <a:latin typeface="Corbel"/>
                <a:cs typeface="Corbel"/>
              </a:rPr>
              <a:t>stability</a:t>
            </a:r>
            <a:r>
              <a:rPr sz="1400" i="1" spc="135" dirty="0">
                <a:latin typeface="Corbel"/>
                <a:cs typeface="Corbel"/>
              </a:rPr>
              <a:t> </a:t>
            </a:r>
            <a:r>
              <a:rPr sz="1400" i="1" dirty="0">
                <a:latin typeface="Corbel"/>
                <a:cs typeface="Corbel"/>
              </a:rPr>
              <a:t>have</a:t>
            </a:r>
            <a:r>
              <a:rPr sz="1400" i="1" spc="135" dirty="0">
                <a:latin typeface="Corbel"/>
                <a:cs typeface="Corbel"/>
              </a:rPr>
              <a:t> </a:t>
            </a:r>
            <a:r>
              <a:rPr sz="1400" i="1" dirty="0">
                <a:latin typeface="Corbel"/>
                <a:cs typeface="Corbel"/>
              </a:rPr>
              <a:t>oscillations</a:t>
            </a:r>
            <a:r>
              <a:rPr sz="1400" i="1" spc="140" dirty="0">
                <a:latin typeface="Corbel"/>
                <a:cs typeface="Corbel"/>
              </a:rPr>
              <a:t> </a:t>
            </a:r>
            <a:r>
              <a:rPr sz="1400" i="1" spc="-20" dirty="0">
                <a:latin typeface="Corbel"/>
                <a:cs typeface="Corbel"/>
              </a:rPr>
              <a:t>that </a:t>
            </a:r>
            <a:r>
              <a:rPr sz="1400" i="1" dirty="0">
                <a:latin typeface="Corbel"/>
                <a:cs typeface="Corbel"/>
              </a:rPr>
              <a:t>dampen</a:t>
            </a:r>
            <a:r>
              <a:rPr sz="1400" i="1" spc="-35" dirty="0">
                <a:latin typeface="Corbel"/>
                <a:cs typeface="Corbel"/>
              </a:rPr>
              <a:t> </a:t>
            </a:r>
            <a:r>
              <a:rPr sz="1400" i="1" dirty="0">
                <a:latin typeface="Corbel"/>
                <a:cs typeface="Corbel"/>
              </a:rPr>
              <a:t>out</a:t>
            </a:r>
            <a:r>
              <a:rPr sz="1400" i="1" spc="-35" dirty="0">
                <a:latin typeface="Corbel"/>
                <a:cs typeface="Corbel"/>
              </a:rPr>
              <a:t> </a:t>
            </a:r>
            <a:r>
              <a:rPr sz="1400" i="1" dirty="0">
                <a:latin typeface="Corbel"/>
                <a:cs typeface="Corbel"/>
              </a:rPr>
              <a:t>over</a:t>
            </a:r>
            <a:r>
              <a:rPr sz="1400" i="1" spc="-30" dirty="0">
                <a:latin typeface="Corbel"/>
                <a:cs typeface="Corbel"/>
              </a:rPr>
              <a:t> </a:t>
            </a:r>
            <a:r>
              <a:rPr sz="1400" i="1" spc="-20" dirty="0">
                <a:latin typeface="Corbel"/>
                <a:cs typeface="Corbel"/>
              </a:rPr>
              <a:t>time.</a:t>
            </a:r>
            <a:endParaRPr sz="1400">
              <a:latin typeface="Corbel"/>
              <a:cs typeface="Corbel"/>
            </a:endParaRPr>
          </a:p>
        </p:txBody>
      </p:sp>
      <p:sp>
        <p:nvSpPr>
          <p:cNvPr id="17" name="object 17"/>
          <p:cNvSpPr txBox="1"/>
          <p:nvPr/>
        </p:nvSpPr>
        <p:spPr>
          <a:xfrm>
            <a:off x="8807438" y="3467100"/>
            <a:ext cx="2225040" cy="632460"/>
          </a:xfrm>
          <a:prstGeom prst="rect">
            <a:avLst/>
          </a:prstGeom>
        </p:spPr>
        <p:txBody>
          <a:bodyPr vert="horz" wrap="square" lIns="0" tIns="29209" rIns="0" bIns="0" rtlCol="0">
            <a:spAutoFit/>
          </a:bodyPr>
          <a:lstStyle/>
          <a:p>
            <a:pPr marL="12700" marR="5080" algn="just">
              <a:lnSpc>
                <a:spcPct val="92100"/>
              </a:lnSpc>
              <a:spcBef>
                <a:spcPts val="229"/>
              </a:spcBef>
            </a:pPr>
            <a:r>
              <a:rPr sz="1400" i="1" dirty="0">
                <a:latin typeface="Corbel"/>
                <a:cs typeface="Corbel"/>
              </a:rPr>
              <a:t>Aircraft</a:t>
            </a:r>
            <a:r>
              <a:rPr sz="1400" i="1" spc="250" dirty="0">
                <a:latin typeface="Corbel"/>
                <a:cs typeface="Corbel"/>
              </a:rPr>
              <a:t> </a:t>
            </a:r>
            <a:r>
              <a:rPr sz="1400" i="1" dirty="0">
                <a:latin typeface="Corbel"/>
                <a:cs typeface="Corbel"/>
              </a:rPr>
              <a:t>with</a:t>
            </a:r>
            <a:r>
              <a:rPr sz="1400" i="1" spc="260" dirty="0">
                <a:latin typeface="Corbel"/>
                <a:cs typeface="Corbel"/>
              </a:rPr>
              <a:t> </a:t>
            </a:r>
            <a:r>
              <a:rPr sz="1400" i="1" dirty="0">
                <a:latin typeface="Corbel"/>
                <a:cs typeface="Corbel"/>
              </a:rPr>
              <a:t>neutral</a:t>
            </a:r>
            <a:r>
              <a:rPr sz="1400" i="1" spc="254" dirty="0">
                <a:latin typeface="Corbel"/>
                <a:cs typeface="Corbel"/>
              </a:rPr>
              <a:t> </a:t>
            </a:r>
            <a:r>
              <a:rPr sz="1400" i="1" spc="-10" dirty="0">
                <a:latin typeface="Corbel"/>
                <a:cs typeface="Corbel"/>
              </a:rPr>
              <a:t>dynamic </a:t>
            </a:r>
            <a:r>
              <a:rPr sz="1400" i="1" dirty="0">
                <a:latin typeface="Corbel"/>
                <a:cs typeface="Corbel"/>
              </a:rPr>
              <a:t>stability</a:t>
            </a:r>
            <a:r>
              <a:rPr sz="1400" i="1" spc="135" dirty="0">
                <a:latin typeface="Corbel"/>
                <a:cs typeface="Corbel"/>
              </a:rPr>
              <a:t> </a:t>
            </a:r>
            <a:r>
              <a:rPr sz="1400" i="1" dirty="0">
                <a:latin typeface="Corbel"/>
                <a:cs typeface="Corbel"/>
              </a:rPr>
              <a:t>have</a:t>
            </a:r>
            <a:r>
              <a:rPr sz="1400" i="1" spc="135" dirty="0">
                <a:latin typeface="Corbel"/>
                <a:cs typeface="Corbel"/>
              </a:rPr>
              <a:t> </a:t>
            </a:r>
            <a:r>
              <a:rPr sz="1400" i="1" dirty="0">
                <a:latin typeface="Corbel"/>
                <a:cs typeface="Corbel"/>
              </a:rPr>
              <a:t>oscillations</a:t>
            </a:r>
            <a:r>
              <a:rPr sz="1400" i="1" spc="140" dirty="0">
                <a:latin typeface="Corbel"/>
                <a:cs typeface="Corbel"/>
              </a:rPr>
              <a:t> </a:t>
            </a:r>
            <a:r>
              <a:rPr sz="1400" i="1" spc="-20" dirty="0">
                <a:latin typeface="Corbel"/>
                <a:cs typeface="Corbel"/>
              </a:rPr>
              <a:t>that </a:t>
            </a:r>
            <a:r>
              <a:rPr sz="1400" i="1" dirty="0">
                <a:latin typeface="Corbel"/>
                <a:cs typeface="Corbel"/>
              </a:rPr>
              <a:t>never</a:t>
            </a:r>
            <a:r>
              <a:rPr sz="1400" i="1" spc="-40" dirty="0">
                <a:latin typeface="Corbel"/>
                <a:cs typeface="Corbel"/>
              </a:rPr>
              <a:t> </a:t>
            </a:r>
            <a:r>
              <a:rPr sz="1400" i="1" dirty="0">
                <a:latin typeface="Corbel"/>
                <a:cs typeface="Corbel"/>
              </a:rPr>
              <a:t>dampen</a:t>
            </a:r>
            <a:r>
              <a:rPr sz="1400" i="1" spc="-40" dirty="0">
                <a:latin typeface="Corbel"/>
                <a:cs typeface="Corbel"/>
              </a:rPr>
              <a:t> </a:t>
            </a:r>
            <a:r>
              <a:rPr sz="1400" i="1" spc="-20" dirty="0">
                <a:latin typeface="Corbel"/>
                <a:cs typeface="Corbel"/>
              </a:rPr>
              <a:t>out.</a:t>
            </a:r>
            <a:endParaRPr sz="1400">
              <a:latin typeface="Corbel"/>
              <a:cs typeface="Corbel"/>
            </a:endParaRPr>
          </a:p>
        </p:txBody>
      </p:sp>
      <p:sp>
        <p:nvSpPr>
          <p:cNvPr id="18" name="object 18"/>
          <p:cNvSpPr txBox="1"/>
          <p:nvPr/>
        </p:nvSpPr>
        <p:spPr>
          <a:xfrm>
            <a:off x="8807438" y="4692396"/>
            <a:ext cx="2225040" cy="632460"/>
          </a:xfrm>
          <a:prstGeom prst="rect">
            <a:avLst/>
          </a:prstGeom>
        </p:spPr>
        <p:txBody>
          <a:bodyPr vert="horz" wrap="square" lIns="0" tIns="29209" rIns="0" bIns="0" rtlCol="0">
            <a:spAutoFit/>
          </a:bodyPr>
          <a:lstStyle/>
          <a:p>
            <a:pPr marL="12700" marR="5080" algn="just">
              <a:lnSpc>
                <a:spcPct val="92100"/>
              </a:lnSpc>
              <a:spcBef>
                <a:spcPts val="229"/>
              </a:spcBef>
            </a:pPr>
            <a:r>
              <a:rPr sz="1400" i="1" dirty="0">
                <a:latin typeface="Corbel"/>
                <a:cs typeface="Corbel"/>
              </a:rPr>
              <a:t>Aircraft</a:t>
            </a:r>
            <a:r>
              <a:rPr sz="1400" i="1" spc="-10" dirty="0">
                <a:latin typeface="Corbel"/>
                <a:cs typeface="Corbel"/>
              </a:rPr>
              <a:t> </a:t>
            </a:r>
            <a:r>
              <a:rPr sz="1400" i="1" dirty="0">
                <a:latin typeface="Corbel"/>
                <a:cs typeface="Corbel"/>
              </a:rPr>
              <a:t>with</a:t>
            </a:r>
            <a:r>
              <a:rPr sz="1400" i="1" spc="-5" dirty="0">
                <a:latin typeface="Corbel"/>
                <a:cs typeface="Corbel"/>
              </a:rPr>
              <a:t> </a:t>
            </a:r>
            <a:r>
              <a:rPr sz="1400" i="1" dirty="0">
                <a:latin typeface="Corbel"/>
                <a:cs typeface="Corbel"/>
              </a:rPr>
              <a:t>negative</a:t>
            </a:r>
            <a:r>
              <a:rPr sz="1400" i="1" spc="-5" dirty="0">
                <a:latin typeface="Corbel"/>
                <a:cs typeface="Corbel"/>
              </a:rPr>
              <a:t> </a:t>
            </a:r>
            <a:r>
              <a:rPr sz="1400" i="1" spc="-10" dirty="0">
                <a:latin typeface="Corbel"/>
                <a:cs typeface="Corbel"/>
              </a:rPr>
              <a:t>dynamic </a:t>
            </a:r>
            <a:r>
              <a:rPr sz="1400" i="1" dirty="0">
                <a:latin typeface="Corbel"/>
                <a:cs typeface="Corbel"/>
              </a:rPr>
              <a:t>stability</a:t>
            </a:r>
            <a:r>
              <a:rPr sz="1400" i="1" spc="135" dirty="0">
                <a:latin typeface="Corbel"/>
                <a:cs typeface="Corbel"/>
              </a:rPr>
              <a:t> </a:t>
            </a:r>
            <a:r>
              <a:rPr sz="1400" i="1" dirty="0">
                <a:latin typeface="Corbel"/>
                <a:cs typeface="Corbel"/>
              </a:rPr>
              <a:t>have</a:t>
            </a:r>
            <a:r>
              <a:rPr sz="1400" i="1" spc="135" dirty="0">
                <a:latin typeface="Corbel"/>
                <a:cs typeface="Corbel"/>
              </a:rPr>
              <a:t> </a:t>
            </a:r>
            <a:r>
              <a:rPr sz="1400" i="1" dirty="0">
                <a:latin typeface="Corbel"/>
                <a:cs typeface="Corbel"/>
              </a:rPr>
              <a:t>oscillations</a:t>
            </a:r>
            <a:r>
              <a:rPr sz="1400" i="1" spc="140" dirty="0">
                <a:latin typeface="Corbel"/>
                <a:cs typeface="Corbel"/>
              </a:rPr>
              <a:t> </a:t>
            </a:r>
            <a:r>
              <a:rPr sz="1400" i="1" spc="-20" dirty="0">
                <a:latin typeface="Corbel"/>
                <a:cs typeface="Corbel"/>
              </a:rPr>
              <a:t>that </a:t>
            </a:r>
            <a:r>
              <a:rPr sz="1400" i="1" dirty="0">
                <a:latin typeface="Corbel"/>
                <a:cs typeface="Corbel"/>
              </a:rPr>
              <a:t>get</a:t>
            </a:r>
            <a:r>
              <a:rPr sz="1400" i="1" spc="-35" dirty="0">
                <a:latin typeface="Corbel"/>
                <a:cs typeface="Corbel"/>
              </a:rPr>
              <a:t> </a:t>
            </a:r>
            <a:r>
              <a:rPr sz="1400" i="1" dirty="0">
                <a:latin typeface="Corbel"/>
                <a:cs typeface="Corbel"/>
              </a:rPr>
              <a:t>worse</a:t>
            </a:r>
            <a:r>
              <a:rPr sz="1400" i="1" spc="-35" dirty="0">
                <a:latin typeface="Corbel"/>
                <a:cs typeface="Corbel"/>
              </a:rPr>
              <a:t> </a:t>
            </a:r>
            <a:r>
              <a:rPr sz="1400" i="1" dirty="0">
                <a:latin typeface="Corbel"/>
                <a:cs typeface="Corbel"/>
              </a:rPr>
              <a:t>over</a:t>
            </a:r>
            <a:r>
              <a:rPr sz="1400" i="1" spc="-20" dirty="0">
                <a:latin typeface="Corbel"/>
                <a:cs typeface="Corbel"/>
              </a:rPr>
              <a:t> time.</a:t>
            </a:r>
            <a:endParaRPr sz="1400">
              <a:latin typeface="Corbel"/>
              <a:cs typeface="Corbel"/>
            </a:endParaRPr>
          </a:p>
        </p:txBody>
      </p:sp>
      <p:sp>
        <p:nvSpPr>
          <p:cNvPr id="19" name="object 19"/>
          <p:cNvSpPr txBox="1"/>
          <p:nvPr/>
        </p:nvSpPr>
        <p:spPr>
          <a:xfrm>
            <a:off x="1840862" y="5859182"/>
            <a:ext cx="9190990" cy="911225"/>
          </a:xfrm>
          <a:prstGeom prst="rect">
            <a:avLst/>
          </a:prstGeom>
        </p:spPr>
        <p:txBody>
          <a:bodyPr vert="horz" wrap="square" lIns="0" tIns="53975" rIns="0" bIns="0" rtlCol="0">
            <a:spAutoFit/>
          </a:bodyPr>
          <a:lstStyle/>
          <a:p>
            <a:pPr marL="12700" algn="just">
              <a:lnSpc>
                <a:spcPct val="100000"/>
              </a:lnSpc>
              <a:spcBef>
                <a:spcPts val="425"/>
              </a:spcBef>
            </a:pPr>
            <a:r>
              <a:rPr sz="1200" i="1" dirty="0">
                <a:latin typeface="Corbel"/>
                <a:cs typeface="Corbel"/>
              </a:rPr>
              <a:t>Why</a:t>
            </a:r>
            <a:r>
              <a:rPr sz="1200" i="1" spc="-25" dirty="0">
                <a:latin typeface="Corbel"/>
                <a:cs typeface="Corbel"/>
              </a:rPr>
              <a:t> </a:t>
            </a:r>
            <a:r>
              <a:rPr sz="1200" i="1" spc="-10" dirty="0">
                <a:latin typeface="Corbel"/>
                <a:cs typeface="Corbel"/>
              </a:rPr>
              <a:t>Aren't</a:t>
            </a:r>
            <a:r>
              <a:rPr sz="1200" i="1" spc="-20" dirty="0">
                <a:latin typeface="Corbel"/>
                <a:cs typeface="Corbel"/>
              </a:rPr>
              <a:t> </a:t>
            </a:r>
            <a:r>
              <a:rPr sz="1200" i="1" spc="-10" dirty="0">
                <a:latin typeface="Corbel"/>
                <a:cs typeface="Corbel"/>
              </a:rPr>
              <a:t>All</a:t>
            </a:r>
            <a:r>
              <a:rPr sz="1200" i="1" spc="-20" dirty="0">
                <a:latin typeface="Corbel"/>
                <a:cs typeface="Corbel"/>
              </a:rPr>
              <a:t> </a:t>
            </a:r>
            <a:r>
              <a:rPr sz="1200" i="1" spc="-10" dirty="0">
                <a:latin typeface="Corbel"/>
                <a:cs typeface="Corbel"/>
              </a:rPr>
              <a:t>Aircraft</a:t>
            </a:r>
            <a:r>
              <a:rPr sz="1200" i="1" spc="-30" dirty="0">
                <a:latin typeface="Corbel"/>
                <a:cs typeface="Corbel"/>
              </a:rPr>
              <a:t> </a:t>
            </a:r>
            <a:r>
              <a:rPr sz="1200" i="1" spc="-10" dirty="0">
                <a:latin typeface="Corbel"/>
                <a:cs typeface="Corbel"/>
              </a:rPr>
              <a:t>Stable?</a:t>
            </a:r>
            <a:endParaRPr sz="1200">
              <a:latin typeface="Corbel"/>
              <a:cs typeface="Corbel"/>
            </a:endParaRPr>
          </a:p>
          <a:p>
            <a:pPr marL="298450" marR="5080" indent="-285750" algn="just">
              <a:lnSpc>
                <a:spcPct val="94200"/>
              </a:lnSpc>
              <a:spcBef>
                <a:spcPts val="575"/>
              </a:spcBef>
            </a:pPr>
            <a:r>
              <a:rPr sz="1700" dirty="0">
                <a:solidFill>
                  <a:srgbClr val="1482AC"/>
                </a:solidFill>
                <a:latin typeface="Corbel"/>
                <a:cs typeface="Corbel"/>
              </a:rPr>
              <a:t>-</a:t>
            </a:r>
            <a:r>
              <a:rPr sz="1700" spc="455" dirty="0">
                <a:solidFill>
                  <a:srgbClr val="1482AC"/>
                </a:solidFill>
                <a:latin typeface="Corbel"/>
                <a:cs typeface="Corbel"/>
              </a:rPr>
              <a:t>  </a:t>
            </a:r>
            <a:r>
              <a:rPr sz="1200" i="1" dirty="0">
                <a:latin typeface="Corbel"/>
                <a:cs typeface="Corbel"/>
              </a:rPr>
              <a:t>It</a:t>
            </a:r>
            <a:r>
              <a:rPr sz="1200" i="1" spc="200" dirty="0">
                <a:latin typeface="Corbel"/>
                <a:cs typeface="Corbel"/>
              </a:rPr>
              <a:t> </a:t>
            </a:r>
            <a:r>
              <a:rPr sz="1200" i="1" dirty="0">
                <a:latin typeface="Corbel"/>
                <a:cs typeface="Corbel"/>
              </a:rPr>
              <a:t>really</a:t>
            </a:r>
            <a:r>
              <a:rPr sz="1200" i="1" spc="195" dirty="0">
                <a:latin typeface="Corbel"/>
                <a:cs typeface="Corbel"/>
              </a:rPr>
              <a:t> </a:t>
            </a:r>
            <a:r>
              <a:rPr sz="1200" i="1" dirty="0">
                <a:latin typeface="Corbel"/>
                <a:cs typeface="Corbel"/>
              </a:rPr>
              <a:t>comes</a:t>
            </a:r>
            <a:r>
              <a:rPr sz="1200" i="1" spc="190" dirty="0">
                <a:latin typeface="Corbel"/>
                <a:cs typeface="Corbel"/>
              </a:rPr>
              <a:t> </a:t>
            </a:r>
            <a:r>
              <a:rPr sz="1200" i="1" dirty="0">
                <a:latin typeface="Corbel"/>
                <a:cs typeface="Corbel"/>
              </a:rPr>
              <a:t>down</a:t>
            </a:r>
            <a:r>
              <a:rPr sz="1200" i="1" spc="200" dirty="0">
                <a:latin typeface="Corbel"/>
                <a:cs typeface="Corbel"/>
              </a:rPr>
              <a:t> </a:t>
            </a:r>
            <a:r>
              <a:rPr sz="1200" i="1" dirty="0">
                <a:latin typeface="Corbel"/>
                <a:cs typeface="Corbel"/>
              </a:rPr>
              <a:t>to</a:t>
            </a:r>
            <a:r>
              <a:rPr sz="1200" i="1" spc="195" dirty="0">
                <a:latin typeface="Corbel"/>
                <a:cs typeface="Corbel"/>
              </a:rPr>
              <a:t> </a:t>
            </a:r>
            <a:r>
              <a:rPr sz="1200" i="1" dirty="0">
                <a:latin typeface="Corbel"/>
                <a:cs typeface="Corbel"/>
              </a:rPr>
              <a:t>what</a:t>
            </a:r>
            <a:r>
              <a:rPr sz="1200" i="1" spc="195" dirty="0">
                <a:latin typeface="Corbel"/>
                <a:cs typeface="Corbel"/>
              </a:rPr>
              <a:t> </a:t>
            </a:r>
            <a:r>
              <a:rPr sz="1200" i="1" dirty="0">
                <a:latin typeface="Corbel"/>
                <a:cs typeface="Corbel"/>
              </a:rPr>
              <a:t>your</a:t>
            </a:r>
            <a:r>
              <a:rPr sz="1200" i="1" spc="200" dirty="0">
                <a:latin typeface="Corbel"/>
                <a:cs typeface="Corbel"/>
              </a:rPr>
              <a:t> </a:t>
            </a:r>
            <a:r>
              <a:rPr sz="1200" i="1" dirty="0">
                <a:latin typeface="Corbel"/>
                <a:cs typeface="Corbel"/>
              </a:rPr>
              <a:t>aircraft</a:t>
            </a:r>
            <a:r>
              <a:rPr sz="1200" i="1" spc="200" dirty="0">
                <a:latin typeface="Corbel"/>
                <a:cs typeface="Corbel"/>
              </a:rPr>
              <a:t> </a:t>
            </a:r>
            <a:r>
              <a:rPr sz="1200" i="1" dirty="0">
                <a:latin typeface="Corbel"/>
                <a:cs typeface="Corbel"/>
              </a:rPr>
              <a:t>is</a:t>
            </a:r>
            <a:r>
              <a:rPr sz="1200" i="1" spc="190" dirty="0">
                <a:latin typeface="Corbel"/>
                <a:cs typeface="Corbel"/>
              </a:rPr>
              <a:t> </a:t>
            </a:r>
            <a:r>
              <a:rPr sz="1200" i="1" dirty="0">
                <a:latin typeface="Corbel"/>
                <a:cs typeface="Corbel"/>
              </a:rPr>
              <a:t>built</a:t>
            </a:r>
            <a:r>
              <a:rPr sz="1200" i="1" spc="200" dirty="0">
                <a:latin typeface="Corbel"/>
                <a:cs typeface="Corbel"/>
              </a:rPr>
              <a:t> </a:t>
            </a:r>
            <a:r>
              <a:rPr sz="1200" i="1" dirty="0">
                <a:latin typeface="Corbel"/>
                <a:cs typeface="Corbel"/>
              </a:rPr>
              <a:t>for.</a:t>
            </a:r>
            <a:r>
              <a:rPr sz="1200" i="1" spc="190" dirty="0">
                <a:latin typeface="Corbel"/>
                <a:cs typeface="Corbel"/>
              </a:rPr>
              <a:t> </a:t>
            </a:r>
            <a:r>
              <a:rPr sz="1200" i="1" dirty="0">
                <a:latin typeface="Corbel"/>
                <a:cs typeface="Corbel"/>
              </a:rPr>
              <a:t>Stable</a:t>
            </a:r>
            <a:r>
              <a:rPr sz="1200" i="1" spc="195" dirty="0">
                <a:latin typeface="Corbel"/>
                <a:cs typeface="Corbel"/>
              </a:rPr>
              <a:t> </a:t>
            </a:r>
            <a:r>
              <a:rPr sz="1200" i="1" dirty="0">
                <a:latin typeface="Corbel"/>
                <a:cs typeface="Corbel"/>
              </a:rPr>
              <a:t>aircraft,</a:t>
            </a:r>
            <a:r>
              <a:rPr sz="1200" i="1" spc="190" dirty="0">
                <a:latin typeface="Corbel"/>
                <a:cs typeface="Corbel"/>
              </a:rPr>
              <a:t> </a:t>
            </a:r>
            <a:r>
              <a:rPr sz="1200" i="1" dirty="0">
                <a:latin typeface="Corbel"/>
                <a:cs typeface="Corbel"/>
              </a:rPr>
              <a:t>like</a:t>
            </a:r>
            <a:r>
              <a:rPr sz="1200" i="1" spc="200" dirty="0">
                <a:latin typeface="Corbel"/>
                <a:cs typeface="Corbel"/>
              </a:rPr>
              <a:t> </a:t>
            </a:r>
            <a:r>
              <a:rPr sz="1200" i="1" dirty="0">
                <a:latin typeface="Corbel"/>
                <a:cs typeface="Corbel"/>
              </a:rPr>
              <a:t>Cessna</a:t>
            </a:r>
            <a:r>
              <a:rPr sz="1200" i="1" spc="195" dirty="0">
                <a:latin typeface="Corbel"/>
                <a:cs typeface="Corbel"/>
              </a:rPr>
              <a:t> </a:t>
            </a:r>
            <a:r>
              <a:rPr sz="1200" i="1" dirty="0">
                <a:latin typeface="Corbel"/>
                <a:cs typeface="Corbel"/>
              </a:rPr>
              <a:t>and</a:t>
            </a:r>
            <a:r>
              <a:rPr sz="1200" i="1" spc="195" dirty="0">
                <a:latin typeface="Corbel"/>
                <a:cs typeface="Corbel"/>
              </a:rPr>
              <a:t> </a:t>
            </a:r>
            <a:r>
              <a:rPr sz="1200" i="1" dirty="0">
                <a:latin typeface="Corbel"/>
                <a:cs typeface="Corbel"/>
              </a:rPr>
              <a:t>Piper</a:t>
            </a:r>
            <a:r>
              <a:rPr sz="1200" i="1" spc="204" dirty="0">
                <a:latin typeface="Corbel"/>
                <a:cs typeface="Corbel"/>
              </a:rPr>
              <a:t> </a:t>
            </a:r>
            <a:r>
              <a:rPr sz="1200" i="1" dirty="0">
                <a:latin typeface="Corbel"/>
                <a:cs typeface="Corbel"/>
              </a:rPr>
              <a:t>training</a:t>
            </a:r>
            <a:r>
              <a:rPr sz="1200" i="1" spc="195" dirty="0">
                <a:latin typeface="Corbel"/>
                <a:cs typeface="Corbel"/>
              </a:rPr>
              <a:t> </a:t>
            </a:r>
            <a:r>
              <a:rPr sz="1200" i="1" dirty="0">
                <a:latin typeface="Corbel"/>
                <a:cs typeface="Corbel"/>
              </a:rPr>
              <a:t>aircraft,</a:t>
            </a:r>
            <a:r>
              <a:rPr sz="1200" i="1" spc="190" dirty="0">
                <a:latin typeface="Corbel"/>
                <a:cs typeface="Corbel"/>
              </a:rPr>
              <a:t> </a:t>
            </a:r>
            <a:r>
              <a:rPr sz="1200" i="1" dirty="0">
                <a:latin typeface="Corbel"/>
                <a:cs typeface="Corbel"/>
              </a:rPr>
              <a:t>are</a:t>
            </a:r>
            <a:r>
              <a:rPr sz="1200" i="1" spc="200" dirty="0">
                <a:latin typeface="Corbel"/>
                <a:cs typeface="Corbel"/>
              </a:rPr>
              <a:t> </a:t>
            </a:r>
            <a:r>
              <a:rPr sz="1200" i="1" dirty="0">
                <a:latin typeface="Corbel"/>
                <a:cs typeface="Corbel"/>
              </a:rPr>
              <a:t>built</a:t>
            </a:r>
            <a:r>
              <a:rPr sz="1200" i="1" spc="200" dirty="0">
                <a:latin typeface="Corbel"/>
                <a:cs typeface="Corbel"/>
              </a:rPr>
              <a:t> </a:t>
            </a:r>
            <a:r>
              <a:rPr sz="1200" i="1" dirty="0">
                <a:latin typeface="Corbel"/>
                <a:cs typeface="Corbel"/>
              </a:rPr>
              <a:t>to</a:t>
            </a:r>
            <a:r>
              <a:rPr sz="1200" i="1" spc="190" dirty="0">
                <a:latin typeface="Corbel"/>
                <a:cs typeface="Corbel"/>
              </a:rPr>
              <a:t> </a:t>
            </a:r>
            <a:r>
              <a:rPr sz="1200" i="1" dirty="0">
                <a:latin typeface="Corbel"/>
                <a:cs typeface="Corbel"/>
              </a:rPr>
              <a:t>be</a:t>
            </a:r>
            <a:r>
              <a:rPr sz="1200" i="1" spc="200" dirty="0">
                <a:latin typeface="Corbel"/>
                <a:cs typeface="Corbel"/>
              </a:rPr>
              <a:t> </a:t>
            </a:r>
            <a:r>
              <a:rPr sz="1200" i="1" dirty="0">
                <a:latin typeface="Corbel"/>
                <a:cs typeface="Corbel"/>
              </a:rPr>
              <a:t>statically</a:t>
            </a:r>
            <a:r>
              <a:rPr sz="1200" i="1" spc="195" dirty="0">
                <a:latin typeface="Corbel"/>
                <a:cs typeface="Corbel"/>
              </a:rPr>
              <a:t> </a:t>
            </a:r>
            <a:r>
              <a:rPr sz="1200" i="1" spc="-25" dirty="0">
                <a:latin typeface="Corbel"/>
                <a:cs typeface="Corbel"/>
              </a:rPr>
              <a:t>and </a:t>
            </a:r>
            <a:r>
              <a:rPr sz="1200" i="1" dirty="0">
                <a:latin typeface="Corbel"/>
                <a:cs typeface="Corbel"/>
              </a:rPr>
              <a:t>dynamically</a:t>
            </a:r>
            <a:r>
              <a:rPr sz="1200" i="1" spc="165" dirty="0">
                <a:latin typeface="Corbel"/>
                <a:cs typeface="Corbel"/>
              </a:rPr>
              <a:t> </a:t>
            </a:r>
            <a:r>
              <a:rPr sz="1200" i="1" dirty="0">
                <a:latin typeface="Corbel"/>
                <a:cs typeface="Corbel"/>
              </a:rPr>
              <a:t>stable,</a:t>
            </a:r>
            <a:r>
              <a:rPr sz="1200" i="1" spc="160" dirty="0">
                <a:latin typeface="Corbel"/>
                <a:cs typeface="Corbel"/>
              </a:rPr>
              <a:t> </a:t>
            </a:r>
            <a:r>
              <a:rPr sz="1200" i="1" dirty="0">
                <a:latin typeface="Corbel"/>
                <a:cs typeface="Corbel"/>
              </a:rPr>
              <a:t>making</a:t>
            </a:r>
            <a:r>
              <a:rPr sz="1200" i="1" spc="175" dirty="0">
                <a:latin typeface="Corbel"/>
                <a:cs typeface="Corbel"/>
              </a:rPr>
              <a:t> </a:t>
            </a:r>
            <a:r>
              <a:rPr sz="1200" i="1" dirty="0">
                <a:latin typeface="Corbel"/>
                <a:cs typeface="Corbel"/>
              </a:rPr>
              <a:t>them</a:t>
            </a:r>
            <a:r>
              <a:rPr sz="1200" i="1" spc="165" dirty="0">
                <a:latin typeface="Corbel"/>
                <a:cs typeface="Corbel"/>
              </a:rPr>
              <a:t> </a:t>
            </a:r>
            <a:r>
              <a:rPr sz="1200" i="1" dirty="0">
                <a:latin typeface="Corbel"/>
                <a:cs typeface="Corbel"/>
              </a:rPr>
              <a:t>easy</a:t>
            </a:r>
            <a:r>
              <a:rPr sz="1200" i="1" spc="170" dirty="0">
                <a:latin typeface="Corbel"/>
                <a:cs typeface="Corbel"/>
              </a:rPr>
              <a:t> </a:t>
            </a:r>
            <a:r>
              <a:rPr sz="1200" i="1" dirty="0">
                <a:latin typeface="Corbel"/>
                <a:cs typeface="Corbel"/>
              </a:rPr>
              <a:t>to</a:t>
            </a:r>
            <a:r>
              <a:rPr sz="1200" i="1" spc="165" dirty="0">
                <a:latin typeface="Corbel"/>
                <a:cs typeface="Corbel"/>
              </a:rPr>
              <a:t> </a:t>
            </a:r>
            <a:r>
              <a:rPr sz="1200" i="1" dirty="0">
                <a:latin typeface="Corbel"/>
                <a:cs typeface="Corbel"/>
              </a:rPr>
              <a:t>trim</a:t>
            </a:r>
            <a:r>
              <a:rPr sz="1200" i="1" spc="170" dirty="0">
                <a:latin typeface="Corbel"/>
                <a:cs typeface="Corbel"/>
              </a:rPr>
              <a:t> </a:t>
            </a:r>
            <a:r>
              <a:rPr sz="1200" i="1" dirty="0">
                <a:latin typeface="Corbel"/>
                <a:cs typeface="Corbel"/>
              </a:rPr>
              <a:t>and</a:t>
            </a:r>
            <a:r>
              <a:rPr sz="1200" i="1" spc="165" dirty="0">
                <a:latin typeface="Corbel"/>
                <a:cs typeface="Corbel"/>
              </a:rPr>
              <a:t> </a:t>
            </a:r>
            <a:r>
              <a:rPr sz="1200" i="1" dirty="0">
                <a:latin typeface="Corbel"/>
                <a:cs typeface="Corbel"/>
              </a:rPr>
              <a:t>fly</a:t>
            </a:r>
            <a:r>
              <a:rPr sz="1200" i="1" spc="165" dirty="0">
                <a:latin typeface="Corbel"/>
                <a:cs typeface="Corbel"/>
              </a:rPr>
              <a:t> </a:t>
            </a:r>
            <a:r>
              <a:rPr sz="1200" i="1" dirty="0">
                <a:latin typeface="Corbel"/>
                <a:cs typeface="Corbel"/>
              </a:rPr>
              <a:t>'hands</a:t>
            </a:r>
            <a:r>
              <a:rPr sz="1200" i="1" spc="170" dirty="0">
                <a:latin typeface="Corbel"/>
                <a:cs typeface="Corbel"/>
              </a:rPr>
              <a:t> </a:t>
            </a:r>
            <a:r>
              <a:rPr sz="1200" i="1" dirty="0">
                <a:latin typeface="Corbel"/>
                <a:cs typeface="Corbel"/>
              </a:rPr>
              <a:t>off’.</a:t>
            </a:r>
            <a:r>
              <a:rPr sz="1200" i="1" spc="160" dirty="0">
                <a:latin typeface="Corbel"/>
                <a:cs typeface="Corbel"/>
              </a:rPr>
              <a:t> </a:t>
            </a:r>
            <a:r>
              <a:rPr sz="1200" i="1" dirty="0">
                <a:latin typeface="Corbel"/>
                <a:cs typeface="Corbel"/>
              </a:rPr>
              <a:t>However,</a:t>
            </a:r>
            <a:r>
              <a:rPr sz="1200" i="1" spc="165" dirty="0">
                <a:latin typeface="Corbel"/>
                <a:cs typeface="Corbel"/>
              </a:rPr>
              <a:t> </a:t>
            </a:r>
            <a:r>
              <a:rPr sz="1200" i="1" dirty="0">
                <a:latin typeface="Corbel"/>
                <a:cs typeface="Corbel"/>
              </a:rPr>
              <a:t>jets</a:t>
            </a:r>
            <a:r>
              <a:rPr sz="1200" i="1" spc="165" dirty="0">
                <a:latin typeface="Corbel"/>
                <a:cs typeface="Corbel"/>
              </a:rPr>
              <a:t> </a:t>
            </a:r>
            <a:r>
              <a:rPr sz="1200" i="1" dirty="0">
                <a:latin typeface="Corbel"/>
                <a:cs typeface="Corbel"/>
              </a:rPr>
              <a:t>like</a:t>
            </a:r>
            <a:r>
              <a:rPr sz="1200" i="1" spc="175" dirty="0">
                <a:latin typeface="Corbel"/>
                <a:cs typeface="Corbel"/>
              </a:rPr>
              <a:t> </a:t>
            </a:r>
            <a:r>
              <a:rPr sz="1200" i="1" dirty="0">
                <a:latin typeface="Corbel"/>
                <a:cs typeface="Corbel"/>
              </a:rPr>
              <a:t>the</a:t>
            </a:r>
            <a:r>
              <a:rPr sz="1200" i="1" spc="170" dirty="0">
                <a:latin typeface="Corbel"/>
                <a:cs typeface="Corbel"/>
              </a:rPr>
              <a:t> </a:t>
            </a:r>
            <a:r>
              <a:rPr sz="1200" i="1" spc="-10" dirty="0">
                <a:latin typeface="Corbel"/>
                <a:cs typeface="Corbel"/>
              </a:rPr>
              <a:t>F-</a:t>
            </a:r>
            <a:r>
              <a:rPr sz="1200" i="1" dirty="0">
                <a:latin typeface="Corbel"/>
                <a:cs typeface="Corbel"/>
              </a:rPr>
              <a:t>16,</a:t>
            </a:r>
            <a:r>
              <a:rPr sz="1200" i="1" spc="165" dirty="0">
                <a:latin typeface="Corbel"/>
                <a:cs typeface="Corbel"/>
              </a:rPr>
              <a:t> </a:t>
            </a:r>
            <a:r>
              <a:rPr sz="1200" i="1" dirty="0">
                <a:latin typeface="Corbel"/>
                <a:cs typeface="Corbel"/>
              </a:rPr>
              <a:t>are</a:t>
            </a:r>
            <a:r>
              <a:rPr sz="1200" i="1" spc="175" dirty="0">
                <a:latin typeface="Corbel"/>
                <a:cs typeface="Corbel"/>
              </a:rPr>
              <a:t> </a:t>
            </a:r>
            <a:r>
              <a:rPr sz="1200" i="1" dirty="0">
                <a:latin typeface="Corbel"/>
                <a:cs typeface="Corbel"/>
              </a:rPr>
              <a:t>built</a:t>
            </a:r>
            <a:r>
              <a:rPr sz="1200" i="1" spc="170" dirty="0">
                <a:latin typeface="Corbel"/>
                <a:cs typeface="Corbel"/>
              </a:rPr>
              <a:t> </a:t>
            </a:r>
            <a:r>
              <a:rPr sz="1200" i="1" dirty="0">
                <a:latin typeface="Corbel"/>
                <a:cs typeface="Corbel"/>
              </a:rPr>
              <a:t>to</a:t>
            </a:r>
            <a:r>
              <a:rPr sz="1200" i="1" spc="170" dirty="0">
                <a:latin typeface="Corbel"/>
                <a:cs typeface="Corbel"/>
              </a:rPr>
              <a:t> </a:t>
            </a:r>
            <a:r>
              <a:rPr sz="1200" i="1" dirty="0">
                <a:latin typeface="Corbel"/>
                <a:cs typeface="Corbel"/>
              </a:rPr>
              <a:t>be</a:t>
            </a:r>
            <a:r>
              <a:rPr sz="1200" i="1" spc="170" dirty="0">
                <a:latin typeface="Corbel"/>
                <a:cs typeface="Corbel"/>
              </a:rPr>
              <a:t> </a:t>
            </a:r>
            <a:r>
              <a:rPr sz="1200" i="1" dirty="0">
                <a:latin typeface="Corbel"/>
                <a:cs typeface="Corbel"/>
              </a:rPr>
              <a:t>unstable,</a:t>
            </a:r>
            <a:r>
              <a:rPr sz="1200" i="1" spc="165" dirty="0">
                <a:latin typeface="Corbel"/>
                <a:cs typeface="Corbel"/>
              </a:rPr>
              <a:t> </a:t>
            </a:r>
            <a:r>
              <a:rPr sz="1200" i="1" dirty="0">
                <a:latin typeface="Corbel"/>
                <a:cs typeface="Corbel"/>
              </a:rPr>
              <a:t>making</a:t>
            </a:r>
            <a:r>
              <a:rPr sz="1200" i="1" spc="170" dirty="0">
                <a:latin typeface="Corbel"/>
                <a:cs typeface="Corbel"/>
              </a:rPr>
              <a:t> </a:t>
            </a:r>
            <a:r>
              <a:rPr sz="1200" i="1" dirty="0">
                <a:latin typeface="Corbel"/>
                <a:cs typeface="Corbel"/>
              </a:rPr>
              <a:t>them</a:t>
            </a:r>
            <a:r>
              <a:rPr sz="1200" i="1" spc="165" dirty="0">
                <a:latin typeface="Corbel"/>
                <a:cs typeface="Corbel"/>
              </a:rPr>
              <a:t> </a:t>
            </a:r>
            <a:r>
              <a:rPr sz="1200" i="1" spc="-10" dirty="0">
                <a:latin typeface="Corbel"/>
                <a:cs typeface="Corbel"/>
              </a:rPr>
              <a:t>highly maneuverable </a:t>
            </a:r>
            <a:r>
              <a:rPr sz="1200" i="1" dirty="0">
                <a:latin typeface="Corbel"/>
                <a:cs typeface="Corbel"/>
              </a:rPr>
              <a:t>and</a:t>
            </a:r>
            <a:r>
              <a:rPr sz="1200" i="1" spc="-15" dirty="0">
                <a:latin typeface="Corbel"/>
                <a:cs typeface="Corbel"/>
              </a:rPr>
              <a:t> </a:t>
            </a:r>
            <a:r>
              <a:rPr sz="1200" i="1" dirty="0">
                <a:latin typeface="Corbel"/>
                <a:cs typeface="Corbel"/>
              </a:rPr>
              <a:t>easy</a:t>
            </a:r>
            <a:r>
              <a:rPr sz="1200" i="1" spc="-10" dirty="0">
                <a:latin typeface="Corbel"/>
                <a:cs typeface="Corbel"/>
              </a:rPr>
              <a:t> </a:t>
            </a:r>
            <a:r>
              <a:rPr sz="1200" i="1" dirty="0">
                <a:latin typeface="Corbel"/>
                <a:cs typeface="Corbel"/>
              </a:rPr>
              <a:t>to</a:t>
            </a:r>
            <a:r>
              <a:rPr sz="1200" i="1" spc="-10" dirty="0">
                <a:latin typeface="Corbel"/>
                <a:cs typeface="Corbel"/>
              </a:rPr>
              <a:t> </a:t>
            </a:r>
            <a:r>
              <a:rPr sz="1200" i="1" dirty="0">
                <a:latin typeface="Corbel"/>
                <a:cs typeface="Corbel"/>
              </a:rPr>
              <a:t>pitch,</a:t>
            </a:r>
            <a:r>
              <a:rPr sz="1200" i="1" spc="-15" dirty="0">
                <a:latin typeface="Corbel"/>
                <a:cs typeface="Corbel"/>
              </a:rPr>
              <a:t> </a:t>
            </a:r>
            <a:r>
              <a:rPr sz="1200" i="1" dirty="0">
                <a:latin typeface="Corbel"/>
                <a:cs typeface="Corbel"/>
              </a:rPr>
              <a:t>roll</a:t>
            </a:r>
            <a:r>
              <a:rPr sz="1200" i="1" spc="-10" dirty="0">
                <a:latin typeface="Corbel"/>
                <a:cs typeface="Corbel"/>
              </a:rPr>
              <a:t> </a:t>
            </a:r>
            <a:r>
              <a:rPr sz="1200" i="1" dirty="0">
                <a:latin typeface="Corbel"/>
                <a:cs typeface="Corbel"/>
              </a:rPr>
              <a:t>and</a:t>
            </a:r>
            <a:r>
              <a:rPr sz="1200" i="1" spc="-20" dirty="0">
                <a:latin typeface="Corbel"/>
                <a:cs typeface="Corbel"/>
              </a:rPr>
              <a:t> </a:t>
            </a:r>
            <a:r>
              <a:rPr sz="1200" i="1" dirty="0">
                <a:latin typeface="Corbel"/>
                <a:cs typeface="Corbel"/>
              </a:rPr>
              <a:t>yaw</a:t>
            </a:r>
            <a:r>
              <a:rPr sz="1200" i="1" spc="-15" dirty="0">
                <a:latin typeface="Corbel"/>
                <a:cs typeface="Corbel"/>
              </a:rPr>
              <a:t> </a:t>
            </a:r>
            <a:r>
              <a:rPr sz="1200" i="1" spc="-10" dirty="0">
                <a:latin typeface="Corbel"/>
                <a:cs typeface="Corbel"/>
              </a:rPr>
              <a:t>aggressively</a:t>
            </a:r>
            <a:endParaRPr sz="1200">
              <a:latin typeface="Corbel"/>
              <a:cs typeface="Corbel"/>
            </a:endParaRPr>
          </a:p>
        </p:txBody>
      </p:sp>
      <p:grpSp>
        <p:nvGrpSpPr>
          <p:cNvPr id="20" name="object 20"/>
          <p:cNvGrpSpPr/>
          <p:nvPr/>
        </p:nvGrpSpPr>
        <p:grpSpPr>
          <a:xfrm>
            <a:off x="43542" y="6462030"/>
            <a:ext cx="720090" cy="360045"/>
            <a:chOff x="43542" y="6462030"/>
            <a:chExt cx="720090" cy="360045"/>
          </a:xfrm>
        </p:grpSpPr>
        <p:pic>
          <p:nvPicPr>
            <p:cNvPr id="21" name="object 21"/>
            <p:cNvPicPr/>
            <p:nvPr/>
          </p:nvPicPr>
          <p:blipFill>
            <a:blip r:embed="rId9" cstate="print"/>
            <a:stretch>
              <a:fillRect/>
            </a:stretch>
          </p:blipFill>
          <p:spPr>
            <a:xfrm>
              <a:off x="403541" y="6462030"/>
              <a:ext cx="360000" cy="359999"/>
            </a:xfrm>
            <a:prstGeom prst="rect">
              <a:avLst/>
            </a:prstGeom>
          </p:spPr>
        </p:pic>
        <p:sp>
          <p:nvSpPr>
            <p:cNvPr id="22" name="object 22"/>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23" name="object 23"/>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4" name="object 24"/>
            <p:cNvPicPr/>
            <p:nvPr/>
          </p:nvPicPr>
          <p:blipFill>
            <a:blip r:embed="rId10" cstate="print"/>
            <a:stretch>
              <a:fillRect/>
            </a:stretch>
          </p:blipFill>
          <p:spPr>
            <a:xfrm>
              <a:off x="172917" y="6515468"/>
              <a:ext cx="101249" cy="227812"/>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8943340" cy="878205"/>
            <a:chOff x="1417319" y="414527"/>
            <a:chExt cx="8943340" cy="878205"/>
          </a:xfrm>
        </p:grpSpPr>
        <p:pic>
          <p:nvPicPr>
            <p:cNvPr id="4" name="object 4"/>
            <p:cNvPicPr/>
            <p:nvPr/>
          </p:nvPicPr>
          <p:blipFill>
            <a:blip r:embed="rId2" cstate="print"/>
            <a:stretch>
              <a:fillRect/>
            </a:stretch>
          </p:blipFill>
          <p:spPr>
            <a:xfrm>
              <a:off x="1417319" y="414527"/>
              <a:ext cx="3532631" cy="573024"/>
            </a:xfrm>
            <a:prstGeom prst="rect">
              <a:avLst/>
            </a:prstGeom>
          </p:spPr>
        </p:pic>
        <p:pic>
          <p:nvPicPr>
            <p:cNvPr id="5" name="object 5"/>
            <p:cNvPicPr/>
            <p:nvPr/>
          </p:nvPicPr>
          <p:blipFill>
            <a:blip r:embed="rId3" cstate="print"/>
            <a:stretch>
              <a:fillRect/>
            </a:stretch>
          </p:blipFill>
          <p:spPr>
            <a:xfrm>
              <a:off x="4605527" y="414527"/>
              <a:ext cx="1475231" cy="573024"/>
            </a:xfrm>
            <a:prstGeom prst="rect">
              <a:avLst/>
            </a:prstGeom>
          </p:spPr>
        </p:pic>
        <p:pic>
          <p:nvPicPr>
            <p:cNvPr id="6" name="object 6"/>
            <p:cNvPicPr/>
            <p:nvPr/>
          </p:nvPicPr>
          <p:blipFill>
            <a:blip r:embed="rId4" cstate="print"/>
            <a:stretch>
              <a:fillRect/>
            </a:stretch>
          </p:blipFill>
          <p:spPr>
            <a:xfrm>
              <a:off x="5788152" y="414527"/>
              <a:ext cx="2749296" cy="573024"/>
            </a:xfrm>
            <a:prstGeom prst="rect">
              <a:avLst/>
            </a:prstGeom>
          </p:spPr>
        </p:pic>
        <p:pic>
          <p:nvPicPr>
            <p:cNvPr id="7" name="object 7"/>
            <p:cNvPicPr/>
            <p:nvPr/>
          </p:nvPicPr>
          <p:blipFill>
            <a:blip r:embed="rId5" cstate="print"/>
            <a:stretch>
              <a:fillRect/>
            </a:stretch>
          </p:blipFill>
          <p:spPr>
            <a:xfrm>
              <a:off x="8193024" y="414527"/>
              <a:ext cx="429768" cy="573024"/>
            </a:xfrm>
            <a:prstGeom prst="rect">
              <a:avLst/>
            </a:prstGeom>
          </p:spPr>
        </p:pic>
        <p:pic>
          <p:nvPicPr>
            <p:cNvPr id="8" name="object 8"/>
            <p:cNvPicPr/>
            <p:nvPr/>
          </p:nvPicPr>
          <p:blipFill>
            <a:blip r:embed="rId6" cstate="print"/>
            <a:stretch>
              <a:fillRect/>
            </a:stretch>
          </p:blipFill>
          <p:spPr>
            <a:xfrm>
              <a:off x="8278367" y="414527"/>
              <a:ext cx="1667255" cy="573024"/>
            </a:xfrm>
            <a:prstGeom prst="rect">
              <a:avLst/>
            </a:prstGeom>
          </p:spPr>
        </p:pic>
        <p:pic>
          <p:nvPicPr>
            <p:cNvPr id="9" name="object 9"/>
            <p:cNvPicPr/>
            <p:nvPr/>
          </p:nvPicPr>
          <p:blipFill>
            <a:blip r:embed="rId7" cstate="print"/>
            <a:stretch>
              <a:fillRect/>
            </a:stretch>
          </p:blipFill>
          <p:spPr>
            <a:xfrm>
              <a:off x="1417319" y="719327"/>
              <a:ext cx="8942832" cy="573024"/>
            </a:xfrm>
            <a:prstGeom prst="rect">
              <a:avLst/>
            </a:prstGeom>
          </p:spPr>
        </p:pic>
      </p:grpSp>
      <p:sp>
        <p:nvSpPr>
          <p:cNvPr id="10" name="object 10"/>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020</a:t>
            </a:r>
            <a:r>
              <a:rPr b="1" spc="-60" dirty="0">
                <a:latin typeface="Corbel"/>
                <a:cs typeface="Corbel"/>
              </a:rPr>
              <a:t> </a:t>
            </a:r>
            <a:r>
              <a:rPr b="1" dirty="0">
                <a:latin typeface="Corbel"/>
                <a:cs typeface="Corbel"/>
              </a:rPr>
              <a:t>02</a:t>
            </a:r>
            <a:r>
              <a:rPr b="1" spc="-30" dirty="0">
                <a:latin typeface="Corbel"/>
                <a:cs typeface="Corbel"/>
              </a:rPr>
              <a:t> </a:t>
            </a:r>
            <a:r>
              <a:rPr b="1" spc="-10" dirty="0">
                <a:latin typeface="Corbel"/>
                <a:cs typeface="Corbel"/>
              </a:rPr>
              <a:t>00:</a:t>
            </a:r>
            <a:r>
              <a:rPr b="1" spc="-95" dirty="0">
                <a:latin typeface="Corbel"/>
                <a:cs typeface="Corbel"/>
              </a:rPr>
              <a:t> </a:t>
            </a:r>
            <a:r>
              <a:rPr b="1" dirty="0">
                <a:latin typeface="Corbel"/>
                <a:cs typeface="Corbel"/>
              </a:rPr>
              <a:t>Control</a:t>
            </a:r>
            <a:r>
              <a:rPr b="1" spc="-35" dirty="0">
                <a:latin typeface="Corbel"/>
                <a:cs typeface="Corbel"/>
              </a:rPr>
              <a:t> </a:t>
            </a:r>
            <a:r>
              <a:rPr b="1" dirty="0">
                <a:latin typeface="Corbel"/>
                <a:cs typeface="Corbel"/>
              </a:rPr>
              <a:t>of</a:t>
            </a:r>
            <a:r>
              <a:rPr b="1" spc="-25" dirty="0">
                <a:latin typeface="Corbel"/>
                <a:cs typeface="Corbel"/>
              </a:rPr>
              <a:t> </a:t>
            </a:r>
            <a:r>
              <a:rPr b="1" dirty="0">
                <a:latin typeface="Corbel"/>
                <a:cs typeface="Corbel"/>
              </a:rPr>
              <a:t>Motion</a:t>
            </a:r>
            <a:r>
              <a:rPr b="1" spc="-35" dirty="0">
                <a:latin typeface="Corbel"/>
                <a:cs typeface="Corbel"/>
              </a:rPr>
              <a:t> </a:t>
            </a:r>
            <a:r>
              <a:rPr b="1" dirty="0">
                <a:latin typeface="Corbel"/>
                <a:cs typeface="Corbel"/>
              </a:rPr>
              <a:t>(Aeroplane</a:t>
            </a:r>
            <a:r>
              <a:rPr b="1" spc="-30" dirty="0">
                <a:latin typeface="Corbel"/>
                <a:cs typeface="Corbel"/>
              </a:rPr>
              <a:t> </a:t>
            </a:r>
            <a:r>
              <a:rPr b="1" dirty="0">
                <a:latin typeface="Corbel"/>
                <a:cs typeface="Corbel"/>
              </a:rPr>
              <a:t>/</a:t>
            </a:r>
            <a:r>
              <a:rPr b="1" spc="-35" dirty="0">
                <a:latin typeface="Corbel"/>
                <a:cs typeface="Corbel"/>
              </a:rPr>
              <a:t> </a:t>
            </a:r>
            <a:r>
              <a:rPr b="1" dirty="0">
                <a:latin typeface="Corbel"/>
                <a:cs typeface="Corbel"/>
              </a:rPr>
              <a:t>Rotorcraft</a:t>
            </a:r>
            <a:r>
              <a:rPr b="1" spc="-30" dirty="0">
                <a:latin typeface="Corbel"/>
                <a:cs typeface="Corbel"/>
              </a:rPr>
              <a:t> </a:t>
            </a:r>
            <a:r>
              <a:rPr b="1" dirty="0">
                <a:latin typeface="Corbel"/>
                <a:cs typeface="Corbel"/>
              </a:rPr>
              <a:t>/</a:t>
            </a:r>
            <a:r>
              <a:rPr b="1" spc="-35" dirty="0">
                <a:latin typeface="Corbel"/>
                <a:cs typeface="Corbel"/>
              </a:rPr>
              <a:t> </a:t>
            </a:r>
            <a:r>
              <a:rPr b="1" spc="-25" dirty="0">
                <a:latin typeface="Corbel"/>
                <a:cs typeface="Corbel"/>
              </a:rPr>
              <a:t>Powered-</a:t>
            </a:r>
            <a:r>
              <a:rPr b="1" dirty="0">
                <a:latin typeface="Corbel"/>
                <a:cs typeface="Corbel"/>
              </a:rPr>
              <a:t>lift</a:t>
            </a:r>
            <a:r>
              <a:rPr b="1" spc="-30" dirty="0">
                <a:latin typeface="Corbel"/>
                <a:cs typeface="Corbel"/>
              </a:rPr>
              <a:t> </a:t>
            </a:r>
            <a:r>
              <a:rPr b="1" dirty="0">
                <a:latin typeface="Corbel"/>
                <a:cs typeface="Corbel"/>
              </a:rPr>
              <a:t>/</a:t>
            </a:r>
            <a:r>
              <a:rPr b="1" spc="-105" dirty="0">
                <a:latin typeface="Corbel"/>
                <a:cs typeface="Corbel"/>
              </a:rPr>
              <a:t> </a:t>
            </a:r>
            <a:r>
              <a:rPr b="1" spc="-10" dirty="0">
                <a:latin typeface="Corbel"/>
                <a:cs typeface="Corbel"/>
              </a:rPr>
              <a:t>Airship)</a:t>
            </a:r>
          </a:p>
          <a:p>
            <a:pPr marL="12700">
              <a:lnSpc>
                <a:spcPct val="100000"/>
              </a:lnSpc>
            </a:pPr>
            <a:r>
              <a:rPr spc="-10" dirty="0"/>
              <a:t>020</a:t>
            </a:r>
            <a:r>
              <a:rPr spc="-40" dirty="0"/>
              <a:t> </a:t>
            </a:r>
            <a:r>
              <a:rPr dirty="0"/>
              <a:t>02</a:t>
            </a:r>
            <a:r>
              <a:rPr spc="-30" dirty="0"/>
              <a:t> </a:t>
            </a:r>
            <a:r>
              <a:rPr dirty="0"/>
              <a:t>01:</a:t>
            </a:r>
            <a:r>
              <a:rPr spc="-35" dirty="0"/>
              <a:t> </a:t>
            </a:r>
            <a:r>
              <a:rPr dirty="0"/>
              <a:t>List</a:t>
            </a:r>
            <a:r>
              <a:rPr spc="-25" dirty="0"/>
              <a:t> </a:t>
            </a:r>
            <a:r>
              <a:rPr dirty="0"/>
              <a:t>the</a:t>
            </a:r>
            <a:r>
              <a:rPr spc="-30" dirty="0"/>
              <a:t> </a:t>
            </a:r>
            <a:r>
              <a:rPr dirty="0"/>
              <a:t>axes</a:t>
            </a:r>
            <a:r>
              <a:rPr spc="-30" dirty="0"/>
              <a:t> </a:t>
            </a:r>
            <a:r>
              <a:rPr dirty="0"/>
              <a:t>of</a:t>
            </a:r>
            <a:r>
              <a:rPr spc="-35" dirty="0"/>
              <a:t> </a:t>
            </a:r>
            <a:r>
              <a:rPr dirty="0"/>
              <a:t>motion</a:t>
            </a:r>
            <a:r>
              <a:rPr spc="-40" dirty="0"/>
              <a:t> </a:t>
            </a:r>
            <a:r>
              <a:rPr dirty="0"/>
              <a:t>and</a:t>
            </a:r>
            <a:r>
              <a:rPr spc="-30" dirty="0"/>
              <a:t> </a:t>
            </a:r>
            <a:r>
              <a:rPr dirty="0"/>
              <a:t>describe</a:t>
            </a:r>
            <a:r>
              <a:rPr spc="-30" dirty="0"/>
              <a:t> </a:t>
            </a:r>
            <a:r>
              <a:rPr dirty="0"/>
              <a:t>how</a:t>
            </a:r>
            <a:r>
              <a:rPr spc="-30" dirty="0"/>
              <a:t> </a:t>
            </a:r>
            <a:r>
              <a:rPr dirty="0"/>
              <a:t>an</a:t>
            </a:r>
            <a:r>
              <a:rPr spc="-40" dirty="0"/>
              <a:t> </a:t>
            </a:r>
            <a:r>
              <a:rPr dirty="0"/>
              <a:t>aircraft</a:t>
            </a:r>
            <a:r>
              <a:rPr spc="-25" dirty="0"/>
              <a:t> </a:t>
            </a:r>
            <a:r>
              <a:rPr dirty="0"/>
              <a:t>changes</a:t>
            </a:r>
            <a:r>
              <a:rPr spc="-35" dirty="0"/>
              <a:t> </a:t>
            </a:r>
            <a:r>
              <a:rPr dirty="0"/>
              <a:t>its</a:t>
            </a:r>
            <a:r>
              <a:rPr spc="-30" dirty="0"/>
              <a:t> </a:t>
            </a:r>
            <a:r>
              <a:rPr spc="-10" dirty="0"/>
              <a:t>attitude</a:t>
            </a:r>
          </a:p>
        </p:txBody>
      </p:sp>
      <p:grpSp>
        <p:nvGrpSpPr>
          <p:cNvPr id="11" name="object 11"/>
          <p:cNvGrpSpPr/>
          <p:nvPr/>
        </p:nvGrpSpPr>
        <p:grpSpPr>
          <a:xfrm>
            <a:off x="1322832" y="2746248"/>
            <a:ext cx="3234055" cy="2355850"/>
            <a:chOff x="1322832" y="2746248"/>
            <a:chExt cx="3234055" cy="2355850"/>
          </a:xfrm>
        </p:grpSpPr>
        <p:pic>
          <p:nvPicPr>
            <p:cNvPr id="12" name="object 12"/>
            <p:cNvPicPr/>
            <p:nvPr/>
          </p:nvPicPr>
          <p:blipFill>
            <a:blip r:embed="rId8" cstate="print"/>
            <a:stretch>
              <a:fillRect/>
            </a:stretch>
          </p:blipFill>
          <p:spPr>
            <a:xfrm>
              <a:off x="1322832" y="2746248"/>
              <a:ext cx="3233927" cy="2343912"/>
            </a:xfrm>
            <a:prstGeom prst="rect">
              <a:avLst/>
            </a:prstGeom>
          </p:spPr>
        </p:pic>
        <p:sp>
          <p:nvSpPr>
            <p:cNvPr id="13" name="object 13"/>
            <p:cNvSpPr/>
            <p:nvPr/>
          </p:nvSpPr>
          <p:spPr>
            <a:xfrm>
              <a:off x="2636230" y="3803650"/>
              <a:ext cx="12700" cy="488950"/>
            </a:xfrm>
            <a:custGeom>
              <a:avLst/>
              <a:gdLst/>
              <a:ahLst/>
              <a:cxnLst/>
              <a:rect l="l" t="t" r="r" b="b"/>
              <a:pathLst>
                <a:path w="12700" h="488950">
                  <a:moveTo>
                    <a:pt x="9857" y="0"/>
                  </a:moveTo>
                  <a:lnTo>
                    <a:pt x="2843" y="0"/>
                  </a:lnTo>
                  <a:lnTo>
                    <a:pt x="0" y="2843"/>
                  </a:lnTo>
                  <a:lnTo>
                    <a:pt x="0" y="47956"/>
                  </a:lnTo>
                  <a:lnTo>
                    <a:pt x="2843" y="50800"/>
                  </a:lnTo>
                  <a:lnTo>
                    <a:pt x="9857" y="50800"/>
                  </a:lnTo>
                  <a:lnTo>
                    <a:pt x="12700" y="47956"/>
                  </a:lnTo>
                  <a:lnTo>
                    <a:pt x="12700" y="2843"/>
                  </a:lnTo>
                  <a:lnTo>
                    <a:pt x="9857" y="0"/>
                  </a:lnTo>
                  <a:close/>
                </a:path>
                <a:path w="12700" h="488950">
                  <a:moveTo>
                    <a:pt x="9857" y="88900"/>
                  </a:moveTo>
                  <a:lnTo>
                    <a:pt x="2843" y="88900"/>
                  </a:lnTo>
                  <a:lnTo>
                    <a:pt x="1" y="91743"/>
                  </a:lnTo>
                  <a:lnTo>
                    <a:pt x="1" y="136856"/>
                  </a:lnTo>
                  <a:lnTo>
                    <a:pt x="2843" y="139700"/>
                  </a:lnTo>
                  <a:lnTo>
                    <a:pt x="9857" y="139700"/>
                  </a:lnTo>
                  <a:lnTo>
                    <a:pt x="12701" y="136856"/>
                  </a:lnTo>
                  <a:lnTo>
                    <a:pt x="12701" y="91743"/>
                  </a:lnTo>
                  <a:lnTo>
                    <a:pt x="9857" y="88900"/>
                  </a:lnTo>
                  <a:close/>
                </a:path>
                <a:path w="12700" h="488950">
                  <a:moveTo>
                    <a:pt x="9857" y="177800"/>
                  </a:moveTo>
                  <a:lnTo>
                    <a:pt x="2843" y="177800"/>
                  </a:lnTo>
                  <a:lnTo>
                    <a:pt x="1" y="180643"/>
                  </a:lnTo>
                  <a:lnTo>
                    <a:pt x="1" y="225756"/>
                  </a:lnTo>
                  <a:lnTo>
                    <a:pt x="2843" y="228600"/>
                  </a:lnTo>
                  <a:lnTo>
                    <a:pt x="9857" y="228600"/>
                  </a:lnTo>
                  <a:lnTo>
                    <a:pt x="12701" y="225756"/>
                  </a:lnTo>
                  <a:lnTo>
                    <a:pt x="12701" y="180643"/>
                  </a:lnTo>
                  <a:lnTo>
                    <a:pt x="9857" y="177800"/>
                  </a:lnTo>
                  <a:close/>
                </a:path>
                <a:path w="12700" h="488950">
                  <a:moveTo>
                    <a:pt x="9857" y="266700"/>
                  </a:moveTo>
                  <a:lnTo>
                    <a:pt x="2843" y="266700"/>
                  </a:lnTo>
                  <a:lnTo>
                    <a:pt x="1" y="269543"/>
                  </a:lnTo>
                  <a:lnTo>
                    <a:pt x="1" y="314656"/>
                  </a:lnTo>
                  <a:lnTo>
                    <a:pt x="2844" y="317500"/>
                  </a:lnTo>
                  <a:lnTo>
                    <a:pt x="9857" y="317500"/>
                  </a:lnTo>
                  <a:lnTo>
                    <a:pt x="12701" y="314656"/>
                  </a:lnTo>
                  <a:lnTo>
                    <a:pt x="12701" y="269543"/>
                  </a:lnTo>
                  <a:lnTo>
                    <a:pt x="9857" y="266700"/>
                  </a:lnTo>
                  <a:close/>
                </a:path>
                <a:path w="12700" h="488950">
                  <a:moveTo>
                    <a:pt x="9857" y="355600"/>
                  </a:moveTo>
                  <a:lnTo>
                    <a:pt x="2844" y="355600"/>
                  </a:lnTo>
                  <a:lnTo>
                    <a:pt x="1" y="358443"/>
                  </a:lnTo>
                  <a:lnTo>
                    <a:pt x="1" y="403556"/>
                  </a:lnTo>
                  <a:lnTo>
                    <a:pt x="2844" y="406400"/>
                  </a:lnTo>
                  <a:lnTo>
                    <a:pt x="9857" y="406400"/>
                  </a:lnTo>
                  <a:lnTo>
                    <a:pt x="12701" y="403556"/>
                  </a:lnTo>
                  <a:lnTo>
                    <a:pt x="12701" y="358443"/>
                  </a:lnTo>
                  <a:lnTo>
                    <a:pt x="9857" y="355600"/>
                  </a:lnTo>
                  <a:close/>
                </a:path>
                <a:path w="12700" h="488950">
                  <a:moveTo>
                    <a:pt x="9859" y="444500"/>
                  </a:moveTo>
                  <a:lnTo>
                    <a:pt x="2844" y="444500"/>
                  </a:lnTo>
                  <a:lnTo>
                    <a:pt x="1" y="447343"/>
                  </a:lnTo>
                  <a:lnTo>
                    <a:pt x="1" y="486106"/>
                  </a:lnTo>
                  <a:lnTo>
                    <a:pt x="2844" y="488950"/>
                  </a:lnTo>
                  <a:lnTo>
                    <a:pt x="9859" y="488950"/>
                  </a:lnTo>
                  <a:lnTo>
                    <a:pt x="12701" y="486106"/>
                  </a:lnTo>
                  <a:lnTo>
                    <a:pt x="12701" y="447343"/>
                  </a:lnTo>
                  <a:lnTo>
                    <a:pt x="9859" y="444500"/>
                  </a:lnTo>
                  <a:close/>
                </a:path>
              </a:pathLst>
            </a:custGeom>
            <a:solidFill>
              <a:srgbClr val="FF0000">
                <a:alpha val="50199"/>
              </a:srgbClr>
            </a:solidFill>
          </p:spPr>
          <p:txBody>
            <a:bodyPr wrap="square" lIns="0" tIns="0" rIns="0" bIns="0" rtlCol="0"/>
            <a:lstStyle/>
            <a:p>
              <a:endParaRPr/>
            </a:p>
          </p:txBody>
        </p:sp>
        <p:sp>
          <p:nvSpPr>
            <p:cNvPr id="14" name="object 14"/>
            <p:cNvSpPr/>
            <p:nvPr/>
          </p:nvSpPr>
          <p:spPr>
            <a:xfrm>
              <a:off x="2642580" y="2897686"/>
              <a:ext cx="0" cy="889635"/>
            </a:xfrm>
            <a:custGeom>
              <a:avLst/>
              <a:gdLst/>
              <a:ahLst/>
              <a:cxnLst/>
              <a:rect l="l" t="t" r="r" b="b"/>
              <a:pathLst>
                <a:path h="889635">
                  <a:moveTo>
                    <a:pt x="0" y="0"/>
                  </a:moveTo>
                  <a:lnTo>
                    <a:pt x="1" y="889453"/>
                  </a:lnTo>
                </a:path>
              </a:pathLst>
            </a:custGeom>
            <a:ln w="25400">
              <a:solidFill>
                <a:srgbClr val="FF0000"/>
              </a:solidFill>
            </a:ln>
          </p:spPr>
          <p:txBody>
            <a:bodyPr wrap="square" lIns="0" tIns="0" rIns="0" bIns="0" rtlCol="0"/>
            <a:lstStyle/>
            <a:p>
              <a:endParaRPr/>
            </a:p>
          </p:txBody>
        </p:sp>
        <p:sp>
          <p:nvSpPr>
            <p:cNvPr id="15" name="object 15"/>
            <p:cNvSpPr/>
            <p:nvPr/>
          </p:nvSpPr>
          <p:spPr>
            <a:xfrm>
              <a:off x="2642580" y="4305300"/>
              <a:ext cx="0" cy="784225"/>
            </a:xfrm>
            <a:custGeom>
              <a:avLst/>
              <a:gdLst/>
              <a:ahLst/>
              <a:cxnLst/>
              <a:rect l="l" t="t" r="r" b="b"/>
              <a:pathLst>
                <a:path h="784225">
                  <a:moveTo>
                    <a:pt x="0" y="0"/>
                  </a:moveTo>
                  <a:lnTo>
                    <a:pt x="1" y="783797"/>
                  </a:lnTo>
                </a:path>
              </a:pathLst>
            </a:custGeom>
            <a:ln w="25400">
              <a:solidFill>
                <a:srgbClr val="FF0000"/>
              </a:solidFill>
            </a:ln>
          </p:spPr>
          <p:txBody>
            <a:bodyPr wrap="square" lIns="0" tIns="0" rIns="0" bIns="0" rtlCol="0"/>
            <a:lstStyle/>
            <a:p>
              <a:endParaRPr/>
            </a:p>
          </p:txBody>
        </p:sp>
      </p:grpSp>
      <p:sp>
        <p:nvSpPr>
          <p:cNvPr id="16" name="object 16"/>
          <p:cNvSpPr txBox="1"/>
          <p:nvPr/>
        </p:nvSpPr>
        <p:spPr>
          <a:xfrm>
            <a:off x="2309103" y="2482596"/>
            <a:ext cx="606425" cy="440055"/>
          </a:xfrm>
          <a:prstGeom prst="rect">
            <a:avLst/>
          </a:prstGeom>
        </p:spPr>
        <p:txBody>
          <a:bodyPr vert="horz" wrap="square" lIns="0" tIns="29845" rIns="0" bIns="0" rtlCol="0">
            <a:spAutoFit/>
          </a:bodyPr>
          <a:lstStyle/>
          <a:p>
            <a:pPr marL="138430" marR="5080" indent="-126364">
              <a:lnSpc>
                <a:spcPts val="1580"/>
              </a:lnSpc>
              <a:spcBef>
                <a:spcPts val="235"/>
              </a:spcBef>
            </a:pPr>
            <a:r>
              <a:rPr sz="1400" b="1" spc="-20" dirty="0">
                <a:latin typeface="Corbel"/>
                <a:cs typeface="Corbel"/>
              </a:rPr>
              <a:t>Vertical Axis</a:t>
            </a:r>
            <a:endParaRPr sz="1400">
              <a:latin typeface="Corbel"/>
              <a:cs typeface="Corbel"/>
            </a:endParaRPr>
          </a:p>
        </p:txBody>
      </p:sp>
      <p:grpSp>
        <p:nvGrpSpPr>
          <p:cNvPr id="17" name="object 17"/>
          <p:cNvGrpSpPr/>
          <p:nvPr/>
        </p:nvGrpSpPr>
        <p:grpSpPr>
          <a:xfrm>
            <a:off x="1526269" y="3153295"/>
            <a:ext cx="2571115" cy="1547495"/>
            <a:chOff x="1526269" y="3153295"/>
            <a:chExt cx="2571115" cy="1547495"/>
          </a:xfrm>
        </p:grpSpPr>
        <p:sp>
          <p:nvSpPr>
            <p:cNvPr id="18" name="object 18"/>
            <p:cNvSpPr/>
            <p:nvPr/>
          </p:nvSpPr>
          <p:spPr>
            <a:xfrm>
              <a:off x="1995840" y="3379475"/>
              <a:ext cx="1727200" cy="1036319"/>
            </a:xfrm>
            <a:custGeom>
              <a:avLst/>
              <a:gdLst/>
              <a:ahLst/>
              <a:cxnLst/>
              <a:rect l="l" t="t" r="r" b="b"/>
              <a:pathLst>
                <a:path w="1727200" h="1036320">
                  <a:moveTo>
                    <a:pt x="39725" y="1002135"/>
                  </a:moveTo>
                  <a:lnTo>
                    <a:pt x="984" y="1025251"/>
                  </a:lnTo>
                  <a:lnTo>
                    <a:pt x="0" y="1029149"/>
                  </a:lnTo>
                  <a:lnTo>
                    <a:pt x="3592" y="1035173"/>
                  </a:lnTo>
                  <a:lnTo>
                    <a:pt x="7491" y="1036157"/>
                  </a:lnTo>
                  <a:lnTo>
                    <a:pt x="46233" y="1013042"/>
                  </a:lnTo>
                  <a:lnTo>
                    <a:pt x="47217" y="1009143"/>
                  </a:lnTo>
                  <a:lnTo>
                    <a:pt x="43624" y="1003119"/>
                  </a:lnTo>
                  <a:lnTo>
                    <a:pt x="39725" y="1002135"/>
                  </a:lnTo>
                  <a:close/>
                </a:path>
                <a:path w="1727200" h="1036320">
                  <a:moveTo>
                    <a:pt x="116069" y="956584"/>
                  </a:moveTo>
                  <a:lnTo>
                    <a:pt x="77326" y="979699"/>
                  </a:lnTo>
                  <a:lnTo>
                    <a:pt x="76342" y="983598"/>
                  </a:lnTo>
                  <a:lnTo>
                    <a:pt x="79936" y="989620"/>
                  </a:lnTo>
                  <a:lnTo>
                    <a:pt x="83833" y="990606"/>
                  </a:lnTo>
                  <a:lnTo>
                    <a:pt x="122576" y="967489"/>
                  </a:lnTo>
                  <a:lnTo>
                    <a:pt x="123560" y="963592"/>
                  </a:lnTo>
                  <a:lnTo>
                    <a:pt x="119966" y="957568"/>
                  </a:lnTo>
                  <a:lnTo>
                    <a:pt x="116069" y="956584"/>
                  </a:lnTo>
                  <a:close/>
                </a:path>
                <a:path w="1727200" h="1036320">
                  <a:moveTo>
                    <a:pt x="192411" y="911031"/>
                  </a:moveTo>
                  <a:lnTo>
                    <a:pt x="153669" y="934148"/>
                  </a:lnTo>
                  <a:lnTo>
                    <a:pt x="152685" y="938046"/>
                  </a:lnTo>
                  <a:lnTo>
                    <a:pt x="156279" y="944069"/>
                  </a:lnTo>
                  <a:lnTo>
                    <a:pt x="160177" y="945053"/>
                  </a:lnTo>
                  <a:lnTo>
                    <a:pt x="198918" y="921938"/>
                  </a:lnTo>
                  <a:lnTo>
                    <a:pt x="199904" y="918039"/>
                  </a:lnTo>
                  <a:lnTo>
                    <a:pt x="196310" y="912017"/>
                  </a:lnTo>
                  <a:lnTo>
                    <a:pt x="192411" y="911031"/>
                  </a:lnTo>
                  <a:close/>
                </a:path>
                <a:path w="1727200" h="1036320">
                  <a:moveTo>
                    <a:pt x="268754" y="865480"/>
                  </a:moveTo>
                  <a:lnTo>
                    <a:pt x="230013" y="888596"/>
                  </a:lnTo>
                  <a:lnTo>
                    <a:pt x="229027" y="892495"/>
                  </a:lnTo>
                  <a:lnTo>
                    <a:pt x="232622" y="898518"/>
                  </a:lnTo>
                  <a:lnTo>
                    <a:pt x="236520" y="899502"/>
                  </a:lnTo>
                  <a:lnTo>
                    <a:pt x="275262" y="876386"/>
                  </a:lnTo>
                  <a:lnTo>
                    <a:pt x="276246" y="872488"/>
                  </a:lnTo>
                  <a:lnTo>
                    <a:pt x="272653" y="866465"/>
                  </a:lnTo>
                  <a:lnTo>
                    <a:pt x="268754" y="865480"/>
                  </a:lnTo>
                  <a:close/>
                </a:path>
                <a:path w="1727200" h="1036320">
                  <a:moveTo>
                    <a:pt x="345098" y="819928"/>
                  </a:moveTo>
                  <a:lnTo>
                    <a:pt x="306355" y="843045"/>
                  </a:lnTo>
                  <a:lnTo>
                    <a:pt x="305371" y="846942"/>
                  </a:lnTo>
                  <a:lnTo>
                    <a:pt x="308965" y="852966"/>
                  </a:lnTo>
                  <a:lnTo>
                    <a:pt x="312863" y="853951"/>
                  </a:lnTo>
                  <a:lnTo>
                    <a:pt x="351605" y="830835"/>
                  </a:lnTo>
                  <a:lnTo>
                    <a:pt x="352590" y="826937"/>
                  </a:lnTo>
                  <a:lnTo>
                    <a:pt x="348995" y="820914"/>
                  </a:lnTo>
                  <a:lnTo>
                    <a:pt x="345098" y="819928"/>
                  </a:lnTo>
                  <a:close/>
                </a:path>
                <a:path w="1727200" h="1036320">
                  <a:moveTo>
                    <a:pt x="421440" y="774377"/>
                  </a:moveTo>
                  <a:lnTo>
                    <a:pt x="382699" y="797493"/>
                  </a:lnTo>
                  <a:lnTo>
                    <a:pt x="381715" y="801391"/>
                  </a:lnTo>
                  <a:lnTo>
                    <a:pt x="385309" y="807415"/>
                  </a:lnTo>
                  <a:lnTo>
                    <a:pt x="389206" y="808399"/>
                  </a:lnTo>
                  <a:lnTo>
                    <a:pt x="427948" y="785284"/>
                  </a:lnTo>
                  <a:lnTo>
                    <a:pt x="428933" y="781385"/>
                  </a:lnTo>
                  <a:lnTo>
                    <a:pt x="425339" y="775361"/>
                  </a:lnTo>
                  <a:lnTo>
                    <a:pt x="421440" y="774377"/>
                  </a:lnTo>
                  <a:close/>
                </a:path>
                <a:path w="1727200" h="1036320">
                  <a:moveTo>
                    <a:pt x="497784" y="728826"/>
                  </a:moveTo>
                  <a:lnTo>
                    <a:pt x="459042" y="751941"/>
                  </a:lnTo>
                  <a:lnTo>
                    <a:pt x="458057" y="755840"/>
                  </a:lnTo>
                  <a:lnTo>
                    <a:pt x="461651" y="761862"/>
                  </a:lnTo>
                  <a:lnTo>
                    <a:pt x="465550" y="762848"/>
                  </a:lnTo>
                  <a:lnTo>
                    <a:pt x="504291" y="739731"/>
                  </a:lnTo>
                  <a:lnTo>
                    <a:pt x="505275" y="735834"/>
                  </a:lnTo>
                  <a:lnTo>
                    <a:pt x="501681" y="729810"/>
                  </a:lnTo>
                  <a:lnTo>
                    <a:pt x="497784" y="728826"/>
                  </a:lnTo>
                  <a:close/>
                </a:path>
                <a:path w="1727200" h="1036320">
                  <a:moveTo>
                    <a:pt x="574127" y="683273"/>
                  </a:moveTo>
                  <a:lnTo>
                    <a:pt x="535385" y="706390"/>
                  </a:lnTo>
                  <a:lnTo>
                    <a:pt x="534400" y="710288"/>
                  </a:lnTo>
                  <a:lnTo>
                    <a:pt x="537994" y="716311"/>
                  </a:lnTo>
                  <a:lnTo>
                    <a:pt x="541892" y="717296"/>
                  </a:lnTo>
                  <a:lnTo>
                    <a:pt x="580635" y="694180"/>
                  </a:lnTo>
                  <a:lnTo>
                    <a:pt x="581619" y="690281"/>
                  </a:lnTo>
                  <a:lnTo>
                    <a:pt x="578025" y="684259"/>
                  </a:lnTo>
                  <a:lnTo>
                    <a:pt x="574127" y="683273"/>
                  </a:lnTo>
                  <a:close/>
                </a:path>
                <a:path w="1727200" h="1036320">
                  <a:moveTo>
                    <a:pt x="650469" y="637722"/>
                  </a:moveTo>
                  <a:lnTo>
                    <a:pt x="611728" y="660838"/>
                  </a:lnTo>
                  <a:lnTo>
                    <a:pt x="610744" y="664737"/>
                  </a:lnTo>
                  <a:lnTo>
                    <a:pt x="614337" y="670760"/>
                  </a:lnTo>
                  <a:lnTo>
                    <a:pt x="618235" y="671744"/>
                  </a:lnTo>
                  <a:lnTo>
                    <a:pt x="656977" y="648628"/>
                  </a:lnTo>
                  <a:lnTo>
                    <a:pt x="657962" y="644730"/>
                  </a:lnTo>
                  <a:lnTo>
                    <a:pt x="654368" y="638707"/>
                  </a:lnTo>
                  <a:lnTo>
                    <a:pt x="650469" y="637722"/>
                  </a:lnTo>
                  <a:close/>
                </a:path>
                <a:path w="1727200" h="1036320">
                  <a:moveTo>
                    <a:pt x="726813" y="592170"/>
                  </a:moveTo>
                  <a:lnTo>
                    <a:pt x="688072" y="615287"/>
                  </a:lnTo>
                  <a:lnTo>
                    <a:pt x="687086" y="619184"/>
                  </a:lnTo>
                  <a:lnTo>
                    <a:pt x="690680" y="625208"/>
                  </a:lnTo>
                  <a:lnTo>
                    <a:pt x="694579" y="626193"/>
                  </a:lnTo>
                  <a:lnTo>
                    <a:pt x="733320" y="603077"/>
                  </a:lnTo>
                  <a:lnTo>
                    <a:pt x="734305" y="599179"/>
                  </a:lnTo>
                  <a:lnTo>
                    <a:pt x="730711" y="593156"/>
                  </a:lnTo>
                  <a:lnTo>
                    <a:pt x="726813" y="592170"/>
                  </a:lnTo>
                  <a:close/>
                </a:path>
                <a:path w="1727200" h="1036320">
                  <a:moveTo>
                    <a:pt x="803156" y="546619"/>
                  </a:moveTo>
                  <a:lnTo>
                    <a:pt x="764414" y="569735"/>
                  </a:lnTo>
                  <a:lnTo>
                    <a:pt x="763430" y="573633"/>
                  </a:lnTo>
                  <a:lnTo>
                    <a:pt x="767024" y="579657"/>
                  </a:lnTo>
                  <a:lnTo>
                    <a:pt x="770921" y="580641"/>
                  </a:lnTo>
                  <a:lnTo>
                    <a:pt x="809663" y="557526"/>
                  </a:lnTo>
                  <a:lnTo>
                    <a:pt x="810648" y="553627"/>
                  </a:lnTo>
                  <a:lnTo>
                    <a:pt x="807054" y="547603"/>
                  </a:lnTo>
                  <a:lnTo>
                    <a:pt x="803156" y="546619"/>
                  </a:lnTo>
                  <a:close/>
                </a:path>
                <a:path w="1727200" h="1036320">
                  <a:moveTo>
                    <a:pt x="879499" y="501068"/>
                  </a:moveTo>
                  <a:lnTo>
                    <a:pt x="840757" y="524183"/>
                  </a:lnTo>
                  <a:lnTo>
                    <a:pt x="839773" y="528082"/>
                  </a:lnTo>
                  <a:lnTo>
                    <a:pt x="843366" y="534104"/>
                  </a:lnTo>
                  <a:lnTo>
                    <a:pt x="847265" y="535090"/>
                  </a:lnTo>
                  <a:lnTo>
                    <a:pt x="886006" y="511973"/>
                  </a:lnTo>
                  <a:lnTo>
                    <a:pt x="886992" y="508076"/>
                  </a:lnTo>
                  <a:lnTo>
                    <a:pt x="883398" y="502052"/>
                  </a:lnTo>
                  <a:lnTo>
                    <a:pt x="879499" y="501068"/>
                  </a:lnTo>
                  <a:close/>
                </a:path>
                <a:path w="1727200" h="1036320">
                  <a:moveTo>
                    <a:pt x="955842" y="455515"/>
                  </a:moveTo>
                  <a:lnTo>
                    <a:pt x="917101" y="478632"/>
                  </a:lnTo>
                  <a:lnTo>
                    <a:pt x="916115" y="482530"/>
                  </a:lnTo>
                  <a:lnTo>
                    <a:pt x="919709" y="488553"/>
                  </a:lnTo>
                  <a:lnTo>
                    <a:pt x="923607" y="489538"/>
                  </a:lnTo>
                  <a:lnTo>
                    <a:pt x="962350" y="466422"/>
                  </a:lnTo>
                  <a:lnTo>
                    <a:pt x="963334" y="462523"/>
                  </a:lnTo>
                  <a:lnTo>
                    <a:pt x="959740" y="456501"/>
                  </a:lnTo>
                  <a:lnTo>
                    <a:pt x="955842" y="455515"/>
                  </a:lnTo>
                  <a:close/>
                </a:path>
                <a:path w="1727200" h="1036320">
                  <a:moveTo>
                    <a:pt x="1032184" y="409964"/>
                  </a:moveTo>
                  <a:lnTo>
                    <a:pt x="993443" y="433080"/>
                  </a:lnTo>
                  <a:lnTo>
                    <a:pt x="992459" y="436979"/>
                  </a:lnTo>
                  <a:lnTo>
                    <a:pt x="996053" y="443002"/>
                  </a:lnTo>
                  <a:lnTo>
                    <a:pt x="999951" y="443986"/>
                  </a:lnTo>
                  <a:lnTo>
                    <a:pt x="1038692" y="420870"/>
                  </a:lnTo>
                  <a:lnTo>
                    <a:pt x="1039677" y="416972"/>
                  </a:lnTo>
                  <a:lnTo>
                    <a:pt x="1036083" y="410949"/>
                  </a:lnTo>
                  <a:lnTo>
                    <a:pt x="1032184" y="409964"/>
                  </a:lnTo>
                  <a:close/>
                </a:path>
                <a:path w="1727200" h="1036320">
                  <a:moveTo>
                    <a:pt x="1108528" y="364412"/>
                  </a:moveTo>
                  <a:lnTo>
                    <a:pt x="1069787" y="387529"/>
                  </a:lnTo>
                  <a:lnTo>
                    <a:pt x="1068801" y="391426"/>
                  </a:lnTo>
                  <a:lnTo>
                    <a:pt x="1072395" y="397450"/>
                  </a:lnTo>
                  <a:lnTo>
                    <a:pt x="1076294" y="398435"/>
                  </a:lnTo>
                  <a:lnTo>
                    <a:pt x="1115035" y="375319"/>
                  </a:lnTo>
                  <a:lnTo>
                    <a:pt x="1116020" y="371420"/>
                  </a:lnTo>
                  <a:lnTo>
                    <a:pt x="1112427" y="365398"/>
                  </a:lnTo>
                  <a:lnTo>
                    <a:pt x="1108528" y="364412"/>
                  </a:lnTo>
                  <a:close/>
                </a:path>
                <a:path w="1727200" h="1036320">
                  <a:moveTo>
                    <a:pt x="1184871" y="318861"/>
                  </a:moveTo>
                  <a:lnTo>
                    <a:pt x="1146129" y="341977"/>
                  </a:lnTo>
                  <a:lnTo>
                    <a:pt x="1145145" y="345875"/>
                  </a:lnTo>
                  <a:lnTo>
                    <a:pt x="1148739" y="351899"/>
                  </a:lnTo>
                  <a:lnTo>
                    <a:pt x="1152636" y="352883"/>
                  </a:lnTo>
                  <a:lnTo>
                    <a:pt x="1191379" y="329766"/>
                  </a:lnTo>
                  <a:lnTo>
                    <a:pt x="1192363" y="325869"/>
                  </a:lnTo>
                  <a:lnTo>
                    <a:pt x="1188769" y="319845"/>
                  </a:lnTo>
                  <a:lnTo>
                    <a:pt x="1184871" y="318861"/>
                  </a:lnTo>
                  <a:close/>
                </a:path>
                <a:path w="1727200" h="1036320">
                  <a:moveTo>
                    <a:pt x="1261215" y="273310"/>
                  </a:moveTo>
                  <a:lnTo>
                    <a:pt x="1222472" y="296425"/>
                  </a:lnTo>
                  <a:lnTo>
                    <a:pt x="1221488" y="300324"/>
                  </a:lnTo>
                  <a:lnTo>
                    <a:pt x="1225082" y="306346"/>
                  </a:lnTo>
                  <a:lnTo>
                    <a:pt x="1228980" y="307332"/>
                  </a:lnTo>
                  <a:lnTo>
                    <a:pt x="1267721" y="284215"/>
                  </a:lnTo>
                  <a:lnTo>
                    <a:pt x="1268707" y="280318"/>
                  </a:lnTo>
                  <a:lnTo>
                    <a:pt x="1265113" y="274294"/>
                  </a:lnTo>
                  <a:lnTo>
                    <a:pt x="1261215" y="273310"/>
                  </a:lnTo>
                  <a:close/>
                </a:path>
                <a:path w="1727200" h="1036320">
                  <a:moveTo>
                    <a:pt x="1337557" y="227757"/>
                  </a:moveTo>
                  <a:lnTo>
                    <a:pt x="1298816" y="250874"/>
                  </a:lnTo>
                  <a:lnTo>
                    <a:pt x="1297832" y="254772"/>
                  </a:lnTo>
                  <a:lnTo>
                    <a:pt x="1301424" y="260795"/>
                  </a:lnTo>
                  <a:lnTo>
                    <a:pt x="1305323" y="261780"/>
                  </a:lnTo>
                  <a:lnTo>
                    <a:pt x="1344065" y="238664"/>
                  </a:lnTo>
                  <a:lnTo>
                    <a:pt x="1345049" y="234765"/>
                  </a:lnTo>
                  <a:lnTo>
                    <a:pt x="1341456" y="228743"/>
                  </a:lnTo>
                  <a:lnTo>
                    <a:pt x="1337557" y="227757"/>
                  </a:lnTo>
                  <a:close/>
                </a:path>
                <a:path w="1727200" h="1036320">
                  <a:moveTo>
                    <a:pt x="1413901" y="182206"/>
                  </a:moveTo>
                  <a:lnTo>
                    <a:pt x="1375158" y="205322"/>
                  </a:lnTo>
                  <a:lnTo>
                    <a:pt x="1374174" y="209221"/>
                  </a:lnTo>
                  <a:lnTo>
                    <a:pt x="1377768" y="215244"/>
                  </a:lnTo>
                  <a:lnTo>
                    <a:pt x="1381666" y="216228"/>
                  </a:lnTo>
                  <a:lnTo>
                    <a:pt x="1420408" y="193112"/>
                  </a:lnTo>
                  <a:lnTo>
                    <a:pt x="1421392" y="189214"/>
                  </a:lnTo>
                  <a:lnTo>
                    <a:pt x="1417798" y="183191"/>
                  </a:lnTo>
                  <a:lnTo>
                    <a:pt x="1413901" y="182206"/>
                  </a:lnTo>
                  <a:close/>
                </a:path>
                <a:path w="1727200" h="1036320">
                  <a:moveTo>
                    <a:pt x="1490243" y="136654"/>
                  </a:moveTo>
                  <a:lnTo>
                    <a:pt x="1451502" y="159771"/>
                  </a:lnTo>
                  <a:lnTo>
                    <a:pt x="1450517" y="163668"/>
                  </a:lnTo>
                  <a:lnTo>
                    <a:pt x="1454111" y="169692"/>
                  </a:lnTo>
                  <a:lnTo>
                    <a:pt x="1458009" y="170677"/>
                  </a:lnTo>
                  <a:lnTo>
                    <a:pt x="1496750" y="147561"/>
                  </a:lnTo>
                  <a:lnTo>
                    <a:pt x="1497736" y="143662"/>
                  </a:lnTo>
                  <a:lnTo>
                    <a:pt x="1494142" y="137640"/>
                  </a:lnTo>
                  <a:lnTo>
                    <a:pt x="1490243" y="136654"/>
                  </a:lnTo>
                  <a:close/>
                </a:path>
                <a:path w="1727200" h="1036320">
                  <a:moveTo>
                    <a:pt x="1566586" y="91103"/>
                  </a:moveTo>
                  <a:lnTo>
                    <a:pt x="1527845" y="114219"/>
                  </a:lnTo>
                  <a:lnTo>
                    <a:pt x="1526860" y="118117"/>
                  </a:lnTo>
                  <a:lnTo>
                    <a:pt x="1530454" y="124141"/>
                  </a:lnTo>
                  <a:lnTo>
                    <a:pt x="1534353" y="125125"/>
                  </a:lnTo>
                  <a:lnTo>
                    <a:pt x="1573094" y="102010"/>
                  </a:lnTo>
                  <a:lnTo>
                    <a:pt x="1574078" y="98111"/>
                  </a:lnTo>
                  <a:lnTo>
                    <a:pt x="1570484" y="92087"/>
                  </a:lnTo>
                  <a:lnTo>
                    <a:pt x="1566586" y="91103"/>
                  </a:lnTo>
                  <a:close/>
                </a:path>
                <a:path w="1727200" h="1036320">
                  <a:moveTo>
                    <a:pt x="1642930" y="45552"/>
                  </a:moveTo>
                  <a:lnTo>
                    <a:pt x="1604187" y="68667"/>
                  </a:lnTo>
                  <a:lnTo>
                    <a:pt x="1603203" y="72566"/>
                  </a:lnTo>
                  <a:lnTo>
                    <a:pt x="1606797" y="78588"/>
                  </a:lnTo>
                  <a:lnTo>
                    <a:pt x="1610695" y="79574"/>
                  </a:lnTo>
                  <a:lnTo>
                    <a:pt x="1649437" y="56457"/>
                  </a:lnTo>
                  <a:lnTo>
                    <a:pt x="1650422" y="52560"/>
                  </a:lnTo>
                  <a:lnTo>
                    <a:pt x="1646828" y="46536"/>
                  </a:lnTo>
                  <a:lnTo>
                    <a:pt x="1642930" y="45552"/>
                  </a:lnTo>
                  <a:close/>
                </a:path>
                <a:path w="1727200" h="1036320">
                  <a:moveTo>
                    <a:pt x="1719272" y="0"/>
                  </a:moveTo>
                  <a:lnTo>
                    <a:pt x="1680531" y="23116"/>
                  </a:lnTo>
                  <a:lnTo>
                    <a:pt x="1679547" y="27014"/>
                  </a:lnTo>
                  <a:lnTo>
                    <a:pt x="1683139" y="33037"/>
                  </a:lnTo>
                  <a:lnTo>
                    <a:pt x="1687038" y="34022"/>
                  </a:lnTo>
                  <a:lnTo>
                    <a:pt x="1725780" y="10906"/>
                  </a:lnTo>
                  <a:lnTo>
                    <a:pt x="1726764" y="7007"/>
                  </a:lnTo>
                  <a:lnTo>
                    <a:pt x="1723171" y="985"/>
                  </a:lnTo>
                  <a:lnTo>
                    <a:pt x="1719272" y="0"/>
                  </a:lnTo>
                  <a:close/>
                </a:path>
              </a:pathLst>
            </a:custGeom>
            <a:solidFill>
              <a:srgbClr val="00B050">
                <a:alpha val="50199"/>
              </a:srgbClr>
            </a:solidFill>
          </p:spPr>
          <p:txBody>
            <a:bodyPr wrap="square" lIns="0" tIns="0" rIns="0" bIns="0" rtlCol="0"/>
            <a:lstStyle/>
            <a:p>
              <a:endParaRPr/>
            </a:p>
          </p:txBody>
        </p:sp>
        <p:sp>
          <p:nvSpPr>
            <p:cNvPr id="19" name="object 19"/>
            <p:cNvSpPr/>
            <p:nvPr/>
          </p:nvSpPr>
          <p:spPr>
            <a:xfrm>
              <a:off x="1538969" y="4427219"/>
              <a:ext cx="436245" cy="260985"/>
            </a:xfrm>
            <a:custGeom>
              <a:avLst/>
              <a:gdLst/>
              <a:ahLst/>
              <a:cxnLst/>
              <a:rect l="l" t="t" r="r" b="b"/>
              <a:pathLst>
                <a:path w="436244" h="260985">
                  <a:moveTo>
                    <a:pt x="0" y="260480"/>
                  </a:moveTo>
                  <a:lnTo>
                    <a:pt x="435767" y="0"/>
                  </a:lnTo>
                </a:path>
              </a:pathLst>
            </a:custGeom>
            <a:ln w="25400">
              <a:solidFill>
                <a:srgbClr val="00B050"/>
              </a:solidFill>
            </a:ln>
          </p:spPr>
          <p:txBody>
            <a:bodyPr wrap="square" lIns="0" tIns="0" rIns="0" bIns="0" rtlCol="0"/>
            <a:lstStyle/>
            <a:p>
              <a:endParaRPr/>
            </a:p>
          </p:txBody>
        </p:sp>
        <p:sp>
          <p:nvSpPr>
            <p:cNvPr id="20" name="object 20"/>
            <p:cNvSpPr/>
            <p:nvPr/>
          </p:nvSpPr>
          <p:spPr>
            <a:xfrm>
              <a:off x="3749405" y="3165995"/>
              <a:ext cx="335280" cy="200660"/>
            </a:xfrm>
            <a:custGeom>
              <a:avLst/>
              <a:gdLst/>
              <a:ahLst/>
              <a:cxnLst/>
              <a:rect l="l" t="t" r="r" b="b"/>
              <a:pathLst>
                <a:path w="335279" h="200660">
                  <a:moveTo>
                    <a:pt x="0" y="200414"/>
                  </a:moveTo>
                  <a:lnTo>
                    <a:pt x="335280" y="0"/>
                  </a:lnTo>
                </a:path>
              </a:pathLst>
            </a:custGeom>
            <a:ln w="25400">
              <a:solidFill>
                <a:srgbClr val="00B050"/>
              </a:solidFill>
            </a:ln>
          </p:spPr>
          <p:txBody>
            <a:bodyPr wrap="square" lIns="0" tIns="0" rIns="0" bIns="0" rtlCol="0"/>
            <a:lstStyle/>
            <a:p>
              <a:endParaRPr/>
            </a:p>
          </p:txBody>
        </p:sp>
      </p:grpSp>
      <p:sp>
        <p:nvSpPr>
          <p:cNvPr id="21" name="object 21"/>
          <p:cNvSpPr txBox="1"/>
          <p:nvPr/>
        </p:nvSpPr>
        <p:spPr>
          <a:xfrm>
            <a:off x="921077" y="4692396"/>
            <a:ext cx="1002665" cy="455295"/>
          </a:xfrm>
          <a:prstGeom prst="rect">
            <a:avLst/>
          </a:prstGeom>
        </p:spPr>
        <p:txBody>
          <a:bodyPr vert="horz" wrap="square" lIns="0" tIns="9525" rIns="0" bIns="0" rtlCol="0">
            <a:spAutoFit/>
          </a:bodyPr>
          <a:lstStyle/>
          <a:p>
            <a:pPr marL="336550" marR="5080" indent="-323850">
              <a:lnSpc>
                <a:spcPct val="101400"/>
              </a:lnSpc>
              <a:spcBef>
                <a:spcPts val="75"/>
              </a:spcBef>
            </a:pPr>
            <a:r>
              <a:rPr sz="1400" b="1" spc="-10" dirty="0">
                <a:latin typeface="Corbel"/>
                <a:cs typeface="Corbel"/>
              </a:rPr>
              <a:t>Longitudinal </a:t>
            </a:r>
            <a:r>
              <a:rPr sz="1400" b="1" spc="-20" dirty="0">
                <a:latin typeface="Corbel"/>
                <a:cs typeface="Corbel"/>
              </a:rPr>
              <a:t>Axis</a:t>
            </a:r>
            <a:endParaRPr sz="1400">
              <a:latin typeface="Corbel"/>
              <a:cs typeface="Corbel"/>
            </a:endParaRPr>
          </a:p>
        </p:txBody>
      </p:sp>
      <p:grpSp>
        <p:nvGrpSpPr>
          <p:cNvPr id="22" name="object 22"/>
          <p:cNvGrpSpPr/>
          <p:nvPr/>
        </p:nvGrpSpPr>
        <p:grpSpPr>
          <a:xfrm>
            <a:off x="1203113" y="3325381"/>
            <a:ext cx="3226435" cy="1583690"/>
            <a:chOff x="1203113" y="3325381"/>
            <a:chExt cx="3226435" cy="1583690"/>
          </a:xfrm>
        </p:grpSpPr>
        <p:sp>
          <p:nvSpPr>
            <p:cNvPr id="23" name="object 23"/>
            <p:cNvSpPr/>
            <p:nvPr/>
          </p:nvSpPr>
          <p:spPr>
            <a:xfrm>
              <a:off x="2426854" y="3928488"/>
              <a:ext cx="349885" cy="175260"/>
            </a:xfrm>
            <a:custGeom>
              <a:avLst/>
              <a:gdLst/>
              <a:ahLst/>
              <a:cxnLst/>
              <a:rect l="l" t="t" r="r" b="b"/>
              <a:pathLst>
                <a:path w="349885" h="175260">
                  <a:moveTo>
                    <a:pt x="6823" y="0"/>
                  </a:moveTo>
                  <a:lnTo>
                    <a:pt x="3031" y="1334"/>
                  </a:lnTo>
                  <a:lnTo>
                    <a:pt x="0" y="7659"/>
                  </a:lnTo>
                  <a:lnTo>
                    <a:pt x="1334" y="11451"/>
                  </a:lnTo>
                  <a:lnTo>
                    <a:pt x="42016" y="30952"/>
                  </a:lnTo>
                  <a:lnTo>
                    <a:pt x="45808" y="29617"/>
                  </a:lnTo>
                  <a:lnTo>
                    <a:pt x="48840" y="23293"/>
                  </a:lnTo>
                  <a:lnTo>
                    <a:pt x="47505" y="19499"/>
                  </a:lnTo>
                  <a:lnTo>
                    <a:pt x="6823" y="0"/>
                  </a:lnTo>
                  <a:close/>
                </a:path>
                <a:path w="349885" h="175260">
                  <a:moveTo>
                    <a:pt x="86989" y="38426"/>
                  </a:moveTo>
                  <a:lnTo>
                    <a:pt x="83197" y="39761"/>
                  </a:lnTo>
                  <a:lnTo>
                    <a:pt x="80164" y="46085"/>
                  </a:lnTo>
                  <a:lnTo>
                    <a:pt x="81499" y="49879"/>
                  </a:lnTo>
                  <a:lnTo>
                    <a:pt x="122181" y="69378"/>
                  </a:lnTo>
                  <a:lnTo>
                    <a:pt x="125975" y="68044"/>
                  </a:lnTo>
                  <a:lnTo>
                    <a:pt x="129006" y="61719"/>
                  </a:lnTo>
                  <a:lnTo>
                    <a:pt x="127671" y="57927"/>
                  </a:lnTo>
                  <a:lnTo>
                    <a:pt x="86989" y="38426"/>
                  </a:lnTo>
                  <a:close/>
                </a:path>
                <a:path w="349885" h="175260">
                  <a:moveTo>
                    <a:pt x="167156" y="76852"/>
                  </a:moveTo>
                  <a:lnTo>
                    <a:pt x="163362" y="78187"/>
                  </a:lnTo>
                  <a:lnTo>
                    <a:pt x="160331" y="84513"/>
                  </a:lnTo>
                  <a:lnTo>
                    <a:pt x="161665" y="88305"/>
                  </a:lnTo>
                  <a:lnTo>
                    <a:pt x="202347" y="107806"/>
                  </a:lnTo>
                  <a:lnTo>
                    <a:pt x="206140" y="106471"/>
                  </a:lnTo>
                  <a:lnTo>
                    <a:pt x="209172" y="100145"/>
                  </a:lnTo>
                  <a:lnTo>
                    <a:pt x="207838" y="96353"/>
                  </a:lnTo>
                  <a:lnTo>
                    <a:pt x="167156" y="76852"/>
                  </a:lnTo>
                  <a:close/>
                </a:path>
                <a:path w="349885" h="175260">
                  <a:moveTo>
                    <a:pt x="247322" y="115280"/>
                  </a:moveTo>
                  <a:lnTo>
                    <a:pt x="243528" y="116615"/>
                  </a:lnTo>
                  <a:lnTo>
                    <a:pt x="240497" y="122939"/>
                  </a:lnTo>
                  <a:lnTo>
                    <a:pt x="241832" y="126732"/>
                  </a:lnTo>
                  <a:lnTo>
                    <a:pt x="282514" y="146232"/>
                  </a:lnTo>
                  <a:lnTo>
                    <a:pt x="286306" y="144898"/>
                  </a:lnTo>
                  <a:lnTo>
                    <a:pt x="289337" y="138573"/>
                  </a:lnTo>
                  <a:lnTo>
                    <a:pt x="288002" y="134781"/>
                  </a:lnTo>
                  <a:lnTo>
                    <a:pt x="247322" y="115280"/>
                  </a:lnTo>
                  <a:close/>
                </a:path>
                <a:path w="349885" h="175260">
                  <a:moveTo>
                    <a:pt x="327487" y="153706"/>
                  </a:moveTo>
                  <a:lnTo>
                    <a:pt x="323695" y="155041"/>
                  </a:lnTo>
                  <a:lnTo>
                    <a:pt x="320663" y="161367"/>
                  </a:lnTo>
                  <a:lnTo>
                    <a:pt x="321998" y="165159"/>
                  </a:lnTo>
                  <a:lnTo>
                    <a:pt x="342846" y="175153"/>
                  </a:lnTo>
                  <a:lnTo>
                    <a:pt x="346640" y="173818"/>
                  </a:lnTo>
                  <a:lnTo>
                    <a:pt x="349671" y="167493"/>
                  </a:lnTo>
                  <a:lnTo>
                    <a:pt x="348336" y="163701"/>
                  </a:lnTo>
                  <a:lnTo>
                    <a:pt x="327487" y="153706"/>
                  </a:lnTo>
                  <a:close/>
                </a:path>
              </a:pathLst>
            </a:custGeom>
            <a:solidFill>
              <a:srgbClr val="0070C0">
                <a:alpha val="50199"/>
              </a:srgbClr>
            </a:solidFill>
          </p:spPr>
          <p:txBody>
            <a:bodyPr wrap="square" lIns="0" tIns="0" rIns="0" bIns="0" rtlCol="0"/>
            <a:lstStyle/>
            <a:p>
              <a:endParaRPr/>
            </a:p>
          </p:txBody>
        </p:sp>
        <p:sp>
          <p:nvSpPr>
            <p:cNvPr id="24" name="object 24"/>
            <p:cNvSpPr/>
            <p:nvPr/>
          </p:nvSpPr>
          <p:spPr>
            <a:xfrm>
              <a:off x="2792746" y="4107646"/>
              <a:ext cx="1624330" cy="788670"/>
            </a:xfrm>
            <a:custGeom>
              <a:avLst/>
              <a:gdLst/>
              <a:ahLst/>
              <a:cxnLst/>
              <a:rect l="l" t="t" r="r" b="b"/>
              <a:pathLst>
                <a:path w="1624329" h="788670">
                  <a:moveTo>
                    <a:pt x="0" y="0"/>
                  </a:moveTo>
                  <a:lnTo>
                    <a:pt x="1624013" y="788402"/>
                  </a:lnTo>
                </a:path>
              </a:pathLst>
            </a:custGeom>
            <a:ln w="25400">
              <a:solidFill>
                <a:srgbClr val="0070C0"/>
              </a:solidFill>
            </a:ln>
          </p:spPr>
          <p:txBody>
            <a:bodyPr wrap="square" lIns="0" tIns="0" rIns="0" bIns="0" rtlCol="0"/>
            <a:lstStyle/>
            <a:p>
              <a:endParaRPr/>
            </a:p>
          </p:txBody>
        </p:sp>
        <p:sp>
          <p:nvSpPr>
            <p:cNvPr id="25" name="object 25"/>
            <p:cNvSpPr/>
            <p:nvPr/>
          </p:nvSpPr>
          <p:spPr>
            <a:xfrm>
              <a:off x="1215813" y="3338081"/>
              <a:ext cx="1183640" cy="581025"/>
            </a:xfrm>
            <a:custGeom>
              <a:avLst/>
              <a:gdLst/>
              <a:ahLst/>
              <a:cxnLst/>
              <a:rect l="l" t="t" r="r" b="b"/>
              <a:pathLst>
                <a:path w="1183639" h="581025">
                  <a:moveTo>
                    <a:pt x="0" y="0"/>
                  </a:moveTo>
                  <a:lnTo>
                    <a:pt x="1183582" y="581015"/>
                  </a:lnTo>
                </a:path>
              </a:pathLst>
            </a:custGeom>
            <a:ln w="25400">
              <a:solidFill>
                <a:srgbClr val="0070C0"/>
              </a:solidFill>
            </a:ln>
          </p:spPr>
          <p:txBody>
            <a:bodyPr wrap="square" lIns="0" tIns="0" rIns="0" bIns="0" rtlCol="0"/>
            <a:lstStyle/>
            <a:p>
              <a:endParaRPr/>
            </a:p>
          </p:txBody>
        </p:sp>
      </p:grpSp>
      <p:sp>
        <p:nvSpPr>
          <p:cNvPr id="26" name="object 26"/>
          <p:cNvSpPr txBox="1"/>
          <p:nvPr/>
        </p:nvSpPr>
        <p:spPr>
          <a:xfrm>
            <a:off x="4123677" y="4914900"/>
            <a:ext cx="568960" cy="443230"/>
          </a:xfrm>
          <a:prstGeom prst="rect">
            <a:avLst/>
          </a:prstGeom>
        </p:spPr>
        <p:txBody>
          <a:bodyPr vert="horz" wrap="square" lIns="0" tIns="26670" rIns="0" bIns="0" rtlCol="0">
            <a:spAutoFit/>
          </a:bodyPr>
          <a:lstStyle/>
          <a:p>
            <a:pPr marL="119380" marR="5080" indent="-107314">
              <a:lnSpc>
                <a:spcPts val="1610"/>
              </a:lnSpc>
              <a:spcBef>
                <a:spcPts val="210"/>
              </a:spcBef>
            </a:pPr>
            <a:r>
              <a:rPr sz="1400" b="1" spc="-10" dirty="0">
                <a:latin typeface="Corbel"/>
                <a:cs typeface="Corbel"/>
              </a:rPr>
              <a:t>Lateral </a:t>
            </a:r>
            <a:r>
              <a:rPr sz="1400" b="1" spc="-20" dirty="0">
                <a:latin typeface="Corbel"/>
                <a:cs typeface="Corbel"/>
              </a:rPr>
              <a:t>Axis</a:t>
            </a:r>
            <a:endParaRPr sz="1400">
              <a:latin typeface="Corbel"/>
              <a:cs typeface="Corbel"/>
            </a:endParaRPr>
          </a:p>
        </p:txBody>
      </p:sp>
      <p:pic>
        <p:nvPicPr>
          <p:cNvPr id="27" name="object 27"/>
          <p:cNvPicPr/>
          <p:nvPr/>
        </p:nvPicPr>
        <p:blipFill>
          <a:blip r:embed="rId9" cstate="print"/>
          <a:stretch>
            <a:fillRect/>
          </a:stretch>
        </p:blipFill>
        <p:spPr>
          <a:xfrm>
            <a:off x="2526792" y="3910584"/>
            <a:ext cx="240792" cy="240792"/>
          </a:xfrm>
          <a:prstGeom prst="rect">
            <a:avLst/>
          </a:prstGeom>
        </p:spPr>
      </p:pic>
      <p:sp>
        <p:nvSpPr>
          <p:cNvPr id="28" name="object 28"/>
          <p:cNvSpPr txBox="1"/>
          <p:nvPr/>
        </p:nvSpPr>
        <p:spPr>
          <a:xfrm>
            <a:off x="2753340" y="3875532"/>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sp>
        <p:nvSpPr>
          <p:cNvPr id="29" name="object 29"/>
          <p:cNvSpPr/>
          <p:nvPr/>
        </p:nvSpPr>
        <p:spPr>
          <a:xfrm>
            <a:off x="3781418" y="2167896"/>
            <a:ext cx="497205" cy="856615"/>
          </a:xfrm>
          <a:custGeom>
            <a:avLst/>
            <a:gdLst/>
            <a:ahLst/>
            <a:cxnLst/>
            <a:rect l="l" t="t" r="r" b="b"/>
            <a:pathLst>
              <a:path w="497204" h="856614">
                <a:moveTo>
                  <a:pt x="0" y="772271"/>
                </a:moveTo>
                <a:lnTo>
                  <a:pt x="15754" y="855996"/>
                </a:lnTo>
                <a:lnTo>
                  <a:pt x="65189" y="801997"/>
                </a:lnTo>
                <a:lnTo>
                  <a:pt x="34791" y="801997"/>
                </a:lnTo>
                <a:lnTo>
                  <a:pt x="28046" y="800074"/>
                </a:lnTo>
                <a:lnTo>
                  <a:pt x="26092" y="796560"/>
                </a:lnTo>
                <a:lnTo>
                  <a:pt x="30534" y="780974"/>
                </a:lnTo>
                <a:lnTo>
                  <a:pt x="0" y="772271"/>
                </a:lnTo>
                <a:close/>
              </a:path>
              <a:path w="497204" h="856614">
                <a:moveTo>
                  <a:pt x="30534" y="780974"/>
                </a:moveTo>
                <a:lnTo>
                  <a:pt x="26092" y="796560"/>
                </a:lnTo>
                <a:lnTo>
                  <a:pt x="28046" y="800074"/>
                </a:lnTo>
                <a:lnTo>
                  <a:pt x="34791" y="801997"/>
                </a:lnTo>
                <a:lnTo>
                  <a:pt x="38246" y="800074"/>
                </a:lnTo>
                <a:lnTo>
                  <a:pt x="39297" y="796560"/>
                </a:lnTo>
                <a:lnTo>
                  <a:pt x="42747" y="784455"/>
                </a:lnTo>
                <a:lnTo>
                  <a:pt x="30534" y="780974"/>
                </a:lnTo>
                <a:close/>
              </a:path>
              <a:path w="497204" h="856614">
                <a:moveTo>
                  <a:pt x="42747" y="784455"/>
                </a:moveTo>
                <a:lnTo>
                  <a:pt x="39297" y="796560"/>
                </a:lnTo>
                <a:lnTo>
                  <a:pt x="38246" y="800074"/>
                </a:lnTo>
                <a:lnTo>
                  <a:pt x="34791" y="801997"/>
                </a:lnTo>
                <a:lnTo>
                  <a:pt x="65189" y="801997"/>
                </a:lnTo>
                <a:lnTo>
                  <a:pt x="73281" y="793158"/>
                </a:lnTo>
                <a:lnTo>
                  <a:pt x="42747" y="784455"/>
                </a:lnTo>
                <a:close/>
              </a:path>
              <a:path w="497204" h="856614">
                <a:moveTo>
                  <a:pt x="421995" y="31799"/>
                </a:moveTo>
                <a:lnTo>
                  <a:pt x="245946" y="32035"/>
                </a:lnTo>
                <a:lnTo>
                  <a:pt x="243459" y="33916"/>
                </a:lnTo>
                <a:lnTo>
                  <a:pt x="30534" y="780974"/>
                </a:lnTo>
                <a:lnTo>
                  <a:pt x="42747" y="784455"/>
                </a:lnTo>
                <a:lnTo>
                  <a:pt x="253581" y="44731"/>
                </a:lnTo>
                <a:lnTo>
                  <a:pt x="248798" y="44731"/>
                </a:lnTo>
                <a:lnTo>
                  <a:pt x="254895" y="40123"/>
                </a:lnTo>
                <a:lnTo>
                  <a:pt x="421122" y="40123"/>
                </a:lnTo>
                <a:lnTo>
                  <a:pt x="420721" y="38152"/>
                </a:lnTo>
                <a:lnTo>
                  <a:pt x="421948" y="32035"/>
                </a:lnTo>
                <a:lnTo>
                  <a:pt x="421995" y="31799"/>
                </a:lnTo>
                <a:close/>
              </a:path>
              <a:path w="497204" h="856614">
                <a:moveTo>
                  <a:pt x="458770" y="0"/>
                </a:moveTo>
                <a:lnTo>
                  <a:pt x="443944" y="3013"/>
                </a:lnTo>
                <a:lnTo>
                  <a:pt x="431844" y="11195"/>
                </a:lnTo>
                <a:lnTo>
                  <a:pt x="423696" y="23317"/>
                </a:lnTo>
                <a:lnTo>
                  <a:pt x="420721" y="38152"/>
                </a:lnTo>
                <a:lnTo>
                  <a:pt x="423735" y="52977"/>
                </a:lnTo>
                <a:lnTo>
                  <a:pt x="431917" y="65077"/>
                </a:lnTo>
                <a:lnTo>
                  <a:pt x="444039" y="73225"/>
                </a:lnTo>
                <a:lnTo>
                  <a:pt x="458873" y="76200"/>
                </a:lnTo>
                <a:lnTo>
                  <a:pt x="473504" y="73225"/>
                </a:lnTo>
                <a:lnTo>
                  <a:pt x="473640" y="73225"/>
                </a:lnTo>
                <a:lnTo>
                  <a:pt x="485691" y="65077"/>
                </a:lnTo>
                <a:lnTo>
                  <a:pt x="493883" y="52977"/>
                </a:lnTo>
                <a:lnTo>
                  <a:pt x="495581" y="44731"/>
                </a:lnTo>
                <a:lnTo>
                  <a:pt x="495628" y="44499"/>
                </a:lnTo>
                <a:lnTo>
                  <a:pt x="462282" y="44499"/>
                </a:lnTo>
                <a:lnTo>
                  <a:pt x="465176" y="41598"/>
                </a:lnTo>
                <a:lnTo>
                  <a:pt x="465166" y="34584"/>
                </a:lnTo>
                <a:lnTo>
                  <a:pt x="462375" y="31799"/>
                </a:lnTo>
                <a:lnTo>
                  <a:pt x="495651" y="31799"/>
                </a:lnTo>
                <a:lnTo>
                  <a:pt x="493927" y="23317"/>
                </a:lnTo>
                <a:lnTo>
                  <a:pt x="485775" y="11195"/>
                </a:lnTo>
                <a:lnTo>
                  <a:pt x="473663" y="3013"/>
                </a:lnTo>
                <a:lnTo>
                  <a:pt x="473802" y="3013"/>
                </a:lnTo>
                <a:lnTo>
                  <a:pt x="458770" y="0"/>
                </a:lnTo>
                <a:close/>
              </a:path>
              <a:path w="497204" h="856614">
                <a:moveTo>
                  <a:pt x="254895" y="40123"/>
                </a:moveTo>
                <a:lnTo>
                  <a:pt x="248798" y="44731"/>
                </a:lnTo>
                <a:lnTo>
                  <a:pt x="253581" y="44731"/>
                </a:lnTo>
                <a:lnTo>
                  <a:pt x="254895" y="40123"/>
                </a:lnTo>
                <a:close/>
              </a:path>
              <a:path w="497204" h="856614">
                <a:moveTo>
                  <a:pt x="421122" y="40123"/>
                </a:moveTo>
                <a:lnTo>
                  <a:pt x="254895" y="40123"/>
                </a:lnTo>
                <a:lnTo>
                  <a:pt x="253648" y="44499"/>
                </a:lnTo>
                <a:lnTo>
                  <a:pt x="253581" y="44731"/>
                </a:lnTo>
                <a:lnTo>
                  <a:pt x="248798" y="44731"/>
                </a:lnTo>
                <a:lnTo>
                  <a:pt x="422012" y="44499"/>
                </a:lnTo>
                <a:lnTo>
                  <a:pt x="421122" y="40123"/>
                </a:lnTo>
                <a:close/>
              </a:path>
              <a:path w="497204" h="856614">
                <a:moveTo>
                  <a:pt x="495651" y="31799"/>
                </a:moveTo>
                <a:lnTo>
                  <a:pt x="462375" y="31799"/>
                </a:lnTo>
                <a:lnTo>
                  <a:pt x="465166" y="34584"/>
                </a:lnTo>
                <a:lnTo>
                  <a:pt x="465176" y="41598"/>
                </a:lnTo>
                <a:lnTo>
                  <a:pt x="462282" y="44499"/>
                </a:lnTo>
                <a:lnTo>
                  <a:pt x="495628" y="44499"/>
                </a:lnTo>
                <a:lnTo>
                  <a:pt x="496901" y="38152"/>
                </a:lnTo>
                <a:lnTo>
                  <a:pt x="496217" y="34584"/>
                </a:lnTo>
                <a:lnTo>
                  <a:pt x="495699" y="32035"/>
                </a:lnTo>
                <a:lnTo>
                  <a:pt x="495651" y="31799"/>
                </a:lnTo>
                <a:close/>
              </a:path>
            </a:pathLst>
          </a:custGeom>
          <a:solidFill>
            <a:srgbClr val="7F7F7F"/>
          </a:solidFill>
        </p:spPr>
        <p:txBody>
          <a:bodyPr wrap="square" lIns="0" tIns="0" rIns="0" bIns="0" rtlCol="0"/>
          <a:lstStyle/>
          <a:p>
            <a:endParaRPr/>
          </a:p>
        </p:txBody>
      </p:sp>
      <p:sp>
        <p:nvSpPr>
          <p:cNvPr id="30" name="object 30"/>
          <p:cNvSpPr txBox="1"/>
          <p:nvPr/>
        </p:nvSpPr>
        <p:spPr>
          <a:xfrm>
            <a:off x="4251934" y="2136566"/>
            <a:ext cx="1330960" cy="372110"/>
          </a:xfrm>
          <a:prstGeom prst="rect">
            <a:avLst/>
          </a:prstGeom>
          <a:ln w="12700">
            <a:solidFill>
              <a:srgbClr val="7F7F7F"/>
            </a:solidFill>
          </a:ln>
        </p:spPr>
        <p:txBody>
          <a:bodyPr vert="horz" wrap="square" lIns="0" tIns="95250" rIns="0" bIns="0" rtlCol="0">
            <a:spAutoFit/>
          </a:bodyPr>
          <a:lstStyle/>
          <a:p>
            <a:pPr marL="90805">
              <a:lnSpc>
                <a:spcPct val="100000"/>
              </a:lnSpc>
              <a:spcBef>
                <a:spcPts val="750"/>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sp>
        <p:nvSpPr>
          <p:cNvPr id="31" name="object 31"/>
          <p:cNvSpPr/>
          <p:nvPr/>
        </p:nvSpPr>
        <p:spPr>
          <a:xfrm>
            <a:off x="3859668" y="2933722"/>
            <a:ext cx="419100" cy="542290"/>
          </a:xfrm>
          <a:custGeom>
            <a:avLst/>
            <a:gdLst/>
            <a:ahLst/>
            <a:cxnLst/>
            <a:rect l="l" t="t" r="r" b="b"/>
            <a:pathLst>
              <a:path w="419100" h="542289">
                <a:moveTo>
                  <a:pt x="0" y="457588"/>
                </a:moveTo>
                <a:lnTo>
                  <a:pt x="13705" y="541672"/>
                </a:lnTo>
                <a:lnTo>
                  <a:pt x="65159" y="488153"/>
                </a:lnTo>
                <a:lnTo>
                  <a:pt x="34056" y="488153"/>
                </a:lnTo>
                <a:lnTo>
                  <a:pt x="27359" y="486067"/>
                </a:lnTo>
                <a:lnTo>
                  <a:pt x="25491" y="482507"/>
                </a:lnTo>
                <a:lnTo>
                  <a:pt x="30313" y="467034"/>
                </a:lnTo>
                <a:lnTo>
                  <a:pt x="0" y="457588"/>
                </a:lnTo>
                <a:close/>
              </a:path>
              <a:path w="419100" h="542289">
                <a:moveTo>
                  <a:pt x="30313" y="467034"/>
                </a:moveTo>
                <a:lnTo>
                  <a:pt x="25491" y="482507"/>
                </a:lnTo>
                <a:lnTo>
                  <a:pt x="27359" y="486067"/>
                </a:lnTo>
                <a:lnTo>
                  <a:pt x="34056" y="488153"/>
                </a:lnTo>
                <a:lnTo>
                  <a:pt x="37616" y="486285"/>
                </a:lnTo>
                <a:lnTo>
                  <a:pt x="42437" y="470812"/>
                </a:lnTo>
                <a:lnTo>
                  <a:pt x="30313" y="467034"/>
                </a:lnTo>
                <a:close/>
              </a:path>
              <a:path w="419100" h="542289">
                <a:moveTo>
                  <a:pt x="42437" y="470812"/>
                </a:moveTo>
                <a:lnTo>
                  <a:pt x="37684" y="486067"/>
                </a:lnTo>
                <a:lnTo>
                  <a:pt x="37616" y="486285"/>
                </a:lnTo>
                <a:lnTo>
                  <a:pt x="34056" y="488153"/>
                </a:lnTo>
                <a:lnTo>
                  <a:pt x="65159" y="488153"/>
                </a:lnTo>
                <a:lnTo>
                  <a:pt x="72750" y="480258"/>
                </a:lnTo>
                <a:lnTo>
                  <a:pt x="42437" y="470812"/>
                </a:lnTo>
                <a:close/>
              </a:path>
              <a:path w="419100" h="542289">
                <a:moveTo>
                  <a:pt x="343745" y="31799"/>
                </a:moveTo>
                <a:lnTo>
                  <a:pt x="167754" y="32035"/>
                </a:lnTo>
                <a:lnTo>
                  <a:pt x="165303" y="33842"/>
                </a:lnTo>
                <a:lnTo>
                  <a:pt x="30313" y="467034"/>
                </a:lnTo>
                <a:lnTo>
                  <a:pt x="42437" y="470812"/>
                </a:lnTo>
                <a:lnTo>
                  <a:pt x="175212" y="44731"/>
                </a:lnTo>
                <a:lnTo>
                  <a:pt x="170548" y="44731"/>
                </a:lnTo>
                <a:lnTo>
                  <a:pt x="176602" y="40271"/>
                </a:lnTo>
                <a:lnTo>
                  <a:pt x="342903" y="40271"/>
                </a:lnTo>
                <a:lnTo>
                  <a:pt x="342472" y="38150"/>
                </a:lnTo>
                <a:lnTo>
                  <a:pt x="343698" y="32035"/>
                </a:lnTo>
                <a:lnTo>
                  <a:pt x="343745" y="31799"/>
                </a:lnTo>
                <a:close/>
              </a:path>
              <a:path w="419100" h="542289">
                <a:moveTo>
                  <a:pt x="380521" y="0"/>
                </a:moveTo>
                <a:lnTo>
                  <a:pt x="365694" y="3013"/>
                </a:lnTo>
                <a:lnTo>
                  <a:pt x="353595" y="11195"/>
                </a:lnTo>
                <a:lnTo>
                  <a:pt x="345446" y="23316"/>
                </a:lnTo>
                <a:lnTo>
                  <a:pt x="342472" y="38150"/>
                </a:lnTo>
                <a:lnTo>
                  <a:pt x="345485" y="52977"/>
                </a:lnTo>
                <a:lnTo>
                  <a:pt x="353667" y="65076"/>
                </a:lnTo>
                <a:lnTo>
                  <a:pt x="365789" y="73225"/>
                </a:lnTo>
                <a:lnTo>
                  <a:pt x="380624" y="76200"/>
                </a:lnTo>
                <a:lnTo>
                  <a:pt x="395252" y="73225"/>
                </a:lnTo>
                <a:lnTo>
                  <a:pt x="395390" y="73225"/>
                </a:lnTo>
                <a:lnTo>
                  <a:pt x="407441" y="65076"/>
                </a:lnTo>
                <a:lnTo>
                  <a:pt x="415633" y="52977"/>
                </a:lnTo>
                <a:lnTo>
                  <a:pt x="417331" y="44731"/>
                </a:lnTo>
                <a:lnTo>
                  <a:pt x="417378" y="44499"/>
                </a:lnTo>
                <a:lnTo>
                  <a:pt x="384033" y="44499"/>
                </a:lnTo>
                <a:lnTo>
                  <a:pt x="386927" y="41597"/>
                </a:lnTo>
                <a:lnTo>
                  <a:pt x="386916" y="34584"/>
                </a:lnTo>
                <a:lnTo>
                  <a:pt x="384125" y="31799"/>
                </a:lnTo>
                <a:lnTo>
                  <a:pt x="417401" y="31799"/>
                </a:lnTo>
                <a:lnTo>
                  <a:pt x="415677" y="23316"/>
                </a:lnTo>
                <a:lnTo>
                  <a:pt x="407525" y="11195"/>
                </a:lnTo>
                <a:lnTo>
                  <a:pt x="395414" y="3013"/>
                </a:lnTo>
                <a:lnTo>
                  <a:pt x="395552" y="3013"/>
                </a:lnTo>
                <a:lnTo>
                  <a:pt x="380521" y="0"/>
                </a:lnTo>
                <a:close/>
              </a:path>
              <a:path w="419100" h="542289">
                <a:moveTo>
                  <a:pt x="176602" y="40271"/>
                </a:moveTo>
                <a:lnTo>
                  <a:pt x="170548" y="44731"/>
                </a:lnTo>
                <a:lnTo>
                  <a:pt x="175212" y="44731"/>
                </a:lnTo>
                <a:lnTo>
                  <a:pt x="176602" y="40271"/>
                </a:lnTo>
                <a:close/>
              </a:path>
              <a:path w="419100" h="542289">
                <a:moveTo>
                  <a:pt x="342903" y="40271"/>
                </a:moveTo>
                <a:lnTo>
                  <a:pt x="176602" y="40271"/>
                </a:lnTo>
                <a:lnTo>
                  <a:pt x="175284" y="44499"/>
                </a:lnTo>
                <a:lnTo>
                  <a:pt x="175212" y="44731"/>
                </a:lnTo>
                <a:lnTo>
                  <a:pt x="170548" y="44731"/>
                </a:lnTo>
                <a:lnTo>
                  <a:pt x="343762" y="44499"/>
                </a:lnTo>
                <a:lnTo>
                  <a:pt x="342903" y="40271"/>
                </a:lnTo>
                <a:close/>
              </a:path>
              <a:path w="419100" h="542289">
                <a:moveTo>
                  <a:pt x="417401" y="31799"/>
                </a:moveTo>
                <a:lnTo>
                  <a:pt x="384125" y="31799"/>
                </a:lnTo>
                <a:lnTo>
                  <a:pt x="386916" y="34584"/>
                </a:lnTo>
                <a:lnTo>
                  <a:pt x="386927" y="41597"/>
                </a:lnTo>
                <a:lnTo>
                  <a:pt x="384033" y="44499"/>
                </a:lnTo>
                <a:lnTo>
                  <a:pt x="417378" y="44499"/>
                </a:lnTo>
                <a:lnTo>
                  <a:pt x="418651" y="38150"/>
                </a:lnTo>
                <a:lnTo>
                  <a:pt x="417967" y="34584"/>
                </a:lnTo>
                <a:lnTo>
                  <a:pt x="417449" y="32035"/>
                </a:lnTo>
                <a:lnTo>
                  <a:pt x="417401" y="31799"/>
                </a:lnTo>
                <a:close/>
              </a:path>
            </a:pathLst>
          </a:custGeom>
          <a:solidFill>
            <a:srgbClr val="7F7F7F"/>
          </a:solidFill>
        </p:spPr>
        <p:txBody>
          <a:bodyPr wrap="square" lIns="0" tIns="0" rIns="0" bIns="0" rtlCol="0"/>
          <a:lstStyle/>
          <a:p>
            <a:endParaRPr/>
          </a:p>
        </p:txBody>
      </p:sp>
      <p:sp>
        <p:nvSpPr>
          <p:cNvPr id="32" name="object 32"/>
          <p:cNvSpPr txBox="1"/>
          <p:nvPr/>
        </p:nvSpPr>
        <p:spPr>
          <a:xfrm>
            <a:off x="4251934" y="2902393"/>
            <a:ext cx="1330960" cy="372110"/>
          </a:xfrm>
          <a:prstGeom prst="rect">
            <a:avLst/>
          </a:prstGeom>
          <a:ln w="12700">
            <a:solidFill>
              <a:srgbClr val="7F7F7F"/>
            </a:solidFill>
          </a:ln>
        </p:spPr>
        <p:txBody>
          <a:bodyPr vert="horz" wrap="square" lIns="0" tIns="97790" rIns="0" bIns="0" rtlCol="0">
            <a:spAutoFit/>
          </a:bodyPr>
          <a:lstStyle/>
          <a:p>
            <a:pPr marL="90805">
              <a:lnSpc>
                <a:spcPct val="100000"/>
              </a:lnSpc>
              <a:spcBef>
                <a:spcPts val="770"/>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sp>
        <p:nvSpPr>
          <p:cNvPr id="33" name="object 33"/>
          <p:cNvSpPr/>
          <p:nvPr/>
        </p:nvSpPr>
        <p:spPr>
          <a:xfrm>
            <a:off x="3915958" y="3748368"/>
            <a:ext cx="362585" cy="370840"/>
          </a:xfrm>
          <a:custGeom>
            <a:avLst/>
            <a:gdLst/>
            <a:ahLst/>
            <a:cxnLst/>
            <a:rect l="l" t="t" r="r" b="b"/>
            <a:pathLst>
              <a:path w="362585" h="370839">
                <a:moveTo>
                  <a:pt x="0" y="286284"/>
                </a:moveTo>
                <a:lnTo>
                  <a:pt x="14568" y="370224"/>
                </a:lnTo>
                <a:lnTo>
                  <a:pt x="65168" y="316499"/>
                </a:lnTo>
                <a:lnTo>
                  <a:pt x="34367" y="316499"/>
                </a:lnTo>
                <a:lnTo>
                  <a:pt x="28026" y="314594"/>
                </a:lnTo>
                <a:lnTo>
                  <a:pt x="27711" y="314594"/>
                </a:lnTo>
                <a:lnTo>
                  <a:pt x="25745" y="310940"/>
                </a:lnTo>
                <a:lnTo>
                  <a:pt x="30408" y="295418"/>
                </a:lnTo>
                <a:lnTo>
                  <a:pt x="0" y="286284"/>
                </a:lnTo>
                <a:close/>
              </a:path>
              <a:path w="362585" h="370839">
                <a:moveTo>
                  <a:pt x="30408" y="295418"/>
                </a:moveTo>
                <a:lnTo>
                  <a:pt x="25745" y="310940"/>
                </a:lnTo>
                <a:lnTo>
                  <a:pt x="27711" y="314594"/>
                </a:lnTo>
                <a:lnTo>
                  <a:pt x="28026" y="314594"/>
                </a:lnTo>
                <a:lnTo>
                  <a:pt x="34367" y="316499"/>
                </a:lnTo>
                <a:lnTo>
                  <a:pt x="37908" y="314594"/>
                </a:lnTo>
                <a:lnTo>
                  <a:pt x="42570" y="299072"/>
                </a:lnTo>
                <a:lnTo>
                  <a:pt x="30408" y="295418"/>
                </a:lnTo>
                <a:close/>
              </a:path>
              <a:path w="362585" h="370839">
                <a:moveTo>
                  <a:pt x="42570" y="299072"/>
                </a:moveTo>
                <a:lnTo>
                  <a:pt x="37908" y="314594"/>
                </a:lnTo>
                <a:lnTo>
                  <a:pt x="34367" y="316499"/>
                </a:lnTo>
                <a:lnTo>
                  <a:pt x="65168" y="316499"/>
                </a:lnTo>
                <a:lnTo>
                  <a:pt x="72979" y="308206"/>
                </a:lnTo>
                <a:lnTo>
                  <a:pt x="42570" y="299072"/>
                </a:lnTo>
                <a:close/>
              </a:path>
              <a:path w="362585" h="370839">
                <a:moveTo>
                  <a:pt x="287456" y="31799"/>
                </a:moveTo>
                <a:lnTo>
                  <a:pt x="111441" y="32035"/>
                </a:lnTo>
                <a:lnTo>
                  <a:pt x="108973" y="33873"/>
                </a:lnTo>
                <a:lnTo>
                  <a:pt x="30408" y="295418"/>
                </a:lnTo>
                <a:lnTo>
                  <a:pt x="42570" y="299072"/>
                </a:lnTo>
                <a:lnTo>
                  <a:pt x="118972" y="44731"/>
                </a:lnTo>
                <a:lnTo>
                  <a:pt x="114258" y="44731"/>
                </a:lnTo>
                <a:lnTo>
                  <a:pt x="120331" y="40209"/>
                </a:lnTo>
                <a:lnTo>
                  <a:pt x="286601" y="40209"/>
                </a:lnTo>
                <a:lnTo>
                  <a:pt x="286183" y="38152"/>
                </a:lnTo>
                <a:lnTo>
                  <a:pt x="287409" y="32035"/>
                </a:lnTo>
                <a:lnTo>
                  <a:pt x="287456" y="31799"/>
                </a:lnTo>
                <a:close/>
              </a:path>
              <a:path w="362585" h="370839">
                <a:moveTo>
                  <a:pt x="324230" y="0"/>
                </a:moveTo>
                <a:lnTo>
                  <a:pt x="309405" y="3014"/>
                </a:lnTo>
                <a:lnTo>
                  <a:pt x="297306" y="11196"/>
                </a:lnTo>
                <a:lnTo>
                  <a:pt x="289157" y="23317"/>
                </a:lnTo>
                <a:lnTo>
                  <a:pt x="286183" y="38152"/>
                </a:lnTo>
                <a:lnTo>
                  <a:pt x="289196" y="52977"/>
                </a:lnTo>
                <a:lnTo>
                  <a:pt x="297378" y="65077"/>
                </a:lnTo>
                <a:lnTo>
                  <a:pt x="309499" y="73225"/>
                </a:lnTo>
                <a:lnTo>
                  <a:pt x="324333" y="76199"/>
                </a:lnTo>
                <a:lnTo>
                  <a:pt x="338965" y="73225"/>
                </a:lnTo>
                <a:lnTo>
                  <a:pt x="339101" y="73225"/>
                </a:lnTo>
                <a:lnTo>
                  <a:pt x="351152" y="65077"/>
                </a:lnTo>
                <a:lnTo>
                  <a:pt x="359345" y="52977"/>
                </a:lnTo>
                <a:lnTo>
                  <a:pt x="361043" y="44731"/>
                </a:lnTo>
                <a:lnTo>
                  <a:pt x="361089" y="44499"/>
                </a:lnTo>
                <a:lnTo>
                  <a:pt x="327745" y="44499"/>
                </a:lnTo>
                <a:lnTo>
                  <a:pt x="330636" y="41598"/>
                </a:lnTo>
                <a:lnTo>
                  <a:pt x="330627" y="34584"/>
                </a:lnTo>
                <a:lnTo>
                  <a:pt x="327834" y="31799"/>
                </a:lnTo>
                <a:lnTo>
                  <a:pt x="361112" y="31799"/>
                </a:lnTo>
                <a:lnTo>
                  <a:pt x="359387" y="23317"/>
                </a:lnTo>
                <a:lnTo>
                  <a:pt x="351236" y="11196"/>
                </a:lnTo>
                <a:lnTo>
                  <a:pt x="339125" y="3014"/>
                </a:lnTo>
                <a:lnTo>
                  <a:pt x="339265" y="3014"/>
                </a:lnTo>
                <a:lnTo>
                  <a:pt x="324230" y="0"/>
                </a:lnTo>
                <a:close/>
              </a:path>
              <a:path w="362585" h="370839">
                <a:moveTo>
                  <a:pt x="120331" y="40209"/>
                </a:moveTo>
                <a:lnTo>
                  <a:pt x="114258" y="44731"/>
                </a:lnTo>
                <a:lnTo>
                  <a:pt x="118972" y="44731"/>
                </a:lnTo>
                <a:lnTo>
                  <a:pt x="120331" y="40209"/>
                </a:lnTo>
                <a:close/>
              </a:path>
              <a:path w="362585" h="370839">
                <a:moveTo>
                  <a:pt x="286601" y="40209"/>
                </a:moveTo>
                <a:lnTo>
                  <a:pt x="120331" y="40209"/>
                </a:lnTo>
                <a:lnTo>
                  <a:pt x="119042" y="44499"/>
                </a:lnTo>
                <a:lnTo>
                  <a:pt x="118972" y="44731"/>
                </a:lnTo>
                <a:lnTo>
                  <a:pt x="114258" y="44731"/>
                </a:lnTo>
                <a:lnTo>
                  <a:pt x="287473" y="44499"/>
                </a:lnTo>
                <a:lnTo>
                  <a:pt x="286601" y="40209"/>
                </a:lnTo>
                <a:close/>
              </a:path>
              <a:path w="362585" h="370839">
                <a:moveTo>
                  <a:pt x="361112" y="31799"/>
                </a:moveTo>
                <a:lnTo>
                  <a:pt x="327834" y="31799"/>
                </a:lnTo>
                <a:lnTo>
                  <a:pt x="330627" y="34584"/>
                </a:lnTo>
                <a:lnTo>
                  <a:pt x="330636" y="41598"/>
                </a:lnTo>
                <a:lnTo>
                  <a:pt x="327745" y="44499"/>
                </a:lnTo>
                <a:lnTo>
                  <a:pt x="361089" y="44499"/>
                </a:lnTo>
                <a:lnTo>
                  <a:pt x="362362" y="38152"/>
                </a:lnTo>
                <a:lnTo>
                  <a:pt x="361678" y="34584"/>
                </a:lnTo>
                <a:lnTo>
                  <a:pt x="361160" y="32035"/>
                </a:lnTo>
                <a:lnTo>
                  <a:pt x="361112" y="31799"/>
                </a:lnTo>
                <a:close/>
              </a:path>
            </a:pathLst>
          </a:custGeom>
          <a:solidFill>
            <a:srgbClr val="7F7F7F"/>
          </a:solidFill>
        </p:spPr>
        <p:txBody>
          <a:bodyPr wrap="square" lIns="0" tIns="0" rIns="0" bIns="0" rtlCol="0"/>
          <a:lstStyle/>
          <a:p>
            <a:endParaRPr/>
          </a:p>
        </p:txBody>
      </p:sp>
      <p:sp>
        <p:nvSpPr>
          <p:cNvPr id="34" name="object 34"/>
          <p:cNvSpPr txBox="1"/>
          <p:nvPr/>
        </p:nvSpPr>
        <p:spPr>
          <a:xfrm>
            <a:off x="4251935" y="3717038"/>
            <a:ext cx="1330960" cy="372110"/>
          </a:xfrm>
          <a:prstGeom prst="rect">
            <a:avLst/>
          </a:prstGeom>
          <a:ln w="12700">
            <a:solidFill>
              <a:srgbClr val="7F7F7F"/>
            </a:solidFill>
          </a:ln>
        </p:spPr>
        <p:txBody>
          <a:bodyPr vert="horz" wrap="square" lIns="0" tIns="96520" rIns="0" bIns="0" rtlCol="0">
            <a:spAutoFit/>
          </a:bodyPr>
          <a:lstStyle/>
          <a:p>
            <a:pPr marL="91440">
              <a:lnSpc>
                <a:spcPct val="100000"/>
              </a:lnSpc>
              <a:spcBef>
                <a:spcPts val="760"/>
              </a:spcBef>
            </a:pPr>
            <a:r>
              <a:rPr sz="1000" dirty="0">
                <a:solidFill>
                  <a:srgbClr val="595959"/>
                </a:solidFill>
                <a:latin typeface="Corbel"/>
                <a:cs typeface="Corbel"/>
              </a:rPr>
              <a:t>Ailerons</a:t>
            </a:r>
            <a:r>
              <a:rPr sz="1000" spc="-25"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grpSp>
        <p:nvGrpSpPr>
          <p:cNvPr id="35" name="object 35"/>
          <p:cNvGrpSpPr/>
          <p:nvPr/>
        </p:nvGrpSpPr>
        <p:grpSpPr>
          <a:xfrm>
            <a:off x="6541007" y="1600199"/>
            <a:ext cx="4819015" cy="4819015"/>
            <a:chOff x="6541007" y="1600199"/>
            <a:chExt cx="4819015" cy="4819015"/>
          </a:xfrm>
        </p:grpSpPr>
        <p:pic>
          <p:nvPicPr>
            <p:cNvPr id="36" name="object 36"/>
            <p:cNvPicPr/>
            <p:nvPr/>
          </p:nvPicPr>
          <p:blipFill>
            <a:blip r:embed="rId10" cstate="print"/>
            <a:stretch>
              <a:fillRect/>
            </a:stretch>
          </p:blipFill>
          <p:spPr>
            <a:xfrm>
              <a:off x="6541007" y="1600199"/>
              <a:ext cx="4818888" cy="4818888"/>
            </a:xfrm>
            <a:prstGeom prst="rect">
              <a:avLst/>
            </a:prstGeom>
          </p:spPr>
        </p:pic>
        <p:sp>
          <p:nvSpPr>
            <p:cNvPr id="37" name="object 37"/>
            <p:cNvSpPr/>
            <p:nvPr/>
          </p:nvSpPr>
          <p:spPr>
            <a:xfrm>
              <a:off x="8509779" y="3846036"/>
              <a:ext cx="12700" cy="488950"/>
            </a:xfrm>
            <a:custGeom>
              <a:avLst/>
              <a:gdLst/>
              <a:ahLst/>
              <a:cxnLst/>
              <a:rect l="l" t="t" r="r" b="b"/>
              <a:pathLst>
                <a:path w="12700" h="488950">
                  <a:moveTo>
                    <a:pt x="9856" y="0"/>
                  </a:moveTo>
                  <a:lnTo>
                    <a:pt x="2842" y="0"/>
                  </a:lnTo>
                  <a:lnTo>
                    <a:pt x="0" y="2842"/>
                  </a:lnTo>
                  <a:lnTo>
                    <a:pt x="0" y="47956"/>
                  </a:lnTo>
                  <a:lnTo>
                    <a:pt x="2843" y="50800"/>
                  </a:lnTo>
                  <a:lnTo>
                    <a:pt x="9856" y="50800"/>
                  </a:lnTo>
                  <a:lnTo>
                    <a:pt x="12700" y="47956"/>
                  </a:lnTo>
                  <a:lnTo>
                    <a:pt x="12700" y="2842"/>
                  </a:lnTo>
                  <a:lnTo>
                    <a:pt x="9856" y="0"/>
                  </a:lnTo>
                  <a:close/>
                </a:path>
                <a:path w="12700" h="488950">
                  <a:moveTo>
                    <a:pt x="9856" y="88900"/>
                  </a:moveTo>
                  <a:lnTo>
                    <a:pt x="2843" y="88900"/>
                  </a:lnTo>
                  <a:lnTo>
                    <a:pt x="0" y="91742"/>
                  </a:lnTo>
                  <a:lnTo>
                    <a:pt x="0" y="136856"/>
                  </a:lnTo>
                  <a:lnTo>
                    <a:pt x="2843" y="139700"/>
                  </a:lnTo>
                  <a:lnTo>
                    <a:pt x="9857" y="139700"/>
                  </a:lnTo>
                  <a:lnTo>
                    <a:pt x="12700" y="136856"/>
                  </a:lnTo>
                  <a:lnTo>
                    <a:pt x="12700" y="91742"/>
                  </a:lnTo>
                  <a:lnTo>
                    <a:pt x="9856" y="88900"/>
                  </a:lnTo>
                  <a:close/>
                </a:path>
                <a:path w="12700" h="488950">
                  <a:moveTo>
                    <a:pt x="9857" y="177800"/>
                  </a:moveTo>
                  <a:lnTo>
                    <a:pt x="2843" y="177800"/>
                  </a:lnTo>
                  <a:lnTo>
                    <a:pt x="0" y="180642"/>
                  </a:lnTo>
                  <a:lnTo>
                    <a:pt x="0" y="225756"/>
                  </a:lnTo>
                  <a:lnTo>
                    <a:pt x="2843" y="228600"/>
                  </a:lnTo>
                  <a:lnTo>
                    <a:pt x="9857" y="228600"/>
                  </a:lnTo>
                  <a:lnTo>
                    <a:pt x="12700" y="225756"/>
                  </a:lnTo>
                  <a:lnTo>
                    <a:pt x="12700" y="180642"/>
                  </a:lnTo>
                  <a:lnTo>
                    <a:pt x="9857" y="177800"/>
                  </a:lnTo>
                  <a:close/>
                </a:path>
                <a:path w="12700" h="488950">
                  <a:moveTo>
                    <a:pt x="9857" y="266700"/>
                  </a:moveTo>
                  <a:lnTo>
                    <a:pt x="2843" y="266700"/>
                  </a:lnTo>
                  <a:lnTo>
                    <a:pt x="0" y="269542"/>
                  </a:lnTo>
                  <a:lnTo>
                    <a:pt x="0" y="314656"/>
                  </a:lnTo>
                  <a:lnTo>
                    <a:pt x="2843" y="317500"/>
                  </a:lnTo>
                  <a:lnTo>
                    <a:pt x="9857" y="317500"/>
                  </a:lnTo>
                  <a:lnTo>
                    <a:pt x="12700" y="314656"/>
                  </a:lnTo>
                  <a:lnTo>
                    <a:pt x="12700" y="269542"/>
                  </a:lnTo>
                  <a:lnTo>
                    <a:pt x="9857" y="266700"/>
                  </a:lnTo>
                  <a:close/>
                </a:path>
                <a:path w="12700" h="488950">
                  <a:moveTo>
                    <a:pt x="9857" y="355600"/>
                  </a:moveTo>
                  <a:lnTo>
                    <a:pt x="2843" y="355600"/>
                  </a:lnTo>
                  <a:lnTo>
                    <a:pt x="0" y="358442"/>
                  </a:lnTo>
                  <a:lnTo>
                    <a:pt x="1" y="403556"/>
                  </a:lnTo>
                  <a:lnTo>
                    <a:pt x="2843" y="406400"/>
                  </a:lnTo>
                  <a:lnTo>
                    <a:pt x="9857" y="406400"/>
                  </a:lnTo>
                  <a:lnTo>
                    <a:pt x="12701" y="403556"/>
                  </a:lnTo>
                  <a:lnTo>
                    <a:pt x="12700" y="358442"/>
                  </a:lnTo>
                  <a:lnTo>
                    <a:pt x="9857" y="355600"/>
                  </a:lnTo>
                  <a:close/>
                </a:path>
                <a:path w="12700" h="488950">
                  <a:moveTo>
                    <a:pt x="9857" y="444500"/>
                  </a:moveTo>
                  <a:lnTo>
                    <a:pt x="2843" y="444500"/>
                  </a:lnTo>
                  <a:lnTo>
                    <a:pt x="1" y="447342"/>
                  </a:lnTo>
                  <a:lnTo>
                    <a:pt x="1" y="486106"/>
                  </a:lnTo>
                  <a:lnTo>
                    <a:pt x="2843" y="488950"/>
                  </a:lnTo>
                  <a:lnTo>
                    <a:pt x="9857" y="488950"/>
                  </a:lnTo>
                  <a:lnTo>
                    <a:pt x="12701" y="486106"/>
                  </a:lnTo>
                  <a:lnTo>
                    <a:pt x="12701" y="447342"/>
                  </a:lnTo>
                  <a:lnTo>
                    <a:pt x="9857" y="444500"/>
                  </a:lnTo>
                  <a:close/>
                </a:path>
              </a:pathLst>
            </a:custGeom>
            <a:solidFill>
              <a:srgbClr val="FF0000">
                <a:alpha val="50199"/>
              </a:srgbClr>
            </a:solidFill>
          </p:spPr>
          <p:txBody>
            <a:bodyPr wrap="square" lIns="0" tIns="0" rIns="0" bIns="0" rtlCol="0"/>
            <a:lstStyle/>
            <a:p>
              <a:endParaRPr/>
            </a:p>
          </p:txBody>
        </p:sp>
        <p:sp>
          <p:nvSpPr>
            <p:cNvPr id="38" name="object 38"/>
            <p:cNvSpPr/>
            <p:nvPr/>
          </p:nvSpPr>
          <p:spPr>
            <a:xfrm>
              <a:off x="8516129" y="2577806"/>
              <a:ext cx="0" cy="1252220"/>
            </a:xfrm>
            <a:custGeom>
              <a:avLst/>
              <a:gdLst/>
              <a:ahLst/>
              <a:cxnLst/>
              <a:rect l="l" t="t" r="r" b="b"/>
              <a:pathLst>
                <a:path h="1252220">
                  <a:moveTo>
                    <a:pt x="0" y="0"/>
                  </a:moveTo>
                  <a:lnTo>
                    <a:pt x="1" y="1251719"/>
                  </a:lnTo>
                </a:path>
              </a:pathLst>
            </a:custGeom>
            <a:ln w="25400">
              <a:solidFill>
                <a:srgbClr val="FF0000"/>
              </a:solidFill>
            </a:ln>
          </p:spPr>
          <p:txBody>
            <a:bodyPr wrap="square" lIns="0" tIns="0" rIns="0" bIns="0" rtlCol="0"/>
            <a:lstStyle/>
            <a:p>
              <a:endParaRPr/>
            </a:p>
          </p:txBody>
        </p:sp>
        <p:sp>
          <p:nvSpPr>
            <p:cNvPr id="39" name="object 39"/>
            <p:cNvSpPr/>
            <p:nvPr/>
          </p:nvSpPr>
          <p:spPr>
            <a:xfrm>
              <a:off x="8516129" y="4347686"/>
              <a:ext cx="0" cy="1094105"/>
            </a:xfrm>
            <a:custGeom>
              <a:avLst/>
              <a:gdLst/>
              <a:ahLst/>
              <a:cxnLst/>
              <a:rect l="l" t="t" r="r" b="b"/>
              <a:pathLst>
                <a:path h="1094104">
                  <a:moveTo>
                    <a:pt x="0" y="0"/>
                  </a:moveTo>
                  <a:lnTo>
                    <a:pt x="1" y="1093751"/>
                  </a:lnTo>
                </a:path>
              </a:pathLst>
            </a:custGeom>
            <a:ln w="25400">
              <a:solidFill>
                <a:srgbClr val="FF0000"/>
              </a:solidFill>
            </a:ln>
          </p:spPr>
          <p:txBody>
            <a:bodyPr wrap="square" lIns="0" tIns="0" rIns="0" bIns="0" rtlCol="0"/>
            <a:lstStyle/>
            <a:p>
              <a:endParaRPr/>
            </a:p>
          </p:txBody>
        </p:sp>
      </p:grpSp>
      <p:sp>
        <p:nvSpPr>
          <p:cNvPr id="40" name="object 40"/>
          <p:cNvSpPr txBox="1"/>
          <p:nvPr/>
        </p:nvSpPr>
        <p:spPr>
          <a:xfrm>
            <a:off x="8537215" y="2525267"/>
            <a:ext cx="606425" cy="440055"/>
          </a:xfrm>
          <a:prstGeom prst="rect">
            <a:avLst/>
          </a:prstGeom>
        </p:spPr>
        <p:txBody>
          <a:bodyPr vert="horz" wrap="square" lIns="0" tIns="29845" rIns="0" bIns="0" rtlCol="0">
            <a:spAutoFit/>
          </a:bodyPr>
          <a:lstStyle/>
          <a:p>
            <a:pPr marL="138430" marR="5080" indent="-126364">
              <a:lnSpc>
                <a:spcPts val="1580"/>
              </a:lnSpc>
              <a:spcBef>
                <a:spcPts val="235"/>
              </a:spcBef>
            </a:pPr>
            <a:r>
              <a:rPr sz="1400" b="1" spc="-20" dirty="0">
                <a:latin typeface="Corbel"/>
                <a:cs typeface="Corbel"/>
              </a:rPr>
              <a:t>Vertical Axis</a:t>
            </a:r>
            <a:endParaRPr sz="1400">
              <a:latin typeface="Corbel"/>
              <a:cs typeface="Corbel"/>
            </a:endParaRPr>
          </a:p>
        </p:txBody>
      </p:sp>
      <p:grpSp>
        <p:nvGrpSpPr>
          <p:cNvPr id="41" name="object 41"/>
          <p:cNvGrpSpPr/>
          <p:nvPr/>
        </p:nvGrpSpPr>
        <p:grpSpPr>
          <a:xfrm>
            <a:off x="7618491" y="2878137"/>
            <a:ext cx="2160270" cy="2073275"/>
            <a:chOff x="7618491" y="2878137"/>
            <a:chExt cx="2160270" cy="2073275"/>
          </a:xfrm>
        </p:grpSpPr>
        <p:sp>
          <p:nvSpPr>
            <p:cNvPr id="42" name="object 42"/>
            <p:cNvSpPr/>
            <p:nvPr/>
          </p:nvSpPr>
          <p:spPr>
            <a:xfrm>
              <a:off x="8085396" y="3166813"/>
              <a:ext cx="1391285" cy="1330325"/>
            </a:xfrm>
            <a:custGeom>
              <a:avLst/>
              <a:gdLst/>
              <a:ahLst/>
              <a:cxnLst/>
              <a:rect l="l" t="t" r="r" b="b"/>
              <a:pathLst>
                <a:path w="1391284" h="1330325">
                  <a:moveTo>
                    <a:pt x="36725" y="1289864"/>
                  </a:moveTo>
                  <a:lnTo>
                    <a:pt x="32610" y="1289864"/>
                  </a:lnTo>
                  <a:lnTo>
                    <a:pt x="91" y="1320942"/>
                  </a:lnTo>
                  <a:lnTo>
                    <a:pt x="0" y="1324961"/>
                  </a:lnTo>
                  <a:lnTo>
                    <a:pt x="4933" y="1330124"/>
                  </a:lnTo>
                  <a:lnTo>
                    <a:pt x="8865" y="1330124"/>
                  </a:lnTo>
                  <a:lnTo>
                    <a:pt x="41480" y="1298954"/>
                  </a:lnTo>
                  <a:lnTo>
                    <a:pt x="41572" y="1294933"/>
                  </a:lnTo>
                  <a:lnTo>
                    <a:pt x="36725" y="1289864"/>
                  </a:lnTo>
                  <a:close/>
                </a:path>
                <a:path w="1391284" h="1330325">
                  <a:moveTo>
                    <a:pt x="100995" y="1228441"/>
                  </a:moveTo>
                  <a:lnTo>
                    <a:pt x="96880" y="1228441"/>
                  </a:lnTo>
                  <a:lnTo>
                    <a:pt x="64361" y="1259519"/>
                  </a:lnTo>
                  <a:lnTo>
                    <a:pt x="64269" y="1263539"/>
                  </a:lnTo>
                  <a:lnTo>
                    <a:pt x="69203" y="1268702"/>
                  </a:lnTo>
                  <a:lnTo>
                    <a:pt x="73135" y="1268702"/>
                  </a:lnTo>
                  <a:lnTo>
                    <a:pt x="105750" y="1237532"/>
                  </a:lnTo>
                  <a:lnTo>
                    <a:pt x="105840" y="1233512"/>
                  </a:lnTo>
                  <a:lnTo>
                    <a:pt x="100995" y="1228441"/>
                  </a:lnTo>
                  <a:close/>
                </a:path>
                <a:path w="1391284" h="1330325">
                  <a:moveTo>
                    <a:pt x="165263" y="1167019"/>
                  </a:moveTo>
                  <a:lnTo>
                    <a:pt x="161148" y="1167019"/>
                  </a:lnTo>
                  <a:lnTo>
                    <a:pt x="128630" y="1198098"/>
                  </a:lnTo>
                  <a:lnTo>
                    <a:pt x="128539" y="1202118"/>
                  </a:lnTo>
                  <a:lnTo>
                    <a:pt x="133472" y="1207279"/>
                  </a:lnTo>
                  <a:lnTo>
                    <a:pt x="137405" y="1207279"/>
                  </a:lnTo>
                  <a:lnTo>
                    <a:pt x="170019" y="1176110"/>
                  </a:lnTo>
                  <a:lnTo>
                    <a:pt x="170110" y="1172090"/>
                  </a:lnTo>
                  <a:lnTo>
                    <a:pt x="165263" y="1167019"/>
                  </a:lnTo>
                  <a:close/>
                </a:path>
                <a:path w="1391284" h="1330325">
                  <a:moveTo>
                    <a:pt x="229533" y="1105597"/>
                  </a:moveTo>
                  <a:lnTo>
                    <a:pt x="225419" y="1105597"/>
                  </a:lnTo>
                  <a:lnTo>
                    <a:pt x="192899" y="1136676"/>
                  </a:lnTo>
                  <a:lnTo>
                    <a:pt x="192808" y="1140696"/>
                  </a:lnTo>
                  <a:lnTo>
                    <a:pt x="197741" y="1145857"/>
                  </a:lnTo>
                  <a:lnTo>
                    <a:pt x="201673" y="1145857"/>
                  </a:lnTo>
                  <a:lnTo>
                    <a:pt x="234288" y="1114687"/>
                  </a:lnTo>
                  <a:lnTo>
                    <a:pt x="234379" y="1110668"/>
                  </a:lnTo>
                  <a:lnTo>
                    <a:pt x="229533" y="1105597"/>
                  </a:lnTo>
                  <a:close/>
                </a:path>
                <a:path w="1391284" h="1330325">
                  <a:moveTo>
                    <a:pt x="293803" y="1044174"/>
                  </a:moveTo>
                  <a:lnTo>
                    <a:pt x="289689" y="1044174"/>
                  </a:lnTo>
                  <a:lnTo>
                    <a:pt x="257168" y="1075254"/>
                  </a:lnTo>
                  <a:lnTo>
                    <a:pt x="257077" y="1079273"/>
                  </a:lnTo>
                  <a:lnTo>
                    <a:pt x="262009" y="1084435"/>
                  </a:lnTo>
                  <a:lnTo>
                    <a:pt x="265943" y="1084435"/>
                  </a:lnTo>
                  <a:lnTo>
                    <a:pt x="298557" y="1053265"/>
                  </a:lnTo>
                  <a:lnTo>
                    <a:pt x="298649" y="1049246"/>
                  </a:lnTo>
                  <a:lnTo>
                    <a:pt x="293803" y="1044174"/>
                  </a:lnTo>
                  <a:close/>
                </a:path>
                <a:path w="1391284" h="1330325">
                  <a:moveTo>
                    <a:pt x="358072" y="982753"/>
                  </a:moveTo>
                  <a:lnTo>
                    <a:pt x="353957" y="982753"/>
                  </a:lnTo>
                  <a:lnTo>
                    <a:pt x="321438" y="1013832"/>
                  </a:lnTo>
                  <a:lnTo>
                    <a:pt x="321346" y="1017851"/>
                  </a:lnTo>
                  <a:lnTo>
                    <a:pt x="326279" y="1023012"/>
                  </a:lnTo>
                  <a:lnTo>
                    <a:pt x="330212" y="1023012"/>
                  </a:lnTo>
                  <a:lnTo>
                    <a:pt x="362827" y="991843"/>
                  </a:lnTo>
                  <a:lnTo>
                    <a:pt x="362917" y="987823"/>
                  </a:lnTo>
                  <a:lnTo>
                    <a:pt x="358072" y="982753"/>
                  </a:lnTo>
                  <a:close/>
                </a:path>
                <a:path w="1391284" h="1330325">
                  <a:moveTo>
                    <a:pt x="422341" y="921331"/>
                  </a:moveTo>
                  <a:lnTo>
                    <a:pt x="418225" y="921331"/>
                  </a:lnTo>
                  <a:lnTo>
                    <a:pt x="385706" y="952409"/>
                  </a:lnTo>
                  <a:lnTo>
                    <a:pt x="385616" y="956429"/>
                  </a:lnTo>
                  <a:lnTo>
                    <a:pt x="390550" y="961591"/>
                  </a:lnTo>
                  <a:lnTo>
                    <a:pt x="394482" y="961591"/>
                  </a:lnTo>
                  <a:lnTo>
                    <a:pt x="427095" y="930421"/>
                  </a:lnTo>
                  <a:lnTo>
                    <a:pt x="427187" y="926401"/>
                  </a:lnTo>
                  <a:lnTo>
                    <a:pt x="422341" y="921331"/>
                  </a:lnTo>
                  <a:close/>
                </a:path>
                <a:path w="1391284" h="1330325">
                  <a:moveTo>
                    <a:pt x="486610" y="859909"/>
                  </a:moveTo>
                  <a:lnTo>
                    <a:pt x="482495" y="859909"/>
                  </a:lnTo>
                  <a:lnTo>
                    <a:pt x="449976" y="890987"/>
                  </a:lnTo>
                  <a:lnTo>
                    <a:pt x="449884" y="895007"/>
                  </a:lnTo>
                  <a:lnTo>
                    <a:pt x="454818" y="900169"/>
                  </a:lnTo>
                  <a:lnTo>
                    <a:pt x="458750" y="900169"/>
                  </a:lnTo>
                  <a:lnTo>
                    <a:pt x="491365" y="869000"/>
                  </a:lnTo>
                  <a:lnTo>
                    <a:pt x="491456" y="864980"/>
                  </a:lnTo>
                  <a:lnTo>
                    <a:pt x="486610" y="859909"/>
                  </a:lnTo>
                  <a:close/>
                </a:path>
                <a:path w="1391284" h="1330325">
                  <a:moveTo>
                    <a:pt x="550880" y="798487"/>
                  </a:moveTo>
                  <a:lnTo>
                    <a:pt x="546765" y="798487"/>
                  </a:lnTo>
                  <a:lnTo>
                    <a:pt x="514245" y="829566"/>
                  </a:lnTo>
                  <a:lnTo>
                    <a:pt x="514154" y="833586"/>
                  </a:lnTo>
                  <a:lnTo>
                    <a:pt x="519088" y="838747"/>
                  </a:lnTo>
                  <a:lnTo>
                    <a:pt x="523020" y="838747"/>
                  </a:lnTo>
                  <a:lnTo>
                    <a:pt x="555635" y="807577"/>
                  </a:lnTo>
                  <a:lnTo>
                    <a:pt x="555726" y="803558"/>
                  </a:lnTo>
                  <a:lnTo>
                    <a:pt x="550880" y="798487"/>
                  </a:lnTo>
                  <a:close/>
                </a:path>
                <a:path w="1391284" h="1330325">
                  <a:moveTo>
                    <a:pt x="615148" y="737064"/>
                  </a:moveTo>
                  <a:lnTo>
                    <a:pt x="611034" y="737064"/>
                  </a:lnTo>
                  <a:lnTo>
                    <a:pt x="578515" y="768144"/>
                  </a:lnTo>
                  <a:lnTo>
                    <a:pt x="578424" y="772163"/>
                  </a:lnTo>
                  <a:lnTo>
                    <a:pt x="583357" y="777325"/>
                  </a:lnTo>
                  <a:lnTo>
                    <a:pt x="587289" y="777325"/>
                  </a:lnTo>
                  <a:lnTo>
                    <a:pt x="619904" y="746155"/>
                  </a:lnTo>
                  <a:lnTo>
                    <a:pt x="619994" y="742135"/>
                  </a:lnTo>
                  <a:lnTo>
                    <a:pt x="615148" y="737064"/>
                  </a:lnTo>
                  <a:close/>
                </a:path>
                <a:path w="1391284" h="1330325">
                  <a:moveTo>
                    <a:pt x="679418" y="675642"/>
                  </a:moveTo>
                  <a:lnTo>
                    <a:pt x="675304" y="675642"/>
                  </a:lnTo>
                  <a:lnTo>
                    <a:pt x="642783" y="706721"/>
                  </a:lnTo>
                  <a:lnTo>
                    <a:pt x="642693" y="710741"/>
                  </a:lnTo>
                  <a:lnTo>
                    <a:pt x="647624" y="715902"/>
                  </a:lnTo>
                  <a:lnTo>
                    <a:pt x="651558" y="715902"/>
                  </a:lnTo>
                  <a:lnTo>
                    <a:pt x="684173" y="684733"/>
                  </a:lnTo>
                  <a:lnTo>
                    <a:pt x="684264" y="680713"/>
                  </a:lnTo>
                  <a:lnTo>
                    <a:pt x="679418" y="675642"/>
                  </a:lnTo>
                  <a:close/>
                </a:path>
                <a:path w="1391284" h="1330325">
                  <a:moveTo>
                    <a:pt x="743687" y="614221"/>
                  </a:moveTo>
                  <a:lnTo>
                    <a:pt x="739572" y="614221"/>
                  </a:lnTo>
                  <a:lnTo>
                    <a:pt x="707053" y="645299"/>
                  </a:lnTo>
                  <a:lnTo>
                    <a:pt x="706962" y="649319"/>
                  </a:lnTo>
                  <a:lnTo>
                    <a:pt x="711895" y="654481"/>
                  </a:lnTo>
                  <a:lnTo>
                    <a:pt x="715827" y="654481"/>
                  </a:lnTo>
                  <a:lnTo>
                    <a:pt x="748442" y="623310"/>
                  </a:lnTo>
                  <a:lnTo>
                    <a:pt x="748534" y="619291"/>
                  </a:lnTo>
                  <a:lnTo>
                    <a:pt x="743687" y="614221"/>
                  </a:lnTo>
                  <a:close/>
                </a:path>
                <a:path w="1391284" h="1330325">
                  <a:moveTo>
                    <a:pt x="807957" y="552799"/>
                  </a:moveTo>
                  <a:lnTo>
                    <a:pt x="803842" y="552799"/>
                  </a:lnTo>
                  <a:lnTo>
                    <a:pt x="771323" y="583877"/>
                  </a:lnTo>
                  <a:lnTo>
                    <a:pt x="771231" y="587896"/>
                  </a:lnTo>
                  <a:lnTo>
                    <a:pt x="776165" y="593059"/>
                  </a:lnTo>
                  <a:lnTo>
                    <a:pt x="780097" y="593059"/>
                  </a:lnTo>
                  <a:lnTo>
                    <a:pt x="812712" y="561889"/>
                  </a:lnTo>
                  <a:lnTo>
                    <a:pt x="812802" y="557870"/>
                  </a:lnTo>
                  <a:lnTo>
                    <a:pt x="807957" y="552799"/>
                  </a:lnTo>
                  <a:close/>
                </a:path>
                <a:path w="1391284" h="1330325">
                  <a:moveTo>
                    <a:pt x="872225" y="491376"/>
                  </a:moveTo>
                  <a:lnTo>
                    <a:pt x="868110" y="491376"/>
                  </a:lnTo>
                  <a:lnTo>
                    <a:pt x="835592" y="522455"/>
                  </a:lnTo>
                  <a:lnTo>
                    <a:pt x="835501" y="526474"/>
                  </a:lnTo>
                  <a:lnTo>
                    <a:pt x="840434" y="531637"/>
                  </a:lnTo>
                  <a:lnTo>
                    <a:pt x="844367" y="531637"/>
                  </a:lnTo>
                  <a:lnTo>
                    <a:pt x="876980" y="500467"/>
                  </a:lnTo>
                  <a:lnTo>
                    <a:pt x="877072" y="496448"/>
                  </a:lnTo>
                  <a:lnTo>
                    <a:pt x="872225" y="491376"/>
                  </a:lnTo>
                  <a:close/>
                </a:path>
                <a:path w="1391284" h="1330325">
                  <a:moveTo>
                    <a:pt x="936495" y="429954"/>
                  </a:moveTo>
                  <a:lnTo>
                    <a:pt x="932380" y="429954"/>
                  </a:lnTo>
                  <a:lnTo>
                    <a:pt x="899861" y="461034"/>
                  </a:lnTo>
                  <a:lnTo>
                    <a:pt x="899770" y="465053"/>
                  </a:lnTo>
                  <a:lnTo>
                    <a:pt x="904703" y="470214"/>
                  </a:lnTo>
                  <a:lnTo>
                    <a:pt x="908635" y="470214"/>
                  </a:lnTo>
                  <a:lnTo>
                    <a:pt x="941250" y="439045"/>
                  </a:lnTo>
                  <a:lnTo>
                    <a:pt x="941341" y="435025"/>
                  </a:lnTo>
                  <a:lnTo>
                    <a:pt x="936495" y="429954"/>
                  </a:lnTo>
                  <a:close/>
                </a:path>
                <a:path w="1391284" h="1330325">
                  <a:moveTo>
                    <a:pt x="1000765" y="368532"/>
                  </a:moveTo>
                  <a:lnTo>
                    <a:pt x="996651" y="368532"/>
                  </a:lnTo>
                  <a:lnTo>
                    <a:pt x="964130" y="399611"/>
                  </a:lnTo>
                  <a:lnTo>
                    <a:pt x="964039" y="403631"/>
                  </a:lnTo>
                  <a:lnTo>
                    <a:pt x="968972" y="408792"/>
                  </a:lnTo>
                  <a:lnTo>
                    <a:pt x="972905" y="408792"/>
                  </a:lnTo>
                  <a:lnTo>
                    <a:pt x="1005519" y="377623"/>
                  </a:lnTo>
                  <a:lnTo>
                    <a:pt x="1005611" y="373603"/>
                  </a:lnTo>
                  <a:lnTo>
                    <a:pt x="1000765" y="368532"/>
                  </a:lnTo>
                  <a:close/>
                </a:path>
                <a:path w="1391284" h="1330325">
                  <a:moveTo>
                    <a:pt x="1065034" y="307111"/>
                  </a:moveTo>
                  <a:lnTo>
                    <a:pt x="1060919" y="307111"/>
                  </a:lnTo>
                  <a:lnTo>
                    <a:pt x="1028400" y="338189"/>
                  </a:lnTo>
                  <a:lnTo>
                    <a:pt x="1028308" y="342209"/>
                  </a:lnTo>
                  <a:lnTo>
                    <a:pt x="1033241" y="347370"/>
                  </a:lnTo>
                  <a:lnTo>
                    <a:pt x="1037174" y="347370"/>
                  </a:lnTo>
                  <a:lnTo>
                    <a:pt x="1069789" y="316200"/>
                  </a:lnTo>
                  <a:lnTo>
                    <a:pt x="1069879" y="312181"/>
                  </a:lnTo>
                  <a:lnTo>
                    <a:pt x="1065034" y="307111"/>
                  </a:lnTo>
                  <a:close/>
                </a:path>
                <a:path w="1391284" h="1330325">
                  <a:moveTo>
                    <a:pt x="1129303" y="245689"/>
                  </a:moveTo>
                  <a:lnTo>
                    <a:pt x="1125187" y="245689"/>
                  </a:lnTo>
                  <a:lnTo>
                    <a:pt x="1092668" y="276767"/>
                  </a:lnTo>
                  <a:lnTo>
                    <a:pt x="1092578" y="280786"/>
                  </a:lnTo>
                  <a:lnTo>
                    <a:pt x="1097512" y="285949"/>
                  </a:lnTo>
                  <a:lnTo>
                    <a:pt x="1101443" y="285949"/>
                  </a:lnTo>
                  <a:lnTo>
                    <a:pt x="1134057" y="254778"/>
                  </a:lnTo>
                  <a:lnTo>
                    <a:pt x="1134149" y="250758"/>
                  </a:lnTo>
                  <a:lnTo>
                    <a:pt x="1129303" y="245689"/>
                  </a:lnTo>
                  <a:close/>
                </a:path>
                <a:path w="1391284" h="1330325">
                  <a:moveTo>
                    <a:pt x="1193572" y="184266"/>
                  </a:moveTo>
                  <a:lnTo>
                    <a:pt x="1189457" y="184266"/>
                  </a:lnTo>
                  <a:lnTo>
                    <a:pt x="1156938" y="215345"/>
                  </a:lnTo>
                  <a:lnTo>
                    <a:pt x="1156846" y="219364"/>
                  </a:lnTo>
                  <a:lnTo>
                    <a:pt x="1161780" y="224527"/>
                  </a:lnTo>
                  <a:lnTo>
                    <a:pt x="1165712" y="224527"/>
                  </a:lnTo>
                  <a:lnTo>
                    <a:pt x="1198327" y="193357"/>
                  </a:lnTo>
                  <a:lnTo>
                    <a:pt x="1198418" y="189337"/>
                  </a:lnTo>
                  <a:lnTo>
                    <a:pt x="1193572" y="184266"/>
                  </a:lnTo>
                  <a:close/>
                </a:path>
                <a:path w="1391284" h="1330325">
                  <a:moveTo>
                    <a:pt x="1257842" y="122844"/>
                  </a:moveTo>
                  <a:lnTo>
                    <a:pt x="1253727" y="122844"/>
                  </a:lnTo>
                  <a:lnTo>
                    <a:pt x="1221207" y="153922"/>
                  </a:lnTo>
                  <a:lnTo>
                    <a:pt x="1221116" y="157942"/>
                  </a:lnTo>
                  <a:lnTo>
                    <a:pt x="1226050" y="163104"/>
                  </a:lnTo>
                  <a:lnTo>
                    <a:pt x="1229982" y="163104"/>
                  </a:lnTo>
                  <a:lnTo>
                    <a:pt x="1262597" y="131935"/>
                  </a:lnTo>
                  <a:lnTo>
                    <a:pt x="1262688" y="127915"/>
                  </a:lnTo>
                  <a:lnTo>
                    <a:pt x="1257842" y="122844"/>
                  </a:lnTo>
                  <a:close/>
                </a:path>
                <a:path w="1391284" h="1330325">
                  <a:moveTo>
                    <a:pt x="1322110" y="61422"/>
                  </a:moveTo>
                  <a:lnTo>
                    <a:pt x="1317995" y="61422"/>
                  </a:lnTo>
                  <a:lnTo>
                    <a:pt x="1285477" y="92501"/>
                  </a:lnTo>
                  <a:lnTo>
                    <a:pt x="1285386" y="96521"/>
                  </a:lnTo>
                  <a:lnTo>
                    <a:pt x="1290319" y="101682"/>
                  </a:lnTo>
                  <a:lnTo>
                    <a:pt x="1294251" y="101682"/>
                  </a:lnTo>
                  <a:lnTo>
                    <a:pt x="1326866" y="70512"/>
                  </a:lnTo>
                  <a:lnTo>
                    <a:pt x="1326956" y="66493"/>
                  </a:lnTo>
                  <a:lnTo>
                    <a:pt x="1322110" y="61422"/>
                  </a:lnTo>
                  <a:close/>
                </a:path>
                <a:path w="1391284" h="1330325">
                  <a:moveTo>
                    <a:pt x="1386380" y="0"/>
                  </a:moveTo>
                  <a:lnTo>
                    <a:pt x="1382266" y="0"/>
                  </a:lnTo>
                  <a:lnTo>
                    <a:pt x="1349745" y="31079"/>
                  </a:lnTo>
                  <a:lnTo>
                    <a:pt x="1349655" y="35098"/>
                  </a:lnTo>
                  <a:lnTo>
                    <a:pt x="1354588" y="40260"/>
                  </a:lnTo>
                  <a:lnTo>
                    <a:pt x="1358520" y="40260"/>
                  </a:lnTo>
                  <a:lnTo>
                    <a:pt x="1391135" y="9090"/>
                  </a:lnTo>
                  <a:lnTo>
                    <a:pt x="1391226" y="5071"/>
                  </a:lnTo>
                  <a:lnTo>
                    <a:pt x="1386380" y="0"/>
                  </a:lnTo>
                  <a:close/>
                </a:path>
              </a:pathLst>
            </a:custGeom>
            <a:solidFill>
              <a:srgbClr val="00B050">
                <a:alpha val="50199"/>
              </a:srgbClr>
            </a:solidFill>
          </p:spPr>
          <p:txBody>
            <a:bodyPr wrap="square" lIns="0" tIns="0" rIns="0" bIns="0" rtlCol="0"/>
            <a:lstStyle/>
            <a:p>
              <a:endParaRPr/>
            </a:p>
          </p:txBody>
        </p:sp>
        <p:sp>
          <p:nvSpPr>
            <p:cNvPr id="43" name="object 43"/>
            <p:cNvSpPr/>
            <p:nvPr/>
          </p:nvSpPr>
          <p:spPr>
            <a:xfrm>
              <a:off x="9517972" y="2890837"/>
              <a:ext cx="247650" cy="236854"/>
            </a:xfrm>
            <a:custGeom>
              <a:avLst/>
              <a:gdLst/>
              <a:ahLst/>
              <a:cxnLst/>
              <a:rect l="l" t="t" r="r" b="b"/>
              <a:pathLst>
                <a:path w="247650" h="236855">
                  <a:moveTo>
                    <a:pt x="0" y="236455"/>
                  </a:moveTo>
                  <a:lnTo>
                    <a:pt x="247650" y="0"/>
                  </a:lnTo>
                </a:path>
              </a:pathLst>
            </a:custGeom>
            <a:ln w="25400">
              <a:solidFill>
                <a:srgbClr val="00B050"/>
              </a:solidFill>
            </a:ln>
          </p:spPr>
          <p:txBody>
            <a:bodyPr wrap="square" lIns="0" tIns="0" rIns="0" bIns="0" rtlCol="0"/>
            <a:lstStyle/>
            <a:p>
              <a:endParaRPr/>
            </a:p>
          </p:txBody>
        </p:sp>
        <p:sp>
          <p:nvSpPr>
            <p:cNvPr id="44" name="object 44"/>
            <p:cNvSpPr/>
            <p:nvPr/>
          </p:nvSpPr>
          <p:spPr>
            <a:xfrm>
              <a:off x="7631191" y="4544232"/>
              <a:ext cx="410845" cy="394335"/>
            </a:xfrm>
            <a:custGeom>
              <a:avLst/>
              <a:gdLst/>
              <a:ahLst/>
              <a:cxnLst/>
              <a:rect l="l" t="t" r="r" b="b"/>
              <a:pathLst>
                <a:path w="410845" h="394335">
                  <a:moveTo>
                    <a:pt x="0" y="394201"/>
                  </a:moveTo>
                  <a:lnTo>
                    <a:pt x="410664" y="0"/>
                  </a:lnTo>
                </a:path>
              </a:pathLst>
            </a:custGeom>
            <a:ln w="25400">
              <a:solidFill>
                <a:srgbClr val="00B050"/>
              </a:solidFill>
            </a:ln>
          </p:spPr>
          <p:txBody>
            <a:bodyPr wrap="square" lIns="0" tIns="0" rIns="0" bIns="0" rtlCol="0"/>
            <a:lstStyle/>
            <a:p>
              <a:endParaRPr/>
            </a:p>
          </p:txBody>
        </p:sp>
      </p:grpSp>
      <p:sp>
        <p:nvSpPr>
          <p:cNvPr id="45" name="object 45"/>
          <p:cNvSpPr txBox="1"/>
          <p:nvPr/>
        </p:nvSpPr>
        <p:spPr>
          <a:xfrm>
            <a:off x="6794625" y="4957572"/>
            <a:ext cx="1002665" cy="455295"/>
          </a:xfrm>
          <a:prstGeom prst="rect">
            <a:avLst/>
          </a:prstGeom>
        </p:spPr>
        <p:txBody>
          <a:bodyPr vert="horz" wrap="square" lIns="0" tIns="9525" rIns="0" bIns="0" rtlCol="0">
            <a:spAutoFit/>
          </a:bodyPr>
          <a:lstStyle/>
          <a:p>
            <a:pPr marL="336550" marR="5080" indent="-323850">
              <a:lnSpc>
                <a:spcPct val="101400"/>
              </a:lnSpc>
              <a:spcBef>
                <a:spcPts val="75"/>
              </a:spcBef>
            </a:pPr>
            <a:r>
              <a:rPr sz="1400" b="1" spc="-10" dirty="0">
                <a:latin typeface="Corbel"/>
                <a:cs typeface="Corbel"/>
              </a:rPr>
              <a:t>Longitudinal </a:t>
            </a:r>
            <a:r>
              <a:rPr sz="1400" b="1" spc="-20" dirty="0">
                <a:latin typeface="Corbel"/>
                <a:cs typeface="Corbel"/>
              </a:rPr>
              <a:t>Axis</a:t>
            </a:r>
            <a:endParaRPr sz="1400">
              <a:latin typeface="Corbel"/>
              <a:cs typeface="Corbel"/>
            </a:endParaRPr>
          </a:p>
        </p:txBody>
      </p:sp>
      <p:pic>
        <p:nvPicPr>
          <p:cNvPr id="46" name="object 46"/>
          <p:cNvPicPr/>
          <p:nvPr/>
        </p:nvPicPr>
        <p:blipFill>
          <a:blip r:embed="rId11" cstate="print"/>
          <a:stretch>
            <a:fillRect/>
          </a:stretch>
        </p:blipFill>
        <p:spPr>
          <a:xfrm>
            <a:off x="8394192" y="3947159"/>
            <a:ext cx="252983" cy="256031"/>
          </a:xfrm>
          <a:prstGeom prst="rect">
            <a:avLst/>
          </a:prstGeom>
        </p:spPr>
      </p:pic>
      <p:sp>
        <p:nvSpPr>
          <p:cNvPr id="47" name="object 47"/>
          <p:cNvSpPr txBox="1"/>
          <p:nvPr/>
        </p:nvSpPr>
        <p:spPr>
          <a:xfrm>
            <a:off x="8626890" y="3918204"/>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grpSp>
        <p:nvGrpSpPr>
          <p:cNvPr id="48" name="object 48"/>
          <p:cNvGrpSpPr/>
          <p:nvPr/>
        </p:nvGrpSpPr>
        <p:grpSpPr>
          <a:xfrm>
            <a:off x="8371508" y="3978573"/>
            <a:ext cx="2640330" cy="1254125"/>
            <a:chOff x="8371508" y="3978573"/>
            <a:chExt cx="2640330" cy="1254125"/>
          </a:xfrm>
        </p:grpSpPr>
        <p:sp>
          <p:nvSpPr>
            <p:cNvPr id="49" name="object 49"/>
            <p:cNvSpPr/>
            <p:nvPr/>
          </p:nvSpPr>
          <p:spPr>
            <a:xfrm>
              <a:off x="8371508" y="3978573"/>
              <a:ext cx="286385" cy="142240"/>
            </a:xfrm>
            <a:custGeom>
              <a:avLst/>
              <a:gdLst/>
              <a:ahLst/>
              <a:cxnLst/>
              <a:rect l="l" t="t" r="r" b="b"/>
              <a:pathLst>
                <a:path w="286384" h="142239">
                  <a:moveTo>
                    <a:pt x="6767" y="0"/>
                  </a:moveTo>
                  <a:lnTo>
                    <a:pt x="2984" y="1363"/>
                  </a:lnTo>
                  <a:lnTo>
                    <a:pt x="0" y="7710"/>
                  </a:lnTo>
                  <a:lnTo>
                    <a:pt x="1362" y="11493"/>
                  </a:lnTo>
                  <a:lnTo>
                    <a:pt x="42188" y="30692"/>
                  </a:lnTo>
                  <a:lnTo>
                    <a:pt x="45970" y="29329"/>
                  </a:lnTo>
                  <a:lnTo>
                    <a:pt x="48954" y="22981"/>
                  </a:lnTo>
                  <a:lnTo>
                    <a:pt x="47591" y="19199"/>
                  </a:lnTo>
                  <a:lnTo>
                    <a:pt x="6767" y="0"/>
                  </a:lnTo>
                  <a:close/>
                </a:path>
                <a:path w="286384" h="142239">
                  <a:moveTo>
                    <a:pt x="87215" y="37833"/>
                  </a:moveTo>
                  <a:lnTo>
                    <a:pt x="83432" y="39196"/>
                  </a:lnTo>
                  <a:lnTo>
                    <a:pt x="80448" y="45543"/>
                  </a:lnTo>
                  <a:lnTo>
                    <a:pt x="81810" y="49325"/>
                  </a:lnTo>
                  <a:lnTo>
                    <a:pt x="122636" y="68525"/>
                  </a:lnTo>
                  <a:lnTo>
                    <a:pt x="126418" y="67162"/>
                  </a:lnTo>
                  <a:lnTo>
                    <a:pt x="129402" y="60815"/>
                  </a:lnTo>
                  <a:lnTo>
                    <a:pt x="128040" y="57031"/>
                  </a:lnTo>
                  <a:lnTo>
                    <a:pt x="87215" y="37833"/>
                  </a:lnTo>
                  <a:close/>
                </a:path>
                <a:path w="286384" h="142239">
                  <a:moveTo>
                    <a:pt x="167664" y="75666"/>
                  </a:moveTo>
                  <a:lnTo>
                    <a:pt x="163880" y="77029"/>
                  </a:lnTo>
                  <a:lnTo>
                    <a:pt x="160896" y="83375"/>
                  </a:lnTo>
                  <a:lnTo>
                    <a:pt x="162259" y="87158"/>
                  </a:lnTo>
                  <a:lnTo>
                    <a:pt x="203083" y="106357"/>
                  </a:lnTo>
                  <a:lnTo>
                    <a:pt x="206866" y="104994"/>
                  </a:lnTo>
                  <a:lnTo>
                    <a:pt x="209850" y="98647"/>
                  </a:lnTo>
                  <a:lnTo>
                    <a:pt x="208488" y="94865"/>
                  </a:lnTo>
                  <a:lnTo>
                    <a:pt x="167664" y="75666"/>
                  </a:lnTo>
                  <a:close/>
                </a:path>
                <a:path w="286384" h="142239">
                  <a:moveTo>
                    <a:pt x="248111" y="113498"/>
                  </a:moveTo>
                  <a:lnTo>
                    <a:pt x="244328" y="114861"/>
                  </a:lnTo>
                  <a:lnTo>
                    <a:pt x="241344" y="121208"/>
                  </a:lnTo>
                  <a:lnTo>
                    <a:pt x="242707" y="124990"/>
                  </a:lnTo>
                  <a:lnTo>
                    <a:pt x="279387" y="142241"/>
                  </a:lnTo>
                  <a:lnTo>
                    <a:pt x="283169" y="140878"/>
                  </a:lnTo>
                  <a:lnTo>
                    <a:pt x="286153" y="134531"/>
                  </a:lnTo>
                  <a:lnTo>
                    <a:pt x="284791" y="130749"/>
                  </a:lnTo>
                  <a:lnTo>
                    <a:pt x="248111" y="113498"/>
                  </a:lnTo>
                  <a:close/>
                </a:path>
              </a:pathLst>
            </a:custGeom>
            <a:solidFill>
              <a:srgbClr val="0070C0">
                <a:alpha val="50199"/>
              </a:srgbClr>
            </a:solidFill>
          </p:spPr>
          <p:txBody>
            <a:bodyPr wrap="square" lIns="0" tIns="0" rIns="0" bIns="0" rtlCol="0"/>
            <a:lstStyle/>
            <a:p>
              <a:endParaRPr/>
            </a:p>
          </p:txBody>
        </p:sp>
        <p:sp>
          <p:nvSpPr>
            <p:cNvPr id="50" name="object 50"/>
            <p:cNvSpPr/>
            <p:nvPr/>
          </p:nvSpPr>
          <p:spPr>
            <a:xfrm>
              <a:off x="8689296" y="4134962"/>
              <a:ext cx="2310130" cy="1085215"/>
            </a:xfrm>
            <a:custGeom>
              <a:avLst/>
              <a:gdLst/>
              <a:ahLst/>
              <a:cxnLst/>
              <a:rect l="l" t="t" r="r" b="b"/>
              <a:pathLst>
                <a:path w="2310129" h="1085214">
                  <a:moveTo>
                    <a:pt x="0" y="0"/>
                  </a:moveTo>
                  <a:lnTo>
                    <a:pt x="2309812" y="1084738"/>
                  </a:lnTo>
                </a:path>
              </a:pathLst>
            </a:custGeom>
            <a:ln w="25400">
              <a:solidFill>
                <a:srgbClr val="0070C0"/>
              </a:solidFill>
            </a:ln>
          </p:spPr>
          <p:txBody>
            <a:bodyPr wrap="square" lIns="0" tIns="0" rIns="0" bIns="0" rtlCol="0"/>
            <a:lstStyle/>
            <a:p>
              <a:endParaRPr/>
            </a:p>
          </p:txBody>
        </p:sp>
      </p:grpSp>
      <p:sp>
        <p:nvSpPr>
          <p:cNvPr id="51" name="object 51"/>
          <p:cNvSpPr txBox="1"/>
          <p:nvPr/>
        </p:nvSpPr>
        <p:spPr>
          <a:xfrm>
            <a:off x="9997226" y="4957572"/>
            <a:ext cx="568960" cy="443230"/>
          </a:xfrm>
          <a:prstGeom prst="rect">
            <a:avLst/>
          </a:prstGeom>
        </p:spPr>
        <p:txBody>
          <a:bodyPr vert="horz" wrap="square" lIns="0" tIns="26670" rIns="0" bIns="0" rtlCol="0">
            <a:spAutoFit/>
          </a:bodyPr>
          <a:lstStyle/>
          <a:p>
            <a:pPr marL="119380" marR="5080" indent="-107314">
              <a:lnSpc>
                <a:spcPts val="1610"/>
              </a:lnSpc>
              <a:spcBef>
                <a:spcPts val="210"/>
              </a:spcBef>
            </a:pPr>
            <a:r>
              <a:rPr sz="1400" b="1" spc="-10" dirty="0">
                <a:latin typeface="Corbel"/>
                <a:cs typeface="Corbel"/>
              </a:rPr>
              <a:t>Lateral </a:t>
            </a:r>
            <a:r>
              <a:rPr sz="1400" b="1" spc="-20" dirty="0">
                <a:latin typeface="Corbel"/>
                <a:cs typeface="Corbel"/>
              </a:rPr>
              <a:t>Axis</a:t>
            </a:r>
            <a:endParaRPr sz="1400">
              <a:latin typeface="Corbel"/>
              <a:cs typeface="Corbel"/>
            </a:endParaRPr>
          </a:p>
        </p:txBody>
      </p:sp>
      <p:grpSp>
        <p:nvGrpSpPr>
          <p:cNvPr id="52" name="object 52"/>
          <p:cNvGrpSpPr/>
          <p:nvPr/>
        </p:nvGrpSpPr>
        <p:grpSpPr>
          <a:xfrm>
            <a:off x="6585956" y="2237341"/>
            <a:ext cx="3878579" cy="1745614"/>
            <a:chOff x="6585956" y="2237341"/>
            <a:chExt cx="3878579" cy="1745614"/>
          </a:xfrm>
        </p:grpSpPr>
        <p:sp>
          <p:nvSpPr>
            <p:cNvPr id="53" name="object 53"/>
            <p:cNvSpPr/>
            <p:nvPr/>
          </p:nvSpPr>
          <p:spPr>
            <a:xfrm>
              <a:off x="6598656" y="3151767"/>
              <a:ext cx="1743075" cy="818515"/>
            </a:xfrm>
            <a:custGeom>
              <a:avLst/>
              <a:gdLst/>
              <a:ahLst/>
              <a:cxnLst/>
              <a:rect l="l" t="t" r="r" b="b"/>
              <a:pathLst>
                <a:path w="1743075" h="818514">
                  <a:moveTo>
                    <a:pt x="0" y="0"/>
                  </a:moveTo>
                  <a:lnTo>
                    <a:pt x="1742978" y="818457"/>
                  </a:lnTo>
                </a:path>
              </a:pathLst>
            </a:custGeom>
            <a:ln w="25400">
              <a:solidFill>
                <a:srgbClr val="0070C0"/>
              </a:solidFill>
            </a:ln>
          </p:spPr>
          <p:txBody>
            <a:bodyPr wrap="square" lIns="0" tIns="0" rIns="0" bIns="0" rtlCol="0"/>
            <a:lstStyle/>
            <a:p>
              <a:endParaRPr/>
            </a:p>
          </p:txBody>
        </p:sp>
        <p:sp>
          <p:nvSpPr>
            <p:cNvPr id="54" name="object 54"/>
            <p:cNvSpPr/>
            <p:nvPr/>
          </p:nvSpPr>
          <p:spPr>
            <a:xfrm>
              <a:off x="9451142" y="2237341"/>
              <a:ext cx="1013460" cy="744220"/>
            </a:xfrm>
            <a:custGeom>
              <a:avLst/>
              <a:gdLst/>
              <a:ahLst/>
              <a:cxnLst/>
              <a:rect l="l" t="t" r="r" b="b"/>
              <a:pathLst>
                <a:path w="1013459" h="744219">
                  <a:moveTo>
                    <a:pt x="30171" y="664358"/>
                  </a:moveTo>
                  <a:lnTo>
                    <a:pt x="0" y="744030"/>
                  </a:lnTo>
                  <a:lnTo>
                    <a:pt x="81840" y="720364"/>
                  </a:lnTo>
                  <a:lnTo>
                    <a:pt x="70450" y="708018"/>
                  </a:lnTo>
                  <a:lnTo>
                    <a:pt x="48399" y="708018"/>
                  </a:lnTo>
                  <a:lnTo>
                    <a:pt x="44381" y="707857"/>
                  </a:lnTo>
                  <a:lnTo>
                    <a:pt x="39625" y="702701"/>
                  </a:lnTo>
                  <a:lnTo>
                    <a:pt x="39787" y="698684"/>
                  </a:lnTo>
                  <a:lnTo>
                    <a:pt x="51700" y="687694"/>
                  </a:lnTo>
                  <a:lnTo>
                    <a:pt x="30171" y="664358"/>
                  </a:lnTo>
                  <a:close/>
                </a:path>
                <a:path w="1013459" h="744219">
                  <a:moveTo>
                    <a:pt x="51700" y="687694"/>
                  </a:moveTo>
                  <a:lnTo>
                    <a:pt x="39787" y="698684"/>
                  </a:lnTo>
                  <a:lnTo>
                    <a:pt x="39625" y="702701"/>
                  </a:lnTo>
                  <a:lnTo>
                    <a:pt x="44381" y="707857"/>
                  </a:lnTo>
                  <a:lnTo>
                    <a:pt x="48399" y="708018"/>
                  </a:lnTo>
                  <a:lnTo>
                    <a:pt x="60311" y="697028"/>
                  </a:lnTo>
                  <a:lnTo>
                    <a:pt x="51700" y="687694"/>
                  </a:lnTo>
                  <a:close/>
                </a:path>
                <a:path w="1013459" h="744219">
                  <a:moveTo>
                    <a:pt x="60311" y="697028"/>
                  </a:moveTo>
                  <a:lnTo>
                    <a:pt x="48399" y="708018"/>
                  </a:lnTo>
                  <a:lnTo>
                    <a:pt x="70450" y="708018"/>
                  </a:lnTo>
                  <a:lnTo>
                    <a:pt x="60311" y="697028"/>
                  </a:lnTo>
                  <a:close/>
                </a:path>
                <a:path w="1013459" h="744219">
                  <a:moveTo>
                    <a:pt x="938082" y="31799"/>
                  </a:moveTo>
                  <a:lnTo>
                    <a:pt x="763275" y="32034"/>
                  </a:lnTo>
                  <a:lnTo>
                    <a:pt x="761740" y="32635"/>
                  </a:lnTo>
                  <a:lnTo>
                    <a:pt x="51700" y="687694"/>
                  </a:lnTo>
                  <a:lnTo>
                    <a:pt x="60311" y="697028"/>
                  </a:lnTo>
                  <a:lnTo>
                    <a:pt x="767357" y="44731"/>
                  </a:lnTo>
                  <a:lnTo>
                    <a:pt x="764885" y="44731"/>
                  </a:lnTo>
                  <a:lnTo>
                    <a:pt x="769181" y="43049"/>
                  </a:lnTo>
                  <a:lnTo>
                    <a:pt x="937804" y="43049"/>
                  </a:lnTo>
                  <a:lnTo>
                    <a:pt x="936809" y="38152"/>
                  </a:lnTo>
                  <a:lnTo>
                    <a:pt x="937915" y="32635"/>
                  </a:lnTo>
                  <a:lnTo>
                    <a:pt x="938035" y="32034"/>
                  </a:lnTo>
                  <a:lnTo>
                    <a:pt x="938082" y="31799"/>
                  </a:lnTo>
                  <a:close/>
                </a:path>
                <a:path w="1013459" h="744219">
                  <a:moveTo>
                    <a:pt x="974858" y="0"/>
                  </a:moveTo>
                  <a:lnTo>
                    <a:pt x="960031" y="3014"/>
                  </a:lnTo>
                  <a:lnTo>
                    <a:pt x="947932" y="11196"/>
                  </a:lnTo>
                  <a:lnTo>
                    <a:pt x="939783" y="23317"/>
                  </a:lnTo>
                  <a:lnTo>
                    <a:pt x="936809" y="38152"/>
                  </a:lnTo>
                  <a:lnTo>
                    <a:pt x="939823" y="52977"/>
                  </a:lnTo>
                  <a:lnTo>
                    <a:pt x="948004" y="65077"/>
                  </a:lnTo>
                  <a:lnTo>
                    <a:pt x="960126" y="73225"/>
                  </a:lnTo>
                  <a:lnTo>
                    <a:pt x="974961" y="76200"/>
                  </a:lnTo>
                  <a:lnTo>
                    <a:pt x="989591" y="73225"/>
                  </a:lnTo>
                  <a:lnTo>
                    <a:pt x="989728" y="73225"/>
                  </a:lnTo>
                  <a:lnTo>
                    <a:pt x="1001779" y="65077"/>
                  </a:lnTo>
                  <a:lnTo>
                    <a:pt x="1009971" y="52977"/>
                  </a:lnTo>
                  <a:lnTo>
                    <a:pt x="1011669" y="44731"/>
                  </a:lnTo>
                  <a:lnTo>
                    <a:pt x="1011715" y="44499"/>
                  </a:lnTo>
                  <a:lnTo>
                    <a:pt x="978370" y="44499"/>
                  </a:lnTo>
                  <a:lnTo>
                    <a:pt x="981264" y="41598"/>
                  </a:lnTo>
                  <a:lnTo>
                    <a:pt x="981254" y="34584"/>
                  </a:lnTo>
                  <a:lnTo>
                    <a:pt x="978461" y="31799"/>
                  </a:lnTo>
                  <a:lnTo>
                    <a:pt x="1011738" y="31799"/>
                  </a:lnTo>
                  <a:lnTo>
                    <a:pt x="1010014" y="23317"/>
                  </a:lnTo>
                  <a:lnTo>
                    <a:pt x="1001863" y="11196"/>
                  </a:lnTo>
                  <a:lnTo>
                    <a:pt x="989752" y="3014"/>
                  </a:lnTo>
                  <a:lnTo>
                    <a:pt x="989892" y="3014"/>
                  </a:lnTo>
                  <a:lnTo>
                    <a:pt x="974858" y="0"/>
                  </a:lnTo>
                  <a:close/>
                </a:path>
                <a:path w="1013459" h="744219">
                  <a:moveTo>
                    <a:pt x="769181" y="43049"/>
                  </a:moveTo>
                  <a:lnTo>
                    <a:pt x="764885" y="44731"/>
                  </a:lnTo>
                  <a:lnTo>
                    <a:pt x="767357" y="44731"/>
                  </a:lnTo>
                  <a:lnTo>
                    <a:pt x="769181" y="43049"/>
                  </a:lnTo>
                  <a:close/>
                </a:path>
                <a:path w="1013459" h="744219">
                  <a:moveTo>
                    <a:pt x="937804" y="43049"/>
                  </a:moveTo>
                  <a:lnTo>
                    <a:pt x="769181" y="43049"/>
                  </a:lnTo>
                  <a:lnTo>
                    <a:pt x="767357" y="44731"/>
                  </a:lnTo>
                  <a:lnTo>
                    <a:pt x="764885" y="44731"/>
                  </a:lnTo>
                  <a:lnTo>
                    <a:pt x="938099" y="44499"/>
                  </a:lnTo>
                  <a:lnTo>
                    <a:pt x="937804" y="43049"/>
                  </a:lnTo>
                  <a:close/>
                </a:path>
                <a:path w="1013459" h="744219">
                  <a:moveTo>
                    <a:pt x="1011738" y="31799"/>
                  </a:moveTo>
                  <a:lnTo>
                    <a:pt x="978461" y="31799"/>
                  </a:lnTo>
                  <a:lnTo>
                    <a:pt x="981254" y="34584"/>
                  </a:lnTo>
                  <a:lnTo>
                    <a:pt x="981264" y="41598"/>
                  </a:lnTo>
                  <a:lnTo>
                    <a:pt x="978370" y="44499"/>
                  </a:lnTo>
                  <a:lnTo>
                    <a:pt x="1011715" y="44499"/>
                  </a:lnTo>
                  <a:lnTo>
                    <a:pt x="1012988" y="38152"/>
                  </a:lnTo>
                  <a:lnTo>
                    <a:pt x="1012304" y="34584"/>
                  </a:lnTo>
                  <a:lnTo>
                    <a:pt x="1011908" y="32635"/>
                  </a:lnTo>
                  <a:lnTo>
                    <a:pt x="1011786" y="32034"/>
                  </a:lnTo>
                  <a:lnTo>
                    <a:pt x="1011738" y="31799"/>
                  </a:lnTo>
                  <a:close/>
                </a:path>
              </a:pathLst>
            </a:custGeom>
            <a:solidFill>
              <a:srgbClr val="7F7F7F"/>
            </a:solidFill>
          </p:spPr>
          <p:txBody>
            <a:bodyPr wrap="square" lIns="0" tIns="0" rIns="0" bIns="0" rtlCol="0"/>
            <a:lstStyle/>
            <a:p>
              <a:endParaRPr/>
            </a:p>
          </p:txBody>
        </p:sp>
      </p:grpSp>
      <p:sp>
        <p:nvSpPr>
          <p:cNvPr id="55" name="object 55"/>
          <p:cNvSpPr txBox="1"/>
          <p:nvPr/>
        </p:nvSpPr>
        <p:spPr>
          <a:xfrm>
            <a:off x="10437745" y="2206011"/>
            <a:ext cx="1330960" cy="372110"/>
          </a:xfrm>
          <a:prstGeom prst="rect">
            <a:avLst/>
          </a:prstGeom>
          <a:ln w="12700">
            <a:solidFill>
              <a:srgbClr val="7F7F7F"/>
            </a:solidFill>
          </a:ln>
        </p:spPr>
        <p:txBody>
          <a:bodyPr vert="horz" wrap="square" lIns="0" tIns="95885" rIns="0" bIns="0" rtlCol="0">
            <a:spAutoFit/>
          </a:bodyPr>
          <a:lstStyle/>
          <a:p>
            <a:pPr marL="91440">
              <a:lnSpc>
                <a:spcPct val="100000"/>
              </a:lnSpc>
              <a:spcBef>
                <a:spcPts val="755"/>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sp>
        <p:nvSpPr>
          <p:cNvPr id="56" name="object 56"/>
          <p:cNvSpPr/>
          <p:nvPr/>
        </p:nvSpPr>
        <p:spPr>
          <a:xfrm>
            <a:off x="9760604" y="3003167"/>
            <a:ext cx="703580" cy="299085"/>
          </a:xfrm>
          <a:custGeom>
            <a:avLst/>
            <a:gdLst/>
            <a:ahLst/>
            <a:cxnLst/>
            <a:rect l="l" t="t" r="r" b="b"/>
            <a:pathLst>
              <a:path w="703579" h="299085">
                <a:moveTo>
                  <a:pt x="47203" y="228155"/>
                </a:moveTo>
                <a:lnTo>
                  <a:pt x="0" y="299077"/>
                </a:lnTo>
                <a:lnTo>
                  <a:pt x="85058" y="294286"/>
                </a:lnTo>
                <a:lnTo>
                  <a:pt x="73894" y="274783"/>
                </a:lnTo>
                <a:lnTo>
                  <a:pt x="55219" y="274783"/>
                </a:lnTo>
                <a:lnTo>
                  <a:pt x="51339" y="273728"/>
                </a:lnTo>
                <a:lnTo>
                  <a:pt x="47856" y="267641"/>
                </a:lnTo>
                <a:lnTo>
                  <a:pt x="48910" y="263761"/>
                </a:lnTo>
                <a:lnTo>
                  <a:pt x="62975" y="255709"/>
                </a:lnTo>
                <a:lnTo>
                  <a:pt x="47203" y="228155"/>
                </a:lnTo>
                <a:close/>
              </a:path>
              <a:path w="703579" h="299085">
                <a:moveTo>
                  <a:pt x="62975" y="255709"/>
                </a:moveTo>
                <a:lnTo>
                  <a:pt x="48910" y="263761"/>
                </a:lnTo>
                <a:lnTo>
                  <a:pt x="47856" y="267641"/>
                </a:lnTo>
                <a:lnTo>
                  <a:pt x="51339" y="273728"/>
                </a:lnTo>
                <a:lnTo>
                  <a:pt x="55219" y="274783"/>
                </a:lnTo>
                <a:lnTo>
                  <a:pt x="69285" y="266731"/>
                </a:lnTo>
                <a:lnTo>
                  <a:pt x="62975" y="255709"/>
                </a:lnTo>
                <a:close/>
              </a:path>
              <a:path w="703579" h="299085">
                <a:moveTo>
                  <a:pt x="69285" y="266731"/>
                </a:moveTo>
                <a:lnTo>
                  <a:pt x="55219" y="274783"/>
                </a:lnTo>
                <a:lnTo>
                  <a:pt x="73894" y="274783"/>
                </a:lnTo>
                <a:lnTo>
                  <a:pt x="69285" y="266731"/>
                </a:lnTo>
                <a:close/>
              </a:path>
              <a:path w="703579" h="299085">
                <a:moveTo>
                  <a:pt x="628620" y="31799"/>
                </a:moveTo>
                <a:lnTo>
                  <a:pt x="454301" y="32033"/>
                </a:lnTo>
                <a:lnTo>
                  <a:pt x="453217" y="32322"/>
                </a:lnTo>
                <a:lnTo>
                  <a:pt x="62975" y="255709"/>
                </a:lnTo>
                <a:lnTo>
                  <a:pt x="69285" y="266731"/>
                </a:lnTo>
                <a:lnTo>
                  <a:pt x="457102" y="44731"/>
                </a:lnTo>
                <a:lnTo>
                  <a:pt x="455423" y="44731"/>
                </a:lnTo>
                <a:lnTo>
                  <a:pt x="458569" y="43892"/>
                </a:lnTo>
                <a:lnTo>
                  <a:pt x="628514" y="43892"/>
                </a:lnTo>
                <a:lnTo>
                  <a:pt x="627346" y="38150"/>
                </a:lnTo>
                <a:lnTo>
                  <a:pt x="628515" y="32322"/>
                </a:lnTo>
                <a:lnTo>
                  <a:pt x="628620" y="31799"/>
                </a:lnTo>
                <a:close/>
              </a:path>
              <a:path w="703579" h="299085">
                <a:moveTo>
                  <a:pt x="665396" y="0"/>
                </a:moveTo>
                <a:lnTo>
                  <a:pt x="650569" y="3013"/>
                </a:lnTo>
                <a:lnTo>
                  <a:pt x="638470" y="11195"/>
                </a:lnTo>
                <a:lnTo>
                  <a:pt x="630321" y="23316"/>
                </a:lnTo>
                <a:lnTo>
                  <a:pt x="627346" y="38150"/>
                </a:lnTo>
                <a:lnTo>
                  <a:pt x="630360" y="52977"/>
                </a:lnTo>
                <a:lnTo>
                  <a:pt x="638542" y="65076"/>
                </a:lnTo>
                <a:lnTo>
                  <a:pt x="650664" y="73225"/>
                </a:lnTo>
                <a:lnTo>
                  <a:pt x="665499" y="76200"/>
                </a:lnTo>
                <a:lnTo>
                  <a:pt x="680129" y="73225"/>
                </a:lnTo>
                <a:lnTo>
                  <a:pt x="680266" y="73225"/>
                </a:lnTo>
                <a:lnTo>
                  <a:pt x="692316" y="65076"/>
                </a:lnTo>
                <a:lnTo>
                  <a:pt x="700509" y="52977"/>
                </a:lnTo>
                <a:lnTo>
                  <a:pt x="702206" y="44731"/>
                </a:lnTo>
                <a:lnTo>
                  <a:pt x="702253" y="44499"/>
                </a:lnTo>
                <a:lnTo>
                  <a:pt x="668907" y="44499"/>
                </a:lnTo>
                <a:lnTo>
                  <a:pt x="671802" y="41597"/>
                </a:lnTo>
                <a:lnTo>
                  <a:pt x="671791" y="34584"/>
                </a:lnTo>
                <a:lnTo>
                  <a:pt x="669000" y="31799"/>
                </a:lnTo>
                <a:lnTo>
                  <a:pt x="702276" y="31799"/>
                </a:lnTo>
                <a:lnTo>
                  <a:pt x="700552" y="23316"/>
                </a:lnTo>
                <a:lnTo>
                  <a:pt x="692400" y="11195"/>
                </a:lnTo>
                <a:lnTo>
                  <a:pt x="680289" y="3013"/>
                </a:lnTo>
                <a:lnTo>
                  <a:pt x="680427" y="3013"/>
                </a:lnTo>
                <a:lnTo>
                  <a:pt x="665396" y="0"/>
                </a:lnTo>
                <a:close/>
              </a:path>
              <a:path w="703579" h="299085">
                <a:moveTo>
                  <a:pt x="458569" y="43892"/>
                </a:moveTo>
                <a:lnTo>
                  <a:pt x="455423" y="44731"/>
                </a:lnTo>
                <a:lnTo>
                  <a:pt x="457102" y="44731"/>
                </a:lnTo>
                <a:lnTo>
                  <a:pt x="458569" y="43892"/>
                </a:lnTo>
                <a:close/>
              </a:path>
              <a:path w="703579" h="299085">
                <a:moveTo>
                  <a:pt x="628514" y="43892"/>
                </a:moveTo>
                <a:lnTo>
                  <a:pt x="458569" y="43892"/>
                </a:lnTo>
                <a:lnTo>
                  <a:pt x="457102" y="44731"/>
                </a:lnTo>
                <a:lnTo>
                  <a:pt x="455423" y="44731"/>
                </a:lnTo>
                <a:lnTo>
                  <a:pt x="628637" y="44499"/>
                </a:lnTo>
                <a:lnTo>
                  <a:pt x="628514" y="43892"/>
                </a:lnTo>
                <a:close/>
              </a:path>
              <a:path w="703579" h="299085">
                <a:moveTo>
                  <a:pt x="702276" y="31799"/>
                </a:moveTo>
                <a:lnTo>
                  <a:pt x="669000" y="31799"/>
                </a:lnTo>
                <a:lnTo>
                  <a:pt x="671791" y="34584"/>
                </a:lnTo>
                <a:lnTo>
                  <a:pt x="671802" y="41597"/>
                </a:lnTo>
                <a:lnTo>
                  <a:pt x="668907" y="44499"/>
                </a:lnTo>
                <a:lnTo>
                  <a:pt x="702253" y="44499"/>
                </a:lnTo>
                <a:lnTo>
                  <a:pt x="703526" y="38150"/>
                </a:lnTo>
                <a:lnTo>
                  <a:pt x="702842" y="34584"/>
                </a:lnTo>
                <a:lnTo>
                  <a:pt x="702383" y="32322"/>
                </a:lnTo>
                <a:lnTo>
                  <a:pt x="702276" y="31799"/>
                </a:lnTo>
                <a:close/>
              </a:path>
            </a:pathLst>
          </a:custGeom>
          <a:solidFill>
            <a:srgbClr val="7F7F7F"/>
          </a:solidFill>
        </p:spPr>
        <p:txBody>
          <a:bodyPr wrap="square" lIns="0" tIns="0" rIns="0" bIns="0" rtlCol="0"/>
          <a:lstStyle/>
          <a:p>
            <a:endParaRPr/>
          </a:p>
        </p:txBody>
      </p:sp>
      <p:sp>
        <p:nvSpPr>
          <p:cNvPr id="57" name="object 57"/>
          <p:cNvSpPr txBox="1"/>
          <p:nvPr/>
        </p:nvSpPr>
        <p:spPr>
          <a:xfrm>
            <a:off x="10437745" y="2971838"/>
            <a:ext cx="1330960" cy="372110"/>
          </a:xfrm>
          <a:prstGeom prst="rect">
            <a:avLst/>
          </a:prstGeom>
          <a:ln w="12700">
            <a:solidFill>
              <a:srgbClr val="7F7F7F"/>
            </a:solidFill>
          </a:ln>
        </p:spPr>
        <p:txBody>
          <a:bodyPr vert="horz" wrap="square" lIns="0" tIns="98425" rIns="0" bIns="0" rtlCol="0">
            <a:spAutoFit/>
          </a:bodyPr>
          <a:lstStyle/>
          <a:p>
            <a:pPr marL="91440">
              <a:lnSpc>
                <a:spcPct val="100000"/>
              </a:lnSpc>
              <a:spcBef>
                <a:spcPts val="775"/>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sp>
        <p:nvSpPr>
          <p:cNvPr id="58" name="object 58"/>
          <p:cNvSpPr/>
          <p:nvPr/>
        </p:nvSpPr>
        <p:spPr>
          <a:xfrm>
            <a:off x="10107917" y="3817813"/>
            <a:ext cx="356235" cy="613410"/>
          </a:xfrm>
          <a:custGeom>
            <a:avLst/>
            <a:gdLst/>
            <a:ahLst/>
            <a:cxnLst/>
            <a:rect l="l" t="t" r="r" b="b"/>
            <a:pathLst>
              <a:path w="356234" h="613410">
                <a:moveTo>
                  <a:pt x="0" y="532046"/>
                </a:moveTo>
                <a:lnTo>
                  <a:pt x="27085" y="612820"/>
                </a:lnTo>
                <a:lnTo>
                  <a:pt x="65775" y="556719"/>
                </a:lnTo>
                <a:lnTo>
                  <a:pt x="38539" y="556719"/>
                </a:lnTo>
                <a:lnTo>
                  <a:pt x="31593" y="555740"/>
                </a:lnTo>
                <a:lnTo>
                  <a:pt x="29175" y="552528"/>
                </a:lnTo>
                <a:lnTo>
                  <a:pt x="31439" y="536480"/>
                </a:lnTo>
                <a:lnTo>
                  <a:pt x="0" y="532046"/>
                </a:lnTo>
                <a:close/>
              </a:path>
              <a:path w="356234" h="613410">
                <a:moveTo>
                  <a:pt x="31439" y="536480"/>
                </a:moveTo>
                <a:lnTo>
                  <a:pt x="29175" y="552528"/>
                </a:lnTo>
                <a:lnTo>
                  <a:pt x="31593" y="555740"/>
                </a:lnTo>
                <a:lnTo>
                  <a:pt x="38539" y="556719"/>
                </a:lnTo>
                <a:lnTo>
                  <a:pt x="41751" y="554301"/>
                </a:lnTo>
                <a:lnTo>
                  <a:pt x="44014" y="538253"/>
                </a:lnTo>
                <a:lnTo>
                  <a:pt x="31439" y="536480"/>
                </a:lnTo>
                <a:close/>
              </a:path>
              <a:path w="356234" h="613410">
                <a:moveTo>
                  <a:pt x="44014" y="538253"/>
                </a:moveTo>
                <a:lnTo>
                  <a:pt x="41751" y="554301"/>
                </a:lnTo>
                <a:lnTo>
                  <a:pt x="38539" y="556719"/>
                </a:lnTo>
                <a:lnTo>
                  <a:pt x="65775" y="556719"/>
                </a:lnTo>
                <a:lnTo>
                  <a:pt x="75453" y="542687"/>
                </a:lnTo>
                <a:lnTo>
                  <a:pt x="44014" y="538253"/>
                </a:lnTo>
                <a:close/>
              </a:path>
              <a:path w="356234" h="613410">
                <a:moveTo>
                  <a:pt x="281308" y="31799"/>
                </a:moveTo>
                <a:lnTo>
                  <a:pt x="104932" y="32037"/>
                </a:lnTo>
                <a:lnTo>
                  <a:pt x="102256" y="34366"/>
                </a:lnTo>
                <a:lnTo>
                  <a:pt x="31439" y="536480"/>
                </a:lnTo>
                <a:lnTo>
                  <a:pt x="44014" y="538253"/>
                </a:lnTo>
                <a:lnTo>
                  <a:pt x="113619" y="44733"/>
                </a:lnTo>
                <a:lnTo>
                  <a:pt x="108111" y="44733"/>
                </a:lnTo>
                <a:lnTo>
                  <a:pt x="114390" y="39269"/>
                </a:lnTo>
                <a:lnTo>
                  <a:pt x="280262" y="39269"/>
                </a:lnTo>
                <a:lnTo>
                  <a:pt x="280034" y="38152"/>
                </a:lnTo>
                <a:lnTo>
                  <a:pt x="281261" y="32037"/>
                </a:lnTo>
                <a:lnTo>
                  <a:pt x="281308" y="31799"/>
                </a:lnTo>
                <a:close/>
              </a:path>
              <a:path w="356234" h="613410">
                <a:moveTo>
                  <a:pt x="318084" y="0"/>
                </a:moveTo>
                <a:lnTo>
                  <a:pt x="303258" y="3014"/>
                </a:lnTo>
                <a:lnTo>
                  <a:pt x="291158" y="11196"/>
                </a:lnTo>
                <a:lnTo>
                  <a:pt x="283009" y="23317"/>
                </a:lnTo>
                <a:lnTo>
                  <a:pt x="280034" y="38152"/>
                </a:lnTo>
                <a:lnTo>
                  <a:pt x="283049" y="52977"/>
                </a:lnTo>
                <a:lnTo>
                  <a:pt x="291231" y="65077"/>
                </a:lnTo>
                <a:lnTo>
                  <a:pt x="303352" y="73226"/>
                </a:lnTo>
                <a:lnTo>
                  <a:pt x="318187" y="76200"/>
                </a:lnTo>
                <a:lnTo>
                  <a:pt x="332816" y="73226"/>
                </a:lnTo>
                <a:lnTo>
                  <a:pt x="332953" y="73226"/>
                </a:lnTo>
                <a:lnTo>
                  <a:pt x="345005" y="65077"/>
                </a:lnTo>
                <a:lnTo>
                  <a:pt x="353197" y="52977"/>
                </a:lnTo>
                <a:lnTo>
                  <a:pt x="354895" y="44733"/>
                </a:lnTo>
                <a:lnTo>
                  <a:pt x="354941" y="44499"/>
                </a:lnTo>
                <a:lnTo>
                  <a:pt x="321597" y="44499"/>
                </a:lnTo>
                <a:lnTo>
                  <a:pt x="324490" y="41598"/>
                </a:lnTo>
                <a:lnTo>
                  <a:pt x="324481" y="34584"/>
                </a:lnTo>
                <a:lnTo>
                  <a:pt x="321687" y="31799"/>
                </a:lnTo>
                <a:lnTo>
                  <a:pt x="354964" y="31799"/>
                </a:lnTo>
                <a:lnTo>
                  <a:pt x="353240" y="23317"/>
                </a:lnTo>
                <a:lnTo>
                  <a:pt x="345089" y="11196"/>
                </a:lnTo>
                <a:lnTo>
                  <a:pt x="332978" y="3014"/>
                </a:lnTo>
                <a:lnTo>
                  <a:pt x="333118" y="3014"/>
                </a:lnTo>
                <a:lnTo>
                  <a:pt x="318084" y="0"/>
                </a:lnTo>
                <a:close/>
              </a:path>
              <a:path w="356234" h="613410">
                <a:moveTo>
                  <a:pt x="114390" y="39269"/>
                </a:moveTo>
                <a:lnTo>
                  <a:pt x="108111" y="44733"/>
                </a:lnTo>
                <a:lnTo>
                  <a:pt x="113619" y="44733"/>
                </a:lnTo>
                <a:lnTo>
                  <a:pt x="114390" y="39269"/>
                </a:lnTo>
                <a:close/>
              </a:path>
              <a:path w="356234" h="613410">
                <a:moveTo>
                  <a:pt x="280262" y="39269"/>
                </a:moveTo>
                <a:lnTo>
                  <a:pt x="114390" y="39269"/>
                </a:lnTo>
                <a:lnTo>
                  <a:pt x="113652" y="44499"/>
                </a:lnTo>
                <a:lnTo>
                  <a:pt x="113619" y="44733"/>
                </a:lnTo>
                <a:lnTo>
                  <a:pt x="108111" y="44733"/>
                </a:lnTo>
                <a:lnTo>
                  <a:pt x="281325" y="44499"/>
                </a:lnTo>
                <a:lnTo>
                  <a:pt x="280262" y="39269"/>
                </a:lnTo>
                <a:close/>
              </a:path>
              <a:path w="356234" h="613410">
                <a:moveTo>
                  <a:pt x="354964" y="31799"/>
                </a:moveTo>
                <a:lnTo>
                  <a:pt x="321687" y="31799"/>
                </a:lnTo>
                <a:lnTo>
                  <a:pt x="324481" y="34584"/>
                </a:lnTo>
                <a:lnTo>
                  <a:pt x="324490" y="41598"/>
                </a:lnTo>
                <a:lnTo>
                  <a:pt x="321597" y="44499"/>
                </a:lnTo>
                <a:lnTo>
                  <a:pt x="354941" y="44499"/>
                </a:lnTo>
                <a:lnTo>
                  <a:pt x="356214" y="38152"/>
                </a:lnTo>
                <a:lnTo>
                  <a:pt x="355530" y="34584"/>
                </a:lnTo>
                <a:lnTo>
                  <a:pt x="355012" y="32037"/>
                </a:lnTo>
                <a:lnTo>
                  <a:pt x="354964" y="31799"/>
                </a:lnTo>
                <a:close/>
              </a:path>
            </a:pathLst>
          </a:custGeom>
          <a:solidFill>
            <a:srgbClr val="7F7F7F"/>
          </a:solidFill>
        </p:spPr>
        <p:txBody>
          <a:bodyPr wrap="square" lIns="0" tIns="0" rIns="0" bIns="0" rtlCol="0"/>
          <a:lstStyle/>
          <a:p>
            <a:endParaRPr/>
          </a:p>
        </p:txBody>
      </p:sp>
      <p:sp>
        <p:nvSpPr>
          <p:cNvPr id="59" name="object 59"/>
          <p:cNvSpPr txBox="1"/>
          <p:nvPr/>
        </p:nvSpPr>
        <p:spPr>
          <a:xfrm>
            <a:off x="10437746" y="3786483"/>
            <a:ext cx="1330960" cy="372110"/>
          </a:xfrm>
          <a:prstGeom prst="rect">
            <a:avLst/>
          </a:prstGeom>
          <a:ln w="12700">
            <a:solidFill>
              <a:srgbClr val="7F7F7F"/>
            </a:solidFill>
          </a:ln>
        </p:spPr>
        <p:txBody>
          <a:bodyPr vert="horz" wrap="square" lIns="0" tIns="97790" rIns="0" bIns="0" rtlCol="0">
            <a:spAutoFit/>
          </a:bodyPr>
          <a:lstStyle/>
          <a:p>
            <a:pPr marL="90805">
              <a:lnSpc>
                <a:spcPct val="100000"/>
              </a:lnSpc>
              <a:spcBef>
                <a:spcPts val="770"/>
              </a:spcBef>
            </a:pPr>
            <a:r>
              <a:rPr sz="1000" dirty="0">
                <a:solidFill>
                  <a:srgbClr val="595959"/>
                </a:solidFill>
                <a:latin typeface="Corbel"/>
                <a:cs typeface="Corbel"/>
              </a:rPr>
              <a:t>Ailerons</a:t>
            </a:r>
            <a:r>
              <a:rPr sz="1000" spc="-25"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grpSp>
        <p:nvGrpSpPr>
          <p:cNvPr id="60" name="object 60"/>
          <p:cNvGrpSpPr/>
          <p:nvPr/>
        </p:nvGrpSpPr>
        <p:grpSpPr>
          <a:xfrm>
            <a:off x="6219182" y="2183122"/>
            <a:ext cx="2154555" cy="1097915"/>
            <a:chOff x="6219182" y="2183122"/>
            <a:chExt cx="2154555" cy="1097915"/>
          </a:xfrm>
        </p:grpSpPr>
        <p:sp>
          <p:nvSpPr>
            <p:cNvPr id="61" name="object 61"/>
            <p:cNvSpPr/>
            <p:nvPr/>
          </p:nvSpPr>
          <p:spPr>
            <a:xfrm>
              <a:off x="6225532" y="2189472"/>
              <a:ext cx="1332230" cy="372110"/>
            </a:xfrm>
            <a:custGeom>
              <a:avLst/>
              <a:gdLst/>
              <a:ahLst/>
              <a:cxnLst/>
              <a:rect l="l" t="t" r="r" b="b"/>
              <a:pathLst>
                <a:path w="1332229" h="372110">
                  <a:moveTo>
                    <a:pt x="1332000" y="0"/>
                  </a:moveTo>
                  <a:lnTo>
                    <a:pt x="0" y="0"/>
                  </a:lnTo>
                  <a:lnTo>
                    <a:pt x="0" y="371795"/>
                  </a:lnTo>
                  <a:lnTo>
                    <a:pt x="1332000" y="371795"/>
                  </a:lnTo>
                  <a:lnTo>
                    <a:pt x="1332000" y="0"/>
                  </a:lnTo>
                  <a:close/>
                </a:path>
              </a:pathLst>
            </a:custGeom>
            <a:ln w="12700">
              <a:solidFill>
                <a:srgbClr val="7F7F7F"/>
              </a:solidFill>
            </a:ln>
          </p:spPr>
          <p:txBody>
            <a:bodyPr wrap="square" lIns="0" tIns="0" rIns="0" bIns="0" rtlCol="0"/>
            <a:lstStyle/>
            <a:p>
              <a:endParaRPr/>
            </a:p>
          </p:txBody>
        </p:sp>
        <p:sp>
          <p:nvSpPr>
            <p:cNvPr id="62" name="object 62"/>
            <p:cNvSpPr/>
            <p:nvPr/>
          </p:nvSpPr>
          <p:spPr>
            <a:xfrm>
              <a:off x="7531160" y="2220800"/>
              <a:ext cx="842644" cy="1060450"/>
            </a:xfrm>
            <a:custGeom>
              <a:avLst/>
              <a:gdLst/>
              <a:ahLst/>
              <a:cxnLst/>
              <a:rect l="l" t="t" r="r" b="b"/>
              <a:pathLst>
                <a:path w="842645" h="1060450">
                  <a:moveTo>
                    <a:pt x="798676" y="997233"/>
                  </a:moveTo>
                  <a:lnTo>
                    <a:pt x="771230" y="1013195"/>
                  </a:lnTo>
                  <a:lnTo>
                    <a:pt x="842474" y="1059911"/>
                  </a:lnTo>
                  <a:lnTo>
                    <a:pt x="839522" y="1013195"/>
                  </a:lnTo>
                  <a:lnTo>
                    <a:pt x="839464" y="1012272"/>
                  </a:lnTo>
                  <a:lnTo>
                    <a:pt x="810712" y="1012272"/>
                  </a:lnTo>
                  <a:lnTo>
                    <a:pt x="806824" y="1011243"/>
                  </a:lnTo>
                  <a:lnTo>
                    <a:pt x="798676" y="997233"/>
                  </a:lnTo>
                  <a:close/>
                </a:path>
                <a:path w="842645" h="1060450">
                  <a:moveTo>
                    <a:pt x="809655" y="990848"/>
                  </a:moveTo>
                  <a:lnTo>
                    <a:pt x="798676" y="997233"/>
                  </a:lnTo>
                  <a:lnTo>
                    <a:pt x="806824" y="1011243"/>
                  </a:lnTo>
                  <a:lnTo>
                    <a:pt x="810712" y="1012272"/>
                  </a:lnTo>
                  <a:lnTo>
                    <a:pt x="816775" y="1008745"/>
                  </a:lnTo>
                  <a:lnTo>
                    <a:pt x="817803" y="1004859"/>
                  </a:lnTo>
                  <a:lnTo>
                    <a:pt x="809655" y="990848"/>
                  </a:lnTo>
                  <a:close/>
                </a:path>
                <a:path w="842645" h="1060450">
                  <a:moveTo>
                    <a:pt x="837101" y="974886"/>
                  </a:moveTo>
                  <a:lnTo>
                    <a:pt x="809655" y="990848"/>
                  </a:lnTo>
                  <a:lnTo>
                    <a:pt x="817803" y="1004859"/>
                  </a:lnTo>
                  <a:lnTo>
                    <a:pt x="816775" y="1008745"/>
                  </a:lnTo>
                  <a:lnTo>
                    <a:pt x="810712" y="1012272"/>
                  </a:lnTo>
                  <a:lnTo>
                    <a:pt x="839464" y="1012272"/>
                  </a:lnTo>
                  <a:lnTo>
                    <a:pt x="837101" y="974886"/>
                  </a:lnTo>
                  <a:close/>
                </a:path>
                <a:path w="842645" h="1060450">
                  <a:moveTo>
                    <a:pt x="242928" y="41598"/>
                  </a:moveTo>
                  <a:lnTo>
                    <a:pt x="244587" y="44499"/>
                  </a:lnTo>
                  <a:lnTo>
                    <a:pt x="798676" y="997233"/>
                  </a:lnTo>
                  <a:lnTo>
                    <a:pt x="809655" y="990848"/>
                  </a:lnTo>
                  <a:lnTo>
                    <a:pt x="259415" y="44733"/>
                  </a:lnTo>
                  <a:lnTo>
                    <a:pt x="248367" y="44733"/>
                  </a:lnTo>
                  <a:lnTo>
                    <a:pt x="242928" y="41598"/>
                  </a:lnTo>
                  <a:close/>
                </a:path>
                <a:path w="842645" h="1060450">
                  <a:moveTo>
                    <a:pt x="38131" y="0"/>
                  </a:moveTo>
                  <a:lnTo>
                    <a:pt x="23099" y="3013"/>
                  </a:lnTo>
                  <a:lnTo>
                    <a:pt x="23238" y="3013"/>
                  </a:lnTo>
                  <a:lnTo>
                    <a:pt x="11126" y="11195"/>
                  </a:lnTo>
                  <a:lnTo>
                    <a:pt x="2974" y="23316"/>
                  </a:lnTo>
                  <a:lnTo>
                    <a:pt x="684" y="34584"/>
                  </a:lnTo>
                  <a:lnTo>
                    <a:pt x="0" y="38150"/>
                  </a:lnTo>
                  <a:lnTo>
                    <a:pt x="1273" y="44499"/>
                  </a:lnTo>
                  <a:lnTo>
                    <a:pt x="3017" y="52977"/>
                  </a:lnTo>
                  <a:lnTo>
                    <a:pt x="11210" y="65076"/>
                  </a:lnTo>
                  <a:lnTo>
                    <a:pt x="23261" y="73225"/>
                  </a:lnTo>
                  <a:lnTo>
                    <a:pt x="23397" y="73225"/>
                  </a:lnTo>
                  <a:lnTo>
                    <a:pt x="38028" y="76200"/>
                  </a:lnTo>
                  <a:lnTo>
                    <a:pt x="52863" y="73225"/>
                  </a:lnTo>
                  <a:lnTo>
                    <a:pt x="64984" y="65076"/>
                  </a:lnTo>
                  <a:lnTo>
                    <a:pt x="73165" y="52977"/>
                  </a:lnTo>
                  <a:lnTo>
                    <a:pt x="74841" y="44733"/>
                  </a:lnTo>
                  <a:lnTo>
                    <a:pt x="74889" y="44499"/>
                  </a:lnTo>
                  <a:lnTo>
                    <a:pt x="34618" y="44499"/>
                  </a:lnTo>
                  <a:lnTo>
                    <a:pt x="31725" y="41598"/>
                  </a:lnTo>
                  <a:lnTo>
                    <a:pt x="31734" y="34584"/>
                  </a:lnTo>
                  <a:lnTo>
                    <a:pt x="34527" y="31799"/>
                  </a:lnTo>
                  <a:lnTo>
                    <a:pt x="74906" y="31799"/>
                  </a:lnTo>
                  <a:lnTo>
                    <a:pt x="73205" y="23316"/>
                  </a:lnTo>
                  <a:lnTo>
                    <a:pt x="65057" y="11195"/>
                  </a:lnTo>
                  <a:lnTo>
                    <a:pt x="52957" y="3013"/>
                  </a:lnTo>
                  <a:lnTo>
                    <a:pt x="38131" y="0"/>
                  </a:lnTo>
                  <a:close/>
                </a:path>
                <a:path w="842645" h="1060450">
                  <a:moveTo>
                    <a:pt x="74906" y="31799"/>
                  </a:moveTo>
                  <a:lnTo>
                    <a:pt x="76179" y="38150"/>
                  </a:lnTo>
                  <a:lnTo>
                    <a:pt x="74889" y="44499"/>
                  </a:lnTo>
                  <a:lnTo>
                    <a:pt x="248367" y="44733"/>
                  </a:lnTo>
                  <a:lnTo>
                    <a:pt x="244723" y="44733"/>
                  </a:lnTo>
                  <a:lnTo>
                    <a:pt x="242900" y="41598"/>
                  </a:lnTo>
                  <a:lnTo>
                    <a:pt x="257592" y="41598"/>
                  </a:lnTo>
                  <a:lnTo>
                    <a:pt x="252729" y="33238"/>
                  </a:lnTo>
                  <a:lnTo>
                    <a:pt x="250642" y="32035"/>
                  </a:lnTo>
                  <a:lnTo>
                    <a:pt x="74906" y="31799"/>
                  </a:lnTo>
                  <a:close/>
                </a:path>
                <a:path w="842645" h="1060450">
                  <a:moveTo>
                    <a:pt x="257592" y="41598"/>
                  </a:moveTo>
                  <a:lnTo>
                    <a:pt x="242928" y="41598"/>
                  </a:lnTo>
                  <a:lnTo>
                    <a:pt x="248367" y="44733"/>
                  </a:lnTo>
                  <a:lnTo>
                    <a:pt x="259415" y="44733"/>
                  </a:lnTo>
                  <a:lnTo>
                    <a:pt x="257592" y="41598"/>
                  </a:lnTo>
                  <a:close/>
                </a:path>
                <a:path w="842645" h="1060450">
                  <a:moveTo>
                    <a:pt x="74906" y="31799"/>
                  </a:moveTo>
                  <a:lnTo>
                    <a:pt x="34527" y="31799"/>
                  </a:lnTo>
                  <a:lnTo>
                    <a:pt x="31734" y="34584"/>
                  </a:lnTo>
                  <a:lnTo>
                    <a:pt x="31725" y="41598"/>
                  </a:lnTo>
                  <a:lnTo>
                    <a:pt x="34618" y="44499"/>
                  </a:lnTo>
                  <a:lnTo>
                    <a:pt x="74889" y="44499"/>
                  </a:lnTo>
                  <a:lnTo>
                    <a:pt x="76179" y="38150"/>
                  </a:lnTo>
                  <a:lnTo>
                    <a:pt x="74953" y="32035"/>
                  </a:lnTo>
                  <a:lnTo>
                    <a:pt x="74906" y="31799"/>
                  </a:lnTo>
                  <a:close/>
                </a:path>
              </a:pathLst>
            </a:custGeom>
            <a:solidFill>
              <a:srgbClr val="7F7F7F"/>
            </a:solidFill>
          </p:spPr>
          <p:txBody>
            <a:bodyPr wrap="square" lIns="0" tIns="0" rIns="0" bIns="0" rtlCol="0"/>
            <a:lstStyle/>
            <a:p>
              <a:endParaRPr/>
            </a:p>
          </p:txBody>
        </p:sp>
      </p:grpSp>
      <p:sp>
        <p:nvSpPr>
          <p:cNvPr id="63" name="object 63"/>
          <p:cNvSpPr txBox="1"/>
          <p:nvPr/>
        </p:nvSpPr>
        <p:spPr>
          <a:xfrm>
            <a:off x="6304271" y="2198115"/>
            <a:ext cx="963294" cy="330200"/>
          </a:xfrm>
          <a:prstGeom prst="rect">
            <a:avLst/>
          </a:prstGeom>
        </p:spPr>
        <p:txBody>
          <a:bodyPr vert="horz" wrap="square" lIns="0" tIns="12700" rIns="0" bIns="0" rtlCol="0">
            <a:spAutoFit/>
          </a:bodyPr>
          <a:lstStyle/>
          <a:p>
            <a:pPr marL="12700" marR="5080">
              <a:lnSpc>
                <a:spcPct val="100000"/>
              </a:lnSpc>
              <a:spcBef>
                <a:spcPts val="100"/>
              </a:spcBef>
            </a:pPr>
            <a:r>
              <a:rPr sz="1000" dirty="0">
                <a:solidFill>
                  <a:srgbClr val="595959"/>
                </a:solidFill>
                <a:latin typeface="Corbel"/>
                <a:cs typeface="Corbel"/>
              </a:rPr>
              <a:t>Rotors</a:t>
            </a:r>
            <a:r>
              <a:rPr sz="1000" spc="-25" dirty="0">
                <a:solidFill>
                  <a:srgbClr val="595959"/>
                </a:solidFill>
                <a:latin typeface="Corbel"/>
                <a:cs typeface="Corbel"/>
              </a:rPr>
              <a:t> </a:t>
            </a:r>
            <a:r>
              <a:rPr sz="1000" dirty="0">
                <a:solidFill>
                  <a:srgbClr val="595959"/>
                </a:solidFill>
                <a:latin typeface="Corbel"/>
                <a:cs typeface="Corbel"/>
              </a:rPr>
              <a:t>for</a:t>
            </a:r>
            <a:r>
              <a:rPr sz="1000" spc="-15" dirty="0">
                <a:solidFill>
                  <a:srgbClr val="595959"/>
                </a:solidFill>
                <a:latin typeface="Corbel"/>
                <a:cs typeface="Corbel"/>
              </a:rPr>
              <a:t> </a:t>
            </a:r>
            <a:r>
              <a:rPr sz="1000" spc="-10" dirty="0">
                <a:solidFill>
                  <a:srgbClr val="595959"/>
                </a:solidFill>
                <a:latin typeface="Corbel"/>
                <a:cs typeface="Corbel"/>
              </a:rPr>
              <a:t>vertical</a:t>
            </a:r>
            <a:r>
              <a:rPr sz="1000" spc="500"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grpSp>
        <p:nvGrpSpPr>
          <p:cNvPr id="64" name="object 64"/>
          <p:cNvGrpSpPr/>
          <p:nvPr/>
        </p:nvGrpSpPr>
        <p:grpSpPr>
          <a:xfrm>
            <a:off x="6219182" y="2183122"/>
            <a:ext cx="3469004" cy="2512695"/>
            <a:chOff x="6219182" y="2183122"/>
            <a:chExt cx="3469004" cy="2512695"/>
          </a:xfrm>
        </p:grpSpPr>
        <p:sp>
          <p:nvSpPr>
            <p:cNvPr id="65" name="object 65"/>
            <p:cNvSpPr/>
            <p:nvPr/>
          </p:nvSpPr>
          <p:spPr>
            <a:xfrm>
              <a:off x="6225532" y="2190239"/>
              <a:ext cx="1332230" cy="372110"/>
            </a:xfrm>
            <a:custGeom>
              <a:avLst/>
              <a:gdLst/>
              <a:ahLst/>
              <a:cxnLst/>
              <a:rect l="l" t="t" r="r" b="b"/>
              <a:pathLst>
                <a:path w="1332229" h="372110">
                  <a:moveTo>
                    <a:pt x="1332000" y="0"/>
                  </a:moveTo>
                  <a:lnTo>
                    <a:pt x="0" y="0"/>
                  </a:lnTo>
                  <a:lnTo>
                    <a:pt x="0" y="371795"/>
                  </a:lnTo>
                  <a:lnTo>
                    <a:pt x="1332000" y="371795"/>
                  </a:lnTo>
                  <a:lnTo>
                    <a:pt x="1332000" y="0"/>
                  </a:lnTo>
                  <a:close/>
                </a:path>
              </a:pathLst>
            </a:custGeom>
            <a:ln w="12700">
              <a:solidFill>
                <a:srgbClr val="7F7F7F"/>
              </a:solidFill>
            </a:ln>
          </p:spPr>
          <p:txBody>
            <a:bodyPr wrap="square" lIns="0" tIns="0" rIns="0" bIns="0" rtlCol="0"/>
            <a:lstStyle/>
            <a:p>
              <a:endParaRPr/>
            </a:p>
          </p:txBody>
        </p:sp>
        <p:sp>
          <p:nvSpPr>
            <p:cNvPr id="66" name="object 66"/>
            <p:cNvSpPr/>
            <p:nvPr/>
          </p:nvSpPr>
          <p:spPr>
            <a:xfrm>
              <a:off x="7496668" y="2221569"/>
              <a:ext cx="289560" cy="1756410"/>
            </a:xfrm>
            <a:custGeom>
              <a:avLst/>
              <a:gdLst/>
              <a:ahLst/>
              <a:cxnLst/>
              <a:rect l="l" t="t" r="r" b="b"/>
              <a:pathLst>
                <a:path w="289559" h="1756410">
                  <a:moveTo>
                    <a:pt x="0" y="1675118"/>
                  </a:moveTo>
                  <a:lnTo>
                    <a:pt x="26431" y="1756109"/>
                  </a:lnTo>
                  <a:lnTo>
                    <a:pt x="65727" y="1700104"/>
                  </a:lnTo>
                  <a:lnTo>
                    <a:pt x="38337" y="1700104"/>
                  </a:lnTo>
                  <a:lnTo>
                    <a:pt x="31400" y="1699069"/>
                  </a:lnTo>
                  <a:lnTo>
                    <a:pt x="29009" y="1695837"/>
                  </a:lnTo>
                  <a:lnTo>
                    <a:pt x="31402" y="1679806"/>
                  </a:lnTo>
                  <a:lnTo>
                    <a:pt x="0" y="1675118"/>
                  </a:lnTo>
                  <a:close/>
                </a:path>
                <a:path w="289559" h="1756410">
                  <a:moveTo>
                    <a:pt x="31402" y="1679806"/>
                  </a:moveTo>
                  <a:lnTo>
                    <a:pt x="29009" y="1695837"/>
                  </a:lnTo>
                  <a:lnTo>
                    <a:pt x="31400" y="1699069"/>
                  </a:lnTo>
                  <a:lnTo>
                    <a:pt x="38337" y="1700104"/>
                  </a:lnTo>
                  <a:lnTo>
                    <a:pt x="41569" y="1697711"/>
                  </a:lnTo>
                  <a:lnTo>
                    <a:pt x="43962" y="1681681"/>
                  </a:lnTo>
                  <a:lnTo>
                    <a:pt x="31402" y="1679806"/>
                  </a:lnTo>
                  <a:close/>
                </a:path>
                <a:path w="289559" h="1756410">
                  <a:moveTo>
                    <a:pt x="43962" y="1681681"/>
                  </a:moveTo>
                  <a:lnTo>
                    <a:pt x="41569" y="1697711"/>
                  </a:lnTo>
                  <a:lnTo>
                    <a:pt x="38337" y="1700104"/>
                  </a:lnTo>
                  <a:lnTo>
                    <a:pt x="65727" y="1700104"/>
                  </a:lnTo>
                  <a:lnTo>
                    <a:pt x="75364" y="1686369"/>
                  </a:lnTo>
                  <a:lnTo>
                    <a:pt x="43962" y="1681681"/>
                  </a:lnTo>
                  <a:close/>
                </a:path>
                <a:path w="289559" h="1756410">
                  <a:moveTo>
                    <a:pt x="276629" y="37494"/>
                  </a:moveTo>
                  <a:lnTo>
                    <a:pt x="276481" y="38150"/>
                  </a:lnTo>
                  <a:lnTo>
                    <a:pt x="31402" y="1679806"/>
                  </a:lnTo>
                  <a:lnTo>
                    <a:pt x="43962" y="1681681"/>
                  </a:lnTo>
                  <a:lnTo>
                    <a:pt x="288339" y="44731"/>
                  </a:lnTo>
                  <a:lnTo>
                    <a:pt x="282859" y="44731"/>
                  </a:lnTo>
                  <a:lnTo>
                    <a:pt x="276629" y="37494"/>
                  </a:lnTo>
                  <a:close/>
                </a:path>
                <a:path w="289559" h="1756410">
                  <a:moveTo>
                    <a:pt x="72623" y="0"/>
                  </a:moveTo>
                  <a:lnTo>
                    <a:pt x="57591" y="3013"/>
                  </a:lnTo>
                  <a:lnTo>
                    <a:pt x="57730" y="3013"/>
                  </a:lnTo>
                  <a:lnTo>
                    <a:pt x="45618" y="11195"/>
                  </a:lnTo>
                  <a:lnTo>
                    <a:pt x="37466" y="23316"/>
                  </a:lnTo>
                  <a:lnTo>
                    <a:pt x="34584" y="37494"/>
                  </a:lnTo>
                  <a:lnTo>
                    <a:pt x="34491" y="38150"/>
                  </a:lnTo>
                  <a:lnTo>
                    <a:pt x="35764" y="44499"/>
                  </a:lnTo>
                  <a:lnTo>
                    <a:pt x="37509" y="52977"/>
                  </a:lnTo>
                  <a:lnTo>
                    <a:pt x="45702" y="65076"/>
                  </a:lnTo>
                  <a:lnTo>
                    <a:pt x="57753" y="73225"/>
                  </a:lnTo>
                  <a:lnTo>
                    <a:pt x="57889" y="73225"/>
                  </a:lnTo>
                  <a:lnTo>
                    <a:pt x="72520" y="76200"/>
                  </a:lnTo>
                  <a:lnTo>
                    <a:pt x="87355" y="73225"/>
                  </a:lnTo>
                  <a:lnTo>
                    <a:pt x="99476" y="65076"/>
                  </a:lnTo>
                  <a:lnTo>
                    <a:pt x="107657" y="52977"/>
                  </a:lnTo>
                  <a:lnTo>
                    <a:pt x="109333" y="44731"/>
                  </a:lnTo>
                  <a:lnTo>
                    <a:pt x="109381" y="44499"/>
                  </a:lnTo>
                  <a:lnTo>
                    <a:pt x="69110" y="44499"/>
                  </a:lnTo>
                  <a:lnTo>
                    <a:pt x="66217" y="41598"/>
                  </a:lnTo>
                  <a:lnTo>
                    <a:pt x="66226" y="34584"/>
                  </a:lnTo>
                  <a:lnTo>
                    <a:pt x="69019" y="31799"/>
                  </a:lnTo>
                  <a:lnTo>
                    <a:pt x="109398" y="31799"/>
                  </a:lnTo>
                  <a:lnTo>
                    <a:pt x="107697" y="23316"/>
                  </a:lnTo>
                  <a:lnTo>
                    <a:pt x="99549" y="11195"/>
                  </a:lnTo>
                  <a:lnTo>
                    <a:pt x="87449" y="3013"/>
                  </a:lnTo>
                  <a:lnTo>
                    <a:pt x="72623" y="0"/>
                  </a:lnTo>
                  <a:close/>
                </a:path>
                <a:path w="289559" h="1756410">
                  <a:moveTo>
                    <a:pt x="109398" y="31799"/>
                  </a:moveTo>
                  <a:lnTo>
                    <a:pt x="110671" y="38150"/>
                  </a:lnTo>
                  <a:lnTo>
                    <a:pt x="109381" y="44499"/>
                  </a:lnTo>
                  <a:lnTo>
                    <a:pt x="282859" y="44731"/>
                  </a:lnTo>
                  <a:lnTo>
                    <a:pt x="275499" y="44731"/>
                  </a:lnTo>
                  <a:lnTo>
                    <a:pt x="276481" y="38150"/>
                  </a:lnTo>
                  <a:lnTo>
                    <a:pt x="276579" y="37494"/>
                  </a:lnTo>
                  <a:lnTo>
                    <a:pt x="289420" y="37494"/>
                  </a:lnTo>
                  <a:lnTo>
                    <a:pt x="288884" y="35640"/>
                  </a:lnTo>
                  <a:lnTo>
                    <a:pt x="286476" y="32840"/>
                  </a:lnTo>
                  <a:lnTo>
                    <a:pt x="284722" y="32034"/>
                  </a:lnTo>
                  <a:lnTo>
                    <a:pt x="109398" y="31799"/>
                  </a:lnTo>
                  <a:close/>
                </a:path>
                <a:path w="289559" h="1756410">
                  <a:moveTo>
                    <a:pt x="289420" y="37494"/>
                  </a:moveTo>
                  <a:lnTo>
                    <a:pt x="276629" y="37494"/>
                  </a:lnTo>
                  <a:lnTo>
                    <a:pt x="282859" y="44731"/>
                  </a:lnTo>
                  <a:lnTo>
                    <a:pt x="288339" y="44731"/>
                  </a:lnTo>
                  <a:lnTo>
                    <a:pt x="289322" y="38150"/>
                  </a:lnTo>
                  <a:lnTo>
                    <a:pt x="289420" y="37494"/>
                  </a:lnTo>
                  <a:close/>
                </a:path>
                <a:path w="289559" h="1756410">
                  <a:moveTo>
                    <a:pt x="109398" y="31799"/>
                  </a:moveTo>
                  <a:lnTo>
                    <a:pt x="69019" y="31799"/>
                  </a:lnTo>
                  <a:lnTo>
                    <a:pt x="66226" y="34584"/>
                  </a:lnTo>
                  <a:lnTo>
                    <a:pt x="66217" y="41598"/>
                  </a:lnTo>
                  <a:lnTo>
                    <a:pt x="69110" y="44499"/>
                  </a:lnTo>
                  <a:lnTo>
                    <a:pt x="109381" y="44499"/>
                  </a:lnTo>
                  <a:lnTo>
                    <a:pt x="110671" y="38150"/>
                  </a:lnTo>
                  <a:lnTo>
                    <a:pt x="109445" y="32034"/>
                  </a:lnTo>
                  <a:lnTo>
                    <a:pt x="109398" y="31799"/>
                  </a:lnTo>
                  <a:close/>
                </a:path>
              </a:pathLst>
            </a:custGeom>
            <a:solidFill>
              <a:srgbClr val="7F7F7F"/>
            </a:solidFill>
          </p:spPr>
          <p:txBody>
            <a:bodyPr wrap="square" lIns="0" tIns="0" rIns="0" bIns="0" rtlCol="0"/>
            <a:lstStyle/>
            <a:p>
              <a:endParaRPr/>
            </a:p>
          </p:txBody>
        </p:sp>
        <p:sp>
          <p:nvSpPr>
            <p:cNvPr id="67" name="object 67"/>
            <p:cNvSpPr/>
            <p:nvPr/>
          </p:nvSpPr>
          <p:spPr>
            <a:xfrm>
              <a:off x="6225532" y="2189944"/>
              <a:ext cx="1332230" cy="372110"/>
            </a:xfrm>
            <a:custGeom>
              <a:avLst/>
              <a:gdLst/>
              <a:ahLst/>
              <a:cxnLst/>
              <a:rect l="l" t="t" r="r" b="b"/>
              <a:pathLst>
                <a:path w="1332229" h="372110">
                  <a:moveTo>
                    <a:pt x="1332000" y="0"/>
                  </a:moveTo>
                  <a:lnTo>
                    <a:pt x="0" y="0"/>
                  </a:lnTo>
                  <a:lnTo>
                    <a:pt x="0" y="371795"/>
                  </a:lnTo>
                  <a:lnTo>
                    <a:pt x="1332000" y="371795"/>
                  </a:lnTo>
                  <a:lnTo>
                    <a:pt x="1332000" y="0"/>
                  </a:lnTo>
                  <a:close/>
                </a:path>
              </a:pathLst>
            </a:custGeom>
            <a:ln w="12700">
              <a:solidFill>
                <a:srgbClr val="7F7F7F"/>
              </a:solidFill>
            </a:ln>
          </p:spPr>
          <p:txBody>
            <a:bodyPr wrap="square" lIns="0" tIns="0" rIns="0" bIns="0" rtlCol="0"/>
            <a:lstStyle/>
            <a:p>
              <a:endParaRPr/>
            </a:p>
          </p:txBody>
        </p:sp>
        <p:sp>
          <p:nvSpPr>
            <p:cNvPr id="68" name="object 68"/>
            <p:cNvSpPr/>
            <p:nvPr/>
          </p:nvSpPr>
          <p:spPr>
            <a:xfrm>
              <a:off x="7531161" y="2221274"/>
              <a:ext cx="2157095" cy="1607185"/>
            </a:xfrm>
            <a:custGeom>
              <a:avLst/>
              <a:gdLst/>
              <a:ahLst/>
              <a:cxnLst/>
              <a:rect l="l" t="t" r="r" b="b"/>
              <a:pathLst>
                <a:path w="2157095" h="1607185">
                  <a:moveTo>
                    <a:pt x="2093739" y="1563339"/>
                  </a:moveTo>
                  <a:lnTo>
                    <a:pt x="2073579" y="1587867"/>
                  </a:lnTo>
                  <a:lnTo>
                    <a:pt x="2156638" y="1606817"/>
                  </a:lnTo>
                  <a:lnTo>
                    <a:pt x="2141848" y="1573626"/>
                  </a:lnTo>
                  <a:lnTo>
                    <a:pt x="2106255" y="1573626"/>
                  </a:lnTo>
                  <a:lnTo>
                    <a:pt x="2093739" y="1563339"/>
                  </a:lnTo>
                  <a:close/>
                </a:path>
                <a:path w="2157095" h="1607185">
                  <a:moveTo>
                    <a:pt x="2101803" y="1553527"/>
                  </a:moveTo>
                  <a:lnTo>
                    <a:pt x="2093739" y="1563339"/>
                  </a:lnTo>
                  <a:lnTo>
                    <a:pt x="2106255" y="1573626"/>
                  </a:lnTo>
                  <a:lnTo>
                    <a:pt x="2110257" y="1573235"/>
                  </a:lnTo>
                  <a:lnTo>
                    <a:pt x="2114709" y="1567816"/>
                  </a:lnTo>
                  <a:lnTo>
                    <a:pt x="2114318" y="1563814"/>
                  </a:lnTo>
                  <a:lnTo>
                    <a:pt x="2101803" y="1553527"/>
                  </a:lnTo>
                  <a:close/>
                </a:path>
                <a:path w="2157095" h="1607185">
                  <a:moveTo>
                    <a:pt x="2121962" y="1528999"/>
                  </a:moveTo>
                  <a:lnTo>
                    <a:pt x="2101803" y="1553527"/>
                  </a:lnTo>
                  <a:lnTo>
                    <a:pt x="2114318" y="1563814"/>
                  </a:lnTo>
                  <a:lnTo>
                    <a:pt x="2114709" y="1567816"/>
                  </a:lnTo>
                  <a:lnTo>
                    <a:pt x="2110257" y="1573235"/>
                  </a:lnTo>
                  <a:lnTo>
                    <a:pt x="2106255" y="1573626"/>
                  </a:lnTo>
                  <a:lnTo>
                    <a:pt x="2141848" y="1573626"/>
                  </a:lnTo>
                  <a:lnTo>
                    <a:pt x="2121962" y="1528999"/>
                  </a:lnTo>
                  <a:close/>
                </a:path>
                <a:path w="2157095" h="1607185">
                  <a:moveTo>
                    <a:pt x="244343" y="43287"/>
                  </a:moveTo>
                  <a:lnTo>
                    <a:pt x="2093739" y="1563339"/>
                  </a:lnTo>
                  <a:lnTo>
                    <a:pt x="2101803" y="1553527"/>
                  </a:lnTo>
                  <a:lnTo>
                    <a:pt x="266100" y="44731"/>
                  </a:lnTo>
                  <a:lnTo>
                    <a:pt x="248367" y="44731"/>
                  </a:lnTo>
                  <a:lnTo>
                    <a:pt x="244343" y="43287"/>
                  </a:lnTo>
                  <a:close/>
                </a:path>
                <a:path w="2157095" h="1607185">
                  <a:moveTo>
                    <a:pt x="38131" y="0"/>
                  </a:moveTo>
                  <a:lnTo>
                    <a:pt x="23097" y="3013"/>
                  </a:lnTo>
                  <a:lnTo>
                    <a:pt x="23237" y="3013"/>
                  </a:lnTo>
                  <a:lnTo>
                    <a:pt x="11126" y="11194"/>
                  </a:lnTo>
                  <a:lnTo>
                    <a:pt x="2974" y="23316"/>
                  </a:lnTo>
                  <a:lnTo>
                    <a:pt x="683" y="34583"/>
                  </a:lnTo>
                  <a:lnTo>
                    <a:pt x="0" y="38150"/>
                  </a:lnTo>
                  <a:lnTo>
                    <a:pt x="1272" y="44499"/>
                  </a:lnTo>
                  <a:lnTo>
                    <a:pt x="3017" y="52976"/>
                  </a:lnTo>
                  <a:lnTo>
                    <a:pt x="11210" y="65076"/>
                  </a:lnTo>
                  <a:lnTo>
                    <a:pt x="23261" y="73225"/>
                  </a:lnTo>
                  <a:lnTo>
                    <a:pt x="23399" y="73225"/>
                  </a:lnTo>
                  <a:lnTo>
                    <a:pt x="38028" y="76200"/>
                  </a:lnTo>
                  <a:lnTo>
                    <a:pt x="52863" y="73225"/>
                  </a:lnTo>
                  <a:lnTo>
                    <a:pt x="64984" y="65076"/>
                  </a:lnTo>
                  <a:lnTo>
                    <a:pt x="73165" y="52976"/>
                  </a:lnTo>
                  <a:lnTo>
                    <a:pt x="74841" y="44731"/>
                  </a:lnTo>
                  <a:lnTo>
                    <a:pt x="74888" y="44499"/>
                  </a:lnTo>
                  <a:lnTo>
                    <a:pt x="34618" y="44499"/>
                  </a:lnTo>
                  <a:lnTo>
                    <a:pt x="31725" y="41597"/>
                  </a:lnTo>
                  <a:lnTo>
                    <a:pt x="31734" y="34583"/>
                  </a:lnTo>
                  <a:lnTo>
                    <a:pt x="34527" y="31799"/>
                  </a:lnTo>
                  <a:lnTo>
                    <a:pt x="74906" y="31799"/>
                  </a:lnTo>
                  <a:lnTo>
                    <a:pt x="73205" y="23316"/>
                  </a:lnTo>
                  <a:lnTo>
                    <a:pt x="65056" y="11194"/>
                  </a:lnTo>
                  <a:lnTo>
                    <a:pt x="52957" y="3013"/>
                  </a:lnTo>
                  <a:lnTo>
                    <a:pt x="38131" y="0"/>
                  </a:lnTo>
                  <a:close/>
                </a:path>
                <a:path w="2157095" h="1607185">
                  <a:moveTo>
                    <a:pt x="74906" y="31799"/>
                  </a:moveTo>
                  <a:lnTo>
                    <a:pt x="76179" y="38150"/>
                  </a:lnTo>
                  <a:lnTo>
                    <a:pt x="74888" y="44499"/>
                  </a:lnTo>
                  <a:lnTo>
                    <a:pt x="248367" y="44731"/>
                  </a:lnTo>
                  <a:lnTo>
                    <a:pt x="246100" y="44731"/>
                  </a:lnTo>
                  <a:lnTo>
                    <a:pt x="244343" y="43287"/>
                  </a:lnTo>
                  <a:lnTo>
                    <a:pt x="264343" y="43287"/>
                  </a:lnTo>
                  <a:lnTo>
                    <a:pt x="251273" y="32545"/>
                  </a:lnTo>
                  <a:lnTo>
                    <a:pt x="249851" y="32034"/>
                  </a:lnTo>
                  <a:lnTo>
                    <a:pt x="74906" y="31799"/>
                  </a:lnTo>
                  <a:close/>
                </a:path>
                <a:path w="2157095" h="1607185">
                  <a:moveTo>
                    <a:pt x="264343" y="43287"/>
                  </a:moveTo>
                  <a:lnTo>
                    <a:pt x="244343" y="43287"/>
                  </a:lnTo>
                  <a:lnTo>
                    <a:pt x="248367" y="44731"/>
                  </a:lnTo>
                  <a:lnTo>
                    <a:pt x="266100" y="44731"/>
                  </a:lnTo>
                  <a:lnTo>
                    <a:pt x="264343" y="43287"/>
                  </a:lnTo>
                  <a:close/>
                </a:path>
                <a:path w="2157095" h="1607185">
                  <a:moveTo>
                    <a:pt x="74906" y="31799"/>
                  </a:moveTo>
                  <a:lnTo>
                    <a:pt x="34527" y="31799"/>
                  </a:lnTo>
                  <a:lnTo>
                    <a:pt x="31734" y="34583"/>
                  </a:lnTo>
                  <a:lnTo>
                    <a:pt x="31725" y="41597"/>
                  </a:lnTo>
                  <a:lnTo>
                    <a:pt x="34618" y="44499"/>
                  </a:lnTo>
                  <a:lnTo>
                    <a:pt x="74888" y="44499"/>
                  </a:lnTo>
                  <a:lnTo>
                    <a:pt x="76179" y="38150"/>
                  </a:lnTo>
                  <a:lnTo>
                    <a:pt x="75055" y="32545"/>
                  </a:lnTo>
                  <a:lnTo>
                    <a:pt x="74953" y="32034"/>
                  </a:lnTo>
                  <a:lnTo>
                    <a:pt x="74906" y="31799"/>
                  </a:lnTo>
                  <a:close/>
                </a:path>
              </a:pathLst>
            </a:custGeom>
            <a:solidFill>
              <a:srgbClr val="7F7F7F"/>
            </a:solidFill>
          </p:spPr>
          <p:txBody>
            <a:bodyPr wrap="square" lIns="0" tIns="0" rIns="0" bIns="0" rtlCol="0"/>
            <a:lstStyle/>
            <a:p>
              <a:endParaRPr/>
            </a:p>
          </p:txBody>
        </p:sp>
        <p:sp>
          <p:nvSpPr>
            <p:cNvPr id="69" name="object 69"/>
            <p:cNvSpPr/>
            <p:nvPr/>
          </p:nvSpPr>
          <p:spPr>
            <a:xfrm>
              <a:off x="6228822" y="2189472"/>
              <a:ext cx="1332230" cy="372110"/>
            </a:xfrm>
            <a:custGeom>
              <a:avLst/>
              <a:gdLst/>
              <a:ahLst/>
              <a:cxnLst/>
              <a:rect l="l" t="t" r="r" b="b"/>
              <a:pathLst>
                <a:path w="1332229" h="372110">
                  <a:moveTo>
                    <a:pt x="1332000" y="0"/>
                  </a:moveTo>
                  <a:lnTo>
                    <a:pt x="0" y="0"/>
                  </a:lnTo>
                  <a:lnTo>
                    <a:pt x="0" y="371795"/>
                  </a:lnTo>
                  <a:lnTo>
                    <a:pt x="1332000" y="371795"/>
                  </a:lnTo>
                  <a:lnTo>
                    <a:pt x="1332000" y="0"/>
                  </a:lnTo>
                  <a:close/>
                </a:path>
              </a:pathLst>
            </a:custGeom>
            <a:ln w="12700">
              <a:solidFill>
                <a:srgbClr val="7F7F7F"/>
              </a:solidFill>
            </a:ln>
          </p:spPr>
          <p:txBody>
            <a:bodyPr wrap="square" lIns="0" tIns="0" rIns="0" bIns="0" rtlCol="0"/>
            <a:lstStyle/>
            <a:p>
              <a:endParaRPr/>
            </a:p>
          </p:txBody>
        </p:sp>
        <p:sp>
          <p:nvSpPr>
            <p:cNvPr id="70" name="object 70"/>
            <p:cNvSpPr/>
            <p:nvPr/>
          </p:nvSpPr>
          <p:spPr>
            <a:xfrm>
              <a:off x="7534452" y="2220800"/>
              <a:ext cx="1384935" cy="2474595"/>
            </a:xfrm>
            <a:custGeom>
              <a:avLst/>
              <a:gdLst/>
              <a:ahLst/>
              <a:cxnLst/>
              <a:rect l="l" t="t" r="r" b="b"/>
              <a:pathLst>
                <a:path w="1384934" h="2474595">
                  <a:moveTo>
                    <a:pt x="1344290" y="2408160"/>
                  </a:moveTo>
                  <a:lnTo>
                    <a:pt x="1315505" y="2421557"/>
                  </a:lnTo>
                  <a:lnTo>
                    <a:pt x="1382200" y="2474565"/>
                  </a:lnTo>
                  <a:lnTo>
                    <a:pt x="1383613" y="2424234"/>
                  </a:lnTo>
                  <a:lnTo>
                    <a:pt x="1354908" y="2424234"/>
                  </a:lnTo>
                  <a:lnTo>
                    <a:pt x="1351130" y="2422856"/>
                  </a:lnTo>
                  <a:lnTo>
                    <a:pt x="1344290" y="2408160"/>
                  </a:lnTo>
                  <a:close/>
                </a:path>
                <a:path w="1384934" h="2474595">
                  <a:moveTo>
                    <a:pt x="1355805" y="2402801"/>
                  </a:moveTo>
                  <a:lnTo>
                    <a:pt x="1344290" y="2408160"/>
                  </a:lnTo>
                  <a:lnTo>
                    <a:pt x="1351130" y="2422856"/>
                  </a:lnTo>
                  <a:lnTo>
                    <a:pt x="1354908" y="2424234"/>
                  </a:lnTo>
                  <a:lnTo>
                    <a:pt x="1361267" y="2421275"/>
                  </a:lnTo>
                  <a:lnTo>
                    <a:pt x="1362645" y="2417498"/>
                  </a:lnTo>
                  <a:lnTo>
                    <a:pt x="1355805" y="2402801"/>
                  </a:lnTo>
                  <a:close/>
                </a:path>
                <a:path w="1384934" h="2474595">
                  <a:moveTo>
                    <a:pt x="1384590" y="2389404"/>
                  </a:moveTo>
                  <a:lnTo>
                    <a:pt x="1355805" y="2402801"/>
                  </a:lnTo>
                  <a:lnTo>
                    <a:pt x="1362645" y="2417498"/>
                  </a:lnTo>
                  <a:lnTo>
                    <a:pt x="1361267" y="2421275"/>
                  </a:lnTo>
                  <a:lnTo>
                    <a:pt x="1354908" y="2424234"/>
                  </a:lnTo>
                  <a:lnTo>
                    <a:pt x="1383613" y="2424234"/>
                  </a:lnTo>
                  <a:lnTo>
                    <a:pt x="1384590" y="2389404"/>
                  </a:lnTo>
                  <a:close/>
                </a:path>
                <a:path w="1384934" h="2474595">
                  <a:moveTo>
                    <a:pt x="242618" y="41061"/>
                  </a:moveTo>
                  <a:lnTo>
                    <a:pt x="1344290" y="2408160"/>
                  </a:lnTo>
                  <a:lnTo>
                    <a:pt x="1355805" y="2402801"/>
                  </a:lnTo>
                  <a:lnTo>
                    <a:pt x="258335" y="44733"/>
                  </a:lnTo>
                  <a:lnTo>
                    <a:pt x="248366" y="44733"/>
                  </a:lnTo>
                  <a:lnTo>
                    <a:pt x="242618" y="41061"/>
                  </a:lnTo>
                  <a:close/>
                </a:path>
                <a:path w="1384934" h="2474595">
                  <a:moveTo>
                    <a:pt x="38130" y="0"/>
                  </a:moveTo>
                  <a:lnTo>
                    <a:pt x="23098" y="3013"/>
                  </a:lnTo>
                  <a:lnTo>
                    <a:pt x="23237" y="3013"/>
                  </a:lnTo>
                  <a:lnTo>
                    <a:pt x="11126" y="11195"/>
                  </a:lnTo>
                  <a:lnTo>
                    <a:pt x="2974" y="23316"/>
                  </a:lnTo>
                  <a:lnTo>
                    <a:pt x="683" y="34584"/>
                  </a:lnTo>
                  <a:lnTo>
                    <a:pt x="0" y="38150"/>
                  </a:lnTo>
                  <a:lnTo>
                    <a:pt x="1272" y="44499"/>
                  </a:lnTo>
                  <a:lnTo>
                    <a:pt x="3017" y="52977"/>
                  </a:lnTo>
                  <a:lnTo>
                    <a:pt x="11209" y="65076"/>
                  </a:lnTo>
                  <a:lnTo>
                    <a:pt x="23260" y="73225"/>
                  </a:lnTo>
                  <a:lnTo>
                    <a:pt x="23397" y="73225"/>
                  </a:lnTo>
                  <a:lnTo>
                    <a:pt x="38028" y="76200"/>
                  </a:lnTo>
                  <a:lnTo>
                    <a:pt x="73165" y="52977"/>
                  </a:lnTo>
                  <a:lnTo>
                    <a:pt x="74889" y="44499"/>
                  </a:lnTo>
                  <a:lnTo>
                    <a:pt x="34618" y="44499"/>
                  </a:lnTo>
                  <a:lnTo>
                    <a:pt x="31724" y="41598"/>
                  </a:lnTo>
                  <a:lnTo>
                    <a:pt x="31734" y="34584"/>
                  </a:lnTo>
                  <a:lnTo>
                    <a:pt x="34526" y="31799"/>
                  </a:lnTo>
                  <a:lnTo>
                    <a:pt x="74906" y="31799"/>
                  </a:lnTo>
                  <a:lnTo>
                    <a:pt x="73205" y="23316"/>
                  </a:lnTo>
                  <a:lnTo>
                    <a:pt x="65056" y="11195"/>
                  </a:lnTo>
                  <a:lnTo>
                    <a:pt x="52956" y="3013"/>
                  </a:lnTo>
                  <a:lnTo>
                    <a:pt x="38130" y="0"/>
                  </a:lnTo>
                  <a:close/>
                </a:path>
                <a:path w="1384934" h="2474595">
                  <a:moveTo>
                    <a:pt x="74906" y="31799"/>
                  </a:moveTo>
                  <a:lnTo>
                    <a:pt x="76179" y="38150"/>
                  </a:lnTo>
                  <a:lnTo>
                    <a:pt x="74889" y="44499"/>
                  </a:lnTo>
                  <a:lnTo>
                    <a:pt x="248366" y="44733"/>
                  </a:lnTo>
                  <a:lnTo>
                    <a:pt x="244326" y="44733"/>
                  </a:lnTo>
                  <a:lnTo>
                    <a:pt x="242618" y="41061"/>
                  </a:lnTo>
                  <a:lnTo>
                    <a:pt x="256626" y="41061"/>
                  </a:lnTo>
                  <a:lnTo>
                    <a:pt x="253091" y="33467"/>
                  </a:lnTo>
                  <a:lnTo>
                    <a:pt x="250850" y="32035"/>
                  </a:lnTo>
                  <a:lnTo>
                    <a:pt x="74906" y="31799"/>
                  </a:lnTo>
                  <a:close/>
                </a:path>
                <a:path w="1384934" h="2474595">
                  <a:moveTo>
                    <a:pt x="256626" y="41061"/>
                  </a:moveTo>
                  <a:lnTo>
                    <a:pt x="242618" y="41061"/>
                  </a:lnTo>
                  <a:lnTo>
                    <a:pt x="248366" y="44733"/>
                  </a:lnTo>
                  <a:lnTo>
                    <a:pt x="258335" y="44733"/>
                  </a:lnTo>
                  <a:lnTo>
                    <a:pt x="256626" y="41061"/>
                  </a:lnTo>
                  <a:close/>
                </a:path>
                <a:path w="1384934" h="2474595">
                  <a:moveTo>
                    <a:pt x="74906" y="31799"/>
                  </a:moveTo>
                  <a:lnTo>
                    <a:pt x="34526" y="31799"/>
                  </a:lnTo>
                  <a:lnTo>
                    <a:pt x="31734" y="34584"/>
                  </a:lnTo>
                  <a:lnTo>
                    <a:pt x="31724" y="41598"/>
                  </a:lnTo>
                  <a:lnTo>
                    <a:pt x="34618" y="44499"/>
                  </a:lnTo>
                  <a:lnTo>
                    <a:pt x="74889" y="44499"/>
                  </a:lnTo>
                  <a:lnTo>
                    <a:pt x="76179" y="38150"/>
                  </a:lnTo>
                  <a:lnTo>
                    <a:pt x="74953" y="32035"/>
                  </a:lnTo>
                  <a:lnTo>
                    <a:pt x="74906" y="31799"/>
                  </a:lnTo>
                  <a:close/>
                </a:path>
              </a:pathLst>
            </a:custGeom>
            <a:solidFill>
              <a:srgbClr val="7F7F7F"/>
            </a:solidFill>
          </p:spPr>
          <p:txBody>
            <a:bodyPr wrap="square" lIns="0" tIns="0" rIns="0" bIns="0" rtlCol="0"/>
            <a:lstStyle/>
            <a:p>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38371" y="1225565"/>
            <a:ext cx="3899535" cy="2697480"/>
            <a:chOff x="1438371" y="1225565"/>
            <a:chExt cx="3899535" cy="2697480"/>
          </a:xfrm>
        </p:grpSpPr>
        <p:pic>
          <p:nvPicPr>
            <p:cNvPr id="3" name="object 3"/>
            <p:cNvPicPr/>
            <p:nvPr/>
          </p:nvPicPr>
          <p:blipFill>
            <a:blip r:embed="rId2" cstate="print"/>
            <a:stretch>
              <a:fillRect/>
            </a:stretch>
          </p:blipFill>
          <p:spPr>
            <a:xfrm>
              <a:off x="1438371" y="1459249"/>
              <a:ext cx="3899338" cy="1850198"/>
            </a:xfrm>
            <a:prstGeom prst="rect">
              <a:avLst/>
            </a:prstGeom>
          </p:spPr>
        </p:pic>
        <p:sp>
          <p:nvSpPr>
            <p:cNvPr id="4" name="object 4"/>
            <p:cNvSpPr/>
            <p:nvPr/>
          </p:nvSpPr>
          <p:spPr>
            <a:xfrm>
              <a:off x="3189564" y="2065451"/>
              <a:ext cx="12700" cy="928369"/>
            </a:xfrm>
            <a:custGeom>
              <a:avLst/>
              <a:gdLst/>
              <a:ahLst/>
              <a:cxnLst/>
              <a:rect l="l" t="t" r="r" b="b"/>
              <a:pathLst>
                <a:path w="12700" h="928369">
                  <a:moveTo>
                    <a:pt x="9857" y="0"/>
                  </a:moveTo>
                  <a:lnTo>
                    <a:pt x="2843" y="0"/>
                  </a:lnTo>
                  <a:lnTo>
                    <a:pt x="0" y="2843"/>
                  </a:lnTo>
                  <a:lnTo>
                    <a:pt x="1" y="47956"/>
                  </a:lnTo>
                  <a:lnTo>
                    <a:pt x="2843" y="50800"/>
                  </a:lnTo>
                  <a:lnTo>
                    <a:pt x="9857" y="50800"/>
                  </a:lnTo>
                  <a:lnTo>
                    <a:pt x="12701" y="47956"/>
                  </a:lnTo>
                  <a:lnTo>
                    <a:pt x="12700" y="2843"/>
                  </a:lnTo>
                  <a:lnTo>
                    <a:pt x="9857" y="0"/>
                  </a:lnTo>
                  <a:close/>
                </a:path>
                <a:path w="12700" h="928369">
                  <a:moveTo>
                    <a:pt x="9857" y="88900"/>
                  </a:moveTo>
                  <a:lnTo>
                    <a:pt x="2843" y="88900"/>
                  </a:lnTo>
                  <a:lnTo>
                    <a:pt x="1" y="91743"/>
                  </a:lnTo>
                  <a:lnTo>
                    <a:pt x="1" y="136856"/>
                  </a:lnTo>
                  <a:lnTo>
                    <a:pt x="2843" y="139700"/>
                  </a:lnTo>
                  <a:lnTo>
                    <a:pt x="9857" y="139700"/>
                  </a:lnTo>
                  <a:lnTo>
                    <a:pt x="12701" y="136856"/>
                  </a:lnTo>
                  <a:lnTo>
                    <a:pt x="12701" y="91743"/>
                  </a:lnTo>
                  <a:lnTo>
                    <a:pt x="9857" y="88900"/>
                  </a:lnTo>
                  <a:close/>
                </a:path>
                <a:path w="12700" h="928369">
                  <a:moveTo>
                    <a:pt x="9857" y="177800"/>
                  </a:moveTo>
                  <a:lnTo>
                    <a:pt x="2843" y="177800"/>
                  </a:lnTo>
                  <a:lnTo>
                    <a:pt x="1" y="180643"/>
                  </a:lnTo>
                  <a:lnTo>
                    <a:pt x="1" y="225756"/>
                  </a:lnTo>
                  <a:lnTo>
                    <a:pt x="2843" y="228600"/>
                  </a:lnTo>
                  <a:lnTo>
                    <a:pt x="9857" y="228600"/>
                  </a:lnTo>
                  <a:lnTo>
                    <a:pt x="12701" y="225756"/>
                  </a:lnTo>
                  <a:lnTo>
                    <a:pt x="12701" y="180643"/>
                  </a:lnTo>
                  <a:lnTo>
                    <a:pt x="9857" y="177800"/>
                  </a:lnTo>
                  <a:close/>
                </a:path>
                <a:path w="12700" h="928369">
                  <a:moveTo>
                    <a:pt x="9857" y="266700"/>
                  </a:moveTo>
                  <a:lnTo>
                    <a:pt x="2843" y="266700"/>
                  </a:lnTo>
                  <a:lnTo>
                    <a:pt x="1" y="269543"/>
                  </a:lnTo>
                  <a:lnTo>
                    <a:pt x="1" y="314656"/>
                  </a:lnTo>
                  <a:lnTo>
                    <a:pt x="2843" y="317500"/>
                  </a:lnTo>
                  <a:lnTo>
                    <a:pt x="9857" y="317500"/>
                  </a:lnTo>
                  <a:lnTo>
                    <a:pt x="12701" y="314656"/>
                  </a:lnTo>
                  <a:lnTo>
                    <a:pt x="12701" y="269543"/>
                  </a:lnTo>
                  <a:lnTo>
                    <a:pt x="9857" y="266700"/>
                  </a:lnTo>
                  <a:close/>
                </a:path>
                <a:path w="12700" h="928369">
                  <a:moveTo>
                    <a:pt x="9857" y="355600"/>
                  </a:moveTo>
                  <a:lnTo>
                    <a:pt x="2843" y="355600"/>
                  </a:lnTo>
                  <a:lnTo>
                    <a:pt x="1" y="358443"/>
                  </a:lnTo>
                  <a:lnTo>
                    <a:pt x="1" y="403556"/>
                  </a:lnTo>
                  <a:lnTo>
                    <a:pt x="2843" y="406400"/>
                  </a:lnTo>
                  <a:lnTo>
                    <a:pt x="9857" y="406400"/>
                  </a:lnTo>
                  <a:lnTo>
                    <a:pt x="12701" y="403556"/>
                  </a:lnTo>
                  <a:lnTo>
                    <a:pt x="12701" y="358443"/>
                  </a:lnTo>
                  <a:lnTo>
                    <a:pt x="9857" y="355600"/>
                  </a:lnTo>
                  <a:close/>
                </a:path>
                <a:path w="12700" h="928369">
                  <a:moveTo>
                    <a:pt x="9857" y="444500"/>
                  </a:moveTo>
                  <a:lnTo>
                    <a:pt x="2843" y="444500"/>
                  </a:lnTo>
                  <a:lnTo>
                    <a:pt x="1" y="447343"/>
                  </a:lnTo>
                  <a:lnTo>
                    <a:pt x="1" y="492456"/>
                  </a:lnTo>
                  <a:lnTo>
                    <a:pt x="2843" y="495300"/>
                  </a:lnTo>
                  <a:lnTo>
                    <a:pt x="9857" y="495300"/>
                  </a:lnTo>
                  <a:lnTo>
                    <a:pt x="12701" y="492456"/>
                  </a:lnTo>
                  <a:lnTo>
                    <a:pt x="12701" y="447343"/>
                  </a:lnTo>
                  <a:lnTo>
                    <a:pt x="9857" y="444500"/>
                  </a:lnTo>
                  <a:close/>
                </a:path>
                <a:path w="12700" h="928369">
                  <a:moveTo>
                    <a:pt x="9857" y="533400"/>
                  </a:moveTo>
                  <a:lnTo>
                    <a:pt x="2844" y="533400"/>
                  </a:lnTo>
                  <a:lnTo>
                    <a:pt x="1" y="536243"/>
                  </a:lnTo>
                  <a:lnTo>
                    <a:pt x="1" y="581356"/>
                  </a:lnTo>
                  <a:lnTo>
                    <a:pt x="2844" y="584200"/>
                  </a:lnTo>
                  <a:lnTo>
                    <a:pt x="9857" y="584200"/>
                  </a:lnTo>
                  <a:lnTo>
                    <a:pt x="12701" y="581356"/>
                  </a:lnTo>
                  <a:lnTo>
                    <a:pt x="12701" y="536243"/>
                  </a:lnTo>
                  <a:lnTo>
                    <a:pt x="9857" y="533400"/>
                  </a:lnTo>
                  <a:close/>
                </a:path>
                <a:path w="12700" h="928369">
                  <a:moveTo>
                    <a:pt x="9857" y="622300"/>
                  </a:moveTo>
                  <a:lnTo>
                    <a:pt x="2844" y="622300"/>
                  </a:lnTo>
                  <a:lnTo>
                    <a:pt x="1" y="625143"/>
                  </a:lnTo>
                  <a:lnTo>
                    <a:pt x="1" y="670256"/>
                  </a:lnTo>
                  <a:lnTo>
                    <a:pt x="2844" y="673100"/>
                  </a:lnTo>
                  <a:lnTo>
                    <a:pt x="9857" y="673100"/>
                  </a:lnTo>
                  <a:lnTo>
                    <a:pt x="12701" y="670256"/>
                  </a:lnTo>
                  <a:lnTo>
                    <a:pt x="12701" y="625143"/>
                  </a:lnTo>
                  <a:lnTo>
                    <a:pt x="9857" y="622300"/>
                  </a:lnTo>
                  <a:close/>
                </a:path>
                <a:path w="12700" h="928369">
                  <a:moveTo>
                    <a:pt x="9859" y="711200"/>
                  </a:moveTo>
                  <a:lnTo>
                    <a:pt x="2844" y="711200"/>
                  </a:lnTo>
                  <a:lnTo>
                    <a:pt x="1" y="714043"/>
                  </a:lnTo>
                  <a:lnTo>
                    <a:pt x="1" y="759156"/>
                  </a:lnTo>
                  <a:lnTo>
                    <a:pt x="2844" y="762000"/>
                  </a:lnTo>
                  <a:lnTo>
                    <a:pt x="9859" y="762000"/>
                  </a:lnTo>
                  <a:lnTo>
                    <a:pt x="12701" y="759156"/>
                  </a:lnTo>
                  <a:lnTo>
                    <a:pt x="12701" y="714043"/>
                  </a:lnTo>
                  <a:lnTo>
                    <a:pt x="9859" y="711200"/>
                  </a:lnTo>
                  <a:close/>
                </a:path>
                <a:path w="12700" h="928369">
                  <a:moveTo>
                    <a:pt x="9859" y="800100"/>
                  </a:moveTo>
                  <a:lnTo>
                    <a:pt x="2844" y="800100"/>
                  </a:lnTo>
                  <a:lnTo>
                    <a:pt x="1" y="802943"/>
                  </a:lnTo>
                  <a:lnTo>
                    <a:pt x="1" y="848056"/>
                  </a:lnTo>
                  <a:lnTo>
                    <a:pt x="2844" y="850900"/>
                  </a:lnTo>
                  <a:lnTo>
                    <a:pt x="9859" y="850900"/>
                  </a:lnTo>
                  <a:lnTo>
                    <a:pt x="12701" y="848056"/>
                  </a:lnTo>
                  <a:lnTo>
                    <a:pt x="12701" y="802943"/>
                  </a:lnTo>
                  <a:lnTo>
                    <a:pt x="9859" y="800100"/>
                  </a:lnTo>
                  <a:close/>
                </a:path>
                <a:path w="12700" h="928369">
                  <a:moveTo>
                    <a:pt x="9859" y="889000"/>
                  </a:moveTo>
                  <a:lnTo>
                    <a:pt x="2844" y="889000"/>
                  </a:lnTo>
                  <a:lnTo>
                    <a:pt x="1" y="891843"/>
                  </a:lnTo>
                  <a:lnTo>
                    <a:pt x="1" y="924968"/>
                  </a:lnTo>
                  <a:lnTo>
                    <a:pt x="2844" y="927812"/>
                  </a:lnTo>
                  <a:lnTo>
                    <a:pt x="9859" y="927812"/>
                  </a:lnTo>
                  <a:lnTo>
                    <a:pt x="12701" y="924968"/>
                  </a:lnTo>
                  <a:lnTo>
                    <a:pt x="12701" y="891843"/>
                  </a:lnTo>
                  <a:lnTo>
                    <a:pt x="9859" y="889000"/>
                  </a:lnTo>
                  <a:close/>
                </a:path>
              </a:pathLst>
            </a:custGeom>
            <a:solidFill>
              <a:srgbClr val="FF0000">
                <a:alpha val="50199"/>
              </a:srgbClr>
            </a:solidFill>
          </p:spPr>
          <p:txBody>
            <a:bodyPr wrap="square" lIns="0" tIns="0" rIns="0" bIns="0" rtlCol="0"/>
            <a:lstStyle/>
            <a:p>
              <a:endParaRPr/>
            </a:p>
          </p:txBody>
        </p:sp>
        <p:sp>
          <p:nvSpPr>
            <p:cNvPr id="5" name="object 5"/>
            <p:cNvSpPr/>
            <p:nvPr/>
          </p:nvSpPr>
          <p:spPr>
            <a:xfrm>
              <a:off x="2690747" y="2499262"/>
              <a:ext cx="667385" cy="111125"/>
            </a:xfrm>
            <a:custGeom>
              <a:avLst/>
              <a:gdLst/>
              <a:ahLst/>
              <a:cxnLst/>
              <a:rect l="l" t="t" r="r" b="b"/>
              <a:pathLst>
                <a:path w="667385" h="111125">
                  <a:moveTo>
                    <a:pt x="4264" y="0"/>
                  </a:moveTo>
                  <a:lnTo>
                    <a:pt x="1033" y="2392"/>
                  </a:lnTo>
                  <a:lnTo>
                    <a:pt x="0" y="9330"/>
                  </a:lnTo>
                  <a:lnTo>
                    <a:pt x="2392" y="12561"/>
                  </a:lnTo>
                  <a:lnTo>
                    <a:pt x="47012" y="19213"/>
                  </a:lnTo>
                  <a:lnTo>
                    <a:pt x="50243" y="16821"/>
                  </a:lnTo>
                  <a:lnTo>
                    <a:pt x="51278" y="9883"/>
                  </a:lnTo>
                  <a:lnTo>
                    <a:pt x="48886" y="6652"/>
                  </a:lnTo>
                  <a:lnTo>
                    <a:pt x="4264" y="0"/>
                  </a:lnTo>
                  <a:close/>
                </a:path>
                <a:path w="667385" h="111125">
                  <a:moveTo>
                    <a:pt x="92193" y="13108"/>
                  </a:moveTo>
                  <a:lnTo>
                    <a:pt x="88962" y="15501"/>
                  </a:lnTo>
                  <a:lnTo>
                    <a:pt x="87927" y="22439"/>
                  </a:lnTo>
                  <a:lnTo>
                    <a:pt x="90319" y="25670"/>
                  </a:lnTo>
                  <a:lnTo>
                    <a:pt x="134941" y="32322"/>
                  </a:lnTo>
                  <a:lnTo>
                    <a:pt x="138172" y="29930"/>
                  </a:lnTo>
                  <a:lnTo>
                    <a:pt x="139205" y="22992"/>
                  </a:lnTo>
                  <a:lnTo>
                    <a:pt x="136813" y="19761"/>
                  </a:lnTo>
                  <a:lnTo>
                    <a:pt x="92193" y="13108"/>
                  </a:lnTo>
                  <a:close/>
                </a:path>
                <a:path w="667385" h="111125">
                  <a:moveTo>
                    <a:pt x="180121" y="26217"/>
                  </a:moveTo>
                  <a:lnTo>
                    <a:pt x="176889" y="28610"/>
                  </a:lnTo>
                  <a:lnTo>
                    <a:pt x="175855" y="35548"/>
                  </a:lnTo>
                  <a:lnTo>
                    <a:pt x="178248" y="38779"/>
                  </a:lnTo>
                  <a:lnTo>
                    <a:pt x="222869" y="45431"/>
                  </a:lnTo>
                  <a:lnTo>
                    <a:pt x="226100" y="43039"/>
                  </a:lnTo>
                  <a:lnTo>
                    <a:pt x="227134" y="36101"/>
                  </a:lnTo>
                  <a:lnTo>
                    <a:pt x="224741" y="32870"/>
                  </a:lnTo>
                  <a:lnTo>
                    <a:pt x="180121" y="26217"/>
                  </a:lnTo>
                  <a:close/>
                </a:path>
                <a:path w="667385" h="111125">
                  <a:moveTo>
                    <a:pt x="268048" y="39326"/>
                  </a:moveTo>
                  <a:lnTo>
                    <a:pt x="264817" y="41719"/>
                  </a:lnTo>
                  <a:lnTo>
                    <a:pt x="263784" y="48657"/>
                  </a:lnTo>
                  <a:lnTo>
                    <a:pt x="266176" y="51888"/>
                  </a:lnTo>
                  <a:lnTo>
                    <a:pt x="310796" y="58540"/>
                  </a:lnTo>
                  <a:lnTo>
                    <a:pt x="314029" y="56147"/>
                  </a:lnTo>
                  <a:lnTo>
                    <a:pt x="315062" y="49209"/>
                  </a:lnTo>
                  <a:lnTo>
                    <a:pt x="312670" y="45979"/>
                  </a:lnTo>
                  <a:lnTo>
                    <a:pt x="268048" y="39326"/>
                  </a:lnTo>
                  <a:close/>
                </a:path>
                <a:path w="667385" h="111125">
                  <a:moveTo>
                    <a:pt x="355977" y="52435"/>
                  </a:moveTo>
                  <a:lnTo>
                    <a:pt x="352746" y="54828"/>
                  </a:lnTo>
                  <a:lnTo>
                    <a:pt x="351712" y="61766"/>
                  </a:lnTo>
                  <a:lnTo>
                    <a:pt x="354105" y="64997"/>
                  </a:lnTo>
                  <a:lnTo>
                    <a:pt x="398725" y="71649"/>
                  </a:lnTo>
                  <a:lnTo>
                    <a:pt x="401956" y="69256"/>
                  </a:lnTo>
                  <a:lnTo>
                    <a:pt x="402991" y="62318"/>
                  </a:lnTo>
                  <a:lnTo>
                    <a:pt x="400598" y="59088"/>
                  </a:lnTo>
                  <a:lnTo>
                    <a:pt x="355977" y="52435"/>
                  </a:lnTo>
                  <a:close/>
                </a:path>
                <a:path w="667385" h="111125">
                  <a:moveTo>
                    <a:pt x="443905" y="65544"/>
                  </a:moveTo>
                  <a:lnTo>
                    <a:pt x="440674" y="67937"/>
                  </a:lnTo>
                  <a:lnTo>
                    <a:pt x="439639" y="74875"/>
                  </a:lnTo>
                  <a:lnTo>
                    <a:pt x="442032" y="78106"/>
                  </a:lnTo>
                  <a:lnTo>
                    <a:pt x="486653" y="84758"/>
                  </a:lnTo>
                  <a:lnTo>
                    <a:pt x="489884" y="82365"/>
                  </a:lnTo>
                  <a:lnTo>
                    <a:pt x="490919" y="75427"/>
                  </a:lnTo>
                  <a:lnTo>
                    <a:pt x="488527" y="72196"/>
                  </a:lnTo>
                  <a:lnTo>
                    <a:pt x="443905" y="65544"/>
                  </a:lnTo>
                  <a:close/>
                </a:path>
                <a:path w="667385" h="111125">
                  <a:moveTo>
                    <a:pt x="531834" y="78653"/>
                  </a:moveTo>
                  <a:lnTo>
                    <a:pt x="528603" y="81046"/>
                  </a:lnTo>
                  <a:lnTo>
                    <a:pt x="527568" y="87984"/>
                  </a:lnTo>
                  <a:lnTo>
                    <a:pt x="529960" y="91215"/>
                  </a:lnTo>
                  <a:lnTo>
                    <a:pt x="574582" y="97867"/>
                  </a:lnTo>
                  <a:lnTo>
                    <a:pt x="577813" y="95474"/>
                  </a:lnTo>
                  <a:lnTo>
                    <a:pt x="578846" y="88536"/>
                  </a:lnTo>
                  <a:lnTo>
                    <a:pt x="576454" y="85305"/>
                  </a:lnTo>
                  <a:lnTo>
                    <a:pt x="531834" y="78653"/>
                  </a:lnTo>
                  <a:close/>
                </a:path>
                <a:path w="667385" h="111125">
                  <a:moveTo>
                    <a:pt x="619762" y="91762"/>
                  </a:moveTo>
                  <a:lnTo>
                    <a:pt x="616530" y="94155"/>
                  </a:lnTo>
                  <a:lnTo>
                    <a:pt x="615496" y="101093"/>
                  </a:lnTo>
                  <a:lnTo>
                    <a:pt x="617889" y="104324"/>
                  </a:lnTo>
                  <a:lnTo>
                    <a:pt x="662510" y="110976"/>
                  </a:lnTo>
                  <a:lnTo>
                    <a:pt x="665741" y="108583"/>
                  </a:lnTo>
                  <a:lnTo>
                    <a:pt x="666775" y="101645"/>
                  </a:lnTo>
                  <a:lnTo>
                    <a:pt x="664382" y="98414"/>
                  </a:lnTo>
                  <a:lnTo>
                    <a:pt x="619762" y="91762"/>
                  </a:lnTo>
                  <a:close/>
                </a:path>
              </a:pathLst>
            </a:custGeom>
            <a:solidFill>
              <a:srgbClr val="0070C0">
                <a:alpha val="50199"/>
              </a:srgbClr>
            </a:solidFill>
          </p:spPr>
          <p:txBody>
            <a:bodyPr wrap="square" lIns="0" tIns="0" rIns="0" bIns="0" rtlCol="0"/>
            <a:lstStyle/>
            <a:p>
              <a:endParaRPr/>
            </a:p>
          </p:txBody>
        </p:sp>
        <p:sp>
          <p:nvSpPr>
            <p:cNvPr id="6" name="object 6"/>
            <p:cNvSpPr/>
            <p:nvPr/>
          </p:nvSpPr>
          <p:spPr>
            <a:xfrm>
              <a:off x="2496845" y="2054631"/>
              <a:ext cx="2329180" cy="768985"/>
            </a:xfrm>
            <a:custGeom>
              <a:avLst/>
              <a:gdLst/>
              <a:ahLst/>
              <a:cxnLst/>
              <a:rect l="l" t="t" r="r" b="b"/>
              <a:pathLst>
                <a:path w="2329179" h="768985">
                  <a:moveTo>
                    <a:pt x="44712" y="742904"/>
                  </a:moveTo>
                  <a:lnTo>
                    <a:pt x="1821" y="756889"/>
                  </a:lnTo>
                  <a:lnTo>
                    <a:pt x="0" y="760473"/>
                  </a:lnTo>
                  <a:lnTo>
                    <a:pt x="2174" y="767142"/>
                  </a:lnTo>
                  <a:lnTo>
                    <a:pt x="5758" y="768963"/>
                  </a:lnTo>
                  <a:lnTo>
                    <a:pt x="48649" y="754978"/>
                  </a:lnTo>
                  <a:lnTo>
                    <a:pt x="50472" y="751394"/>
                  </a:lnTo>
                  <a:lnTo>
                    <a:pt x="48296" y="744725"/>
                  </a:lnTo>
                  <a:lnTo>
                    <a:pt x="44712" y="742904"/>
                  </a:lnTo>
                  <a:close/>
                </a:path>
                <a:path w="2329179" h="768985">
                  <a:moveTo>
                    <a:pt x="129233" y="715344"/>
                  </a:moveTo>
                  <a:lnTo>
                    <a:pt x="86342" y="729330"/>
                  </a:lnTo>
                  <a:lnTo>
                    <a:pt x="84521" y="732914"/>
                  </a:lnTo>
                  <a:lnTo>
                    <a:pt x="86695" y="739583"/>
                  </a:lnTo>
                  <a:lnTo>
                    <a:pt x="90279" y="741404"/>
                  </a:lnTo>
                  <a:lnTo>
                    <a:pt x="133170" y="727419"/>
                  </a:lnTo>
                  <a:lnTo>
                    <a:pt x="134992" y="723833"/>
                  </a:lnTo>
                  <a:lnTo>
                    <a:pt x="132817" y="717166"/>
                  </a:lnTo>
                  <a:lnTo>
                    <a:pt x="129233" y="715344"/>
                  </a:lnTo>
                  <a:close/>
                </a:path>
                <a:path w="2329179" h="768985">
                  <a:moveTo>
                    <a:pt x="213753" y="687785"/>
                  </a:moveTo>
                  <a:lnTo>
                    <a:pt x="170861" y="701770"/>
                  </a:lnTo>
                  <a:lnTo>
                    <a:pt x="169040" y="705354"/>
                  </a:lnTo>
                  <a:lnTo>
                    <a:pt x="171215" y="712022"/>
                  </a:lnTo>
                  <a:lnTo>
                    <a:pt x="174798" y="713845"/>
                  </a:lnTo>
                  <a:lnTo>
                    <a:pt x="217690" y="699858"/>
                  </a:lnTo>
                  <a:lnTo>
                    <a:pt x="219511" y="696274"/>
                  </a:lnTo>
                  <a:lnTo>
                    <a:pt x="217337" y="689606"/>
                  </a:lnTo>
                  <a:lnTo>
                    <a:pt x="213753" y="687785"/>
                  </a:lnTo>
                  <a:close/>
                </a:path>
                <a:path w="2329179" h="768985">
                  <a:moveTo>
                    <a:pt x="298273" y="660224"/>
                  </a:moveTo>
                  <a:lnTo>
                    <a:pt x="255383" y="674211"/>
                  </a:lnTo>
                  <a:lnTo>
                    <a:pt x="253560" y="677795"/>
                  </a:lnTo>
                  <a:lnTo>
                    <a:pt x="255734" y="684463"/>
                  </a:lnTo>
                  <a:lnTo>
                    <a:pt x="259320" y="686285"/>
                  </a:lnTo>
                  <a:lnTo>
                    <a:pt x="302211" y="672299"/>
                  </a:lnTo>
                  <a:lnTo>
                    <a:pt x="304032" y="668714"/>
                  </a:lnTo>
                  <a:lnTo>
                    <a:pt x="301858" y="662047"/>
                  </a:lnTo>
                  <a:lnTo>
                    <a:pt x="298273" y="660224"/>
                  </a:lnTo>
                  <a:close/>
                </a:path>
                <a:path w="2329179" h="768985">
                  <a:moveTo>
                    <a:pt x="382794" y="632665"/>
                  </a:moveTo>
                  <a:lnTo>
                    <a:pt x="339902" y="646650"/>
                  </a:lnTo>
                  <a:lnTo>
                    <a:pt x="338081" y="650236"/>
                  </a:lnTo>
                  <a:lnTo>
                    <a:pt x="340255" y="656903"/>
                  </a:lnTo>
                  <a:lnTo>
                    <a:pt x="343839" y="658726"/>
                  </a:lnTo>
                  <a:lnTo>
                    <a:pt x="386731" y="644739"/>
                  </a:lnTo>
                  <a:lnTo>
                    <a:pt x="388552" y="641155"/>
                  </a:lnTo>
                  <a:lnTo>
                    <a:pt x="386378" y="634486"/>
                  </a:lnTo>
                  <a:lnTo>
                    <a:pt x="382794" y="632665"/>
                  </a:lnTo>
                  <a:close/>
                </a:path>
                <a:path w="2329179" h="768985">
                  <a:moveTo>
                    <a:pt x="467314" y="605105"/>
                  </a:moveTo>
                  <a:lnTo>
                    <a:pt x="424422" y="619091"/>
                  </a:lnTo>
                  <a:lnTo>
                    <a:pt x="422601" y="622675"/>
                  </a:lnTo>
                  <a:lnTo>
                    <a:pt x="424775" y="629344"/>
                  </a:lnTo>
                  <a:lnTo>
                    <a:pt x="428360" y="631165"/>
                  </a:lnTo>
                  <a:lnTo>
                    <a:pt x="471251" y="617180"/>
                  </a:lnTo>
                  <a:lnTo>
                    <a:pt x="473073" y="613596"/>
                  </a:lnTo>
                  <a:lnTo>
                    <a:pt x="470899" y="606927"/>
                  </a:lnTo>
                  <a:lnTo>
                    <a:pt x="467314" y="605105"/>
                  </a:lnTo>
                  <a:close/>
                </a:path>
                <a:path w="2329179" h="768985">
                  <a:moveTo>
                    <a:pt x="551835" y="577546"/>
                  </a:moveTo>
                  <a:lnTo>
                    <a:pt x="508943" y="591531"/>
                  </a:lnTo>
                  <a:lnTo>
                    <a:pt x="507122" y="595116"/>
                  </a:lnTo>
                  <a:lnTo>
                    <a:pt x="509296" y="601784"/>
                  </a:lnTo>
                  <a:lnTo>
                    <a:pt x="512880" y="603606"/>
                  </a:lnTo>
                  <a:lnTo>
                    <a:pt x="555772" y="589620"/>
                  </a:lnTo>
                  <a:lnTo>
                    <a:pt x="557593" y="586036"/>
                  </a:lnTo>
                  <a:lnTo>
                    <a:pt x="555419" y="579367"/>
                  </a:lnTo>
                  <a:lnTo>
                    <a:pt x="551835" y="577546"/>
                  </a:lnTo>
                  <a:close/>
                </a:path>
                <a:path w="2329179" h="768985">
                  <a:moveTo>
                    <a:pt x="636355" y="549987"/>
                  </a:moveTo>
                  <a:lnTo>
                    <a:pt x="593463" y="563972"/>
                  </a:lnTo>
                  <a:lnTo>
                    <a:pt x="591642" y="567556"/>
                  </a:lnTo>
                  <a:lnTo>
                    <a:pt x="593816" y="574225"/>
                  </a:lnTo>
                  <a:lnTo>
                    <a:pt x="597400" y="576046"/>
                  </a:lnTo>
                  <a:lnTo>
                    <a:pt x="640292" y="562061"/>
                  </a:lnTo>
                  <a:lnTo>
                    <a:pt x="642113" y="558477"/>
                  </a:lnTo>
                  <a:lnTo>
                    <a:pt x="639939" y="551808"/>
                  </a:lnTo>
                  <a:lnTo>
                    <a:pt x="636355" y="549987"/>
                  </a:lnTo>
                  <a:close/>
                </a:path>
                <a:path w="2329179" h="768985">
                  <a:moveTo>
                    <a:pt x="720874" y="522427"/>
                  </a:moveTo>
                  <a:lnTo>
                    <a:pt x="677984" y="536412"/>
                  </a:lnTo>
                  <a:lnTo>
                    <a:pt x="676161" y="539997"/>
                  </a:lnTo>
                  <a:lnTo>
                    <a:pt x="678337" y="546665"/>
                  </a:lnTo>
                  <a:lnTo>
                    <a:pt x="681921" y="548487"/>
                  </a:lnTo>
                  <a:lnTo>
                    <a:pt x="724813" y="534501"/>
                  </a:lnTo>
                  <a:lnTo>
                    <a:pt x="726634" y="530917"/>
                  </a:lnTo>
                  <a:lnTo>
                    <a:pt x="724460" y="524248"/>
                  </a:lnTo>
                  <a:lnTo>
                    <a:pt x="720874" y="522427"/>
                  </a:lnTo>
                  <a:close/>
                </a:path>
                <a:path w="2329179" h="768985">
                  <a:moveTo>
                    <a:pt x="805395" y="494868"/>
                  </a:moveTo>
                  <a:lnTo>
                    <a:pt x="762504" y="508853"/>
                  </a:lnTo>
                  <a:lnTo>
                    <a:pt x="760683" y="512437"/>
                  </a:lnTo>
                  <a:lnTo>
                    <a:pt x="762857" y="519106"/>
                  </a:lnTo>
                  <a:lnTo>
                    <a:pt x="766441" y="520927"/>
                  </a:lnTo>
                  <a:lnTo>
                    <a:pt x="809332" y="506942"/>
                  </a:lnTo>
                  <a:lnTo>
                    <a:pt x="811154" y="503358"/>
                  </a:lnTo>
                  <a:lnTo>
                    <a:pt x="808979" y="496689"/>
                  </a:lnTo>
                  <a:lnTo>
                    <a:pt x="805395" y="494868"/>
                  </a:lnTo>
                  <a:close/>
                </a:path>
                <a:path w="2329179" h="768985">
                  <a:moveTo>
                    <a:pt x="889915" y="467307"/>
                  </a:moveTo>
                  <a:lnTo>
                    <a:pt x="847025" y="481294"/>
                  </a:lnTo>
                  <a:lnTo>
                    <a:pt x="845202" y="484878"/>
                  </a:lnTo>
                  <a:lnTo>
                    <a:pt x="847377" y="491547"/>
                  </a:lnTo>
                  <a:lnTo>
                    <a:pt x="850962" y="493368"/>
                  </a:lnTo>
                  <a:lnTo>
                    <a:pt x="893852" y="479383"/>
                  </a:lnTo>
                  <a:lnTo>
                    <a:pt x="895675" y="475797"/>
                  </a:lnTo>
                  <a:lnTo>
                    <a:pt x="893500" y="469130"/>
                  </a:lnTo>
                  <a:lnTo>
                    <a:pt x="889915" y="467307"/>
                  </a:lnTo>
                  <a:close/>
                </a:path>
                <a:path w="2329179" h="768985">
                  <a:moveTo>
                    <a:pt x="974436" y="439748"/>
                  </a:moveTo>
                  <a:lnTo>
                    <a:pt x="931544" y="453734"/>
                  </a:lnTo>
                  <a:lnTo>
                    <a:pt x="929723" y="457318"/>
                  </a:lnTo>
                  <a:lnTo>
                    <a:pt x="931898" y="463986"/>
                  </a:lnTo>
                  <a:lnTo>
                    <a:pt x="935482" y="465808"/>
                  </a:lnTo>
                  <a:lnTo>
                    <a:pt x="978373" y="451822"/>
                  </a:lnTo>
                  <a:lnTo>
                    <a:pt x="980194" y="448238"/>
                  </a:lnTo>
                  <a:lnTo>
                    <a:pt x="978020" y="441570"/>
                  </a:lnTo>
                  <a:lnTo>
                    <a:pt x="974436" y="439748"/>
                  </a:lnTo>
                  <a:close/>
                </a:path>
                <a:path w="2329179" h="768985">
                  <a:moveTo>
                    <a:pt x="1058956" y="412188"/>
                  </a:moveTo>
                  <a:lnTo>
                    <a:pt x="1016064" y="426175"/>
                  </a:lnTo>
                  <a:lnTo>
                    <a:pt x="1014243" y="429759"/>
                  </a:lnTo>
                  <a:lnTo>
                    <a:pt x="1016417" y="436427"/>
                  </a:lnTo>
                  <a:lnTo>
                    <a:pt x="1020001" y="438249"/>
                  </a:lnTo>
                  <a:lnTo>
                    <a:pt x="1062893" y="424263"/>
                  </a:lnTo>
                  <a:lnTo>
                    <a:pt x="1064715" y="420678"/>
                  </a:lnTo>
                  <a:lnTo>
                    <a:pt x="1062540" y="414011"/>
                  </a:lnTo>
                  <a:lnTo>
                    <a:pt x="1058956" y="412188"/>
                  </a:lnTo>
                  <a:close/>
                </a:path>
                <a:path w="2329179" h="768985">
                  <a:moveTo>
                    <a:pt x="1143477" y="384629"/>
                  </a:moveTo>
                  <a:lnTo>
                    <a:pt x="1100585" y="398614"/>
                  </a:lnTo>
                  <a:lnTo>
                    <a:pt x="1098763" y="402198"/>
                  </a:lnTo>
                  <a:lnTo>
                    <a:pt x="1100937" y="408867"/>
                  </a:lnTo>
                  <a:lnTo>
                    <a:pt x="1104522" y="410688"/>
                  </a:lnTo>
                  <a:lnTo>
                    <a:pt x="1147414" y="396703"/>
                  </a:lnTo>
                  <a:lnTo>
                    <a:pt x="1149235" y="393119"/>
                  </a:lnTo>
                  <a:lnTo>
                    <a:pt x="1147061" y="386450"/>
                  </a:lnTo>
                  <a:lnTo>
                    <a:pt x="1143477" y="384629"/>
                  </a:lnTo>
                  <a:close/>
                </a:path>
                <a:path w="2329179" h="768985">
                  <a:moveTo>
                    <a:pt x="1227997" y="357069"/>
                  </a:moveTo>
                  <a:lnTo>
                    <a:pt x="1185105" y="371055"/>
                  </a:lnTo>
                  <a:lnTo>
                    <a:pt x="1183284" y="374639"/>
                  </a:lnTo>
                  <a:lnTo>
                    <a:pt x="1185458" y="381308"/>
                  </a:lnTo>
                  <a:lnTo>
                    <a:pt x="1189042" y="383129"/>
                  </a:lnTo>
                  <a:lnTo>
                    <a:pt x="1231934" y="369144"/>
                  </a:lnTo>
                  <a:lnTo>
                    <a:pt x="1233755" y="365559"/>
                  </a:lnTo>
                  <a:lnTo>
                    <a:pt x="1231581" y="358891"/>
                  </a:lnTo>
                  <a:lnTo>
                    <a:pt x="1227997" y="357069"/>
                  </a:lnTo>
                  <a:close/>
                </a:path>
                <a:path w="2329179" h="768985">
                  <a:moveTo>
                    <a:pt x="1312517" y="329510"/>
                  </a:moveTo>
                  <a:lnTo>
                    <a:pt x="1269625" y="343495"/>
                  </a:lnTo>
                  <a:lnTo>
                    <a:pt x="1267804" y="347079"/>
                  </a:lnTo>
                  <a:lnTo>
                    <a:pt x="1269978" y="353748"/>
                  </a:lnTo>
                  <a:lnTo>
                    <a:pt x="1273562" y="355570"/>
                  </a:lnTo>
                  <a:lnTo>
                    <a:pt x="1316454" y="341584"/>
                  </a:lnTo>
                  <a:lnTo>
                    <a:pt x="1318276" y="338000"/>
                  </a:lnTo>
                  <a:lnTo>
                    <a:pt x="1316102" y="331331"/>
                  </a:lnTo>
                  <a:lnTo>
                    <a:pt x="1312517" y="329510"/>
                  </a:lnTo>
                  <a:close/>
                </a:path>
                <a:path w="2329179" h="768985">
                  <a:moveTo>
                    <a:pt x="1397038" y="301950"/>
                  </a:moveTo>
                  <a:lnTo>
                    <a:pt x="1354146" y="315936"/>
                  </a:lnTo>
                  <a:lnTo>
                    <a:pt x="1352325" y="319520"/>
                  </a:lnTo>
                  <a:lnTo>
                    <a:pt x="1354499" y="326189"/>
                  </a:lnTo>
                  <a:lnTo>
                    <a:pt x="1358083" y="328010"/>
                  </a:lnTo>
                  <a:lnTo>
                    <a:pt x="1400975" y="314025"/>
                  </a:lnTo>
                  <a:lnTo>
                    <a:pt x="1402796" y="310440"/>
                  </a:lnTo>
                  <a:lnTo>
                    <a:pt x="1400622" y="303772"/>
                  </a:lnTo>
                  <a:lnTo>
                    <a:pt x="1397038" y="301950"/>
                  </a:lnTo>
                  <a:close/>
                </a:path>
                <a:path w="2329179" h="768985">
                  <a:moveTo>
                    <a:pt x="1481557" y="274391"/>
                  </a:moveTo>
                  <a:lnTo>
                    <a:pt x="1438666" y="288376"/>
                  </a:lnTo>
                  <a:lnTo>
                    <a:pt x="1436844" y="291961"/>
                  </a:lnTo>
                  <a:lnTo>
                    <a:pt x="1439019" y="298629"/>
                  </a:lnTo>
                  <a:lnTo>
                    <a:pt x="1442603" y="300451"/>
                  </a:lnTo>
                  <a:lnTo>
                    <a:pt x="1485494" y="286465"/>
                  </a:lnTo>
                  <a:lnTo>
                    <a:pt x="1487316" y="282881"/>
                  </a:lnTo>
                  <a:lnTo>
                    <a:pt x="1485141" y="276212"/>
                  </a:lnTo>
                  <a:lnTo>
                    <a:pt x="1481557" y="274391"/>
                  </a:lnTo>
                  <a:close/>
                </a:path>
                <a:path w="2329179" h="768985">
                  <a:moveTo>
                    <a:pt x="1566078" y="246830"/>
                  </a:moveTo>
                  <a:lnTo>
                    <a:pt x="1523187" y="260817"/>
                  </a:lnTo>
                  <a:lnTo>
                    <a:pt x="1521364" y="264401"/>
                  </a:lnTo>
                  <a:lnTo>
                    <a:pt x="1523538" y="271070"/>
                  </a:lnTo>
                  <a:lnTo>
                    <a:pt x="1527124" y="272891"/>
                  </a:lnTo>
                  <a:lnTo>
                    <a:pt x="1570015" y="258906"/>
                  </a:lnTo>
                  <a:lnTo>
                    <a:pt x="1571837" y="255322"/>
                  </a:lnTo>
                  <a:lnTo>
                    <a:pt x="1569662" y="248653"/>
                  </a:lnTo>
                  <a:lnTo>
                    <a:pt x="1566078" y="246830"/>
                  </a:lnTo>
                  <a:close/>
                </a:path>
                <a:path w="2329179" h="768985">
                  <a:moveTo>
                    <a:pt x="1650598" y="219271"/>
                  </a:moveTo>
                  <a:lnTo>
                    <a:pt x="1607706" y="233257"/>
                  </a:lnTo>
                  <a:lnTo>
                    <a:pt x="1605885" y="236842"/>
                  </a:lnTo>
                  <a:lnTo>
                    <a:pt x="1608060" y="243509"/>
                  </a:lnTo>
                  <a:lnTo>
                    <a:pt x="1611643" y="245332"/>
                  </a:lnTo>
                  <a:lnTo>
                    <a:pt x="1654535" y="231345"/>
                  </a:lnTo>
                  <a:lnTo>
                    <a:pt x="1656356" y="227761"/>
                  </a:lnTo>
                  <a:lnTo>
                    <a:pt x="1654182" y="221093"/>
                  </a:lnTo>
                  <a:lnTo>
                    <a:pt x="1650598" y="219271"/>
                  </a:lnTo>
                  <a:close/>
                </a:path>
                <a:path w="2329179" h="768985">
                  <a:moveTo>
                    <a:pt x="1735118" y="191712"/>
                  </a:moveTo>
                  <a:lnTo>
                    <a:pt x="1692228" y="205698"/>
                  </a:lnTo>
                  <a:lnTo>
                    <a:pt x="1690405" y="209282"/>
                  </a:lnTo>
                  <a:lnTo>
                    <a:pt x="1692579" y="215950"/>
                  </a:lnTo>
                  <a:lnTo>
                    <a:pt x="1696165" y="217771"/>
                  </a:lnTo>
                  <a:lnTo>
                    <a:pt x="1739055" y="203786"/>
                  </a:lnTo>
                  <a:lnTo>
                    <a:pt x="1740877" y="200202"/>
                  </a:lnTo>
                  <a:lnTo>
                    <a:pt x="1738703" y="193534"/>
                  </a:lnTo>
                  <a:lnTo>
                    <a:pt x="1735118" y="191712"/>
                  </a:lnTo>
                  <a:close/>
                </a:path>
                <a:path w="2329179" h="768985">
                  <a:moveTo>
                    <a:pt x="1819639" y="164152"/>
                  </a:moveTo>
                  <a:lnTo>
                    <a:pt x="1776747" y="178137"/>
                  </a:lnTo>
                  <a:lnTo>
                    <a:pt x="1774926" y="181723"/>
                  </a:lnTo>
                  <a:lnTo>
                    <a:pt x="1777100" y="188390"/>
                  </a:lnTo>
                  <a:lnTo>
                    <a:pt x="1780684" y="190212"/>
                  </a:lnTo>
                  <a:lnTo>
                    <a:pt x="1823576" y="176227"/>
                  </a:lnTo>
                  <a:lnTo>
                    <a:pt x="1825397" y="172642"/>
                  </a:lnTo>
                  <a:lnTo>
                    <a:pt x="1823223" y="165973"/>
                  </a:lnTo>
                  <a:lnTo>
                    <a:pt x="1819639" y="164152"/>
                  </a:lnTo>
                  <a:close/>
                </a:path>
                <a:path w="2329179" h="768985">
                  <a:moveTo>
                    <a:pt x="1904159" y="136593"/>
                  </a:moveTo>
                  <a:lnTo>
                    <a:pt x="1861267" y="150578"/>
                  </a:lnTo>
                  <a:lnTo>
                    <a:pt x="1859446" y="154162"/>
                  </a:lnTo>
                  <a:lnTo>
                    <a:pt x="1861620" y="160831"/>
                  </a:lnTo>
                  <a:lnTo>
                    <a:pt x="1865204" y="162652"/>
                  </a:lnTo>
                  <a:lnTo>
                    <a:pt x="1908096" y="148667"/>
                  </a:lnTo>
                  <a:lnTo>
                    <a:pt x="1909917" y="145083"/>
                  </a:lnTo>
                  <a:lnTo>
                    <a:pt x="1907743" y="138414"/>
                  </a:lnTo>
                  <a:lnTo>
                    <a:pt x="1904159" y="136593"/>
                  </a:lnTo>
                  <a:close/>
                </a:path>
                <a:path w="2329179" h="768985">
                  <a:moveTo>
                    <a:pt x="1988680" y="109033"/>
                  </a:moveTo>
                  <a:lnTo>
                    <a:pt x="1945788" y="123019"/>
                  </a:lnTo>
                  <a:lnTo>
                    <a:pt x="1943966" y="126603"/>
                  </a:lnTo>
                  <a:lnTo>
                    <a:pt x="1946140" y="133272"/>
                  </a:lnTo>
                  <a:lnTo>
                    <a:pt x="1949725" y="135093"/>
                  </a:lnTo>
                  <a:lnTo>
                    <a:pt x="1992617" y="121108"/>
                  </a:lnTo>
                  <a:lnTo>
                    <a:pt x="1994438" y="117523"/>
                  </a:lnTo>
                  <a:lnTo>
                    <a:pt x="1992264" y="110855"/>
                  </a:lnTo>
                  <a:lnTo>
                    <a:pt x="1988680" y="109033"/>
                  </a:lnTo>
                  <a:close/>
                </a:path>
                <a:path w="2329179" h="768985">
                  <a:moveTo>
                    <a:pt x="2073200" y="81474"/>
                  </a:moveTo>
                  <a:lnTo>
                    <a:pt x="2030308" y="95459"/>
                  </a:lnTo>
                  <a:lnTo>
                    <a:pt x="2028487" y="99043"/>
                  </a:lnTo>
                  <a:lnTo>
                    <a:pt x="2030661" y="105712"/>
                  </a:lnTo>
                  <a:lnTo>
                    <a:pt x="2034245" y="107533"/>
                  </a:lnTo>
                  <a:lnTo>
                    <a:pt x="2077137" y="93548"/>
                  </a:lnTo>
                  <a:lnTo>
                    <a:pt x="2078958" y="89964"/>
                  </a:lnTo>
                  <a:lnTo>
                    <a:pt x="2076784" y="83295"/>
                  </a:lnTo>
                  <a:lnTo>
                    <a:pt x="2073200" y="81474"/>
                  </a:lnTo>
                  <a:close/>
                </a:path>
                <a:path w="2329179" h="768985">
                  <a:moveTo>
                    <a:pt x="2157719" y="53914"/>
                  </a:moveTo>
                  <a:lnTo>
                    <a:pt x="2114829" y="67900"/>
                  </a:lnTo>
                  <a:lnTo>
                    <a:pt x="2113006" y="71484"/>
                  </a:lnTo>
                  <a:lnTo>
                    <a:pt x="2115181" y="78153"/>
                  </a:lnTo>
                  <a:lnTo>
                    <a:pt x="2118766" y="79974"/>
                  </a:lnTo>
                  <a:lnTo>
                    <a:pt x="2161656" y="65989"/>
                  </a:lnTo>
                  <a:lnTo>
                    <a:pt x="2163479" y="62403"/>
                  </a:lnTo>
                  <a:lnTo>
                    <a:pt x="2161305" y="55736"/>
                  </a:lnTo>
                  <a:lnTo>
                    <a:pt x="2157719" y="53914"/>
                  </a:lnTo>
                  <a:close/>
                </a:path>
                <a:path w="2329179" h="768985">
                  <a:moveTo>
                    <a:pt x="2242240" y="26355"/>
                  </a:moveTo>
                  <a:lnTo>
                    <a:pt x="2199349" y="40340"/>
                  </a:lnTo>
                  <a:lnTo>
                    <a:pt x="2197527" y="43924"/>
                  </a:lnTo>
                  <a:lnTo>
                    <a:pt x="2199702" y="50592"/>
                  </a:lnTo>
                  <a:lnTo>
                    <a:pt x="2203286" y="52415"/>
                  </a:lnTo>
                  <a:lnTo>
                    <a:pt x="2246177" y="38428"/>
                  </a:lnTo>
                  <a:lnTo>
                    <a:pt x="2247999" y="34844"/>
                  </a:lnTo>
                  <a:lnTo>
                    <a:pt x="2245824" y="28176"/>
                  </a:lnTo>
                  <a:lnTo>
                    <a:pt x="2242240" y="26355"/>
                  </a:lnTo>
                  <a:close/>
                </a:path>
                <a:path w="2329179" h="768985">
                  <a:moveTo>
                    <a:pt x="2323064" y="0"/>
                  </a:moveTo>
                  <a:lnTo>
                    <a:pt x="2283868" y="12781"/>
                  </a:lnTo>
                  <a:lnTo>
                    <a:pt x="2282047" y="16365"/>
                  </a:lnTo>
                  <a:lnTo>
                    <a:pt x="2284222" y="23033"/>
                  </a:lnTo>
                  <a:lnTo>
                    <a:pt x="2287805" y="24855"/>
                  </a:lnTo>
                  <a:lnTo>
                    <a:pt x="2327001" y="12075"/>
                  </a:lnTo>
                  <a:lnTo>
                    <a:pt x="2328823" y="8489"/>
                  </a:lnTo>
                  <a:lnTo>
                    <a:pt x="2326648" y="1822"/>
                  </a:lnTo>
                  <a:lnTo>
                    <a:pt x="2323064" y="0"/>
                  </a:lnTo>
                  <a:close/>
                </a:path>
              </a:pathLst>
            </a:custGeom>
            <a:solidFill>
              <a:srgbClr val="00B050">
                <a:alpha val="50199"/>
              </a:srgbClr>
            </a:solidFill>
          </p:spPr>
          <p:txBody>
            <a:bodyPr wrap="square" lIns="0" tIns="0" rIns="0" bIns="0" rtlCol="0"/>
            <a:lstStyle/>
            <a:p>
              <a:endParaRPr/>
            </a:p>
          </p:txBody>
        </p:sp>
        <p:pic>
          <p:nvPicPr>
            <p:cNvPr id="7" name="object 7"/>
            <p:cNvPicPr/>
            <p:nvPr/>
          </p:nvPicPr>
          <p:blipFill>
            <a:blip r:embed="rId3" cstate="print"/>
            <a:stretch>
              <a:fillRect/>
            </a:stretch>
          </p:blipFill>
          <p:spPr>
            <a:xfrm>
              <a:off x="3072383" y="2462783"/>
              <a:ext cx="252983" cy="252984"/>
            </a:xfrm>
            <a:prstGeom prst="rect">
              <a:avLst/>
            </a:prstGeom>
          </p:spPr>
        </p:pic>
        <p:sp>
          <p:nvSpPr>
            <p:cNvPr id="8" name="object 8"/>
            <p:cNvSpPr/>
            <p:nvPr/>
          </p:nvSpPr>
          <p:spPr>
            <a:xfrm>
              <a:off x="1818453" y="2826724"/>
              <a:ext cx="654050" cy="211454"/>
            </a:xfrm>
            <a:custGeom>
              <a:avLst/>
              <a:gdLst/>
              <a:ahLst/>
              <a:cxnLst/>
              <a:rect l="l" t="t" r="r" b="b"/>
              <a:pathLst>
                <a:path w="654050" h="211455">
                  <a:moveTo>
                    <a:pt x="0" y="211147"/>
                  </a:moveTo>
                  <a:lnTo>
                    <a:pt x="653767" y="0"/>
                  </a:lnTo>
                </a:path>
              </a:pathLst>
            </a:custGeom>
            <a:ln w="25400">
              <a:solidFill>
                <a:srgbClr val="00B050"/>
              </a:solidFill>
            </a:ln>
          </p:spPr>
          <p:txBody>
            <a:bodyPr wrap="square" lIns="0" tIns="0" rIns="0" bIns="0" rtlCol="0"/>
            <a:lstStyle/>
            <a:p>
              <a:endParaRPr/>
            </a:p>
          </p:txBody>
        </p:sp>
        <p:sp>
          <p:nvSpPr>
            <p:cNvPr id="9" name="object 9"/>
            <p:cNvSpPr/>
            <p:nvPr/>
          </p:nvSpPr>
          <p:spPr>
            <a:xfrm>
              <a:off x="3195914" y="1238265"/>
              <a:ext cx="0" cy="765810"/>
            </a:xfrm>
            <a:custGeom>
              <a:avLst/>
              <a:gdLst/>
              <a:ahLst/>
              <a:cxnLst/>
              <a:rect l="l" t="t" r="r" b="b"/>
              <a:pathLst>
                <a:path h="765810">
                  <a:moveTo>
                    <a:pt x="0" y="0"/>
                  </a:moveTo>
                  <a:lnTo>
                    <a:pt x="1" y="765536"/>
                  </a:lnTo>
                </a:path>
              </a:pathLst>
            </a:custGeom>
            <a:ln w="25400">
              <a:solidFill>
                <a:srgbClr val="FF0000"/>
              </a:solidFill>
            </a:ln>
          </p:spPr>
          <p:txBody>
            <a:bodyPr wrap="square" lIns="0" tIns="0" rIns="0" bIns="0" rtlCol="0"/>
            <a:lstStyle/>
            <a:p>
              <a:endParaRPr/>
            </a:p>
          </p:txBody>
        </p:sp>
        <p:sp>
          <p:nvSpPr>
            <p:cNvPr id="10" name="object 10"/>
            <p:cNvSpPr/>
            <p:nvPr/>
          </p:nvSpPr>
          <p:spPr>
            <a:xfrm>
              <a:off x="3195914" y="3027371"/>
              <a:ext cx="0" cy="883285"/>
            </a:xfrm>
            <a:custGeom>
              <a:avLst/>
              <a:gdLst/>
              <a:ahLst/>
              <a:cxnLst/>
              <a:rect l="l" t="t" r="r" b="b"/>
              <a:pathLst>
                <a:path h="883285">
                  <a:moveTo>
                    <a:pt x="0" y="0"/>
                  </a:moveTo>
                  <a:lnTo>
                    <a:pt x="1" y="882755"/>
                  </a:lnTo>
                </a:path>
              </a:pathLst>
            </a:custGeom>
            <a:ln w="25400">
              <a:solidFill>
                <a:srgbClr val="FF0000"/>
              </a:solidFill>
            </a:ln>
          </p:spPr>
          <p:txBody>
            <a:bodyPr wrap="square" lIns="0" tIns="0" rIns="0" bIns="0" rtlCol="0"/>
            <a:lstStyle/>
            <a:p>
              <a:endParaRPr/>
            </a:p>
          </p:txBody>
        </p:sp>
      </p:grpSp>
      <p:sp>
        <p:nvSpPr>
          <p:cNvPr id="11" name="object 11"/>
          <p:cNvSpPr txBox="1"/>
          <p:nvPr/>
        </p:nvSpPr>
        <p:spPr>
          <a:xfrm>
            <a:off x="2893146" y="687323"/>
            <a:ext cx="606425" cy="440055"/>
          </a:xfrm>
          <a:prstGeom prst="rect">
            <a:avLst/>
          </a:prstGeom>
        </p:spPr>
        <p:txBody>
          <a:bodyPr vert="horz" wrap="square" lIns="0" tIns="29845" rIns="0" bIns="0" rtlCol="0">
            <a:spAutoFit/>
          </a:bodyPr>
          <a:lstStyle/>
          <a:p>
            <a:pPr marL="138430" marR="5080" indent="-126364">
              <a:lnSpc>
                <a:spcPts val="1580"/>
              </a:lnSpc>
              <a:spcBef>
                <a:spcPts val="235"/>
              </a:spcBef>
            </a:pPr>
            <a:r>
              <a:rPr sz="1400" b="1" spc="-20" dirty="0">
                <a:latin typeface="Corbel"/>
                <a:cs typeface="Corbel"/>
              </a:rPr>
              <a:t>Vertical Axis</a:t>
            </a:r>
            <a:endParaRPr sz="1400">
              <a:latin typeface="Corbel"/>
              <a:cs typeface="Corbel"/>
            </a:endParaRPr>
          </a:p>
        </p:txBody>
      </p:sp>
      <p:sp>
        <p:nvSpPr>
          <p:cNvPr id="12" name="object 12"/>
          <p:cNvSpPr txBox="1"/>
          <p:nvPr/>
        </p:nvSpPr>
        <p:spPr>
          <a:xfrm>
            <a:off x="1378725" y="3092196"/>
            <a:ext cx="1002665" cy="455295"/>
          </a:xfrm>
          <a:prstGeom prst="rect">
            <a:avLst/>
          </a:prstGeom>
        </p:spPr>
        <p:txBody>
          <a:bodyPr vert="horz" wrap="square" lIns="0" tIns="9525" rIns="0" bIns="0" rtlCol="0">
            <a:spAutoFit/>
          </a:bodyPr>
          <a:lstStyle/>
          <a:p>
            <a:pPr marL="336550" marR="5080" indent="-323850">
              <a:lnSpc>
                <a:spcPct val="101400"/>
              </a:lnSpc>
              <a:spcBef>
                <a:spcPts val="75"/>
              </a:spcBef>
            </a:pPr>
            <a:r>
              <a:rPr sz="1400" b="1" spc="-10" dirty="0">
                <a:latin typeface="Corbel"/>
                <a:cs typeface="Corbel"/>
              </a:rPr>
              <a:t>Longitudinal </a:t>
            </a:r>
            <a:r>
              <a:rPr sz="1400" b="1" spc="-20" dirty="0">
                <a:latin typeface="Corbel"/>
                <a:cs typeface="Corbel"/>
              </a:rPr>
              <a:t>Axis</a:t>
            </a:r>
            <a:endParaRPr sz="1400">
              <a:latin typeface="Corbel"/>
              <a:cs typeface="Corbel"/>
            </a:endParaRPr>
          </a:p>
        </p:txBody>
      </p:sp>
      <p:sp>
        <p:nvSpPr>
          <p:cNvPr id="13" name="object 13"/>
          <p:cNvSpPr txBox="1"/>
          <p:nvPr/>
        </p:nvSpPr>
        <p:spPr>
          <a:xfrm>
            <a:off x="4669297" y="2927603"/>
            <a:ext cx="568960" cy="443230"/>
          </a:xfrm>
          <a:prstGeom prst="rect">
            <a:avLst/>
          </a:prstGeom>
        </p:spPr>
        <p:txBody>
          <a:bodyPr vert="horz" wrap="square" lIns="0" tIns="26670" rIns="0" bIns="0" rtlCol="0">
            <a:spAutoFit/>
          </a:bodyPr>
          <a:lstStyle/>
          <a:p>
            <a:pPr marL="119380" marR="5080" indent="-107314">
              <a:lnSpc>
                <a:spcPts val="1610"/>
              </a:lnSpc>
              <a:spcBef>
                <a:spcPts val="210"/>
              </a:spcBef>
            </a:pPr>
            <a:r>
              <a:rPr sz="1400" b="1" spc="-10" dirty="0">
                <a:latin typeface="Corbel"/>
                <a:cs typeface="Corbel"/>
              </a:rPr>
              <a:t>Lateral </a:t>
            </a:r>
            <a:r>
              <a:rPr sz="1400" b="1" spc="-20" dirty="0">
                <a:latin typeface="Corbel"/>
                <a:cs typeface="Corbel"/>
              </a:rPr>
              <a:t>Axis</a:t>
            </a:r>
            <a:endParaRPr sz="1400">
              <a:latin typeface="Corbel"/>
              <a:cs typeface="Corbel"/>
            </a:endParaRPr>
          </a:p>
        </p:txBody>
      </p:sp>
      <p:sp>
        <p:nvSpPr>
          <p:cNvPr id="14" name="object 14"/>
          <p:cNvSpPr txBox="1"/>
          <p:nvPr/>
        </p:nvSpPr>
        <p:spPr>
          <a:xfrm>
            <a:off x="3220949" y="2293620"/>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grpSp>
        <p:nvGrpSpPr>
          <p:cNvPr id="15" name="object 15"/>
          <p:cNvGrpSpPr/>
          <p:nvPr/>
        </p:nvGrpSpPr>
        <p:grpSpPr>
          <a:xfrm>
            <a:off x="1497177" y="1188628"/>
            <a:ext cx="3811904" cy="1685289"/>
            <a:chOff x="1497177" y="1188628"/>
            <a:chExt cx="3811904" cy="1685289"/>
          </a:xfrm>
        </p:grpSpPr>
        <p:sp>
          <p:nvSpPr>
            <p:cNvPr id="16" name="object 16"/>
            <p:cNvSpPr/>
            <p:nvPr/>
          </p:nvSpPr>
          <p:spPr>
            <a:xfrm>
              <a:off x="3421470" y="2618818"/>
              <a:ext cx="1526540" cy="242570"/>
            </a:xfrm>
            <a:custGeom>
              <a:avLst/>
              <a:gdLst/>
              <a:ahLst/>
              <a:cxnLst/>
              <a:rect l="l" t="t" r="r" b="b"/>
              <a:pathLst>
                <a:path w="1526539" h="242569">
                  <a:moveTo>
                    <a:pt x="0" y="0"/>
                  </a:moveTo>
                  <a:lnTo>
                    <a:pt x="1525918" y="242047"/>
                  </a:lnTo>
                </a:path>
              </a:pathLst>
            </a:custGeom>
            <a:ln w="25400">
              <a:solidFill>
                <a:srgbClr val="0070C0"/>
              </a:solidFill>
            </a:ln>
          </p:spPr>
          <p:txBody>
            <a:bodyPr wrap="square" lIns="0" tIns="0" rIns="0" bIns="0" rtlCol="0"/>
            <a:lstStyle/>
            <a:p>
              <a:endParaRPr/>
            </a:p>
          </p:txBody>
        </p:sp>
        <p:sp>
          <p:nvSpPr>
            <p:cNvPr id="17" name="object 17"/>
            <p:cNvSpPr/>
            <p:nvPr/>
          </p:nvSpPr>
          <p:spPr>
            <a:xfrm>
              <a:off x="1509877" y="2314689"/>
              <a:ext cx="1195705" cy="190500"/>
            </a:xfrm>
            <a:custGeom>
              <a:avLst/>
              <a:gdLst/>
              <a:ahLst/>
              <a:cxnLst/>
              <a:rect l="l" t="t" r="r" b="b"/>
              <a:pathLst>
                <a:path w="1195705" h="190500">
                  <a:moveTo>
                    <a:pt x="0" y="0"/>
                  </a:moveTo>
                  <a:lnTo>
                    <a:pt x="1195287" y="190323"/>
                  </a:lnTo>
                </a:path>
              </a:pathLst>
            </a:custGeom>
            <a:ln w="25400">
              <a:solidFill>
                <a:srgbClr val="0070C0"/>
              </a:solidFill>
            </a:ln>
          </p:spPr>
          <p:txBody>
            <a:bodyPr wrap="square" lIns="0" tIns="0" rIns="0" bIns="0" rtlCol="0"/>
            <a:lstStyle/>
            <a:p>
              <a:endParaRPr/>
            </a:p>
          </p:txBody>
        </p:sp>
        <p:sp>
          <p:nvSpPr>
            <p:cNvPr id="18" name="object 18"/>
            <p:cNvSpPr/>
            <p:nvPr/>
          </p:nvSpPr>
          <p:spPr>
            <a:xfrm>
              <a:off x="4876179" y="1906141"/>
              <a:ext cx="420370" cy="138430"/>
            </a:xfrm>
            <a:custGeom>
              <a:avLst/>
              <a:gdLst/>
              <a:ahLst/>
              <a:cxnLst/>
              <a:rect l="l" t="t" r="r" b="b"/>
              <a:pathLst>
                <a:path w="420370" h="138430">
                  <a:moveTo>
                    <a:pt x="419956" y="0"/>
                  </a:moveTo>
                  <a:lnTo>
                    <a:pt x="0" y="138117"/>
                  </a:lnTo>
                </a:path>
              </a:pathLst>
            </a:custGeom>
            <a:ln w="25400">
              <a:solidFill>
                <a:srgbClr val="00B050"/>
              </a:solidFill>
            </a:ln>
          </p:spPr>
          <p:txBody>
            <a:bodyPr wrap="square" lIns="0" tIns="0" rIns="0" bIns="0" rtlCol="0"/>
            <a:lstStyle/>
            <a:p>
              <a:endParaRPr/>
            </a:p>
          </p:txBody>
        </p:sp>
        <p:sp>
          <p:nvSpPr>
            <p:cNvPr id="19" name="object 19"/>
            <p:cNvSpPr/>
            <p:nvPr/>
          </p:nvSpPr>
          <p:spPr>
            <a:xfrm>
              <a:off x="2507738" y="1188628"/>
              <a:ext cx="325755" cy="789940"/>
            </a:xfrm>
            <a:custGeom>
              <a:avLst/>
              <a:gdLst/>
              <a:ahLst/>
              <a:cxnLst/>
              <a:rect l="l" t="t" r="r" b="b"/>
              <a:pathLst>
                <a:path w="325755" h="789939">
                  <a:moveTo>
                    <a:pt x="281214" y="713618"/>
                  </a:moveTo>
                  <a:lnTo>
                    <a:pt x="249517" y="715458"/>
                  </a:lnTo>
                  <a:lnTo>
                    <a:pt x="291970" y="789322"/>
                  </a:lnTo>
                  <a:lnTo>
                    <a:pt x="316386" y="732472"/>
                  </a:lnTo>
                  <a:lnTo>
                    <a:pt x="285157" y="732472"/>
                  </a:lnTo>
                  <a:lnTo>
                    <a:pt x="282154" y="729799"/>
                  </a:lnTo>
                  <a:lnTo>
                    <a:pt x="281321" y="715458"/>
                  </a:lnTo>
                  <a:lnTo>
                    <a:pt x="281214" y="713618"/>
                  </a:lnTo>
                  <a:close/>
                </a:path>
                <a:path w="325755" h="789939">
                  <a:moveTo>
                    <a:pt x="293893" y="712882"/>
                  </a:moveTo>
                  <a:lnTo>
                    <a:pt x="281214" y="713618"/>
                  </a:lnTo>
                  <a:lnTo>
                    <a:pt x="282111" y="729063"/>
                  </a:lnTo>
                  <a:lnTo>
                    <a:pt x="282154" y="729799"/>
                  </a:lnTo>
                  <a:lnTo>
                    <a:pt x="285157" y="732472"/>
                  </a:lnTo>
                  <a:lnTo>
                    <a:pt x="292159" y="732066"/>
                  </a:lnTo>
                  <a:lnTo>
                    <a:pt x="294832" y="729063"/>
                  </a:lnTo>
                  <a:lnTo>
                    <a:pt x="294042" y="715458"/>
                  </a:lnTo>
                  <a:lnTo>
                    <a:pt x="293936" y="713618"/>
                  </a:lnTo>
                  <a:lnTo>
                    <a:pt x="293893" y="712882"/>
                  </a:lnTo>
                  <a:close/>
                </a:path>
                <a:path w="325755" h="789939">
                  <a:moveTo>
                    <a:pt x="325590" y="711042"/>
                  </a:moveTo>
                  <a:lnTo>
                    <a:pt x="293893" y="712882"/>
                  </a:lnTo>
                  <a:lnTo>
                    <a:pt x="294832" y="729063"/>
                  </a:lnTo>
                  <a:lnTo>
                    <a:pt x="292159" y="732066"/>
                  </a:lnTo>
                  <a:lnTo>
                    <a:pt x="285157" y="732472"/>
                  </a:lnTo>
                  <a:lnTo>
                    <a:pt x="316386" y="732472"/>
                  </a:lnTo>
                  <a:lnTo>
                    <a:pt x="325590" y="711042"/>
                  </a:lnTo>
                  <a:close/>
                </a:path>
                <a:path w="325755" h="789939">
                  <a:moveTo>
                    <a:pt x="242035" y="38750"/>
                  </a:moveTo>
                  <a:lnTo>
                    <a:pt x="281065" y="711042"/>
                  </a:lnTo>
                  <a:lnTo>
                    <a:pt x="281172" y="712882"/>
                  </a:lnTo>
                  <a:lnTo>
                    <a:pt x="281214" y="713618"/>
                  </a:lnTo>
                  <a:lnTo>
                    <a:pt x="293893" y="712882"/>
                  </a:lnTo>
                  <a:lnTo>
                    <a:pt x="255103" y="44731"/>
                  </a:lnTo>
                  <a:lnTo>
                    <a:pt x="248365" y="44731"/>
                  </a:lnTo>
                  <a:lnTo>
                    <a:pt x="242035" y="38750"/>
                  </a:lnTo>
                  <a:close/>
                </a:path>
                <a:path w="325755" h="789939">
                  <a:moveTo>
                    <a:pt x="38130" y="0"/>
                  </a:moveTo>
                  <a:lnTo>
                    <a:pt x="23096" y="3013"/>
                  </a:lnTo>
                  <a:lnTo>
                    <a:pt x="23236" y="3013"/>
                  </a:lnTo>
                  <a:lnTo>
                    <a:pt x="11125" y="11194"/>
                  </a:lnTo>
                  <a:lnTo>
                    <a:pt x="2974" y="23316"/>
                  </a:lnTo>
                  <a:lnTo>
                    <a:pt x="668" y="34658"/>
                  </a:lnTo>
                  <a:lnTo>
                    <a:pt x="0" y="38150"/>
                  </a:lnTo>
                  <a:lnTo>
                    <a:pt x="1272" y="44499"/>
                  </a:lnTo>
                  <a:lnTo>
                    <a:pt x="3017" y="52976"/>
                  </a:lnTo>
                  <a:lnTo>
                    <a:pt x="11209" y="65076"/>
                  </a:lnTo>
                  <a:lnTo>
                    <a:pt x="23261" y="73225"/>
                  </a:lnTo>
                  <a:lnTo>
                    <a:pt x="23398" y="73225"/>
                  </a:lnTo>
                  <a:lnTo>
                    <a:pt x="38028" y="76200"/>
                  </a:lnTo>
                  <a:lnTo>
                    <a:pt x="73165" y="52976"/>
                  </a:lnTo>
                  <a:lnTo>
                    <a:pt x="74888" y="44499"/>
                  </a:lnTo>
                  <a:lnTo>
                    <a:pt x="34618" y="44499"/>
                  </a:lnTo>
                  <a:lnTo>
                    <a:pt x="31724" y="41597"/>
                  </a:lnTo>
                  <a:lnTo>
                    <a:pt x="31734" y="34658"/>
                  </a:lnTo>
                  <a:lnTo>
                    <a:pt x="34525" y="31799"/>
                  </a:lnTo>
                  <a:lnTo>
                    <a:pt x="74905" y="31799"/>
                  </a:lnTo>
                  <a:lnTo>
                    <a:pt x="73205" y="23316"/>
                  </a:lnTo>
                  <a:lnTo>
                    <a:pt x="65056" y="11194"/>
                  </a:lnTo>
                  <a:lnTo>
                    <a:pt x="52956" y="3013"/>
                  </a:lnTo>
                  <a:lnTo>
                    <a:pt x="38130" y="0"/>
                  </a:lnTo>
                  <a:close/>
                </a:path>
                <a:path w="325755" h="789939">
                  <a:moveTo>
                    <a:pt x="74905" y="31799"/>
                  </a:moveTo>
                  <a:lnTo>
                    <a:pt x="76179" y="38150"/>
                  </a:lnTo>
                  <a:lnTo>
                    <a:pt x="74888" y="44499"/>
                  </a:lnTo>
                  <a:lnTo>
                    <a:pt x="248365" y="44731"/>
                  </a:lnTo>
                  <a:lnTo>
                    <a:pt x="242382" y="44731"/>
                  </a:lnTo>
                  <a:lnTo>
                    <a:pt x="242035" y="38750"/>
                  </a:lnTo>
                  <a:lnTo>
                    <a:pt x="254756" y="38750"/>
                  </a:lnTo>
                  <a:lnTo>
                    <a:pt x="254519" y="34658"/>
                  </a:lnTo>
                  <a:lnTo>
                    <a:pt x="251744" y="32037"/>
                  </a:lnTo>
                  <a:lnTo>
                    <a:pt x="74905" y="31799"/>
                  </a:lnTo>
                  <a:close/>
                </a:path>
                <a:path w="325755" h="789939">
                  <a:moveTo>
                    <a:pt x="254756" y="38750"/>
                  </a:moveTo>
                  <a:lnTo>
                    <a:pt x="242035" y="38750"/>
                  </a:lnTo>
                  <a:lnTo>
                    <a:pt x="248365" y="44731"/>
                  </a:lnTo>
                  <a:lnTo>
                    <a:pt x="255103" y="44731"/>
                  </a:lnTo>
                  <a:lnTo>
                    <a:pt x="254756" y="38750"/>
                  </a:lnTo>
                  <a:close/>
                </a:path>
                <a:path w="325755" h="789939">
                  <a:moveTo>
                    <a:pt x="74905" y="31799"/>
                  </a:moveTo>
                  <a:lnTo>
                    <a:pt x="34525" y="31799"/>
                  </a:lnTo>
                  <a:lnTo>
                    <a:pt x="31734" y="34658"/>
                  </a:lnTo>
                  <a:lnTo>
                    <a:pt x="31724" y="41597"/>
                  </a:lnTo>
                  <a:lnTo>
                    <a:pt x="34618" y="44499"/>
                  </a:lnTo>
                  <a:lnTo>
                    <a:pt x="74888" y="44499"/>
                  </a:lnTo>
                  <a:lnTo>
                    <a:pt x="76057" y="38750"/>
                  </a:lnTo>
                  <a:lnTo>
                    <a:pt x="76179" y="38150"/>
                  </a:lnTo>
                  <a:lnTo>
                    <a:pt x="74953" y="32037"/>
                  </a:lnTo>
                  <a:lnTo>
                    <a:pt x="74905" y="31799"/>
                  </a:lnTo>
                  <a:close/>
                </a:path>
              </a:pathLst>
            </a:custGeom>
            <a:solidFill>
              <a:srgbClr val="7F7F7F"/>
            </a:solidFill>
          </p:spPr>
          <p:txBody>
            <a:bodyPr wrap="square" lIns="0" tIns="0" rIns="0" bIns="0" rtlCol="0"/>
            <a:lstStyle/>
            <a:p>
              <a:endParaRPr/>
            </a:p>
          </p:txBody>
        </p:sp>
      </p:grpSp>
      <p:sp>
        <p:nvSpPr>
          <p:cNvPr id="20" name="object 20"/>
          <p:cNvSpPr txBox="1"/>
          <p:nvPr/>
        </p:nvSpPr>
        <p:spPr>
          <a:xfrm>
            <a:off x="1202108" y="1157298"/>
            <a:ext cx="1332230" cy="372110"/>
          </a:xfrm>
          <a:prstGeom prst="rect">
            <a:avLst/>
          </a:prstGeom>
          <a:ln w="12700">
            <a:solidFill>
              <a:srgbClr val="7F7F7F"/>
            </a:solidFill>
          </a:ln>
        </p:spPr>
        <p:txBody>
          <a:bodyPr vert="horz" wrap="square" lIns="0" tIns="20320" rIns="0" bIns="0" rtlCol="0">
            <a:spAutoFit/>
          </a:bodyPr>
          <a:lstStyle/>
          <a:p>
            <a:pPr marL="91440" marR="151765">
              <a:lnSpc>
                <a:spcPct val="100000"/>
              </a:lnSpc>
              <a:spcBef>
                <a:spcPts val="160"/>
              </a:spcBef>
            </a:pPr>
            <a:r>
              <a:rPr sz="1000" dirty="0">
                <a:solidFill>
                  <a:srgbClr val="595959"/>
                </a:solidFill>
                <a:latin typeface="Corbel"/>
                <a:cs typeface="Corbel"/>
              </a:rPr>
              <a:t>Main</a:t>
            </a:r>
            <a:r>
              <a:rPr sz="1000" spc="170" dirty="0">
                <a:solidFill>
                  <a:srgbClr val="595959"/>
                </a:solidFill>
                <a:latin typeface="Corbel"/>
                <a:cs typeface="Corbel"/>
              </a:rPr>
              <a:t> </a:t>
            </a:r>
            <a:r>
              <a:rPr sz="1000" dirty="0">
                <a:solidFill>
                  <a:srgbClr val="595959"/>
                </a:solidFill>
                <a:latin typeface="Corbel"/>
                <a:cs typeface="Corbel"/>
              </a:rPr>
              <a:t>rotor</a:t>
            </a:r>
            <a:r>
              <a:rPr sz="1000" spc="-15" dirty="0">
                <a:solidFill>
                  <a:srgbClr val="595959"/>
                </a:solidFill>
                <a:latin typeface="Corbel"/>
                <a:cs typeface="Corbel"/>
              </a:rPr>
              <a:t> </a:t>
            </a:r>
            <a:r>
              <a:rPr sz="1000" spc="-10" dirty="0">
                <a:solidFill>
                  <a:srgbClr val="595959"/>
                </a:solidFill>
                <a:latin typeface="Corbel"/>
                <a:cs typeface="Corbel"/>
              </a:rPr>
              <a:t>propeller</a:t>
            </a:r>
            <a:r>
              <a:rPr sz="1000" spc="500" dirty="0">
                <a:solidFill>
                  <a:srgbClr val="595959"/>
                </a:solidFill>
                <a:latin typeface="Corbel"/>
                <a:cs typeface="Corbel"/>
              </a:rPr>
              <a:t> </a:t>
            </a:r>
            <a:r>
              <a:rPr sz="1000" dirty="0">
                <a:solidFill>
                  <a:srgbClr val="595959"/>
                </a:solidFill>
                <a:latin typeface="Corbel"/>
                <a:cs typeface="Corbel"/>
              </a:rPr>
              <a:t>to</a:t>
            </a:r>
            <a:r>
              <a:rPr sz="1000" spc="-20" dirty="0">
                <a:solidFill>
                  <a:srgbClr val="595959"/>
                </a:solidFill>
                <a:latin typeface="Corbel"/>
                <a:cs typeface="Corbel"/>
              </a:rPr>
              <a:t> </a:t>
            </a:r>
            <a:r>
              <a:rPr sz="1000" dirty="0">
                <a:solidFill>
                  <a:srgbClr val="595959"/>
                </a:solidFill>
                <a:latin typeface="Corbel"/>
                <a:cs typeface="Corbel"/>
              </a:rPr>
              <a:t>Pitch</a:t>
            </a:r>
            <a:r>
              <a:rPr sz="1000" spc="-10" dirty="0">
                <a:solidFill>
                  <a:srgbClr val="595959"/>
                </a:solidFill>
                <a:latin typeface="Corbel"/>
                <a:cs typeface="Corbel"/>
              </a:rPr>
              <a:t> </a:t>
            </a:r>
            <a:r>
              <a:rPr sz="1000" dirty="0">
                <a:solidFill>
                  <a:srgbClr val="595959"/>
                </a:solidFill>
                <a:latin typeface="Corbel"/>
                <a:cs typeface="Corbel"/>
              </a:rPr>
              <a:t>and</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sp>
        <p:nvSpPr>
          <p:cNvPr id="21" name="object 21"/>
          <p:cNvSpPr/>
          <p:nvPr/>
        </p:nvSpPr>
        <p:spPr>
          <a:xfrm>
            <a:off x="4300887" y="275737"/>
            <a:ext cx="436245" cy="1466215"/>
          </a:xfrm>
          <a:custGeom>
            <a:avLst/>
            <a:gdLst/>
            <a:ahLst/>
            <a:cxnLst/>
            <a:rect l="l" t="t" r="r" b="b"/>
            <a:pathLst>
              <a:path w="436245" h="1466214">
                <a:moveTo>
                  <a:pt x="391578" y="1390556"/>
                </a:moveTo>
                <a:lnTo>
                  <a:pt x="360021" y="1394047"/>
                </a:lnTo>
                <a:lnTo>
                  <a:pt x="406268" y="1465595"/>
                </a:lnTo>
                <a:lnTo>
                  <a:pt x="427085" y="1409176"/>
                </a:lnTo>
                <a:lnTo>
                  <a:pt x="396498" y="1409176"/>
                </a:lnTo>
                <a:lnTo>
                  <a:pt x="393360" y="1406663"/>
                </a:lnTo>
                <a:lnTo>
                  <a:pt x="391578" y="1390556"/>
                </a:lnTo>
                <a:close/>
              </a:path>
              <a:path w="436245" h="1466214">
                <a:moveTo>
                  <a:pt x="404202" y="1389159"/>
                </a:moveTo>
                <a:lnTo>
                  <a:pt x="391578" y="1390556"/>
                </a:lnTo>
                <a:lnTo>
                  <a:pt x="393360" y="1406663"/>
                </a:lnTo>
                <a:lnTo>
                  <a:pt x="396498" y="1409176"/>
                </a:lnTo>
                <a:lnTo>
                  <a:pt x="403471" y="1408405"/>
                </a:lnTo>
                <a:lnTo>
                  <a:pt x="405984" y="1405267"/>
                </a:lnTo>
                <a:lnTo>
                  <a:pt x="404202" y="1389159"/>
                </a:lnTo>
                <a:close/>
              </a:path>
              <a:path w="436245" h="1466214">
                <a:moveTo>
                  <a:pt x="435759" y="1385669"/>
                </a:moveTo>
                <a:lnTo>
                  <a:pt x="404202" y="1389159"/>
                </a:lnTo>
                <a:lnTo>
                  <a:pt x="405984" y="1405267"/>
                </a:lnTo>
                <a:lnTo>
                  <a:pt x="403471" y="1408405"/>
                </a:lnTo>
                <a:lnTo>
                  <a:pt x="396498" y="1409176"/>
                </a:lnTo>
                <a:lnTo>
                  <a:pt x="427085" y="1409176"/>
                </a:lnTo>
                <a:lnTo>
                  <a:pt x="435759" y="1385669"/>
                </a:lnTo>
                <a:close/>
              </a:path>
              <a:path w="436245" h="1466214">
                <a:moveTo>
                  <a:pt x="242062" y="39080"/>
                </a:moveTo>
                <a:lnTo>
                  <a:pt x="391578" y="1390556"/>
                </a:lnTo>
                <a:lnTo>
                  <a:pt x="404202" y="1389159"/>
                </a:lnTo>
                <a:lnTo>
                  <a:pt x="255465" y="44731"/>
                </a:lnTo>
                <a:lnTo>
                  <a:pt x="248365" y="44731"/>
                </a:lnTo>
                <a:lnTo>
                  <a:pt x="242062" y="39080"/>
                </a:lnTo>
                <a:close/>
              </a:path>
              <a:path w="436245" h="1466214">
                <a:moveTo>
                  <a:pt x="38130" y="0"/>
                </a:moveTo>
                <a:lnTo>
                  <a:pt x="23096" y="3013"/>
                </a:lnTo>
                <a:lnTo>
                  <a:pt x="23236" y="3013"/>
                </a:lnTo>
                <a:lnTo>
                  <a:pt x="11125" y="11194"/>
                </a:lnTo>
                <a:lnTo>
                  <a:pt x="2973" y="23316"/>
                </a:lnTo>
                <a:lnTo>
                  <a:pt x="683" y="34584"/>
                </a:lnTo>
                <a:lnTo>
                  <a:pt x="0" y="38150"/>
                </a:lnTo>
                <a:lnTo>
                  <a:pt x="1272" y="44499"/>
                </a:lnTo>
                <a:lnTo>
                  <a:pt x="3016" y="52977"/>
                </a:lnTo>
                <a:lnTo>
                  <a:pt x="11209" y="65076"/>
                </a:lnTo>
                <a:lnTo>
                  <a:pt x="23260" y="73225"/>
                </a:lnTo>
                <a:lnTo>
                  <a:pt x="23399" y="73225"/>
                </a:lnTo>
                <a:lnTo>
                  <a:pt x="38027" y="76200"/>
                </a:lnTo>
                <a:lnTo>
                  <a:pt x="73164" y="52977"/>
                </a:lnTo>
                <a:lnTo>
                  <a:pt x="74887" y="44499"/>
                </a:lnTo>
                <a:lnTo>
                  <a:pt x="34617" y="44499"/>
                </a:lnTo>
                <a:lnTo>
                  <a:pt x="31724" y="41597"/>
                </a:lnTo>
                <a:lnTo>
                  <a:pt x="31733" y="34584"/>
                </a:lnTo>
                <a:lnTo>
                  <a:pt x="34525" y="31799"/>
                </a:lnTo>
                <a:lnTo>
                  <a:pt x="74904" y="31799"/>
                </a:lnTo>
                <a:lnTo>
                  <a:pt x="73204" y="23316"/>
                </a:lnTo>
                <a:lnTo>
                  <a:pt x="65055" y="11194"/>
                </a:lnTo>
                <a:lnTo>
                  <a:pt x="52956" y="3013"/>
                </a:lnTo>
                <a:lnTo>
                  <a:pt x="38130" y="0"/>
                </a:lnTo>
                <a:close/>
              </a:path>
              <a:path w="436245" h="1466214">
                <a:moveTo>
                  <a:pt x="74904" y="31799"/>
                </a:moveTo>
                <a:lnTo>
                  <a:pt x="76178" y="38150"/>
                </a:lnTo>
                <a:lnTo>
                  <a:pt x="74887" y="44499"/>
                </a:lnTo>
                <a:lnTo>
                  <a:pt x="248365" y="44731"/>
                </a:lnTo>
                <a:lnTo>
                  <a:pt x="242688" y="44731"/>
                </a:lnTo>
                <a:lnTo>
                  <a:pt x="242062" y="39080"/>
                </a:lnTo>
                <a:lnTo>
                  <a:pt x="254839" y="39080"/>
                </a:lnTo>
                <a:lnTo>
                  <a:pt x="254342" y="34584"/>
                </a:lnTo>
                <a:lnTo>
                  <a:pt x="251615" y="32037"/>
                </a:lnTo>
                <a:lnTo>
                  <a:pt x="74904" y="31799"/>
                </a:lnTo>
                <a:close/>
              </a:path>
              <a:path w="436245" h="1466214">
                <a:moveTo>
                  <a:pt x="254839" y="39080"/>
                </a:moveTo>
                <a:lnTo>
                  <a:pt x="242062" y="39080"/>
                </a:lnTo>
                <a:lnTo>
                  <a:pt x="248365" y="44731"/>
                </a:lnTo>
                <a:lnTo>
                  <a:pt x="255465" y="44731"/>
                </a:lnTo>
                <a:lnTo>
                  <a:pt x="254839" y="39080"/>
                </a:lnTo>
                <a:close/>
              </a:path>
              <a:path w="436245" h="1466214">
                <a:moveTo>
                  <a:pt x="74904" y="31799"/>
                </a:moveTo>
                <a:lnTo>
                  <a:pt x="34525" y="31799"/>
                </a:lnTo>
                <a:lnTo>
                  <a:pt x="31733" y="34584"/>
                </a:lnTo>
                <a:lnTo>
                  <a:pt x="31724" y="41597"/>
                </a:lnTo>
                <a:lnTo>
                  <a:pt x="34617" y="44499"/>
                </a:lnTo>
                <a:lnTo>
                  <a:pt x="74887" y="44499"/>
                </a:lnTo>
                <a:lnTo>
                  <a:pt x="76178" y="38150"/>
                </a:lnTo>
                <a:lnTo>
                  <a:pt x="74952" y="32037"/>
                </a:lnTo>
                <a:lnTo>
                  <a:pt x="74904" y="31799"/>
                </a:lnTo>
                <a:close/>
              </a:path>
            </a:pathLst>
          </a:custGeom>
          <a:solidFill>
            <a:srgbClr val="7F7F7F"/>
          </a:solidFill>
        </p:spPr>
        <p:txBody>
          <a:bodyPr wrap="square" lIns="0" tIns="0" rIns="0" bIns="0" rtlCol="0"/>
          <a:lstStyle/>
          <a:p>
            <a:endParaRPr/>
          </a:p>
        </p:txBody>
      </p:sp>
      <p:sp>
        <p:nvSpPr>
          <p:cNvPr id="22" name="object 22"/>
          <p:cNvSpPr txBox="1"/>
          <p:nvPr/>
        </p:nvSpPr>
        <p:spPr>
          <a:xfrm>
            <a:off x="2995257" y="244407"/>
            <a:ext cx="1332230" cy="372110"/>
          </a:xfrm>
          <a:prstGeom prst="rect">
            <a:avLst/>
          </a:prstGeom>
          <a:ln w="12700">
            <a:solidFill>
              <a:srgbClr val="7F7F7F"/>
            </a:solidFill>
          </a:ln>
        </p:spPr>
        <p:txBody>
          <a:bodyPr vert="horz" wrap="square" lIns="0" tIns="21590" rIns="0" bIns="0" rtlCol="0">
            <a:spAutoFit/>
          </a:bodyPr>
          <a:lstStyle/>
          <a:p>
            <a:pPr marL="90805" marR="223520">
              <a:lnSpc>
                <a:spcPct val="100000"/>
              </a:lnSpc>
              <a:spcBef>
                <a:spcPts val="170"/>
              </a:spcBef>
            </a:pPr>
            <a:r>
              <a:rPr sz="1000" dirty="0">
                <a:solidFill>
                  <a:srgbClr val="595959"/>
                </a:solidFill>
                <a:latin typeface="Corbel"/>
                <a:cs typeface="Corbel"/>
              </a:rPr>
              <a:t>Tail</a:t>
            </a:r>
            <a:r>
              <a:rPr sz="1000" spc="170" dirty="0">
                <a:solidFill>
                  <a:srgbClr val="595959"/>
                </a:solidFill>
                <a:latin typeface="Corbel"/>
                <a:cs typeface="Corbel"/>
              </a:rPr>
              <a:t> </a:t>
            </a:r>
            <a:r>
              <a:rPr sz="1000" dirty="0">
                <a:solidFill>
                  <a:srgbClr val="595959"/>
                </a:solidFill>
                <a:latin typeface="Corbel"/>
                <a:cs typeface="Corbel"/>
              </a:rPr>
              <a:t>rotor</a:t>
            </a:r>
            <a:r>
              <a:rPr sz="1000" spc="-15" dirty="0">
                <a:solidFill>
                  <a:srgbClr val="595959"/>
                </a:solidFill>
                <a:latin typeface="Corbel"/>
                <a:cs typeface="Corbel"/>
              </a:rPr>
              <a:t> </a:t>
            </a:r>
            <a:r>
              <a:rPr sz="1000" spc="-10" dirty="0">
                <a:solidFill>
                  <a:srgbClr val="595959"/>
                </a:solidFill>
                <a:latin typeface="Corbel"/>
                <a:cs typeface="Corbel"/>
              </a:rPr>
              <a:t>propeller</a:t>
            </a:r>
            <a:r>
              <a:rPr sz="1000" spc="500" dirty="0">
                <a:solidFill>
                  <a:srgbClr val="595959"/>
                </a:solidFill>
                <a:latin typeface="Corbel"/>
                <a:cs typeface="Corbel"/>
              </a:rPr>
              <a:t> </a:t>
            </a:r>
            <a:r>
              <a:rPr sz="1000" dirty="0">
                <a:solidFill>
                  <a:srgbClr val="595959"/>
                </a:solidFill>
                <a:latin typeface="Corbel"/>
                <a:cs typeface="Corbel"/>
              </a:rPr>
              <a:t>to</a:t>
            </a:r>
            <a:r>
              <a:rPr sz="1000" spc="-10"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grpSp>
        <p:nvGrpSpPr>
          <p:cNvPr id="23" name="object 23"/>
          <p:cNvGrpSpPr/>
          <p:nvPr/>
        </p:nvGrpSpPr>
        <p:grpSpPr>
          <a:xfrm>
            <a:off x="8290639" y="837731"/>
            <a:ext cx="2825750" cy="2851150"/>
            <a:chOff x="8290639" y="837731"/>
            <a:chExt cx="2825750" cy="2851150"/>
          </a:xfrm>
        </p:grpSpPr>
        <p:pic>
          <p:nvPicPr>
            <p:cNvPr id="24" name="object 24"/>
            <p:cNvPicPr/>
            <p:nvPr/>
          </p:nvPicPr>
          <p:blipFill>
            <a:blip r:embed="rId4" cstate="print"/>
            <a:stretch>
              <a:fillRect/>
            </a:stretch>
          </p:blipFill>
          <p:spPr>
            <a:xfrm>
              <a:off x="8421623" y="1609343"/>
              <a:ext cx="2694431" cy="2014727"/>
            </a:xfrm>
            <a:prstGeom prst="rect">
              <a:avLst/>
            </a:prstGeom>
          </p:spPr>
        </p:pic>
        <p:sp>
          <p:nvSpPr>
            <p:cNvPr id="25" name="object 25"/>
            <p:cNvSpPr/>
            <p:nvPr/>
          </p:nvSpPr>
          <p:spPr>
            <a:xfrm>
              <a:off x="9677404" y="1646002"/>
              <a:ext cx="12700" cy="1084580"/>
            </a:xfrm>
            <a:custGeom>
              <a:avLst/>
              <a:gdLst/>
              <a:ahLst/>
              <a:cxnLst/>
              <a:rect l="l" t="t" r="r" b="b"/>
              <a:pathLst>
                <a:path w="12700" h="1084580">
                  <a:moveTo>
                    <a:pt x="9856" y="0"/>
                  </a:moveTo>
                  <a:lnTo>
                    <a:pt x="2842" y="0"/>
                  </a:lnTo>
                  <a:lnTo>
                    <a:pt x="0" y="2842"/>
                  </a:lnTo>
                  <a:lnTo>
                    <a:pt x="0" y="47956"/>
                  </a:lnTo>
                  <a:lnTo>
                    <a:pt x="2842" y="50800"/>
                  </a:lnTo>
                  <a:lnTo>
                    <a:pt x="9856" y="50800"/>
                  </a:lnTo>
                  <a:lnTo>
                    <a:pt x="12700" y="47956"/>
                  </a:lnTo>
                  <a:lnTo>
                    <a:pt x="12700" y="2842"/>
                  </a:lnTo>
                  <a:lnTo>
                    <a:pt x="9856" y="0"/>
                  </a:lnTo>
                  <a:close/>
                </a:path>
                <a:path w="12700" h="1084580">
                  <a:moveTo>
                    <a:pt x="9856" y="88900"/>
                  </a:moveTo>
                  <a:lnTo>
                    <a:pt x="2842" y="88900"/>
                  </a:lnTo>
                  <a:lnTo>
                    <a:pt x="0" y="91742"/>
                  </a:lnTo>
                  <a:lnTo>
                    <a:pt x="0" y="136856"/>
                  </a:lnTo>
                  <a:lnTo>
                    <a:pt x="2842" y="139700"/>
                  </a:lnTo>
                  <a:lnTo>
                    <a:pt x="9856" y="139700"/>
                  </a:lnTo>
                  <a:lnTo>
                    <a:pt x="12700" y="136856"/>
                  </a:lnTo>
                  <a:lnTo>
                    <a:pt x="12700" y="91742"/>
                  </a:lnTo>
                  <a:lnTo>
                    <a:pt x="9856" y="88900"/>
                  </a:lnTo>
                  <a:close/>
                </a:path>
                <a:path w="12700" h="1084580">
                  <a:moveTo>
                    <a:pt x="9856" y="177800"/>
                  </a:moveTo>
                  <a:lnTo>
                    <a:pt x="2842" y="177800"/>
                  </a:lnTo>
                  <a:lnTo>
                    <a:pt x="0" y="180642"/>
                  </a:lnTo>
                  <a:lnTo>
                    <a:pt x="0" y="225756"/>
                  </a:lnTo>
                  <a:lnTo>
                    <a:pt x="2842" y="228600"/>
                  </a:lnTo>
                  <a:lnTo>
                    <a:pt x="9856" y="228600"/>
                  </a:lnTo>
                  <a:lnTo>
                    <a:pt x="12700" y="225756"/>
                  </a:lnTo>
                  <a:lnTo>
                    <a:pt x="12700" y="180642"/>
                  </a:lnTo>
                  <a:lnTo>
                    <a:pt x="9856" y="177800"/>
                  </a:lnTo>
                  <a:close/>
                </a:path>
                <a:path w="12700" h="1084580">
                  <a:moveTo>
                    <a:pt x="9856" y="266700"/>
                  </a:moveTo>
                  <a:lnTo>
                    <a:pt x="2843" y="266700"/>
                  </a:lnTo>
                  <a:lnTo>
                    <a:pt x="0" y="269542"/>
                  </a:lnTo>
                  <a:lnTo>
                    <a:pt x="0" y="314656"/>
                  </a:lnTo>
                  <a:lnTo>
                    <a:pt x="2843" y="317500"/>
                  </a:lnTo>
                  <a:lnTo>
                    <a:pt x="9856" y="317500"/>
                  </a:lnTo>
                  <a:lnTo>
                    <a:pt x="12700" y="314656"/>
                  </a:lnTo>
                  <a:lnTo>
                    <a:pt x="12700" y="269542"/>
                  </a:lnTo>
                  <a:lnTo>
                    <a:pt x="9856" y="266700"/>
                  </a:lnTo>
                  <a:close/>
                </a:path>
                <a:path w="12700" h="1084580">
                  <a:moveTo>
                    <a:pt x="9856" y="355600"/>
                  </a:moveTo>
                  <a:lnTo>
                    <a:pt x="2843" y="355600"/>
                  </a:lnTo>
                  <a:lnTo>
                    <a:pt x="0" y="358442"/>
                  </a:lnTo>
                  <a:lnTo>
                    <a:pt x="0" y="403556"/>
                  </a:lnTo>
                  <a:lnTo>
                    <a:pt x="2843" y="406400"/>
                  </a:lnTo>
                  <a:lnTo>
                    <a:pt x="9856" y="406400"/>
                  </a:lnTo>
                  <a:lnTo>
                    <a:pt x="12700" y="403556"/>
                  </a:lnTo>
                  <a:lnTo>
                    <a:pt x="12700" y="358442"/>
                  </a:lnTo>
                  <a:lnTo>
                    <a:pt x="9856" y="355600"/>
                  </a:lnTo>
                  <a:close/>
                </a:path>
                <a:path w="12700" h="1084580">
                  <a:moveTo>
                    <a:pt x="9856" y="444500"/>
                  </a:moveTo>
                  <a:lnTo>
                    <a:pt x="2843" y="444500"/>
                  </a:lnTo>
                  <a:lnTo>
                    <a:pt x="0" y="447342"/>
                  </a:lnTo>
                  <a:lnTo>
                    <a:pt x="0" y="492456"/>
                  </a:lnTo>
                  <a:lnTo>
                    <a:pt x="2843" y="495300"/>
                  </a:lnTo>
                  <a:lnTo>
                    <a:pt x="9857" y="495300"/>
                  </a:lnTo>
                  <a:lnTo>
                    <a:pt x="12700" y="492456"/>
                  </a:lnTo>
                  <a:lnTo>
                    <a:pt x="12700" y="447342"/>
                  </a:lnTo>
                  <a:lnTo>
                    <a:pt x="9856" y="444500"/>
                  </a:lnTo>
                  <a:close/>
                </a:path>
                <a:path w="12700" h="1084580">
                  <a:moveTo>
                    <a:pt x="9857" y="533400"/>
                  </a:moveTo>
                  <a:lnTo>
                    <a:pt x="2843" y="533400"/>
                  </a:lnTo>
                  <a:lnTo>
                    <a:pt x="0" y="536242"/>
                  </a:lnTo>
                  <a:lnTo>
                    <a:pt x="0" y="581356"/>
                  </a:lnTo>
                  <a:lnTo>
                    <a:pt x="2843" y="584200"/>
                  </a:lnTo>
                  <a:lnTo>
                    <a:pt x="9857" y="584200"/>
                  </a:lnTo>
                  <a:lnTo>
                    <a:pt x="12700" y="581356"/>
                  </a:lnTo>
                  <a:lnTo>
                    <a:pt x="12700" y="536242"/>
                  </a:lnTo>
                  <a:lnTo>
                    <a:pt x="9857" y="533400"/>
                  </a:lnTo>
                  <a:close/>
                </a:path>
                <a:path w="12700" h="1084580">
                  <a:moveTo>
                    <a:pt x="9857" y="622300"/>
                  </a:moveTo>
                  <a:lnTo>
                    <a:pt x="2843" y="622300"/>
                  </a:lnTo>
                  <a:lnTo>
                    <a:pt x="0" y="625142"/>
                  </a:lnTo>
                  <a:lnTo>
                    <a:pt x="0" y="670256"/>
                  </a:lnTo>
                  <a:lnTo>
                    <a:pt x="2843" y="673100"/>
                  </a:lnTo>
                  <a:lnTo>
                    <a:pt x="9857" y="673100"/>
                  </a:lnTo>
                  <a:lnTo>
                    <a:pt x="12700" y="670256"/>
                  </a:lnTo>
                  <a:lnTo>
                    <a:pt x="12700" y="625142"/>
                  </a:lnTo>
                  <a:lnTo>
                    <a:pt x="9857" y="622300"/>
                  </a:lnTo>
                  <a:close/>
                </a:path>
                <a:path w="12700" h="1084580">
                  <a:moveTo>
                    <a:pt x="9857" y="711200"/>
                  </a:moveTo>
                  <a:lnTo>
                    <a:pt x="2843" y="711200"/>
                  </a:lnTo>
                  <a:lnTo>
                    <a:pt x="0" y="714042"/>
                  </a:lnTo>
                  <a:lnTo>
                    <a:pt x="0" y="759156"/>
                  </a:lnTo>
                  <a:lnTo>
                    <a:pt x="2843" y="762000"/>
                  </a:lnTo>
                  <a:lnTo>
                    <a:pt x="9857" y="762000"/>
                  </a:lnTo>
                  <a:lnTo>
                    <a:pt x="12700" y="759156"/>
                  </a:lnTo>
                  <a:lnTo>
                    <a:pt x="12700" y="714042"/>
                  </a:lnTo>
                  <a:lnTo>
                    <a:pt x="9857" y="711200"/>
                  </a:lnTo>
                  <a:close/>
                </a:path>
                <a:path w="12700" h="1084580">
                  <a:moveTo>
                    <a:pt x="9857" y="800100"/>
                  </a:moveTo>
                  <a:lnTo>
                    <a:pt x="2843" y="800100"/>
                  </a:lnTo>
                  <a:lnTo>
                    <a:pt x="0" y="802942"/>
                  </a:lnTo>
                  <a:lnTo>
                    <a:pt x="0" y="848056"/>
                  </a:lnTo>
                  <a:lnTo>
                    <a:pt x="2843" y="850900"/>
                  </a:lnTo>
                  <a:lnTo>
                    <a:pt x="9857" y="850900"/>
                  </a:lnTo>
                  <a:lnTo>
                    <a:pt x="12700" y="848056"/>
                  </a:lnTo>
                  <a:lnTo>
                    <a:pt x="12700" y="802942"/>
                  </a:lnTo>
                  <a:lnTo>
                    <a:pt x="9857" y="800100"/>
                  </a:lnTo>
                  <a:close/>
                </a:path>
                <a:path w="12700" h="1084580">
                  <a:moveTo>
                    <a:pt x="9857" y="889000"/>
                  </a:moveTo>
                  <a:lnTo>
                    <a:pt x="2843" y="889000"/>
                  </a:lnTo>
                  <a:lnTo>
                    <a:pt x="0" y="891842"/>
                  </a:lnTo>
                  <a:lnTo>
                    <a:pt x="0" y="936956"/>
                  </a:lnTo>
                  <a:lnTo>
                    <a:pt x="2843" y="939800"/>
                  </a:lnTo>
                  <a:lnTo>
                    <a:pt x="9857" y="939800"/>
                  </a:lnTo>
                  <a:lnTo>
                    <a:pt x="12700" y="936956"/>
                  </a:lnTo>
                  <a:lnTo>
                    <a:pt x="12700" y="891842"/>
                  </a:lnTo>
                  <a:lnTo>
                    <a:pt x="9857" y="889000"/>
                  </a:lnTo>
                  <a:close/>
                </a:path>
                <a:path w="12700" h="1084580">
                  <a:moveTo>
                    <a:pt x="9857" y="977900"/>
                  </a:moveTo>
                  <a:lnTo>
                    <a:pt x="2843" y="977900"/>
                  </a:lnTo>
                  <a:lnTo>
                    <a:pt x="0" y="980742"/>
                  </a:lnTo>
                  <a:lnTo>
                    <a:pt x="0" y="1025856"/>
                  </a:lnTo>
                  <a:lnTo>
                    <a:pt x="2843" y="1028700"/>
                  </a:lnTo>
                  <a:lnTo>
                    <a:pt x="9857" y="1028700"/>
                  </a:lnTo>
                  <a:lnTo>
                    <a:pt x="12700" y="1025856"/>
                  </a:lnTo>
                  <a:lnTo>
                    <a:pt x="12700" y="980742"/>
                  </a:lnTo>
                  <a:lnTo>
                    <a:pt x="9857" y="977900"/>
                  </a:lnTo>
                  <a:close/>
                </a:path>
                <a:path w="12700" h="1084580">
                  <a:moveTo>
                    <a:pt x="9857" y="1066798"/>
                  </a:moveTo>
                  <a:lnTo>
                    <a:pt x="2843" y="1066798"/>
                  </a:lnTo>
                  <a:lnTo>
                    <a:pt x="1" y="1069642"/>
                  </a:lnTo>
                  <a:lnTo>
                    <a:pt x="1" y="1081135"/>
                  </a:lnTo>
                  <a:lnTo>
                    <a:pt x="2843" y="1083979"/>
                  </a:lnTo>
                  <a:lnTo>
                    <a:pt x="9857" y="1083979"/>
                  </a:lnTo>
                  <a:lnTo>
                    <a:pt x="12701" y="1081135"/>
                  </a:lnTo>
                  <a:lnTo>
                    <a:pt x="12701" y="1069642"/>
                  </a:lnTo>
                  <a:lnTo>
                    <a:pt x="9857" y="1066798"/>
                  </a:lnTo>
                  <a:close/>
                </a:path>
              </a:pathLst>
            </a:custGeom>
            <a:solidFill>
              <a:srgbClr val="FF0000">
                <a:alpha val="50199"/>
              </a:srgbClr>
            </a:solidFill>
          </p:spPr>
          <p:txBody>
            <a:bodyPr wrap="square" lIns="0" tIns="0" rIns="0" bIns="0" rtlCol="0"/>
            <a:lstStyle/>
            <a:p>
              <a:endParaRPr/>
            </a:p>
          </p:txBody>
        </p:sp>
        <p:sp>
          <p:nvSpPr>
            <p:cNvPr id="26" name="object 26"/>
            <p:cNvSpPr/>
            <p:nvPr/>
          </p:nvSpPr>
          <p:spPr>
            <a:xfrm>
              <a:off x="9133782" y="1885633"/>
              <a:ext cx="842644" cy="137795"/>
            </a:xfrm>
            <a:custGeom>
              <a:avLst/>
              <a:gdLst/>
              <a:ahLst/>
              <a:cxnLst/>
              <a:rect l="l" t="t" r="r" b="b"/>
              <a:pathLst>
                <a:path w="842645" h="137794">
                  <a:moveTo>
                    <a:pt x="4265" y="0"/>
                  </a:moveTo>
                  <a:lnTo>
                    <a:pt x="1033" y="2392"/>
                  </a:lnTo>
                  <a:lnTo>
                    <a:pt x="0" y="9329"/>
                  </a:lnTo>
                  <a:lnTo>
                    <a:pt x="2392" y="12560"/>
                  </a:lnTo>
                  <a:lnTo>
                    <a:pt x="47012" y="19212"/>
                  </a:lnTo>
                  <a:lnTo>
                    <a:pt x="50245" y="16819"/>
                  </a:lnTo>
                  <a:lnTo>
                    <a:pt x="51278" y="9883"/>
                  </a:lnTo>
                  <a:lnTo>
                    <a:pt x="48886" y="6652"/>
                  </a:lnTo>
                  <a:lnTo>
                    <a:pt x="4265" y="0"/>
                  </a:lnTo>
                  <a:close/>
                </a:path>
                <a:path w="842645" h="137794">
                  <a:moveTo>
                    <a:pt x="92193" y="13108"/>
                  </a:moveTo>
                  <a:lnTo>
                    <a:pt x="88962" y="15501"/>
                  </a:lnTo>
                  <a:lnTo>
                    <a:pt x="87928" y="22438"/>
                  </a:lnTo>
                  <a:lnTo>
                    <a:pt x="90321" y="25669"/>
                  </a:lnTo>
                  <a:lnTo>
                    <a:pt x="134941" y="32321"/>
                  </a:lnTo>
                  <a:lnTo>
                    <a:pt x="138172" y="29928"/>
                  </a:lnTo>
                  <a:lnTo>
                    <a:pt x="139207" y="22992"/>
                  </a:lnTo>
                  <a:lnTo>
                    <a:pt x="136814" y="19761"/>
                  </a:lnTo>
                  <a:lnTo>
                    <a:pt x="92193" y="13108"/>
                  </a:lnTo>
                  <a:close/>
                </a:path>
                <a:path w="842645" h="137794">
                  <a:moveTo>
                    <a:pt x="180121" y="26217"/>
                  </a:moveTo>
                  <a:lnTo>
                    <a:pt x="176890" y="28610"/>
                  </a:lnTo>
                  <a:lnTo>
                    <a:pt x="175856" y="35547"/>
                  </a:lnTo>
                  <a:lnTo>
                    <a:pt x="178249" y="38778"/>
                  </a:lnTo>
                  <a:lnTo>
                    <a:pt x="222869" y="45430"/>
                  </a:lnTo>
                  <a:lnTo>
                    <a:pt x="226100" y="43037"/>
                  </a:lnTo>
                  <a:lnTo>
                    <a:pt x="227135" y="36101"/>
                  </a:lnTo>
                  <a:lnTo>
                    <a:pt x="224743" y="32870"/>
                  </a:lnTo>
                  <a:lnTo>
                    <a:pt x="180121" y="26217"/>
                  </a:lnTo>
                  <a:close/>
                </a:path>
                <a:path w="842645" h="137794">
                  <a:moveTo>
                    <a:pt x="268050" y="39325"/>
                  </a:moveTo>
                  <a:lnTo>
                    <a:pt x="264819" y="41719"/>
                  </a:lnTo>
                  <a:lnTo>
                    <a:pt x="263784" y="48656"/>
                  </a:lnTo>
                  <a:lnTo>
                    <a:pt x="266176" y="51887"/>
                  </a:lnTo>
                  <a:lnTo>
                    <a:pt x="310798" y="58539"/>
                  </a:lnTo>
                  <a:lnTo>
                    <a:pt x="314029" y="56146"/>
                  </a:lnTo>
                  <a:lnTo>
                    <a:pt x="315062" y="49209"/>
                  </a:lnTo>
                  <a:lnTo>
                    <a:pt x="312670" y="45979"/>
                  </a:lnTo>
                  <a:lnTo>
                    <a:pt x="268050" y="39325"/>
                  </a:lnTo>
                  <a:close/>
                </a:path>
                <a:path w="842645" h="137794">
                  <a:moveTo>
                    <a:pt x="355978" y="52434"/>
                  </a:moveTo>
                  <a:lnTo>
                    <a:pt x="352746" y="54827"/>
                  </a:lnTo>
                  <a:lnTo>
                    <a:pt x="351712" y="61765"/>
                  </a:lnTo>
                  <a:lnTo>
                    <a:pt x="354105" y="64996"/>
                  </a:lnTo>
                  <a:lnTo>
                    <a:pt x="398726" y="71648"/>
                  </a:lnTo>
                  <a:lnTo>
                    <a:pt x="401957" y="69255"/>
                  </a:lnTo>
                  <a:lnTo>
                    <a:pt x="402991" y="62318"/>
                  </a:lnTo>
                  <a:lnTo>
                    <a:pt x="400598" y="59086"/>
                  </a:lnTo>
                  <a:lnTo>
                    <a:pt x="355978" y="52434"/>
                  </a:lnTo>
                  <a:close/>
                </a:path>
                <a:path w="842645" h="137794">
                  <a:moveTo>
                    <a:pt x="443906" y="65543"/>
                  </a:moveTo>
                  <a:lnTo>
                    <a:pt x="440674" y="67936"/>
                  </a:lnTo>
                  <a:lnTo>
                    <a:pt x="439640" y="74874"/>
                  </a:lnTo>
                  <a:lnTo>
                    <a:pt x="442033" y="78104"/>
                  </a:lnTo>
                  <a:lnTo>
                    <a:pt x="486653" y="84757"/>
                  </a:lnTo>
                  <a:lnTo>
                    <a:pt x="489885" y="82364"/>
                  </a:lnTo>
                  <a:lnTo>
                    <a:pt x="490919" y="75427"/>
                  </a:lnTo>
                  <a:lnTo>
                    <a:pt x="488527" y="72195"/>
                  </a:lnTo>
                  <a:lnTo>
                    <a:pt x="443906" y="65543"/>
                  </a:lnTo>
                  <a:close/>
                </a:path>
                <a:path w="842645" h="137794">
                  <a:moveTo>
                    <a:pt x="531834" y="78652"/>
                  </a:moveTo>
                  <a:lnTo>
                    <a:pt x="528603" y="81045"/>
                  </a:lnTo>
                  <a:lnTo>
                    <a:pt x="527569" y="87983"/>
                  </a:lnTo>
                  <a:lnTo>
                    <a:pt x="529962" y="91213"/>
                  </a:lnTo>
                  <a:lnTo>
                    <a:pt x="574582" y="97866"/>
                  </a:lnTo>
                  <a:lnTo>
                    <a:pt x="577813" y="95473"/>
                  </a:lnTo>
                  <a:lnTo>
                    <a:pt x="578848" y="88536"/>
                  </a:lnTo>
                  <a:lnTo>
                    <a:pt x="576455" y="85304"/>
                  </a:lnTo>
                  <a:lnTo>
                    <a:pt x="531834" y="78652"/>
                  </a:lnTo>
                  <a:close/>
                </a:path>
                <a:path w="842645" h="137794">
                  <a:moveTo>
                    <a:pt x="619762" y="91761"/>
                  </a:moveTo>
                  <a:lnTo>
                    <a:pt x="616531" y="94153"/>
                  </a:lnTo>
                  <a:lnTo>
                    <a:pt x="615497" y="101091"/>
                  </a:lnTo>
                  <a:lnTo>
                    <a:pt x="617890" y="104322"/>
                  </a:lnTo>
                  <a:lnTo>
                    <a:pt x="662510" y="110975"/>
                  </a:lnTo>
                  <a:lnTo>
                    <a:pt x="665741" y="108582"/>
                  </a:lnTo>
                  <a:lnTo>
                    <a:pt x="666776" y="101645"/>
                  </a:lnTo>
                  <a:lnTo>
                    <a:pt x="664383" y="98413"/>
                  </a:lnTo>
                  <a:lnTo>
                    <a:pt x="619762" y="91761"/>
                  </a:lnTo>
                  <a:close/>
                </a:path>
                <a:path w="842645" h="137794">
                  <a:moveTo>
                    <a:pt x="707690" y="104870"/>
                  </a:moveTo>
                  <a:lnTo>
                    <a:pt x="704460" y="107262"/>
                  </a:lnTo>
                  <a:lnTo>
                    <a:pt x="703425" y="114200"/>
                  </a:lnTo>
                  <a:lnTo>
                    <a:pt x="705817" y="117431"/>
                  </a:lnTo>
                  <a:lnTo>
                    <a:pt x="750439" y="124084"/>
                  </a:lnTo>
                  <a:lnTo>
                    <a:pt x="753670" y="121691"/>
                  </a:lnTo>
                  <a:lnTo>
                    <a:pt x="754703" y="114753"/>
                  </a:lnTo>
                  <a:lnTo>
                    <a:pt x="752311" y="111522"/>
                  </a:lnTo>
                  <a:lnTo>
                    <a:pt x="707690" y="104870"/>
                  </a:lnTo>
                  <a:close/>
                </a:path>
                <a:path w="842645" h="137794">
                  <a:moveTo>
                    <a:pt x="795619" y="117979"/>
                  </a:moveTo>
                  <a:lnTo>
                    <a:pt x="792387" y="120371"/>
                  </a:lnTo>
                  <a:lnTo>
                    <a:pt x="791353" y="127309"/>
                  </a:lnTo>
                  <a:lnTo>
                    <a:pt x="793746" y="130540"/>
                  </a:lnTo>
                  <a:lnTo>
                    <a:pt x="838367" y="137193"/>
                  </a:lnTo>
                  <a:lnTo>
                    <a:pt x="841598" y="134800"/>
                  </a:lnTo>
                  <a:lnTo>
                    <a:pt x="842632" y="127862"/>
                  </a:lnTo>
                  <a:lnTo>
                    <a:pt x="840239" y="124631"/>
                  </a:lnTo>
                  <a:lnTo>
                    <a:pt x="795619" y="117979"/>
                  </a:lnTo>
                  <a:close/>
                </a:path>
              </a:pathLst>
            </a:custGeom>
            <a:solidFill>
              <a:srgbClr val="0070C0">
                <a:alpha val="50199"/>
              </a:srgbClr>
            </a:solidFill>
          </p:spPr>
          <p:txBody>
            <a:bodyPr wrap="square" lIns="0" tIns="0" rIns="0" bIns="0" rtlCol="0"/>
            <a:lstStyle/>
            <a:p>
              <a:endParaRPr/>
            </a:p>
          </p:txBody>
        </p:sp>
        <p:sp>
          <p:nvSpPr>
            <p:cNvPr id="27" name="object 27"/>
            <p:cNvSpPr/>
            <p:nvPr/>
          </p:nvSpPr>
          <p:spPr>
            <a:xfrm>
              <a:off x="9501377" y="1840960"/>
              <a:ext cx="647065" cy="204470"/>
            </a:xfrm>
            <a:custGeom>
              <a:avLst/>
              <a:gdLst/>
              <a:ahLst/>
              <a:cxnLst/>
              <a:rect l="l" t="t" r="r" b="b"/>
              <a:pathLst>
                <a:path w="647065" h="204469">
                  <a:moveTo>
                    <a:pt x="45109" y="179133"/>
                  </a:moveTo>
                  <a:lnTo>
                    <a:pt x="1903" y="192120"/>
                  </a:lnTo>
                  <a:lnTo>
                    <a:pt x="0" y="195661"/>
                  </a:lnTo>
                  <a:lnTo>
                    <a:pt x="2019" y="202378"/>
                  </a:lnTo>
                  <a:lnTo>
                    <a:pt x="5560" y="204282"/>
                  </a:lnTo>
                  <a:lnTo>
                    <a:pt x="48764" y="191296"/>
                  </a:lnTo>
                  <a:lnTo>
                    <a:pt x="50669" y="187755"/>
                  </a:lnTo>
                  <a:lnTo>
                    <a:pt x="48649" y="181038"/>
                  </a:lnTo>
                  <a:lnTo>
                    <a:pt x="45109" y="179133"/>
                  </a:lnTo>
                  <a:close/>
                </a:path>
                <a:path w="647065" h="204469">
                  <a:moveTo>
                    <a:pt x="130246" y="153543"/>
                  </a:moveTo>
                  <a:lnTo>
                    <a:pt x="87041" y="166530"/>
                  </a:lnTo>
                  <a:lnTo>
                    <a:pt x="85136" y="170070"/>
                  </a:lnTo>
                  <a:lnTo>
                    <a:pt x="87156" y="176787"/>
                  </a:lnTo>
                  <a:lnTo>
                    <a:pt x="90697" y="178691"/>
                  </a:lnTo>
                  <a:lnTo>
                    <a:pt x="133901" y="165705"/>
                  </a:lnTo>
                  <a:lnTo>
                    <a:pt x="135806" y="162165"/>
                  </a:lnTo>
                  <a:lnTo>
                    <a:pt x="133786" y="155448"/>
                  </a:lnTo>
                  <a:lnTo>
                    <a:pt x="130246" y="153543"/>
                  </a:lnTo>
                  <a:close/>
                </a:path>
                <a:path w="647065" h="204469">
                  <a:moveTo>
                    <a:pt x="215383" y="127952"/>
                  </a:moveTo>
                  <a:lnTo>
                    <a:pt x="172178" y="140939"/>
                  </a:lnTo>
                  <a:lnTo>
                    <a:pt x="170273" y="144480"/>
                  </a:lnTo>
                  <a:lnTo>
                    <a:pt x="172293" y="151197"/>
                  </a:lnTo>
                  <a:lnTo>
                    <a:pt x="175834" y="153101"/>
                  </a:lnTo>
                  <a:lnTo>
                    <a:pt x="219038" y="140115"/>
                  </a:lnTo>
                  <a:lnTo>
                    <a:pt x="220943" y="136574"/>
                  </a:lnTo>
                  <a:lnTo>
                    <a:pt x="218923" y="129856"/>
                  </a:lnTo>
                  <a:lnTo>
                    <a:pt x="215383" y="127952"/>
                  </a:lnTo>
                  <a:close/>
                </a:path>
                <a:path w="647065" h="204469">
                  <a:moveTo>
                    <a:pt x="300520" y="102362"/>
                  </a:moveTo>
                  <a:lnTo>
                    <a:pt x="257315" y="115349"/>
                  </a:lnTo>
                  <a:lnTo>
                    <a:pt x="255410" y="118889"/>
                  </a:lnTo>
                  <a:lnTo>
                    <a:pt x="257430" y="125606"/>
                  </a:lnTo>
                  <a:lnTo>
                    <a:pt x="260971" y="127510"/>
                  </a:lnTo>
                  <a:lnTo>
                    <a:pt x="304176" y="114524"/>
                  </a:lnTo>
                  <a:lnTo>
                    <a:pt x="306080" y="110984"/>
                  </a:lnTo>
                  <a:lnTo>
                    <a:pt x="304060" y="104265"/>
                  </a:lnTo>
                  <a:lnTo>
                    <a:pt x="300520" y="102362"/>
                  </a:lnTo>
                  <a:close/>
                </a:path>
                <a:path w="647065" h="204469">
                  <a:moveTo>
                    <a:pt x="385657" y="76771"/>
                  </a:moveTo>
                  <a:lnTo>
                    <a:pt x="342452" y="89758"/>
                  </a:lnTo>
                  <a:lnTo>
                    <a:pt x="340547" y="93299"/>
                  </a:lnTo>
                  <a:lnTo>
                    <a:pt x="342567" y="100016"/>
                  </a:lnTo>
                  <a:lnTo>
                    <a:pt x="346108" y="101920"/>
                  </a:lnTo>
                  <a:lnTo>
                    <a:pt x="389313" y="88934"/>
                  </a:lnTo>
                  <a:lnTo>
                    <a:pt x="391217" y="85392"/>
                  </a:lnTo>
                  <a:lnTo>
                    <a:pt x="389197" y="78675"/>
                  </a:lnTo>
                  <a:lnTo>
                    <a:pt x="385657" y="76771"/>
                  </a:lnTo>
                  <a:close/>
                </a:path>
                <a:path w="647065" h="204469">
                  <a:moveTo>
                    <a:pt x="470794" y="51181"/>
                  </a:moveTo>
                  <a:lnTo>
                    <a:pt x="427589" y="64166"/>
                  </a:lnTo>
                  <a:lnTo>
                    <a:pt x="425686" y="67708"/>
                  </a:lnTo>
                  <a:lnTo>
                    <a:pt x="427704" y="74425"/>
                  </a:lnTo>
                  <a:lnTo>
                    <a:pt x="431246" y="76329"/>
                  </a:lnTo>
                  <a:lnTo>
                    <a:pt x="474450" y="63343"/>
                  </a:lnTo>
                  <a:lnTo>
                    <a:pt x="476354" y="59801"/>
                  </a:lnTo>
                  <a:lnTo>
                    <a:pt x="474334" y="53084"/>
                  </a:lnTo>
                  <a:lnTo>
                    <a:pt x="470794" y="51181"/>
                  </a:lnTo>
                  <a:close/>
                </a:path>
                <a:path w="647065" h="204469">
                  <a:moveTo>
                    <a:pt x="555931" y="25590"/>
                  </a:moveTo>
                  <a:lnTo>
                    <a:pt x="512726" y="38576"/>
                  </a:lnTo>
                  <a:lnTo>
                    <a:pt x="510823" y="42118"/>
                  </a:lnTo>
                  <a:lnTo>
                    <a:pt x="512841" y="48835"/>
                  </a:lnTo>
                  <a:lnTo>
                    <a:pt x="516383" y="50739"/>
                  </a:lnTo>
                  <a:lnTo>
                    <a:pt x="559587" y="37753"/>
                  </a:lnTo>
                  <a:lnTo>
                    <a:pt x="561491" y="34211"/>
                  </a:lnTo>
                  <a:lnTo>
                    <a:pt x="559473" y="27494"/>
                  </a:lnTo>
                  <a:lnTo>
                    <a:pt x="555931" y="25590"/>
                  </a:lnTo>
                  <a:close/>
                </a:path>
                <a:path w="647065" h="204469">
                  <a:moveTo>
                    <a:pt x="641069" y="0"/>
                  </a:moveTo>
                  <a:lnTo>
                    <a:pt x="597863" y="12985"/>
                  </a:lnTo>
                  <a:lnTo>
                    <a:pt x="595960" y="16527"/>
                  </a:lnTo>
                  <a:lnTo>
                    <a:pt x="597979" y="23244"/>
                  </a:lnTo>
                  <a:lnTo>
                    <a:pt x="601520" y="25148"/>
                  </a:lnTo>
                  <a:lnTo>
                    <a:pt x="644724" y="12162"/>
                  </a:lnTo>
                  <a:lnTo>
                    <a:pt x="646629" y="8620"/>
                  </a:lnTo>
                  <a:lnTo>
                    <a:pt x="644610" y="1903"/>
                  </a:lnTo>
                  <a:lnTo>
                    <a:pt x="641069" y="0"/>
                  </a:lnTo>
                  <a:close/>
                </a:path>
              </a:pathLst>
            </a:custGeom>
            <a:solidFill>
              <a:srgbClr val="00B050">
                <a:alpha val="50199"/>
              </a:srgbClr>
            </a:solidFill>
          </p:spPr>
          <p:txBody>
            <a:bodyPr wrap="square" lIns="0" tIns="0" rIns="0" bIns="0" rtlCol="0"/>
            <a:lstStyle/>
            <a:p>
              <a:endParaRPr/>
            </a:p>
          </p:txBody>
        </p:sp>
        <p:pic>
          <p:nvPicPr>
            <p:cNvPr id="28" name="object 28"/>
            <p:cNvPicPr/>
            <p:nvPr/>
          </p:nvPicPr>
          <p:blipFill>
            <a:blip r:embed="rId3" cstate="print"/>
            <a:stretch>
              <a:fillRect/>
            </a:stretch>
          </p:blipFill>
          <p:spPr>
            <a:xfrm>
              <a:off x="9561575" y="1853183"/>
              <a:ext cx="252983" cy="252984"/>
            </a:xfrm>
            <a:prstGeom prst="rect">
              <a:avLst/>
            </a:prstGeom>
          </p:spPr>
        </p:pic>
        <p:sp>
          <p:nvSpPr>
            <p:cNvPr id="29" name="object 29"/>
            <p:cNvSpPr/>
            <p:nvPr/>
          </p:nvSpPr>
          <p:spPr>
            <a:xfrm>
              <a:off x="8303339" y="2043670"/>
              <a:ext cx="1193165" cy="356870"/>
            </a:xfrm>
            <a:custGeom>
              <a:avLst/>
              <a:gdLst/>
              <a:ahLst/>
              <a:cxnLst/>
              <a:rect l="l" t="t" r="r" b="b"/>
              <a:pathLst>
                <a:path w="1193165" h="356869">
                  <a:moveTo>
                    <a:pt x="0" y="356720"/>
                  </a:moveTo>
                  <a:lnTo>
                    <a:pt x="1193025" y="0"/>
                  </a:lnTo>
                </a:path>
              </a:pathLst>
            </a:custGeom>
            <a:ln w="25400">
              <a:solidFill>
                <a:srgbClr val="00B050"/>
              </a:solidFill>
            </a:ln>
          </p:spPr>
          <p:txBody>
            <a:bodyPr wrap="square" lIns="0" tIns="0" rIns="0" bIns="0" rtlCol="0"/>
            <a:lstStyle/>
            <a:p>
              <a:endParaRPr/>
            </a:p>
          </p:txBody>
        </p:sp>
        <p:sp>
          <p:nvSpPr>
            <p:cNvPr id="30" name="object 30"/>
            <p:cNvSpPr/>
            <p:nvPr/>
          </p:nvSpPr>
          <p:spPr>
            <a:xfrm>
              <a:off x="9683754" y="850431"/>
              <a:ext cx="0" cy="737870"/>
            </a:xfrm>
            <a:custGeom>
              <a:avLst/>
              <a:gdLst/>
              <a:ahLst/>
              <a:cxnLst/>
              <a:rect l="l" t="t" r="r" b="b"/>
              <a:pathLst>
                <a:path h="737869">
                  <a:moveTo>
                    <a:pt x="0" y="0"/>
                  </a:moveTo>
                  <a:lnTo>
                    <a:pt x="1" y="737849"/>
                  </a:lnTo>
                </a:path>
              </a:pathLst>
            </a:custGeom>
            <a:ln w="25400">
              <a:solidFill>
                <a:srgbClr val="FF0000"/>
              </a:solidFill>
            </a:ln>
          </p:spPr>
          <p:txBody>
            <a:bodyPr wrap="square" lIns="0" tIns="0" rIns="0" bIns="0" rtlCol="0"/>
            <a:lstStyle/>
            <a:p>
              <a:endParaRPr/>
            </a:p>
          </p:txBody>
        </p:sp>
        <p:sp>
          <p:nvSpPr>
            <p:cNvPr id="31" name="object 31"/>
            <p:cNvSpPr/>
            <p:nvPr/>
          </p:nvSpPr>
          <p:spPr>
            <a:xfrm>
              <a:off x="9683754" y="2793088"/>
              <a:ext cx="0" cy="883285"/>
            </a:xfrm>
            <a:custGeom>
              <a:avLst/>
              <a:gdLst/>
              <a:ahLst/>
              <a:cxnLst/>
              <a:rect l="l" t="t" r="r" b="b"/>
              <a:pathLst>
                <a:path h="883285">
                  <a:moveTo>
                    <a:pt x="0" y="0"/>
                  </a:moveTo>
                  <a:lnTo>
                    <a:pt x="1" y="882755"/>
                  </a:lnTo>
                </a:path>
              </a:pathLst>
            </a:custGeom>
            <a:ln w="25400">
              <a:solidFill>
                <a:srgbClr val="FF0000"/>
              </a:solidFill>
            </a:ln>
          </p:spPr>
          <p:txBody>
            <a:bodyPr wrap="square" lIns="0" tIns="0" rIns="0" bIns="0" rtlCol="0"/>
            <a:lstStyle/>
            <a:p>
              <a:endParaRPr/>
            </a:p>
          </p:txBody>
        </p:sp>
      </p:grpSp>
      <p:sp>
        <p:nvSpPr>
          <p:cNvPr id="32" name="object 32"/>
          <p:cNvSpPr txBox="1"/>
          <p:nvPr/>
        </p:nvSpPr>
        <p:spPr>
          <a:xfrm>
            <a:off x="9380987" y="388619"/>
            <a:ext cx="606425" cy="443230"/>
          </a:xfrm>
          <a:prstGeom prst="rect">
            <a:avLst/>
          </a:prstGeom>
        </p:spPr>
        <p:txBody>
          <a:bodyPr vert="horz" wrap="square" lIns="0" tIns="26670" rIns="0" bIns="0" rtlCol="0">
            <a:spAutoFit/>
          </a:bodyPr>
          <a:lstStyle/>
          <a:p>
            <a:pPr marL="138430" marR="5080" indent="-126364">
              <a:lnSpc>
                <a:spcPts val="1610"/>
              </a:lnSpc>
              <a:spcBef>
                <a:spcPts val="210"/>
              </a:spcBef>
            </a:pPr>
            <a:r>
              <a:rPr sz="1400" b="1" spc="-20" dirty="0">
                <a:latin typeface="Corbel"/>
                <a:cs typeface="Corbel"/>
              </a:rPr>
              <a:t>Vertical Axis</a:t>
            </a:r>
            <a:endParaRPr sz="1400">
              <a:latin typeface="Corbel"/>
              <a:cs typeface="Corbel"/>
            </a:endParaRPr>
          </a:p>
        </p:txBody>
      </p:sp>
      <p:sp>
        <p:nvSpPr>
          <p:cNvPr id="33" name="object 33"/>
          <p:cNvSpPr txBox="1"/>
          <p:nvPr/>
        </p:nvSpPr>
        <p:spPr>
          <a:xfrm>
            <a:off x="7866566" y="2485644"/>
            <a:ext cx="1002665" cy="455295"/>
          </a:xfrm>
          <a:prstGeom prst="rect">
            <a:avLst/>
          </a:prstGeom>
        </p:spPr>
        <p:txBody>
          <a:bodyPr vert="horz" wrap="square" lIns="0" tIns="9525" rIns="0" bIns="0" rtlCol="0">
            <a:spAutoFit/>
          </a:bodyPr>
          <a:lstStyle/>
          <a:p>
            <a:pPr marL="336550" marR="5080" indent="-323850">
              <a:lnSpc>
                <a:spcPct val="101400"/>
              </a:lnSpc>
              <a:spcBef>
                <a:spcPts val="75"/>
              </a:spcBef>
            </a:pPr>
            <a:r>
              <a:rPr sz="1400" b="1" spc="-10" dirty="0">
                <a:latin typeface="Corbel"/>
                <a:cs typeface="Corbel"/>
              </a:rPr>
              <a:t>Longitudinal </a:t>
            </a:r>
            <a:r>
              <a:rPr sz="1400" b="1" spc="-20" dirty="0">
                <a:latin typeface="Corbel"/>
                <a:cs typeface="Corbel"/>
              </a:rPr>
              <a:t>Axis</a:t>
            </a:r>
            <a:endParaRPr sz="1400">
              <a:latin typeface="Corbel"/>
              <a:cs typeface="Corbel"/>
            </a:endParaRPr>
          </a:p>
        </p:txBody>
      </p:sp>
      <p:sp>
        <p:nvSpPr>
          <p:cNvPr id="34" name="object 34"/>
          <p:cNvSpPr txBox="1"/>
          <p:nvPr/>
        </p:nvSpPr>
        <p:spPr>
          <a:xfrm>
            <a:off x="11157136" y="2321052"/>
            <a:ext cx="568960" cy="443230"/>
          </a:xfrm>
          <a:prstGeom prst="rect">
            <a:avLst/>
          </a:prstGeom>
        </p:spPr>
        <p:txBody>
          <a:bodyPr vert="horz" wrap="square" lIns="0" tIns="26670" rIns="0" bIns="0" rtlCol="0">
            <a:spAutoFit/>
          </a:bodyPr>
          <a:lstStyle/>
          <a:p>
            <a:pPr marL="119380" marR="5080" indent="-107314">
              <a:lnSpc>
                <a:spcPts val="1610"/>
              </a:lnSpc>
              <a:spcBef>
                <a:spcPts val="210"/>
              </a:spcBef>
            </a:pPr>
            <a:r>
              <a:rPr sz="1400" b="1" spc="-10" dirty="0">
                <a:latin typeface="Corbel"/>
                <a:cs typeface="Corbel"/>
              </a:rPr>
              <a:t>Lateral </a:t>
            </a:r>
            <a:r>
              <a:rPr sz="1400" b="1" spc="-20" dirty="0">
                <a:latin typeface="Corbel"/>
                <a:cs typeface="Corbel"/>
              </a:rPr>
              <a:t>Axis</a:t>
            </a:r>
            <a:endParaRPr sz="1400">
              <a:latin typeface="Corbel"/>
              <a:cs typeface="Corbel"/>
            </a:endParaRPr>
          </a:p>
        </p:txBody>
      </p:sp>
      <p:sp>
        <p:nvSpPr>
          <p:cNvPr id="35" name="object 35"/>
          <p:cNvSpPr txBox="1"/>
          <p:nvPr/>
        </p:nvSpPr>
        <p:spPr>
          <a:xfrm>
            <a:off x="9708790" y="1687067"/>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grpSp>
        <p:nvGrpSpPr>
          <p:cNvPr id="36" name="object 36"/>
          <p:cNvGrpSpPr/>
          <p:nvPr/>
        </p:nvGrpSpPr>
        <p:grpSpPr>
          <a:xfrm>
            <a:off x="7985018" y="907220"/>
            <a:ext cx="3463290" cy="1359535"/>
            <a:chOff x="7985018" y="907220"/>
            <a:chExt cx="3463290" cy="1359535"/>
          </a:xfrm>
        </p:grpSpPr>
        <p:sp>
          <p:nvSpPr>
            <p:cNvPr id="37" name="object 37"/>
            <p:cNvSpPr/>
            <p:nvPr/>
          </p:nvSpPr>
          <p:spPr>
            <a:xfrm>
              <a:off x="10075003" y="2038151"/>
              <a:ext cx="1360805" cy="215900"/>
            </a:xfrm>
            <a:custGeom>
              <a:avLst/>
              <a:gdLst/>
              <a:ahLst/>
              <a:cxnLst/>
              <a:rect l="l" t="t" r="r" b="b"/>
              <a:pathLst>
                <a:path w="1360804" h="215900">
                  <a:moveTo>
                    <a:pt x="0" y="0"/>
                  </a:moveTo>
                  <a:lnTo>
                    <a:pt x="1360224" y="215764"/>
                  </a:lnTo>
                </a:path>
              </a:pathLst>
            </a:custGeom>
            <a:ln w="25400">
              <a:solidFill>
                <a:srgbClr val="0070C0"/>
              </a:solidFill>
            </a:ln>
          </p:spPr>
          <p:txBody>
            <a:bodyPr wrap="square" lIns="0" tIns="0" rIns="0" bIns="0" rtlCol="0"/>
            <a:lstStyle/>
            <a:p>
              <a:endParaRPr/>
            </a:p>
          </p:txBody>
        </p:sp>
        <p:sp>
          <p:nvSpPr>
            <p:cNvPr id="38" name="object 38"/>
            <p:cNvSpPr/>
            <p:nvPr/>
          </p:nvSpPr>
          <p:spPr>
            <a:xfrm>
              <a:off x="7997718" y="1707738"/>
              <a:ext cx="1086485" cy="173355"/>
            </a:xfrm>
            <a:custGeom>
              <a:avLst/>
              <a:gdLst/>
              <a:ahLst/>
              <a:cxnLst/>
              <a:rect l="l" t="t" r="r" b="b"/>
              <a:pathLst>
                <a:path w="1086484" h="173355">
                  <a:moveTo>
                    <a:pt x="0" y="0"/>
                  </a:moveTo>
                  <a:lnTo>
                    <a:pt x="1086066" y="172932"/>
                  </a:lnTo>
                </a:path>
              </a:pathLst>
            </a:custGeom>
            <a:ln w="25400">
              <a:solidFill>
                <a:srgbClr val="0070C0"/>
              </a:solidFill>
            </a:ln>
          </p:spPr>
          <p:txBody>
            <a:bodyPr wrap="square" lIns="0" tIns="0" rIns="0" bIns="0" rtlCol="0"/>
            <a:lstStyle/>
            <a:p>
              <a:endParaRPr/>
            </a:p>
          </p:txBody>
        </p:sp>
        <p:sp>
          <p:nvSpPr>
            <p:cNvPr id="39" name="object 39"/>
            <p:cNvSpPr/>
            <p:nvPr/>
          </p:nvSpPr>
          <p:spPr>
            <a:xfrm>
              <a:off x="10256994" y="1491543"/>
              <a:ext cx="1070610" cy="321945"/>
            </a:xfrm>
            <a:custGeom>
              <a:avLst/>
              <a:gdLst/>
              <a:ahLst/>
              <a:cxnLst/>
              <a:rect l="l" t="t" r="r" b="b"/>
              <a:pathLst>
                <a:path w="1070609" h="321944">
                  <a:moveTo>
                    <a:pt x="1069984" y="0"/>
                  </a:moveTo>
                  <a:lnTo>
                    <a:pt x="0" y="321616"/>
                  </a:lnTo>
                </a:path>
              </a:pathLst>
            </a:custGeom>
            <a:ln w="25400">
              <a:solidFill>
                <a:srgbClr val="00B050"/>
              </a:solidFill>
            </a:ln>
          </p:spPr>
          <p:txBody>
            <a:bodyPr wrap="square" lIns="0" tIns="0" rIns="0" bIns="0" rtlCol="0"/>
            <a:lstStyle/>
            <a:p>
              <a:endParaRPr/>
            </a:p>
          </p:txBody>
        </p:sp>
        <p:sp>
          <p:nvSpPr>
            <p:cNvPr id="40" name="object 40"/>
            <p:cNvSpPr/>
            <p:nvPr/>
          </p:nvSpPr>
          <p:spPr>
            <a:xfrm>
              <a:off x="8731125" y="907220"/>
              <a:ext cx="863600" cy="727075"/>
            </a:xfrm>
            <a:custGeom>
              <a:avLst/>
              <a:gdLst/>
              <a:ahLst/>
              <a:cxnLst/>
              <a:rect l="l" t="t" r="r" b="b"/>
              <a:pathLst>
                <a:path w="863600" h="727075">
                  <a:moveTo>
                    <a:pt x="807899" y="673957"/>
                  </a:moveTo>
                  <a:lnTo>
                    <a:pt x="784225" y="695115"/>
                  </a:lnTo>
                  <a:lnTo>
                    <a:pt x="863411" y="726541"/>
                  </a:lnTo>
                  <a:lnTo>
                    <a:pt x="852452" y="686267"/>
                  </a:lnTo>
                  <a:lnTo>
                    <a:pt x="822713" y="686267"/>
                  </a:lnTo>
                  <a:lnTo>
                    <a:pt x="818698" y="686041"/>
                  </a:lnTo>
                  <a:lnTo>
                    <a:pt x="807899" y="673957"/>
                  </a:lnTo>
                  <a:close/>
                </a:path>
                <a:path w="863600" h="727075">
                  <a:moveTo>
                    <a:pt x="817368" y="665494"/>
                  </a:moveTo>
                  <a:lnTo>
                    <a:pt x="807899" y="673957"/>
                  </a:lnTo>
                  <a:lnTo>
                    <a:pt x="818698" y="686041"/>
                  </a:lnTo>
                  <a:lnTo>
                    <a:pt x="822713" y="686267"/>
                  </a:lnTo>
                  <a:lnTo>
                    <a:pt x="827943" y="681592"/>
                  </a:lnTo>
                  <a:lnTo>
                    <a:pt x="828167" y="677578"/>
                  </a:lnTo>
                  <a:lnTo>
                    <a:pt x="817368" y="665494"/>
                  </a:lnTo>
                  <a:close/>
                </a:path>
                <a:path w="863600" h="727075">
                  <a:moveTo>
                    <a:pt x="841041" y="644337"/>
                  </a:moveTo>
                  <a:lnTo>
                    <a:pt x="817368" y="665494"/>
                  </a:lnTo>
                  <a:lnTo>
                    <a:pt x="828167" y="677578"/>
                  </a:lnTo>
                  <a:lnTo>
                    <a:pt x="827943" y="681592"/>
                  </a:lnTo>
                  <a:lnTo>
                    <a:pt x="822713" y="686267"/>
                  </a:lnTo>
                  <a:lnTo>
                    <a:pt x="852452" y="686267"/>
                  </a:lnTo>
                  <a:lnTo>
                    <a:pt x="841041" y="644337"/>
                  </a:lnTo>
                  <a:close/>
                </a:path>
                <a:path w="863600" h="727075">
                  <a:moveTo>
                    <a:pt x="243640" y="42614"/>
                  </a:moveTo>
                  <a:lnTo>
                    <a:pt x="807899" y="673957"/>
                  </a:lnTo>
                  <a:lnTo>
                    <a:pt x="817368" y="665494"/>
                  </a:lnTo>
                  <a:lnTo>
                    <a:pt x="262567" y="44733"/>
                  </a:lnTo>
                  <a:lnTo>
                    <a:pt x="248365" y="44733"/>
                  </a:lnTo>
                  <a:lnTo>
                    <a:pt x="243640" y="42614"/>
                  </a:lnTo>
                  <a:close/>
                </a:path>
                <a:path w="863600" h="727075">
                  <a:moveTo>
                    <a:pt x="38130" y="0"/>
                  </a:moveTo>
                  <a:lnTo>
                    <a:pt x="23095" y="3014"/>
                  </a:lnTo>
                  <a:lnTo>
                    <a:pt x="23236" y="3014"/>
                  </a:lnTo>
                  <a:lnTo>
                    <a:pt x="11125" y="11196"/>
                  </a:lnTo>
                  <a:lnTo>
                    <a:pt x="2974" y="23317"/>
                  </a:lnTo>
                  <a:lnTo>
                    <a:pt x="683" y="34584"/>
                  </a:lnTo>
                  <a:lnTo>
                    <a:pt x="0" y="38152"/>
                  </a:lnTo>
                  <a:lnTo>
                    <a:pt x="1272" y="44499"/>
                  </a:lnTo>
                  <a:lnTo>
                    <a:pt x="3017" y="52977"/>
                  </a:lnTo>
                  <a:lnTo>
                    <a:pt x="11209" y="65077"/>
                  </a:lnTo>
                  <a:lnTo>
                    <a:pt x="23260" y="73225"/>
                  </a:lnTo>
                  <a:lnTo>
                    <a:pt x="23397" y="73225"/>
                  </a:lnTo>
                  <a:lnTo>
                    <a:pt x="38028" y="76200"/>
                  </a:lnTo>
                  <a:lnTo>
                    <a:pt x="73165" y="52977"/>
                  </a:lnTo>
                  <a:lnTo>
                    <a:pt x="74888" y="44499"/>
                  </a:lnTo>
                  <a:lnTo>
                    <a:pt x="34617" y="44499"/>
                  </a:lnTo>
                  <a:lnTo>
                    <a:pt x="31724" y="41598"/>
                  </a:lnTo>
                  <a:lnTo>
                    <a:pt x="31734" y="34584"/>
                  </a:lnTo>
                  <a:lnTo>
                    <a:pt x="34526" y="31799"/>
                  </a:lnTo>
                  <a:lnTo>
                    <a:pt x="74905" y="31799"/>
                  </a:lnTo>
                  <a:lnTo>
                    <a:pt x="73205" y="23317"/>
                  </a:lnTo>
                  <a:lnTo>
                    <a:pt x="65056" y="11196"/>
                  </a:lnTo>
                  <a:lnTo>
                    <a:pt x="52956" y="3014"/>
                  </a:lnTo>
                  <a:lnTo>
                    <a:pt x="38130" y="0"/>
                  </a:lnTo>
                  <a:close/>
                </a:path>
                <a:path w="863600" h="727075">
                  <a:moveTo>
                    <a:pt x="74905" y="31799"/>
                  </a:moveTo>
                  <a:lnTo>
                    <a:pt x="76179" y="38152"/>
                  </a:lnTo>
                  <a:lnTo>
                    <a:pt x="74888" y="44499"/>
                  </a:lnTo>
                  <a:lnTo>
                    <a:pt x="248365" y="44733"/>
                  </a:lnTo>
                  <a:lnTo>
                    <a:pt x="245533" y="44733"/>
                  </a:lnTo>
                  <a:lnTo>
                    <a:pt x="243640" y="42614"/>
                  </a:lnTo>
                  <a:lnTo>
                    <a:pt x="260673" y="42614"/>
                  </a:lnTo>
                  <a:lnTo>
                    <a:pt x="251906" y="32805"/>
                  </a:lnTo>
                  <a:lnTo>
                    <a:pt x="250188" y="32035"/>
                  </a:lnTo>
                  <a:lnTo>
                    <a:pt x="74905" y="31799"/>
                  </a:lnTo>
                  <a:close/>
                </a:path>
                <a:path w="863600" h="727075">
                  <a:moveTo>
                    <a:pt x="260673" y="42614"/>
                  </a:moveTo>
                  <a:lnTo>
                    <a:pt x="243640" y="42614"/>
                  </a:lnTo>
                  <a:lnTo>
                    <a:pt x="248365" y="44733"/>
                  </a:lnTo>
                  <a:lnTo>
                    <a:pt x="262567" y="44733"/>
                  </a:lnTo>
                  <a:lnTo>
                    <a:pt x="260673" y="42614"/>
                  </a:lnTo>
                  <a:close/>
                </a:path>
                <a:path w="863600" h="727075">
                  <a:moveTo>
                    <a:pt x="74905" y="31799"/>
                  </a:moveTo>
                  <a:lnTo>
                    <a:pt x="34526" y="31799"/>
                  </a:lnTo>
                  <a:lnTo>
                    <a:pt x="31734" y="34584"/>
                  </a:lnTo>
                  <a:lnTo>
                    <a:pt x="31724" y="41598"/>
                  </a:lnTo>
                  <a:lnTo>
                    <a:pt x="34617" y="44499"/>
                  </a:lnTo>
                  <a:lnTo>
                    <a:pt x="74888" y="44499"/>
                  </a:lnTo>
                  <a:lnTo>
                    <a:pt x="76179" y="38152"/>
                  </a:lnTo>
                  <a:lnTo>
                    <a:pt x="74953" y="32035"/>
                  </a:lnTo>
                  <a:lnTo>
                    <a:pt x="74905" y="31799"/>
                  </a:lnTo>
                  <a:close/>
                </a:path>
              </a:pathLst>
            </a:custGeom>
            <a:solidFill>
              <a:srgbClr val="7F7F7F"/>
            </a:solidFill>
          </p:spPr>
          <p:txBody>
            <a:bodyPr wrap="square" lIns="0" tIns="0" rIns="0" bIns="0" rtlCol="0"/>
            <a:lstStyle/>
            <a:p>
              <a:endParaRPr/>
            </a:p>
          </p:txBody>
        </p:sp>
      </p:grpSp>
      <p:sp>
        <p:nvSpPr>
          <p:cNvPr id="41" name="object 41"/>
          <p:cNvSpPr txBox="1"/>
          <p:nvPr/>
        </p:nvSpPr>
        <p:spPr>
          <a:xfrm>
            <a:off x="7425495" y="875892"/>
            <a:ext cx="1332230" cy="372110"/>
          </a:xfrm>
          <a:prstGeom prst="rect">
            <a:avLst/>
          </a:prstGeom>
          <a:ln w="12700">
            <a:solidFill>
              <a:srgbClr val="7F7F7F"/>
            </a:solidFill>
          </a:ln>
        </p:spPr>
        <p:txBody>
          <a:bodyPr vert="horz" wrap="square" lIns="0" tIns="20955" rIns="0" bIns="0" rtlCol="0">
            <a:spAutoFit/>
          </a:bodyPr>
          <a:lstStyle/>
          <a:p>
            <a:pPr marL="90805" marR="167640">
              <a:lnSpc>
                <a:spcPct val="100000"/>
              </a:lnSpc>
              <a:spcBef>
                <a:spcPts val="165"/>
              </a:spcBef>
            </a:pPr>
            <a:r>
              <a:rPr sz="1000" dirty="0">
                <a:solidFill>
                  <a:srgbClr val="595959"/>
                </a:solidFill>
                <a:latin typeface="Corbel"/>
                <a:cs typeface="Corbel"/>
              </a:rPr>
              <a:t>Rotors</a:t>
            </a:r>
            <a:r>
              <a:rPr sz="1000" spc="-25" dirty="0">
                <a:solidFill>
                  <a:srgbClr val="595959"/>
                </a:solidFill>
                <a:latin typeface="Corbel"/>
                <a:cs typeface="Corbel"/>
              </a:rPr>
              <a:t> </a:t>
            </a:r>
            <a:r>
              <a:rPr sz="1000" dirty="0">
                <a:solidFill>
                  <a:srgbClr val="595959"/>
                </a:solidFill>
                <a:latin typeface="Corbel"/>
                <a:cs typeface="Corbel"/>
              </a:rPr>
              <a:t>for</a:t>
            </a:r>
            <a:r>
              <a:rPr sz="1000" spc="-15" dirty="0">
                <a:solidFill>
                  <a:srgbClr val="595959"/>
                </a:solidFill>
                <a:latin typeface="Corbel"/>
                <a:cs typeface="Corbel"/>
              </a:rPr>
              <a:t> </a:t>
            </a:r>
            <a:r>
              <a:rPr sz="1000" spc="-10" dirty="0">
                <a:solidFill>
                  <a:srgbClr val="595959"/>
                </a:solidFill>
                <a:latin typeface="Corbel"/>
                <a:cs typeface="Corbel"/>
              </a:rPr>
              <a:t>vertical</a:t>
            </a:r>
            <a:r>
              <a:rPr sz="1000" spc="500" dirty="0">
                <a:solidFill>
                  <a:srgbClr val="595959"/>
                </a:solidFill>
                <a:latin typeface="Corbel"/>
                <a:cs typeface="Corbel"/>
              </a:rPr>
              <a:t> </a:t>
            </a:r>
            <a:r>
              <a:rPr sz="1000" dirty="0">
                <a:solidFill>
                  <a:srgbClr val="595959"/>
                </a:solidFill>
                <a:latin typeface="Corbel"/>
                <a:cs typeface="Corbel"/>
              </a:rPr>
              <a:t>and</a:t>
            </a:r>
            <a:r>
              <a:rPr sz="1000" spc="-30" dirty="0">
                <a:solidFill>
                  <a:srgbClr val="595959"/>
                </a:solidFill>
                <a:latin typeface="Corbel"/>
                <a:cs typeface="Corbel"/>
              </a:rPr>
              <a:t> </a:t>
            </a:r>
            <a:r>
              <a:rPr sz="1000" dirty="0">
                <a:solidFill>
                  <a:srgbClr val="595959"/>
                </a:solidFill>
                <a:latin typeface="Corbel"/>
                <a:cs typeface="Corbel"/>
              </a:rPr>
              <a:t>horizontal</a:t>
            </a:r>
            <a:r>
              <a:rPr sz="1000" spc="-25" dirty="0">
                <a:solidFill>
                  <a:srgbClr val="595959"/>
                </a:solidFill>
                <a:latin typeface="Corbel"/>
                <a:cs typeface="Corbel"/>
              </a:rPr>
              <a:t> </a:t>
            </a:r>
            <a:r>
              <a:rPr sz="1000" spc="-10" dirty="0">
                <a:solidFill>
                  <a:srgbClr val="595959"/>
                </a:solidFill>
                <a:latin typeface="Corbel"/>
                <a:cs typeface="Corbel"/>
              </a:rPr>
              <a:t>flight</a:t>
            </a:r>
            <a:endParaRPr sz="1000">
              <a:latin typeface="Corbel"/>
              <a:cs typeface="Corbel"/>
            </a:endParaRPr>
          </a:p>
        </p:txBody>
      </p:sp>
      <p:grpSp>
        <p:nvGrpSpPr>
          <p:cNvPr id="42" name="object 42"/>
          <p:cNvGrpSpPr/>
          <p:nvPr/>
        </p:nvGrpSpPr>
        <p:grpSpPr>
          <a:xfrm>
            <a:off x="4162580" y="4234108"/>
            <a:ext cx="4468495" cy="2184400"/>
            <a:chOff x="4162580" y="4234108"/>
            <a:chExt cx="4468495" cy="2184400"/>
          </a:xfrm>
        </p:grpSpPr>
        <p:pic>
          <p:nvPicPr>
            <p:cNvPr id="43" name="object 43"/>
            <p:cNvPicPr/>
            <p:nvPr/>
          </p:nvPicPr>
          <p:blipFill>
            <a:blip r:embed="rId5" cstate="print"/>
            <a:stretch>
              <a:fillRect/>
            </a:stretch>
          </p:blipFill>
          <p:spPr>
            <a:xfrm>
              <a:off x="4162580" y="4234108"/>
              <a:ext cx="4468089" cy="2184400"/>
            </a:xfrm>
            <a:prstGeom prst="rect">
              <a:avLst/>
            </a:prstGeom>
          </p:spPr>
        </p:pic>
        <p:pic>
          <p:nvPicPr>
            <p:cNvPr id="44" name="object 44"/>
            <p:cNvPicPr/>
            <p:nvPr/>
          </p:nvPicPr>
          <p:blipFill>
            <a:blip r:embed="rId3" cstate="print"/>
            <a:stretch>
              <a:fillRect/>
            </a:stretch>
          </p:blipFill>
          <p:spPr>
            <a:xfrm>
              <a:off x="5788152" y="5053584"/>
              <a:ext cx="256032" cy="252983"/>
            </a:xfrm>
            <a:prstGeom prst="rect">
              <a:avLst/>
            </a:prstGeom>
          </p:spPr>
        </p:pic>
      </p:grpSp>
      <p:sp>
        <p:nvSpPr>
          <p:cNvPr id="45" name="object 45"/>
          <p:cNvSpPr txBox="1"/>
          <p:nvPr/>
        </p:nvSpPr>
        <p:spPr>
          <a:xfrm>
            <a:off x="5581393" y="3546348"/>
            <a:ext cx="606425" cy="443230"/>
          </a:xfrm>
          <a:prstGeom prst="rect">
            <a:avLst/>
          </a:prstGeom>
        </p:spPr>
        <p:txBody>
          <a:bodyPr vert="horz" wrap="square" lIns="0" tIns="26670" rIns="0" bIns="0" rtlCol="0">
            <a:spAutoFit/>
          </a:bodyPr>
          <a:lstStyle/>
          <a:p>
            <a:pPr marL="138430" marR="5080" indent="-126364">
              <a:lnSpc>
                <a:spcPts val="1610"/>
              </a:lnSpc>
              <a:spcBef>
                <a:spcPts val="210"/>
              </a:spcBef>
            </a:pPr>
            <a:r>
              <a:rPr sz="1400" b="1" spc="-20" dirty="0">
                <a:latin typeface="Corbel"/>
                <a:cs typeface="Corbel"/>
              </a:rPr>
              <a:t>Vertical Axis</a:t>
            </a:r>
            <a:endParaRPr sz="1400">
              <a:latin typeface="Corbel"/>
              <a:cs typeface="Corbel"/>
            </a:endParaRPr>
          </a:p>
        </p:txBody>
      </p:sp>
      <p:sp>
        <p:nvSpPr>
          <p:cNvPr id="46" name="object 46"/>
          <p:cNvSpPr txBox="1"/>
          <p:nvPr/>
        </p:nvSpPr>
        <p:spPr>
          <a:xfrm>
            <a:off x="3068575" y="5024628"/>
            <a:ext cx="1002665" cy="455295"/>
          </a:xfrm>
          <a:prstGeom prst="rect">
            <a:avLst/>
          </a:prstGeom>
        </p:spPr>
        <p:txBody>
          <a:bodyPr vert="horz" wrap="square" lIns="0" tIns="9525" rIns="0" bIns="0" rtlCol="0">
            <a:spAutoFit/>
          </a:bodyPr>
          <a:lstStyle/>
          <a:p>
            <a:pPr marL="335915" marR="5080" indent="-323850">
              <a:lnSpc>
                <a:spcPct val="101400"/>
              </a:lnSpc>
              <a:spcBef>
                <a:spcPts val="75"/>
              </a:spcBef>
            </a:pPr>
            <a:r>
              <a:rPr sz="1400" b="1" spc="-10" dirty="0">
                <a:latin typeface="Corbel"/>
                <a:cs typeface="Corbel"/>
              </a:rPr>
              <a:t>Longitudinal </a:t>
            </a:r>
            <a:r>
              <a:rPr sz="1400" b="1" spc="-20" dirty="0">
                <a:latin typeface="Corbel"/>
                <a:cs typeface="Corbel"/>
              </a:rPr>
              <a:t>Axis</a:t>
            </a:r>
            <a:endParaRPr sz="1400">
              <a:latin typeface="Corbel"/>
              <a:cs typeface="Corbel"/>
            </a:endParaRPr>
          </a:p>
        </p:txBody>
      </p:sp>
      <p:sp>
        <p:nvSpPr>
          <p:cNvPr id="47" name="object 47"/>
          <p:cNvSpPr txBox="1"/>
          <p:nvPr/>
        </p:nvSpPr>
        <p:spPr>
          <a:xfrm>
            <a:off x="6773023" y="4018788"/>
            <a:ext cx="568960" cy="440055"/>
          </a:xfrm>
          <a:prstGeom prst="rect">
            <a:avLst/>
          </a:prstGeom>
        </p:spPr>
        <p:txBody>
          <a:bodyPr vert="horz" wrap="square" lIns="0" tIns="29845" rIns="0" bIns="0" rtlCol="0">
            <a:spAutoFit/>
          </a:bodyPr>
          <a:lstStyle/>
          <a:p>
            <a:pPr marL="119380" marR="5080" indent="-107314">
              <a:lnSpc>
                <a:spcPts val="1580"/>
              </a:lnSpc>
              <a:spcBef>
                <a:spcPts val="235"/>
              </a:spcBef>
            </a:pPr>
            <a:r>
              <a:rPr sz="1400" b="1" spc="-10" dirty="0">
                <a:latin typeface="Corbel"/>
                <a:cs typeface="Corbel"/>
              </a:rPr>
              <a:t>Lateral </a:t>
            </a:r>
            <a:r>
              <a:rPr sz="1400" b="1" spc="-20" dirty="0">
                <a:latin typeface="Corbel"/>
                <a:cs typeface="Corbel"/>
              </a:rPr>
              <a:t>Axis</a:t>
            </a:r>
            <a:endParaRPr sz="1400">
              <a:latin typeface="Corbel"/>
              <a:cs typeface="Corbel"/>
            </a:endParaRPr>
          </a:p>
        </p:txBody>
      </p:sp>
      <p:sp>
        <p:nvSpPr>
          <p:cNvPr id="48" name="object 48"/>
          <p:cNvSpPr txBox="1"/>
          <p:nvPr/>
        </p:nvSpPr>
        <p:spPr>
          <a:xfrm>
            <a:off x="5613653" y="4890516"/>
            <a:ext cx="247650" cy="238760"/>
          </a:xfrm>
          <a:prstGeom prst="rect">
            <a:avLst/>
          </a:prstGeom>
        </p:spPr>
        <p:txBody>
          <a:bodyPr vert="horz" wrap="square" lIns="0" tIns="12700" rIns="0" bIns="0" rtlCol="0">
            <a:spAutoFit/>
          </a:bodyPr>
          <a:lstStyle/>
          <a:p>
            <a:pPr marL="12700">
              <a:lnSpc>
                <a:spcPct val="100000"/>
              </a:lnSpc>
              <a:spcBef>
                <a:spcPts val="100"/>
              </a:spcBef>
            </a:pPr>
            <a:r>
              <a:rPr sz="1400" b="1" spc="-25" dirty="0">
                <a:latin typeface="Corbel"/>
                <a:cs typeface="Corbel"/>
              </a:rPr>
              <a:t>CG</a:t>
            </a:r>
            <a:endParaRPr sz="1400">
              <a:latin typeface="Corbel"/>
              <a:cs typeface="Corbel"/>
            </a:endParaRPr>
          </a:p>
        </p:txBody>
      </p:sp>
      <p:sp>
        <p:nvSpPr>
          <p:cNvPr id="49" name="object 49"/>
          <p:cNvSpPr/>
          <p:nvPr/>
        </p:nvSpPr>
        <p:spPr>
          <a:xfrm>
            <a:off x="7791739" y="5947597"/>
            <a:ext cx="471805" cy="452120"/>
          </a:xfrm>
          <a:custGeom>
            <a:avLst/>
            <a:gdLst/>
            <a:ahLst/>
            <a:cxnLst/>
            <a:rect l="l" t="t" r="r" b="b"/>
            <a:pathLst>
              <a:path w="471804" h="452120">
                <a:moveTo>
                  <a:pt x="433670" y="375904"/>
                </a:moveTo>
                <a:lnTo>
                  <a:pt x="418844" y="378918"/>
                </a:lnTo>
                <a:lnTo>
                  <a:pt x="406745" y="387100"/>
                </a:lnTo>
                <a:lnTo>
                  <a:pt x="398597" y="399222"/>
                </a:lnTo>
                <a:lnTo>
                  <a:pt x="395624" y="414056"/>
                </a:lnTo>
                <a:lnTo>
                  <a:pt x="398638" y="428882"/>
                </a:lnTo>
                <a:lnTo>
                  <a:pt x="406820" y="440982"/>
                </a:lnTo>
                <a:lnTo>
                  <a:pt x="418942" y="449130"/>
                </a:lnTo>
                <a:lnTo>
                  <a:pt x="433776" y="452103"/>
                </a:lnTo>
                <a:lnTo>
                  <a:pt x="448400" y="449130"/>
                </a:lnTo>
                <a:lnTo>
                  <a:pt x="448541" y="449130"/>
                </a:lnTo>
                <a:lnTo>
                  <a:pt x="460591" y="440982"/>
                </a:lnTo>
                <a:lnTo>
                  <a:pt x="468784" y="428882"/>
                </a:lnTo>
                <a:lnTo>
                  <a:pt x="470483" y="420640"/>
                </a:lnTo>
                <a:lnTo>
                  <a:pt x="470530" y="420405"/>
                </a:lnTo>
                <a:lnTo>
                  <a:pt x="437183" y="420405"/>
                </a:lnTo>
                <a:lnTo>
                  <a:pt x="440077" y="417502"/>
                </a:lnTo>
                <a:lnTo>
                  <a:pt x="440068" y="410488"/>
                </a:lnTo>
                <a:lnTo>
                  <a:pt x="437277" y="407705"/>
                </a:lnTo>
                <a:lnTo>
                  <a:pt x="470553" y="407705"/>
                </a:lnTo>
                <a:lnTo>
                  <a:pt x="468829" y="399222"/>
                </a:lnTo>
                <a:lnTo>
                  <a:pt x="460677" y="387100"/>
                </a:lnTo>
                <a:lnTo>
                  <a:pt x="448566" y="378918"/>
                </a:lnTo>
                <a:lnTo>
                  <a:pt x="448710" y="378918"/>
                </a:lnTo>
                <a:lnTo>
                  <a:pt x="433670" y="375904"/>
                </a:lnTo>
                <a:close/>
              </a:path>
              <a:path w="471804" h="452120">
                <a:moveTo>
                  <a:pt x="42481" y="63576"/>
                </a:moveTo>
                <a:lnTo>
                  <a:pt x="31371" y="69731"/>
                </a:lnTo>
                <a:lnTo>
                  <a:pt x="225083" y="419386"/>
                </a:lnTo>
                <a:lnTo>
                  <a:pt x="227214" y="420640"/>
                </a:lnTo>
                <a:lnTo>
                  <a:pt x="396914" y="420405"/>
                </a:lnTo>
                <a:lnTo>
                  <a:pt x="395624" y="414056"/>
                </a:lnTo>
                <a:lnTo>
                  <a:pt x="396194" y="411209"/>
                </a:lnTo>
                <a:lnTo>
                  <a:pt x="235071" y="411209"/>
                </a:lnTo>
                <a:lnTo>
                  <a:pt x="229509" y="407936"/>
                </a:lnTo>
                <a:lnTo>
                  <a:pt x="233258" y="407936"/>
                </a:lnTo>
                <a:lnTo>
                  <a:pt x="42481" y="63576"/>
                </a:lnTo>
                <a:close/>
              </a:path>
              <a:path w="471804" h="452120">
                <a:moveTo>
                  <a:pt x="470553" y="407705"/>
                </a:moveTo>
                <a:lnTo>
                  <a:pt x="437277" y="407705"/>
                </a:lnTo>
                <a:lnTo>
                  <a:pt x="440068" y="410488"/>
                </a:lnTo>
                <a:lnTo>
                  <a:pt x="440077" y="417502"/>
                </a:lnTo>
                <a:lnTo>
                  <a:pt x="437183" y="420405"/>
                </a:lnTo>
                <a:lnTo>
                  <a:pt x="470530" y="420405"/>
                </a:lnTo>
                <a:lnTo>
                  <a:pt x="471802" y="414056"/>
                </a:lnTo>
                <a:lnTo>
                  <a:pt x="471266" y="411209"/>
                </a:lnTo>
                <a:lnTo>
                  <a:pt x="470601" y="407936"/>
                </a:lnTo>
                <a:lnTo>
                  <a:pt x="470553" y="407705"/>
                </a:lnTo>
                <a:close/>
              </a:path>
              <a:path w="471804" h="452120">
                <a:moveTo>
                  <a:pt x="396897" y="407705"/>
                </a:moveTo>
                <a:lnTo>
                  <a:pt x="229509" y="407936"/>
                </a:lnTo>
                <a:lnTo>
                  <a:pt x="235071" y="411209"/>
                </a:lnTo>
                <a:lnTo>
                  <a:pt x="233258" y="407936"/>
                </a:lnTo>
                <a:lnTo>
                  <a:pt x="396850" y="407936"/>
                </a:lnTo>
                <a:lnTo>
                  <a:pt x="396897" y="407705"/>
                </a:lnTo>
                <a:close/>
              </a:path>
              <a:path w="471804" h="452120">
                <a:moveTo>
                  <a:pt x="396850" y="407936"/>
                </a:moveTo>
                <a:lnTo>
                  <a:pt x="233258" y="407936"/>
                </a:lnTo>
                <a:lnTo>
                  <a:pt x="235071" y="411209"/>
                </a:lnTo>
                <a:lnTo>
                  <a:pt x="396194" y="411209"/>
                </a:lnTo>
                <a:lnTo>
                  <a:pt x="396850" y="407936"/>
                </a:lnTo>
                <a:close/>
              </a:path>
              <a:path w="471804" h="452120">
                <a:moveTo>
                  <a:pt x="0" y="0"/>
                </a:moveTo>
                <a:lnTo>
                  <a:pt x="3599" y="85118"/>
                </a:lnTo>
                <a:lnTo>
                  <a:pt x="31371" y="69731"/>
                </a:lnTo>
                <a:lnTo>
                  <a:pt x="23517" y="55555"/>
                </a:lnTo>
                <a:lnTo>
                  <a:pt x="24627" y="51690"/>
                </a:lnTo>
                <a:lnTo>
                  <a:pt x="30763" y="48291"/>
                </a:lnTo>
                <a:lnTo>
                  <a:pt x="70400" y="48291"/>
                </a:lnTo>
                <a:lnTo>
                  <a:pt x="0" y="0"/>
                </a:lnTo>
                <a:close/>
              </a:path>
              <a:path w="471804" h="452120">
                <a:moveTo>
                  <a:pt x="30763" y="48291"/>
                </a:moveTo>
                <a:lnTo>
                  <a:pt x="24627" y="51690"/>
                </a:lnTo>
                <a:lnTo>
                  <a:pt x="23517" y="55555"/>
                </a:lnTo>
                <a:lnTo>
                  <a:pt x="31371" y="69731"/>
                </a:lnTo>
                <a:lnTo>
                  <a:pt x="42481" y="63576"/>
                </a:lnTo>
                <a:lnTo>
                  <a:pt x="34627" y="49400"/>
                </a:lnTo>
                <a:lnTo>
                  <a:pt x="30763" y="48291"/>
                </a:lnTo>
                <a:close/>
              </a:path>
              <a:path w="471804" h="452120">
                <a:moveTo>
                  <a:pt x="70072" y="48291"/>
                </a:moveTo>
                <a:lnTo>
                  <a:pt x="30763" y="48291"/>
                </a:lnTo>
                <a:lnTo>
                  <a:pt x="34627" y="49400"/>
                </a:lnTo>
                <a:lnTo>
                  <a:pt x="42481" y="63576"/>
                </a:lnTo>
                <a:lnTo>
                  <a:pt x="70072" y="48291"/>
                </a:lnTo>
                <a:close/>
              </a:path>
            </a:pathLst>
          </a:custGeom>
          <a:solidFill>
            <a:srgbClr val="7F7F7F"/>
          </a:solidFill>
        </p:spPr>
        <p:txBody>
          <a:bodyPr wrap="square" lIns="0" tIns="0" rIns="0" bIns="0" rtlCol="0"/>
          <a:lstStyle/>
          <a:p>
            <a:endParaRPr/>
          </a:p>
        </p:txBody>
      </p:sp>
      <p:sp>
        <p:nvSpPr>
          <p:cNvPr id="50" name="object 50"/>
          <p:cNvSpPr txBox="1"/>
          <p:nvPr/>
        </p:nvSpPr>
        <p:spPr>
          <a:xfrm>
            <a:off x="8236832" y="6292173"/>
            <a:ext cx="1293495" cy="372110"/>
          </a:xfrm>
          <a:prstGeom prst="rect">
            <a:avLst/>
          </a:prstGeom>
          <a:ln w="12700">
            <a:solidFill>
              <a:srgbClr val="7F7F7F"/>
            </a:solidFill>
          </a:ln>
        </p:spPr>
        <p:txBody>
          <a:bodyPr vert="horz" wrap="square" lIns="0" tIns="97155" rIns="0" bIns="0" rtlCol="0">
            <a:spAutoFit/>
          </a:bodyPr>
          <a:lstStyle/>
          <a:p>
            <a:pPr marL="91440">
              <a:lnSpc>
                <a:spcPct val="100000"/>
              </a:lnSpc>
              <a:spcBef>
                <a:spcPts val="765"/>
              </a:spcBef>
            </a:pPr>
            <a:r>
              <a:rPr sz="1000" dirty="0">
                <a:solidFill>
                  <a:srgbClr val="595959"/>
                </a:solidFill>
                <a:latin typeface="Corbel"/>
                <a:cs typeface="Corbel"/>
              </a:rPr>
              <a:t>Tail</a:t>
            </a:r>
            <a:r>
              <a:rPr sz="1000" spc="175" dirty="0">
                <a:solidFill>
                  <a:srgbClr val="595959"/>
                </a:solidFill>
                <a:latin typeface="Corbel"/>
                <a:cs typeface="Corbel"/>
              </a:rPr>
              <a:t> </a:t>
            </a:r>
            <a:r>
              <a:rPr sz="1000" dirty="0">
                <a:solidFill>
                  <a:srgbClr val="595959"/>
                </a:solidFill>
                <a:latin typeface="Corbel"/>
                <a:cs typeface="Corbel"/>
              </a:rPr>
              <a:t>rotor</a:t>
            </a:r>
            <a:r>
              <a:rPr sz="1000" spc="-15" dirty="0">
                <a:solidFill>
                  <a:srgbClr val="595959"/>
                </a:solidFill>
                <a:latin typeface="Corbel"/>
                <a:cs typeface="Corbel"/>
              </a:rPr>
              <a:t> </a:t>
            </a:r>
            <a:r>
              <a:rPr sz="1000" dirty="0">
                <a:solidFill>
                  <a:srgbClr val="595959"/>
                </a:solidFill>
                <a:latin typeface="Corbel"/>
                <a:cs typeface="Corbel"/>
              </a:rPr>
              <a:t>to</a:t>
            </a:r>
            <a:r>
              <a:rPr sz="1000" spc="-10"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grpSp>
        <p:nvGrpSpPr>
          <p:cNvPr id="51" name="object 51"/>
          <p:cNvGrpSpPr/>
          <p:nvPr/>
        </p:nvGrpSpPr>
        <p:grpSpPr>
          <a:xfrm>
            <a:off x="3484034" y="4031026"/>
            <a:ext cx="5643245" cy="2400300"/>
            <a:chOff x="3484034" y="4031026"/>
            <a:chExt cx="5643245" cy="2400300"/>
          </a:xfrm>
        </p:grpSpPr>
        <p:sp>
          <p:nvSpPr>
            <p:cNvPr id="52" name="object 52"/>
            <p:cNvSpPr/>
            <p:nvPr/>
          </p:nvSpPr>
          <p:spPr>
            <a:xfrm>
              <a:off x="4345190" y="4948939"/>
              <a:ext cx="3924935" cy="563880"/>
            </a:xfrm>
            <a:custGeom>
              <a:avLst/>
              <a:gdLst/>
              <a:ahLst/>
              <a:cxnLst/>
              <a:rect l="l" t="t" r="r" b="b"/>
              <a:pathLst>
                <a:path w="3924934" h="563879">
                  <a:moveTo>
                    <a:pt x="4092" y="0"/>
                  </a:moveTo>
                  <a:lnTo>
                    <a:pt x="881" y="2420"/>
                  </a:lnTo>
                  <a:lnTo>
                    <a:pt x="339" y="6280"/>
                  </a:lnTo>
                  <a:lnTo>
                    <a:pt x="0" y="9491"/>
                  </a:lnTo>
                  <a:lnTo>
                    <a:pt x="2324" y="12576"/>
                  </a:lnTo>
                  <a:lnTo>
                    <a:pt x="46999" y="18856"/>
                  </a:lnTo>
                  <a:lnTo>
                    <a:pt x="50211" y="16437"/>
                  </a:lnTo>
                  <a:lnTo>
                    <a:pt x="51186" y="9491"/>
                  </a:lnTo>
                  <a:lnTo>
                    <a:pt x="48767" y="6280"/>
                  </a:lnTo>
                  <a:lnTo>
                    <a:pt x="4092" y="0"/>
                  </a:lnTo>
                  <a:close/>
                </a:path>
                <a:path w="3924934" h="563879">
                  <a:moveTo>
                    <a:pt x="92127" y="12376"/>
                  </a:moveTo>
                  <a:lnTo>
                    <a:pt x="88915" y="14795"/>
                  </a:lnTo>
                  <a:lnTo>
                    <a:pt x="88373" y="18655"/>
                  </a:lnTo>
                  <a:lnTo>
                    <a:pt x="88035" y="21866"/>
                  </a:lnTo>
                  <a:lnTo>
                    <a:pt x="90359" y="24951"/>
                  </a:lnTo>
                  <a:lnTo>
                    <a:pt x="135034" y="31231"/>
                  </a:lnTo>
                  <a:lnTo>
                    <a:pt x="138245" y="28812"/>
                  </a:lnTo>
                  <a:lnTo>
                    <a:pt x="139221" y="21866"/>
                  </a:lnTo>
                  <a:lnTo>
                    <a:pt x="136802" y="18655"/>
                  </a:lnTo>
                  <a:lnTo>
                    <a:pt x="92127" y="12376"/>
                  </a:lnTo>
                  <a:close/>
                </a:path>
                <a:path w="3924934" h="563879">
                  <a:moveTo>
                    <a:pt x="180161" y="24751"/>
                  </a:moveTo>
                  <a:lnTo>
                    <a:pt x="176950" y="27170"/>
                  </a:lnTo>
                  <a:lnTo>
                    <a:pt x="176408" y="31031"/>
                  </a:lnTo>
                  <a:lnTo>
                    <a:pt x="176068" y="34241"/>
                  </a:lnTo>
                  <a:lnTo>
                    <a:pt x="178393" y="37326"/>
                  </a:lnTo>
                  <a:lnTo>
                    <a:pt x="223068" y="43606"/>
                  </a:lnTo>
                  <a:lnTo>
                    <a:pt x="226280" y="41187"/>
                  </a:lnTo>
                  <a:lnTo>
                    <a:pt x="227255" y="34241"/>
                  </a:lnTo>
                  <a:lnTo>
                    <a:pt x="224836" y="31031"/>
                  </a:lnTo>
                  <a:lnTo>
                    <a:pt x="180161" y="24751"/>
                  </a:lnTo>
                  <a:close/>
                </a:path>
                <a:path w="3924934" h="563879">
                  <a:moveTo>
                    <a:pt x="268196" y="37125"/>
                  </a:moveTo>
                  <a:lnTo>
                    <a:pt x="264984" y="39545"/>
                  </a:lnTo>
                  <a:lnTo>
                    <a:pt x="264442" y="43406"/>
                  </a:lnTo>
                  <a:lnTo>
                    <a:pt x="264104" y="46616"/>
                  </a:lnTo>
                  <a:lnTo>
                    <a:pt x="266428" y="49701"/>
                  </a:lnTo>
                  <a:lnTo>
                    <a:pt x="311103" y="55981"/>
                  </a:lnTo>
                  <a:lnTo>
                    <a:pt x="314314" y="53562"/>
                  </a:lnTo>
                  <a:lnTo>
                    <a:pt x="315290" y="46616"/>
                  </a:lnTo>
                  <a:lnTo>
                    <a:pt x="312871" y="43406"/>
                  </a:lnTo>
                  <a:lnTo>
                    <a:pt x="268196" y="37125"/>
                  </a:lnTo>
                  <a:close/>
                </a:path>
                <a:path w="3924934" h="563879">
                  <a:moveTo>
                    <a:pt x="356230" y="49500"/>
                  </a:moveTo>
                  <a:lnTo>
                    <a:pt x="353019" y="51920"/>
                  </a:lnTo>
                  <a:lnTo>
                    <a:pt x="352476" y="55780"/>
                  </a:lnTo>
                  <a:lnTo>
                    <a:pt x="352137" y="58991"/>
                  </a:lnTo>
                  <a:lnTo>
                    <a:pt x="354462" y="62077"/>
                  </a:lnTo>
                  <a:lnTo>
                    <a:pt x="399137" y="68356"/>
                  </a:lnTo>
                  <a:lnTo>
                    <a:pt x="402349" y="65937"/>
                  </a:lnTo>
                  <a:lnTo>
                    <a:pt x="403324" y="58991"/>
                  </a:lnTo>
                  <a:lnTo>
                    <a:pt x="400905" y="55780"/>
                  </a:lnTo>
                  <a:lnTo>
                    <a:pt x="356230" y="49500"/>
                  </a:lnTo>
                  <a:close/>
                </a:path>
                <a:path w="3924934" h="563879">
                  <a:moveTo>
                    <a:pt x="444265" y="61875"/>
                  </a:moveTo>
                  <a:lnTo>
                    <a:pt x="441053" y="64295"/>
                  </a:lnTo>
                  <a:lnTo>
                    <a:pt x="440511" y="68155"/>
                  </a:lnTo>
                  <a:lnTo>
                    <a:pt x="440173" y="71366"/>
                  </a:lnTo>
                  <a:lnTo>
                    <a:pt x="442497" y="74452"/>
                  </a:lnTo>
                  <a:lnTo>
                    <a:pt x="487172" y="80731"/>
                  </a:lnTo>
                  <a:lnTo>
                    <a:pt x="490383" y="78312"/>
                  </a:lnTo>
                  <a:lnTo>
                    <a:pt x="491359" y="71366"/>
                  </a:lnTo>
                  <a:lnTo>
                    <a:pt x="488940" y="68155"/>
                  </a:lnTo>
                  <a:lnTo>
                    <a:pt x="444265" y="61875"/>
                  </a:lnTo>
                  <a:close/>
                </a:path>
                <a:path w="3924934" h="563879">
                  <a:moveTo>
                    <a:pt x="532299" y="74250"/>
                  </a:moveTo>
                  <a:lnTo>
                    <a:pt x="529088" y="76669"/>
                  </a:lnTo>
                  <a:lnTo>
                    <a:pt x="528545" y="80530"/>
                  </a:lnTo>
                  <a:lnTo>
                    <a:pt x="528206" y="83741"/>
                  </a:lnTo>
                  <a:lnTo>
                    <a:pt x="530531" y="86827"/>
                  </a:lnTo>
                  <a:lnTo>
                    <a:pt x="575206" y="93107"/>
                  </a:lnTo>
                  <a:lnTo>
                    <a:pt x="578418" y="90686"/>
                  </a:lnTo>
                  <a:lnTo>
                    <a:pt x="579393" y="83741"/>
                  </a:lnTo>
                  <a:lnTo>
                    <a:pt x="576974" y="80530"/>
                  </a:lnTo>
                  <a:lnTo>
                    <a:pt x="532299" y="74250"/>
                  </a:lnTo>
                  <a:close/>
                </a:path>
                <a:path w="3924934" h="563879">
                  <a:moveTo>
                    <a:pt x="620334" y="86625"/>
                  </a:moveTo>
                  <a:lnTo>
                    <a:pt x="617122" y="89044"/>
                  </a:lnTo>
                  <a:lnTo>
                    <a:pt x="616580" y="92905"/>
                  </a:lnTo>
                  <a:lnTo>
                    <a:pt x="616242" y="96116"/>
                  </a:lnTo>
                  <a:lnTo>
                    <a:pt x="618566" y="99202"/>
                  </a:lnTo>
                  <a:lnTo>
                    <a:pt x="663241" y="105482"/>
                  </a:lnTo>
                  <a:lnTo>
                    <a:pt x="666452" y="103063"/>
                  </a:lnTo>
                  <a:lnTo>
                    <a:pt x="667428" y="96116"/>
                  </a:lnTo>
                  <a:lnTo>
                    <a:pt x="665009" y="92905"/>
                  </a:lnTo>
                  <a:lnTo>
                    <a:pt x="620334" y="86625"/>
                  </a:lnTo>
                  <a:close/>
                </a:path>
                <a:path w="3924934" h="563879">
                  <a:moveTo>
                    <a:pt x="708368" y="99000"/>
                  </a:moveTo>
                  <a:lnTo>
                    <a:pt x="705157" y="101419"/>
                  </a:lnTo>
                  <a:lnTo>
                    <a:pt x="704615" y="105280"/>
                  </a:lnTo>
                  <a:lnTo>
                    <a:pt x="704275" y="108492"/>
                  </a:lnTo>
                  <a:lnTo>
                    <a:pt x="706600" y="111577"/>
                  </a:lnTo>
                  <a:lnTo>
                    <a:pt x="751275" y="117857"/>
                  </a:lnTo>
                  <a:lnTo>
                    <a:pt x="754487" y="115437"/>
                  </a:lnTo>
                  <a:lnTo>
                    <a:pt x="755462" y="108492"/>
                  </a:lnTo>
                  <a:lnTo>
                    <a:pt x="753043" y="105280"/>
                  </a:lnTo>
                  <a:lnTo>
                    <a:pt x="708368" y="99000"/>
                  </a:lnTo>
                  <a:close/>
                </a:path>
                <a:path w="3924934" h="563879">
                  <a:moveTo>
                    <a:pt x="796403" y="111375"/>
                  </a:moveTo>
                  <a:lnTo>
                    <a:pt x="793191" y="113795"/>
                  </a:lnTo>
                  <a:lnTo>
                    <a:pt x="792649" y="117655"/>
                  </a:lnTo>
                  <a:lnTo>
                    <a:pt x="792311" y="120867"/>
                  </a:lnTo>
                  <a:lnTo>
                    <a:pt x="794635" y="123952"/>
                  </a:lnTo>
                  <a:lnTo>
                    <a:pt x="839310" y="130232"/>
                  </a:lnTo>
                  <a:lnTo>
                    <a:pt x="842521" y="127812"/>
                  </a:lnTo>
                  <a:lnTo>
                    <a:pt x="843497" y="120867"/>
                  </a:lnTo>
                  <a:lnTo>
                    <a:pt x="841078" y="117655"/>
                  </a:lnTo>
                  <a:lnTo>
                    <a:pt x="796403" y="111375"/>
                  </a:lnTo>
                  <a:close/>
                </a:path>
                <a:path w="3924934" h="563879">
                  <a:moveTo>
                    <a:pt x="884437" y="123751"/>
                  </a:moveTo>
                  <a:lnTo>
                    <a:pt x="881226" y="126170"/>
                  </a:lnTo>
                  <a:lnTo>
                    <a:pt x="880684" y="130030"/>
                  </a:lnTo>
                  <a:lnTo>
                    <a:pt x="880344" y="133242"/>
                  </a:lnTo>
                  <a:lnTo>
                    <a:pt x="882669" y="136326"/>
                  </a:lnTo>
                  <a:lnTo>
                    <a:pt x="927344" y="142607"/>
                  </a:lnTo>
                  <a:lnTo>
                    <a:pt x="930556" y="140187"/>
                  </a:lnTo>
                  <a:lnTo>
                    <a:pt x="931531" y="133242"/>
                  </a:lnTo>
                  <a:lnTo>
                    <a:pt x="929112" y="130030"/>
                  </a:lnTo>
                  <a:lnTo>
                    <a:pt x="884437" y="123751"/>
                  </a:lnTo>
                  <a:close/>
                </a:path>
                <a:path w="3924934" h="563879">
                  <a:moveTo>
                    <a:pt x="972472" y="136126"/>
                  </a:moveTo>
                  <a:lnTo>
                    <a:pt x="969260" y="138545"/>
                  </a:lnTo>
                  <a:lnTo>
                    <a:pt x="968718" y="142405"/>
                  </a:lnTo>
                  <a:lnTo>
                    <a:pt x="968380" y="145616"/>
                  </a:lnTo>
                  <a:lnTo>
                    <a:pt x="970704" y="148701"/>
                  </a:lnTo>
                  <a:lnTo>
                    <a:pt x="1015379" y="154981"/>
                  </a:lnTo>
                  <a:lnTo>
                    <a:pt x="1018590" y="152562"/>
                  </a:lnTo>
                  <a:lnTo>
                    <a:pt x="1019566" y="145616"/>
                  </a:lnTo>
                  <a:lnTo>
                    <a:pt x="1017147" y="142405"/>
                  </a:lnTo>
                  <a:lnTo>
                    <a:pt x="972472" y="136126"/>
                  </a:lnTo>
                  <a:close/>
                </a:path>
                <a:path w="3924934" h="563879">
                  <a:moveTo>
                    <a:pt x="1060506" y="148501"/>
                  </a:moveTo>
                  <a:lnTo>
                    <a:pt x="1057295" y="150920"/>
                  </a:lnTo>
                  <a:lnTo>
                    <a:pt x="1056752" y="154781"/>
                  </a:lnTo>
                  <a:lnTo>
                    <a:pt x="1056413" y="157991"/>
                  </a:lnTo>
                  <a:lnTo>
                    <a:pt x="1058738" y="161076"/>
                  </a:lnTo>
                  <a:lnTo>
                    <a:pt x="1103413" y="167356"/>
                  </a:lnTo>
                  <a:lnTo>
                    <a:pt x="1106625" y="164937"/>
                  </a:lnTo>
                  <a:lnTo>
                    <a:pt x="1107600" y="157991"/>
                  </a:lnTo>
                  <a:lnTo>
                    <a:pt x="1105181" y="154781"/>
                  </a:lnTo>
                  <a:lnTo>
                    <a:pt x="1060506" y="148501"/>
                  </a:lnTo>
                  <a:close/>
                </a:path>
                <a:path w="3924934" h="563879">
                  <a:moveTo>
                    <a:pt x="1148541" y="160875"/>
                  </a:moveTo>
                  <a:lnTo>
                    <a:pt x="1145329" y="163295"/>
                  </a:lnTo>
                  <a:lnTo>
                    <a:pt x="1144786" y="167156"/>
                  </a:lnTo>
                  <a:lnTo>
                    <a:pt x="1144447" y="170366"/>
                  </a:lnTo>
                  <a:lnTo>
                    <a:pt x="1146773" y="173452"/>
                  </a:lnTo>
                  <a:lnTo>
                    <a:pt x="1191448" y="179731"/>
                  </a:lnTo>
                  <a:lnTo>
                    <a:pt x="1194659" y="177312"/>
                  </a:lnTo>
                  <a:lnTo>
                    <a:pt x="1195635" y="170366"/>
                  </a:lnTo>
                  <a:lnTo>
                    <a:pt x="1193216" y="167156"/>
                  </a:lnTo>
                  <a:lnTo>
                    <a:pt x="1148541" y="160875"/>
                  </a:lnTo>
                  <a:close/>
                </a:path>
                <a:path w="3924934" h="563879">
                  <a:moveTo>
                    <a:pt x="1236575" y="173250"/>
                  </a:moveTo>
                  <a:lnTo>
                    <a:pt x="1233364" y="175670"/>
                  </a:lnTo>
                  <a:lnTo>
                    <a:pt x="1232821" y="179531"/>
                  </a:lnTo>
                  <a:lnTo>
                    <a:pt x="1232482" y="182741"/>
                  </a:lnTo>
                  <a:lnTo>
                    <a:pt x="1234807" y="185827"/>
                  </a:lnTo>
                  <a:lnTo>
                    <a:pt x="1279482" y="192106"/>
                  </a:lnTo>
                  <a:lnTo>
                    <a:pt x="1282692" y="189687"/>
                  </a:lnTo>
                  <a:lnTo>
                    <a:pt x="1283669" y="182741"/>
                  </a:lnTo>
                  <a:lnTo>
                    <a:pt x="1281250" y="179531"/>
                  </a:lnTo>
                  <a:lnTo>
                    <a:pt x="1236575" y="173250"/>
                  </a:lnTo>
                  <a:close/>
                </a:path>
                <a:path w="3924934" h="563879">
                  <a:moveTo>
                    <a:pt x="1324610" y="185625"/>
                  </a:moveTo>
                  <a:lnTo>
                    <a:pt x="1321398" y="188045"/>
                  </a:lnTo>
                  <a:lnTo>
                    <a:pt x="1320855" y="191905"/>
                  </a:lnTo>
                  <a:lnTo>
                    <a:pt x="1320516" y="195116"/>
                  </a:lnTo>
                  <a:lnTo>
                    <a:pt x="1322842" y="198202"/>
                  </a:lnTo>
                  <a:lnTo>
                    <a:pt x="1367517" y="204482"/>
                  </a:lnTo>
                  <a:lnTo>
                    <a:pt x="1370728" y="202062"/>
                  </a:lnTo>
                  <a:lnTo>
                    <a:pt x="1371704" y="195116"/>
                  </a:lnTo>
                  <a:lnTo>
                    <a:pt x="1369285" y="191905"/>
                  </a:lnTo>
                  <a:lnTo>
                    <a:pt x="1324610" y="185625"/>
                  </a:lnTo>
                  <a:close/>
                </a:path>
                <a:path w="3924934" h="563879">
                  <a:moveTo>
                    <a:pt x="1412644" y="198000"/>
                  </a:moveTo>
                  <a:lnTo>
                    <a:pt x="1409433" y="200419"/>
                  </a:lnTo>
                  <a:lnTo>
                    <a:pt x="1408890" y="204280"/>
                  </a:lnTo>
                  <a:lnTo>
                    <a:pt x="1408551" y="207491"/>
                  </a:lnTo>
                  <a:lnTo>
                    <a:pt x="1410876" y="210577"/>
                  </a:lnTo>
                  <a:lnTo>
                    <a:pt x="1455551" y="216857"/>
                  </a:lnTo>
                  <a:lnTo>
                    <a:pt x="1458761" y="214436"/>
                  </a:lnTo>
                  <a:lnTo>
                    <a:pt x="1459738" y="207491"/>
                  </a:lnTo>
                  <a:lnTo>
                    <a:pt x="1457319" y="204280"/>
                  </a:lnTo>
                  <a:lnTo>
                    <a:pt x="1412644" y="198000"/>
                  </a:lnTo>
                  <a:close/>
                </a:path>
                <a:path w="3924934" h="563879">
                  <a:moveTo>
                    <a:pt x="1500679" y="210375"/>
                  </a:moveTo>
                  <a:lnTo>
                    <a:pt x="1497467" y="212794"/>
                  </a:lnTo>
                  <a:lnTo>
                    <a:pt x="1496924" y="216655"/>
                  </a:lnTo>
                  <a:lnTo>
                    <a:pt x="1496585" y="219867"/>
                  </a:lnTo>
                  <a:lnTo>
                    <a:pt x="1498911" y="222952"/>
                  </a:lnTo>
                  <a:lnTo>
                    <a:pt x="1543586" y="229232"/>
                  </a:lnTo>
                  <a:lnTo>
                    <a:pt x="1546797" y="226813"/>
                  </a:lnTo>
                  <a:lnTo>
                    <a:pt x="1547773" y="219867"/>
                  </a:lnTo>
                  <a:lnTo>
                    <a:pt x="1545354" y="216655"/>
                  </a:lnTo>
                  <a:lnTo>
                    <a:pt x="1500679" y="210375"/>
                  </a:lnTo>
                  <a:close/>
                </a:path>
                <a:path w="3924934" h="563879">
                  <a:moveTo>
                    <a:pt x="1588713" y="222750"/>
                  </a:moveTo>
                  <a:lnTo>
                    <a:pt x="1585502" y="225171"/>
                  </a:lnTo>
                  <a:lnTo>
                    <a:pt x="1584960" y="229030"/>
                  </a:lnTo>
                  <a:lnTo>
                    <a:pt x="1584620" y="232242"/>
                  </a:lnTo>
                  <a:lnTo>
                    <a:pt x="1586945" y="235327"/>
                  </a:lnTo>
                  <a:lnTo>
                    <a:pt x="1631620" y="241607"/>
                  </a:lnTo>
                  <a:lnTo>
                    <a:pt x="1634830" y="239187"/>
                  </a:lnTo>
                  <a:lnTo>
                    <a:pt x="1635807" y="232242"/>
                  </a:lnTo>
                  <a:lnTo>
                    <a:pt x="1633388" y="229030"/>
                  </a:lnTo>
                  <a:lnTo>
                    <a:pt x="1588713" y="222750"/>
                  </a:lnTo>
                  <a:close/>
                </a:path>
                <a:path w="3924934" h="563879">
                  <a:moveTo>
                    <a:pt x="1676748" y="235126"/>
                  </a:moveTo>
                  <a:lnTo>
                    <a:pt x="1673536" y="237545"/>
                  </a:lnTo>
                  <a:lnTo>
                    <a:pt x="1672993" y="241405"/>
                  </a:lnTo>
                  <a:lnTo>
                    <a:pt x="1672654" y="244617"/>
                  </a:lnTo>
                  <a:lnTo>
                    <a:pt x="1674980" y="247702"/>
                  </a:lnTo>
                  <a:lnTo>
                    <a:pt x="1719655" y="253982"/>
                  </a:lnTo>
                  <a:lnTo>
                    <a:pt x="1722865" y="251562"/>
                  </a:lnTo>
                  <a:lnTo>
                    <a:pt x="1723842" y="244617"/>
                  </a:lnTo>
                  <a:lnTo>
                    <a:pt x="1721423" y="241405"/>
                  </a:lnTo>
                  <a:lnTo>
                    <a:pt x="1676748" y="235126"/>
                  </a:lnTo>
                  <a:close/>
                </a:path>
                <a:path w="3924934" h="563879">
                  <a:moveTo>
                    <a:pt x="1764782" y="247501"/>
                  </a:moveTo>
                  <a:lnTo>
                    <a:pt x="1761571" y="249920"/>
                  </a:lnTo>
                  <a:lnTo>
                    <a:pt x="1761029" y="253780"/>
                  </a:lnTo>
                  <a:lnTo>
                    <a:pt x="1760689" y="256992"/>
                  </a:lnTo>
                  <a:lnTo>
                    <a:pt x="1763014" y="260076"/>
                  </a:lnTo>
                  <a:lnTo>
                    <a:pt x="1807689" y="266357"/>
                  </a:lnTo>
                  <a:lnTo>
                    <a:pt x="1810899" y="263937"/>
                  </a:lnTo>
                  <a:lnTo>
                    <a:pt x="1811876" y="256992"/>
                  </a:lnTo>
                  <a:lnTo>
                    <a:pt x="1809457" y="253780"/>
                  </a:lnTo>
                  <a:lnTo>
                    <a:pt x="1764782" y="247501"/>
                  </a:lnTo>
                  <a:close/>
                </a:path>
                <a:path w="3924934" h="563879">
                  <a:moveTo>
                    <a:pt x="1852817" y="259876"/>
                  </a:moveTo>
                  <a:lnTo>
                    <a:pt x="1849605" y="262295"/>
                  </a:lnTo>
                  <a:lnTo>
                    <a:pt x="1849062" y="266156"/>
                  </a:lnTo>
                  <a:lnTo>
                    <a:pt x="1848723" y="269367"/>
                  </a:lnTo>
                  <a:lnTo>
                    <a:pt x="1851049" y="272451"/>
                  </a:lnTo>
                  <a:lnTo>
                    <a:pt x="1895723" y="278731"/>
                  </a:lnTo>
                  <a:lnTo>
                    <a:pt x="1898934" y="276312"/>
                  </a:lnTo>
                  <a:lnTo>
                    <a:pt x="1899911" y="269367"/>
                  </a:lnTo>
                  <a:lnTo>
                    <a:pt x="1897490" y="266156"/>
                  </a:lnTo>
                  <a:lnTo>
                    <a:pt x="1852817" y="259876"/>
                  </a:lnTo>
                  <a:close/>
                </a:path>
                <a:path w="3924934" h="563879">
                  <a:moveTo>
                    <a:pt x="1940851" y="272251"/>
                  </a:moveTo>
                  <a:lnTo>
                    <a:pt x="1937640" y="274670"/>
                  </a:lnTo>
                  <a:lnTo>
                    <a:pt x="1937097" y="278531"/>
                  </a:lnTo>
                  <a:lnTo>
                    <a:pt x="1936758" y="281741"/>
                  </a:lnTo>
                  <a:lnTo>
                    <a:pt x="1939083" y="284826"/>
                  </a:lnTo>
                  <a:lnTo>
                    <a:pt x="1983758" y="291106"/>
                  </a:lnTo>
                  <a:lnTo>
                    <a:pt x="1986968" y="288687"/>
                  </a:lnTo>
                  <a:lnTo>
                    <a:pt x="1987945" y="281741"/>
                  </a:lnTo>
                  <a:lnTo>
                    <a:pt x="1985526" y="278531"/>
                  </a:lnTo>
                  <a:lnTo>
                    <a:pt x="1940851" y="272251"/>
                  </a:lnTo>
                  <a:close/>
                </a:path>
                <a:path w="3924934" h="563879">
                  <a:moveTo>
                    <a:pt x="2028885" y="284626"/>
                  </a:moveTo>
                  <a:lnTo>
                    <a:pt x="2025674" y="287045"/>
                  </a:lnTo>
                  <a:lnTo>
                    <a:pt x="2025131" y="290906"/>
                  </a:lnTo>
                  <a:lnTo>
                    <a:pt x="2024792" y="294116"/>
                  </a:lnTo>
                  <a:lnTo>
                    <a:pt x="2027117" y="297202"/>
                  </a:lnTo>
                  <a:lnTo>
                    <a:pt x="2071792" y="303481"/>
                  </a:lnTo>
                  <a:lnTo>
                    <a:pt x="2075003" y="301062"/>
                  </a:lnTo>
                  <a:lnTo>
                    <a:pt x="2075980" y="294116"/>
                  </a:lnTo>
                  <a:lnTo>
                    <a:pt x="2073559" y="290906"/>
                  </a:lnTo>
                  <a:lnTo>
                    <a:pt x="2028885" y="284626"/>
                  </a:lnTo>
                  <a:close/>
                </a:path>
                <a:path w="3924934" h="563879">
                  <a:moveTo>
                    <a:pt x="2116920" y="297000"/>
                  </a:moveTo>
                  <a:lnTo>
                    <a:pt x="2113709" y="299420"/>
                  </a:lnTo>
                  <a:lnTo>
                    <a:pt x="2113166" y="303281"/>
                  </a:lnTo>
                  <a:lnTo>
                    <a:pt x="2112827" y="306491"/>
                  </a:lnTo>
                  <a:lnTo>
                    <a:pt x="2115152" y="309577"/>
                  </a:lnTo>
                  <a:lnTo>
                    <a:pt x="2159827" y="315857"/>
                  </a:lnTo>
                  <a:lnTo>
                    <a:pt x="2163037" y="313437"/>
                  </a:lnTo>
                  <a:lnTo>
                    <a:pt x="2164014" y="306491"/>
                  </a:lnTo>
                  <a:lnTo>
                    <a:pt x="2161595" y="303281"/>
                  </a:lnTo>
                  <a:lnTo>
                    <a:pt x="2116920" y="297000"/>
                  </a:lnTo>
                  <a:close/>
                </a:path>
                <a:path w="3924934" h="563879">
                  <a:moveTo>
                    <a:pt x="2204954" y="309375"/>
                  </a:moveTo>
                  <a:lnTo>
                    <a:pt x="2201743" y="311795"/>
                  </a:lnTo>
                  <a:lnTo>
                    <a:pt x="2201200" y="315655"/>
                  </a:lnTo>
                  <a:lnTo>
                    <a:pt x="2200861" y="318866"/>
                  </a:lnTo>
                  <a:lnTo>
                    <a:pt x="2203186" y="321952"/>
                  </a:lnTo>
                  <a:lnTo>
                    <a:pt x="2247861" y="328232"/>
                  </a:lnTo>
                  <a:lnTo>
                    <a:pt x="2251072" y="325813"/>
                  </a:lnTo>
                  <a:lnTo>
                    <a:pt x="2252048" y="318866"/>
                  </a:lnTo>
                  <a:lnTo>
                    <a:pt x="2249628" y="315655"/>
                  </a:lnTo>
                  <a:lnTo>
                    <a:pt x="2204954" y="309375"/>
                  </a:lnTo>
                  <a:close/>
                </a:path>
                <a:path w="3924934" h="563879">
                  <a:moveTo>
                    <a:pt x="2292989" y="321750"/>
                  </a:moveTo>
                  <a:lnTo>
                    <a:pt x="2289778" y="324170"/>
                  </a:lnTo>
                  <a:lnTo>
                    <a:pt x="2289235" y="328030"/>
                  </a:lnTo>
                  <a:lnTo>
                    <a:pt x="2288896" y="331242"/>
                  </a:lnTo>
                  <a:lnTo>
                    <a:pt x="2291221" y="334327"/>
                  </a:lnTo>
                  <a:lnTo>
                    <a:pt x="2335896" y="340607"/>
                  </a:lnTo>
                  <a:lnTo>
                    <a:pt x="2339106" y="338188"/>
                  </a:lnTo>
                  <a:lnTo>
                    <a:pt x="2340083" y="331242"/>
                  </a:lnTo>
                  <a:lnTo>
                    <a:pt x="2337664" y="328030"/>
                  </a:lnTo>
                  <a:lnTo>
                    <a:pt x="2292989" y="321750"/>
                  </a:lnTo>
                  <a:close/>
                </a:path>
                <a:path w="3924934" h="563879">
                  <a:moveTo>
                    <a:pt x="2381023" y="334125"/>
                  </a:moveTo>
                  <a:lnTo>
                    <a:pt x="2377812" y="336546"/>
                  </a:lnTo>
                  <a:lnTo>
                    <a:pt x="2377269" y="340405"/>
                  </a:lnTo>
                  <a:lnTo>
                    <a:pt x="2376930" y="343617"/>
                  </a:lnTo>
                  <a:lnTo>
                    <a:pt x="2379255" y="346702"/>
                  </a:lnTo>
                  <a:lnTo>
                    <a:pt x="2423930" y="352982"/>
                  </a:lnTo>
                  <a:lnTo>
                    <a:pt x="2427141" y="350563"/>
                  </a:lnTo>
                  <a:lnTo>
                    <a:pt x="2428117" y="343617"/>
                  </a:lnTo>
                  <a:lnTo>
                    <a:pt x="2425697" y="340405"/>
                  </a:lnTo>
                  <a:lnTo>
                    <a:pt x="2381023" y="334125"/>
                  </a:lnTo>
                  <a:close/>
                </a:path>
                <a:path w="3924934" h="563879">
                  <a:moveTo>
                    <a:pt x="2469058" y="346501"/>
                  </a:moveTo>
                  <a:lnTo>
                    <a:pt x="2465847" y="348921"/>
                  </a:lnTo>
                  <a:lnTo>
                    <a:pt x="2465305" y="352780"/>
                  </a:lnTo>
                  <a:lnTo>
                    <a:pt x="2464965" y="355992"/>
                  </a:lnTo>
                  <a:lnTo>
                    <a:pt x="2467290" y="359077"/>
                  </a:lnTo>
                  <a:lnTo>
                    <a:pt x="2511965" y="365357"/>
                  </a:lnTo>
                  <a:lnTo>
                    <a:pt x="2515175" y="362938"/>
                  </a:lnTo>
                  <a:lnTo>
                    <a:pt x="2516152" y="355992"/>
                  </a:lnTo>
                  <a:lnTo>
                    <a:pt x="2513733" y="352780"/>
                  </a:lnTo>
                  <a:lnTo>
                    <a:pt x="2469058" y="346501"/>
                  </a:lnTo>
                  <a:close/>
                </a:path>
                <a:path w="3924934" h="563879">
                  <a:moveTo>
                    <a:pt x="2557092" y="358876"/>
                  </a:moveTo>
                  <a:lnTo>
                    <a:pt x="2553881" y="361295"/>
                  </a:lnTo>
                  <a:lnTo>
                    <a:pt x="2553338" y="365155"/>
                  </a:lnTo>
                  <a:lnTo>
                    <a:pt x="2552999" y="368367"/>
                  </a:lnTo>
                  <a:lnTo>
                    <a:pt x="2555324" y="371452"/>
                  </a:lnTo>
                  <a:lnTo>
                    <a:pt x="2599999" y="377732"/>
                  </a:lnTo>
                  <a:lnTo>
                    <a:pt x="2603210" y="375312"/>
                  </a:lnTo>
                  <a:lnTo>
                    <a:pt x="2604186" y="368367"/>
                  </a:lnTo>
                  <a:lnTo>
                    <a:pt x="2601766" y="365155"/>
                  </a:lnTo>
                  <a:lnTo>
                    <a:pt x="2557092" y="358876"/>
                  </a:lnTo>
                  <a:close/>
                </a:path>
                <a:path w="3924934" h="563879">
                  <a:moveTo>
                    <a:pt x="2645127" y="371251"/>
                  </a:moveTo>
                  <a:lnTo>
                    <a:pt x="2641916" y="373670"/>
                  </a:lnTo>
                  <a:lnTo>
                    <a:pt x="2641373" y="377531"/>
                  </a:lnTo>
                  <a:lnTo>
                    <a:pt x="2641034" y="380742"/>
                  </a:lnTo>
                  <a:lnTo>
                    <a:pt x="2643359" y="383827"/>
                  </a:lnTo>
                  <a:lnTo>
                    <a:pt x="2688034" y="390107"/>
                  </a:lnTo>
                  <a:lnTo>
                    <a:pt x="2691244" y="387687"/>
                  </a:lnTo>
                  <a:lnTo>
                    <a:pt x="2692221" y="380742"/>
                  </a:lnTo>
                  <a:lnTo>
                    <a:pt x="2689802" y="377531"/>
                  </a:lnTo>
                  <a:lnTo>
                    <a:pt x="2645127" y="371251"/>
                  </a:lnTo>
                  <a:close/>
                </a:path>
                <a:path w="3924934" h="563879">
                  <a:moveTo>
                    <a:pt x="2733161" y="383626"/>
                  </a:moveTo>
                  <a:lnTo>
                    <a:pt x="2729950" y="386045"/>
                  </a:lnTo>
                  <a:lnTo>
                    <a:pt x="2729407" y="389906"/>
                  </a:lnTo>
                  <a:lnTo>
                    <a:pt x="2729068" y="393117"/>
                  </a:lnTo>
                  <a:lnTo>
                    <a:pt x="2731393" y="396203"/>
                  </a:lnTo>
                  <a:lnTo>
                    <a:pt x="2776068" y="402482"/>
                  </a:lnTo>
                  <a:lnTo>
                    <a:pt x="2779279" y="400062"/>
                  </a:lnTo>
                  <a:lnTo>
                    <a:pt x="2780255" y="393117"/>
                  </a:lnTo>
                  <a:lnTo>
                    <a:pt x="2777835" y="389906"/>
                  </a:lnTo>
                  <a:lnTo>
                    <a:pt x="2733161" y="383626"/>
                  </a:lnTo>
                  <a:close/>
                </a:path>
                <a:path w="3924934" h="563879">
                  <a:moveTo>
                    <a:pt x="2821196" y="396001"/>
                  </a:moveTo>
                  <a:lnTo>
                    <a:pt x="2817985" y="398420"/>
                  </a:lnTo>
                  <a:lnTo>
                    <a:pt x="2817442" y="402281"/>
                  </a:lnTo>
                  <a:lnTo>
                    <a:pt x="2817103" y="405491"/>
                  </a:lnTo>
                  <a:lnTo>
                    <a:pt x="2819428" y="408578"/>
                  </a:lnTo>
                  <a:lnTo>
                    <a:pt x="2864103" y="414856"/>
                  </a:lnTo>
                  <a:lnTo>
                    <a:pt x="2867313" y="412437"/>
                  </a:lnTo>
                  <a:lnTo>
                    <a:pt x="2868290" y="405491"/>
                  </a:lnTo>
                  <a:lnTo>
                    <a:pt x="2865871" y="402281"/>
                  </a:lnTo>
                  <a:lnTo>
                    <a:pt x="2821196" y="396001"/>
                  </a:lnTo>
                  <a:close/>
                </a:path>
                <a:path w="3924934" h="563879">
                  <a:moveTo>
                    <a:pt x="2909230" y="408376"/>
                  </a:moveTo>
                  <a:lnTo>
                    <a:pt x="2906019" y="410795"/>
                  </a:lnTo>
                  <a:lnTo>
                    <a:pt x="2905476" y="414656"/>
                  </a:lnTo>
                  <a:lnTo>
                    <a:pt x="2905137" y="417866"/>
                  </a:lnTo>
                  <a:lnTo>
                    <a:pt x="2907462" y="420952"/>
                  </a:lnTo>
                  <a:lnTo>
                    <a:pt x="2952137" y="427233"/>
                  </a:lnTo>
                  <a:lnTo>
                    <a:pt x="2955348" y="424812"/>
                  </a:lnTo>
                  <a:lnTo>
                    <a:pt x="2956325" y="417866"/>
                  </a:lnTo>
                  <a:lnTo>
                    <a:pt x="2953904" y="414656"/>
                  </a:lnTo>
                  <a:lnTo>
                    <a:pt x="2909230" y="408376"/>
                  </a:lnTo>
                  <a:close/>
                </a:path>
                <a:path w="3924934" h="563879">
                  <a:moveTo>
                    <a:pt x="2997265" y="420751"/>
                  </a:moveTo>
                  <a:lnTo>
                    <a:pt x="2994054" y="423170"/>
                  </a:lnTo>
                  <a:lnTo>
                    <a:pt x="2993511" y="427031"/>
                  </a:lnTo>
                  <a:lnTo>
                    <a:pt x="2993172" y="430241"/>
                  </a:lnTo>
                  <a:lnTo>
                    <a:pt x="2995497" y="433327"/>
                  </a:lnTo>
                  <a:lnTo>
                    <a:pt x="3040172" y="439607"/>
                  </a:lnTo>
                  <a:lnTo>
                    <a:pt x="3043382" y="437188"/>
                  </a:lnTo>
                  <a:lnTo>
                    <a:pt x="3044359" y="430241"/>
                  </a:lnTo>
                  <a:lnTo>
                    <a:pt x="3041940" y="427031"/>
                  </a:lnTo>
                  <a:lnTo>
                    <a:pt x="2997265" y="420751"/>
                  </a:lnTo>
                  <a:close/>
                </a:path>
                <a:path w="3924934" h="563879">
                  <a:moveTo>
                    <a:pt x="3085299" y="433125"/>
                  </a:moveTo>
                  <a:lnTo>
                    <a:pt x="3082088" y="435546"/>
                  </a:lnTo>
                  <a:lnTo>
                    <a:pt x="3081545" y="439406"/>
                  </a:lnTo>
                  <a:lnTo>
                    <a:pt x="3081206" y="442617"/>
                  </a:lnTo>
                  <a:lnTo>
                    <a:pt x="3083531" y="445702"/>
                  </a:lnTo>
                  <a:lnTo>
                    <a:pt x="3128206" y="451982"/>
                  </a:lnTo>
                  <a:lnTo>
                    <a:pt x="3131417" y="449563"/>
                  </a:lnTo>
                  <a:lnTo>
                    <a:pt x="3132394" y="442617"/>
                  </a:lnTo>
                  <a:lnTo>
                    <a:pt x="3129973" y="439406"/>
                  </a:lnTo>
                  <a:lnTo>
                    <a:pt x="3085299" y="433125"/>
                  </a:lnTo>
                  <a:close/>
                </a:path>
                <a:path w="3924934" h="563879">
                  <a:moveTo>
                    <a:pt x="3173334" y="445500"/>
                  </a:moveTo>
                  <a:lnTo>
                    <a:pt x="3170123" y="447921"/>
                  </a:lnTo>
                  <a:lnTo>
                    <a:pt x="3169581" y="451780"/>
                  </a:lnTo>
                  <a:lnTo>
                    <a:pt x="3169241" y="454992"/>
                  </a:lnTo>
                  <a:lnTo>
                    <a:pt x="3171566" y="458077"/>
                  </a:lnTo>
                  <a:lnTo>
                    <a:pt x="3216241" y="464357"/>
                  </a:lnTo>
                  <a:lnTo>
                    <a:pt x="3219451" y="461938"/>
                  </a:lnTo>
                  <a:lnTo>
                    <a:pt x="3220428" y="454992"/>
                  </a:lnTo>
                  <a:lnTo>
                    <a:pt x="3218009" y="451780"/>
                  </a:lnTo>
                  <a:lnTo>
                    <a:pt x="3173334" y="445500"/>
                  </a:lnTo>
                  <a:close/>
                </a:path>
                <a:path w="3924934" h="563879">
                  <a:moveTo>
                    <a:pt x="3261368" y="457876"/>
                  </a:moveTo>
                  <a:lnTo>
                    <a:pt x="3258157" y="460296"/>
                  </a:lnTo>
                  <a:lnTo>
                    <a:pt x="3257614" y="464155"/>
                  </a:lnTo>
                  <a:lnTo>
                    <a:pt x="3257275" y="467367"/>
                  </a:lnTo>
                  <a:lnTo>
                    <a:pt x="3259600" y="470452"/>
                  </a:lnTo>
                  <a:lnTo>
                    <a:pt x="3304275" y="476732"/>
                  </a:lnTo>
                  <a:lnTo>
                    <a:pt x="3307486" y="474313"/>
                  </a:lnTo>
                  <a:lnTo>
                    <a:pt x="3308463" y="467367"/>
                  </a:lnTo>
                  <a:lnTo>
                    <a:pt x="3306042" y="464155"/>
                  </a:lnTo>
                  <a:lnTo>
                    <a:pt x="3261368" y="457876"/>
                  </a:lnTo>
                  <a:close/>
                </a:path>
                <a:path w="3924934" h="563879">
                  <a:moveTo>
                    <a:pt x="3349403" y="470251"/>
                  </a:moveTo>
                  <a:lnTo>
                    <a:pt x="3346192" y="472671"/>
                  </a:lnTo>
                  <a:lnTo>
                    <a:pt x="3345649" y="476531"/>
                  </a:lnTo>
                  <a:lnTo>
                    <a:pt x="3345310" y="479742"/>
                  </a:lnTo>
                  <a:lnTo>
                    <a:pt x="3347635" y="482827"/>
                  </a:lnTo>
                  <a:lnTo>
                    <a:pt x="3392310" y="489107"/>
                  </a:lnTo>
                  <a:lnTo>
                    <a:pt x="3395520" y="486688"/>
                  </a:lnTo>
                  <a:lnTo>
                    <a:pt x="3396497" y="479742"/>
                  </a:lnTo>
                  <a:lnTo>
                    <a:pt x="3394078" y="476531"/>
                  </a:lnTo>
                  <a:lnTo>
                    <a:pt x="3349403" y="470251"/>
                  </a:lnTo>
                  <a:close/>
                </a:path>
                <a:path w="3924934" h="563879">
                  <a:moveTo>
                    <a:pt x="3437437" y="482626"/>
                  </a:moveTo>
                  <a:lnTo>
                    <a:pt x="3434226" y="485046"/>
                  </a:lnTo>
                  <a:lnTo>
                    <a:pt x="3433683" y="488906"/>
                  </a:lnTo>
                  <a:lnTo>
                    <a:pt x="3433344" y="492117"/>
                  </a:lnTo>
                  <a:lnTo>
                    <a:pt x="3435669" y="495202"/>
                  </a:lnTo>
                  <a:lnTo>
                    <a:pt x="3480344" y="501482"/>
                  </a:lnTo>
                  <a:lnTo>
                    <a:pt x="3483555" y="499063"/>
                  </a:lnTo>
                  <a:lnTo>
                    <a:pt x="3484532" y="492117"/>
                  </a:lnTo>
                  <a:lnTo>
                    <a:pt x="3482111" y="488906"/>
                  </a:lnTo>
                  <a:lnTo>
                    <a:pt x="3437437" y="482626"/>
                  </a:lnTo>
                  <a:close/>
                </a:path>
                <a:path w="3924934" h="563879">
                  <a:moveTo>
                    <a:pt x="3525472" y="495001"/>
                  </a:moveTo>
                  <a:lnTo>
                    <a:pt x="3522261" y="497420"/>
                  </a:lnTo>
                  <a:lnTo>
                    <a:pt x="3521718" y="501281"/>
                  </a:lnTo>
                  <a:lnTo>
                    <a:pt x="3521379" y="504492"/>
                  </a:lnTo>
                  <a:lnTo>
                    <a:pt x="3523704" y="507578"/>
                  </a:lnTo>
                  <a:lnTo>
                    <a:pt x="3568379" y="513857"/>
                  </a:lnTo>
                  <a:lnTo>
                    <a:pt x="3571589" y="511437"/>
                  </a:lnTo>
                  <a:lnTo>
                    <a:pt x="3572566" y="504492"/>
                  </a:lnTo>
                  <a:lnTo>
                    <a:pt x="3570147" y="501281"/>
                  </a:lnTo>
                  <a:lnTo>
                    <a:pt x="3525472" y="495001"/>
                  </a:lnTo>
                  <a:close/>
                </a:path>
                <a:path w="3924934" h="563879">
                  <a:moveTo>
                    <a:pt x="3613506" y="507376"/>
                  </a:moveTo>
                  <a:lnTo>
                    <a:pt x="3610295" y="509795"/>
                  </a:lnTo>
                  <a:lnTo>
                    <a:pt x="3609752" y="513656"/>
                  </a:lnTo>
                  <a:lnTo>
                    <a:pt x="3609413" y="516867"/>
                  </a:lnTo>
                  <a:lnTo>
                    <a:pt x="3611738" y="519953"/>
                  </a:lnTo>
                  <a:lnTo>
                    <a:pt x="3656413" y="526232"/>
                  </a:lnTo>
                  <a:lnTo>
                    <a:pt x="3659624" y="523812"/>
                  </a:lnTo>
                  <a:lnTo>
                    <a:pt x="3660600" y="516867"/>
                  </a:lnTo>
                  <a:lnTo>
                    <a:pt x="3658180" y="513656"/>
                  </a:lnTo>
                  <a:lnTo>
                    <a:pt x="3613506" y="507376"/>
                  </a:lnTo>
                  <a:close/>
                </a:path>
                <a:path w="3924934" h="563879">
                  <a:moveTo>
                    <a:pt x="3701541" y="519751"/>
                  </a:moveTo>
                  <a:lnTo>
                    <a:pt x="3698329" y="522170"/>
                  </a:lnTo>
                  <a:lnTo>
                    <a:pt x="3697787" y="526031"/>
                  </a:lnTo>
                  <a:lnTo>
                    <a:pt x="3697448" y="529242"/>
                  </a:lnTo>
                  <a:lnTo>
                    <a:pt x="3699773" y="532328"/>
                  </a:lnTo>
                  <a:lnTo>
                    <a:pt x="3744448" y="538608"/>
                  </a:lnTo>
                  <a:lnTo>
                    <a:pt x="3747658" y="536187"/>
                  </a:lnTo>
                  <a:lnTo>
                    <a:pt x="3748635" y="529242"/>
                  </a:lnTo>
                  <a:lnTo>
                    <a:pt x="3746216" y="526031"/>
                  </a:lnTo>
                  <a:lnTo>
                    <a:pt x="3701541" y="519751"/>
                  </a:lnTo>
                  <a:close/>
                </a:path>
                <a:path w="3924934" h="563879">
                  <a:moveTo>
                    <a:pt x="3789575" y="532126"/>
                  </a:moveTo>
                  <a:lnTo>
                    <a:pt x="3786364" y="534545"/>
                  </a:lnTo>
                  <a:lnTo>
                    <a:pt x="3785821" y="538406"/>
                  </a:lnTo>
                  <a:lnTo>
                    <a:pt x="3785482" y="541616"/>
                  </a:lnTo>
                  <a:lnTo>
                    <a:pt x="3787807" y="544703"/>
                  </a:lnTo>
                  <a:lnTo>
                    <a:pt x="3832482" y="550983"/>
                  </a:lnTo>
                  <a:lnTo>
                    <a:pt x="3835692" y="548563"/>
                  </a:lnTo>
                  <a:lnTo>
                    <a:pt x="3836669" y="541616"/>
                  </a:lnTo>
                  <a:lnTo>
                    <a:pt x="3834249" y="538406"/>
                  </a:lnTo>
                  <a:lnTo>
                    <a:pt x="3789575" y="532126"/>
                  </a:lnTo>
                  <a:close/>
                </a:path>
                <a:path w="3924934" h="563879">
                  <a:moveTo>
                    <a:pt x="3877610" y="544501"/>
                  </a:moveTo>
                  <a:lnTo>
                    <a:pt x="3874398" y="546920"/>
                  </a:lnTo>
                  <a:lnTo>
                    <a:pt x="3873855" y="550781"/>
                  </a:lnTo>
                  <a:lnTo>
                    <a:pt x="3873516" y="553993"/>
                  </a:lnTo>
                  <a:lnTo>
                    <a:pt x="3875842" y="557077"/>
                  </a:lnTo>
                  <a:lnTo>
                    <a:pt x="3920517" y="563358"/>
                  </a:lnTo>
                  <a:lnTo>
                    <a:pt x="3923727" y="560938"/>
                  </a:lnTo>
                  <a:lnTo>
                    <a:pt x="3924704" y="553993"/>
                  </a:lnTo>
                  <a:lnTo>
                    <a:pt x="3922285" y="550781"/>
                  </a:lnTo>
                  <a:lnTo>
                    <a:pt x="3877610" y="544501"/>
                  </a:lnTo>
                  <a:close/>
                </a:path>
              </a:pathLst>
            </a:custGeom>
            <a:solidFill>
              <a:srgbClr val="00B050">
                <a:alpha val="50199"/>
              </a:srgbClr>
            </a:solidFill>
          </p:spPr>
          <p:txBody>
            <a:bodyPr wrap="square" lIns="0" tIns="0" rIns="0" bIns="0" rtlCol="0"/>
            <a:lstStyle/>
            <a:p>
              <a:endParaRPr/>
            </a:p>
          </p:txBody>
        </p:sp>
        <p:sp>
          <p:nvSpPr>
            <p:cNvPr id="53" name="object 53"/>
            <p:cNvSpPr/>
            <p:nvPr/>
          </p:nvSpPr>
          <p:spPr>
            <a:xfrm>
              <a:off x="5198996" y="4971374"/>
              <a:ext cx="951865" cy="754380"/>
            </a:xfrm>
            <a:custGeom>
              <a:avLst/>
              <a:gdLst/>
              <a:ahLst/>
              <a:cxnLst/>
              <a:rect l="l" t="t" r="r" b="b"/>
              <a:pathLst>
                <a:path w="951864" h="754379">
                  <a:moveTo>
                    <a:pt x="35878" y="716146"/>
                  </a:moveTo>
                  <a:lnTo>
                    <a:pt x="469" y="744101"/>
                  </a:lnTo>
                  <a:lnTo>
                    <a:pt x="0" y="748094"/>
                  </a:lnTo>
                  <a:lnTo>
                    <a:pt x="4347" y="753599"/>
                  </a:lnTo>
                  <a:lnTo>
                    <a:pt x="8340" y="754069"/>
                  </a:lnTo>
                  <a:lnTo>
                    <a:pt x="43747" y="726113"/>
                  </a:lnTo>
                  <a:lnTo>
                    <a:pt x="44217" y="722120"/>
                  </a:lnTo>
                  <a:lnTo>
                    <a:pt x="39871" y="716615"/>
                  </a:lnTo>
                  <a:lnTo>
                    <a:pt x="35878" y="716146"/>
                  </a:lnTo>
                  <a:close/>
                </a:path>
                <a:path w="951864" h="754379">
                  <a:moveTo>
                    <a:pt x="105652" y="661057"/>
                  </a:moveTo>
                  <a:lnTo>
                    <a:pt x="70244" y="689013"/>
                  </a:lnTo>
                  <a:lnTo>
                    <a:pt x="69775" y="693006"/>
                  </a:lnTo>
                  <a:lnTo>
                    <a:pt x="74121" y="698511"/>
                  </a:lnTo>
                  <a:lnTo>
                    <a:pt x="78113" y="698981"/>
                  </a:lnTo>
                  <a:lnTo>
                    <a:pt x="113522" y="671025"/>
                  </a:lnTo>
                  <a:lnTo>
                    <a:pt x="113992" y="667032"/>
                  </a:lnTo>
                  <a:lnTo>
                    <a:pt x="109646" y="661527"/>
                  </a:lnTo>
                  <a:lnTo>
                    <a:pt x="105652" y="661057"/>
                  </a:lnTo>
                  <a:close/>
                </a:path>
                <a:path w="951864" h="754379">
                  <a:moveTo>
                    <a:pt x="175427" y="605969"/>
                  </a:moveTo>
                  <a:lnTo>
                    <a:pt x="140018" y="633925"/>
                  </a:lnTo>
                  <a:lnTo>
                    <a:pt x="139550" y="637918"/>
                  </a:lnTo>
                  <a:lnTo>
                    <a:pt x="143896" y="643423"/>
                  </a:lnTo>
                  <a:lnTo>
                    <a:pt x="147888" y="643893"/>
                  </a:lnTo>
                  <a:lnTo>
                    <a:pt x="183297" y="615937"/>
                  </a:lnTo>
                  <a:lnTo>
                    <a:pt x="183767" y="611944"/>
                  </a:lnTo>
                  <a:lnTo>
                    <a:pt x="179420" y="606438"/>
                  </a:lnTo>
                  <a:lnTo>
                    <a:pt x="175427" y="605969"/>
                  </a:lnTo>
                  <a:close/>
                </a:path>
                <a:path w="951864" h="754379">
                  <a:moveTo>
                    <a:pt x="245202" y="550881"/>
                  </a:moveTo>
                  <a:lnTo>
                    <a:pt x="209793" y="578836"/>
                  </a:lnTo>
                  <a:lnTo>
                    <a:pt x="209323" y="582829"/>
                  </a:lnTo>
                  <a:lnTo>
                    <a:pt x="213671" y="588335"/>
                  </a:lnTo>
                  <a:lnTo>
                    <a:pt x="217664" y="588805"/>
                  </a:lnTo>
                  <a:lnTo>
                    <a:pt x="253071" y="560849"/>
                  </a:lnTo>
                  <a:lnTo>
                    <a:pt x="253541" y="556855"/>
                  </a:lnTo>
                  <a:lnTo>
                    <a:pt x="249195" y="551351"/>
                  </a:lnTo>
                  <a:lnTo>
                    <a:pt x="245202" y="550881"/>
                  </a:lnTo>
                  <a:close/>
                </a:path>
                <a:path w="951864" h="754379">
                  <a:moveTo>
                    <a:pt x="314976" y="495792"/>
                  </a:moveTo>
                  <a:lnTo>
                    <a:pt x="279568" y="523749"/>
                  </a:lnTo>
                  <a:lnTo>
                    <a:pt x="279099" y="527742"/>
                  </a:lnTo>
                  <a:lnTo>
                    <a:pt x="283444" y="533247"/>
                  </a:lnTo>
                  <a:lnTo>
                    <a:pt x="287437" y="533716"/>
                  </a:lnTo>
                  <a:lnTo>
                    <a:pt x="322846" y="505760"/>
                  </a:lnTo>
                  <a:lnTo>
                    <a:pt x="323316" y="501768"/>
                  </a:lnTo>
                  <a:lnTo>
                    <a:pt x="318970" y="496262"/>
                  </a:lnTo>
                  <a:lnTo>
                    <a:pt x="314976" y="495792"/>
                  </a:lnTo>
                  <a:close/>
                </a:path>
                <a:path w="951864" h="754379">
                  <a:moveTo>
                    <a:pt x="384751" y="440705"/>
                  </a:moveTo>
                  <a:lnTo>
                    <a:pt x="349342" y="468660"/>
                  </a:lnTo>
                  <a:lnTo>
                    <a:pt x="348874" y="472653"/>
                  </a:lnTo>
                  <a:lnTo>
                    <a:pt x="353220" y="478158"/>
                  </a:lnTo>
                  <a:lnTo>
                    <a:pt x="357212" y="478628"/>
                  </a:lnTo>
                  <a:lnTo>
                    <a:pt x="392621" y="450673"/>
                  </a:lnTo>
                  <a:lnTo>
                    <a:pt x="393091" y="446679"/>
                  </a:lnTo>
                  <a:lnTo>
                    <a:pt x="388744" y="441175"/>
                  </a:lnTo>
                  <a:lnTo>
                    <a:pt x="384751" y="440705"/>
                  </a:lnTo>
                  <a:close/>
                </a:path>
                <a:path w="951864" h="754379">
                  <a:moveTo>
                    <a:pt x="454526" y="385616"/>
                  </a:moveTo>
                  <a:lnTo>
                    <a:pt x="419117" y="413572"/>
                  </a:lnTo>
                  <a:lnTo>
                    <a:pt x="418647" y="417565"/>
                  </a:lnTo>
                  <a:lnTo>
                    <a:pt x="422995" y="423070"/>
                  </a:lnTo>
                  <a:lnTo>
                    <a:pt x="426987" y="423539"/>
                  </a:lnTo>
                  <a:lnTo>
                    <a:pt x="462395" y="395584"/>
                  </a:lnTo>
                  <a:lnTo>
                    <a:pt x="462865" y="391591"/>
                  </a:lnTo>
                  <a:lnTo>
                    <a:pt x="458519" y="386086"/>
                  </a:lnTo>
                  <a:lnTo>
                    <a:pt x="454526" y="385616"/>
                  </a:lnTo>
                  <a:close/>
                </a:path>
                <a:path w="951864" h="754379">
                  <a:moveTo>
                    <a:pt x="524300" y="330528"/>
                  </a:moveTo>
                  <a:lnTo>
                    <a:pt x="488892" y="358484"/>
                  </a:lnTo>
                  <a:lnTo>
                    <a:pt x="488422" y="362477"/>
                  </a:lnTo>
                  <a:lnTo>
                    <a:pt x="492768" y="367982"/>
                  </a:lnTo>
                  <a:lnTo>
                    <a:pt x="496761" y="368452"/>
                  </a:lnTo>
                  <a:lnTo>
                    <a:pt x="532170" y="340495"/>
                  </a:lnTo>
                  <a:lnTo>
                    <a:pt x="532640" y="336503"/>
                  </a:lnTo>
                  <a:lnTo>
                    <a:pt x="528294" y="330998"/>
                  </a:lnTo>
                  <a:lnTo>
                    <a:pt x="524300" y="330528"/>
                  </a:lnTo>
                  <a:close/>
                </a:path>
                <a:path w="951864" h="754379">
                  <a:moveTo>
                    <a:pt x="594075" y="275440"/>
                  </a:moveTo>
                  <a:lnTo>
                    <a:pt x="558666" y="303396"/>
                  </a:lnTo>
                  <a:lnTo>
                    <a:pt x="558198" y="307389"/>
                  </a:lnTo>
                  <a:lnTo>
                    <a:pt x="562543" y="312893"/>
                  </a:lnTo>
                  <a:lnTo>
                    <a:pt x="566536" y="313363"/>
                  </a:lnTo>
                  <a:lnTo>
                    <a:pt x="601945" y="285408"/>
                  </a:lnTo>
                  <a:lnTo>
                    <a:pt x="602415" y="281415"/>
                  </a:lnTo>
                  <a:lnTo>
                    <a:pt x="598068" y="275910"/>
                  </a:lnTo>
                  <a:lnTo>
                    <a:pt x="594075" y="275440"/>
                  </a:lnTo>
                  <a:close/>
                </a:path>
                <a:path w="951864" h="754379">
                  <a:moveTo>
                    <a:pt x="663850" y="220352"/>
                  </a:moveTo>
                  <a:lnTo>
                    <a:pt x="628441" y="248307"/>
                  </a:lnTo>
                  <a:lnTo>
                    <a:pt x="627971" y="252300"/>
                  </a:lnTo>
                  <a:lnTo>
                    <a:pt x="632319" y="257806"/>
                  </a:lnTo>
                  <a:lnTo>
                    <a:pt x="636311" y="258276"/>
                  </a:lnTo>
                  <a:lnTo>
                    <a:pt x="671719" y="230319"/>
                  </a:lnTo>
                  <a:lnTo>
                    <a:pt x="672189" y="226326"/>
                  </a:lnTo>
                  <a:lnTo>
                    <a:pt x="667843" y="220822"/>
                  </a:lnTo>
                  <a:lnTo>
                    <a:pt x="663850" y="220352"/>
                  </a:lnTo>
                  <a:close/>
                </a:path>
                <a:path w="951864" h="754379">
                  <a:moveTo>
                    <a:pt x="733624" y="165263"/>
                  </a:moveTo>
                  <a:lnTo>
                    <a:pt x="698216" y="193219"/>
                  </a:lnTo>
                  <a:lnTo>
                    <a:pt x="697746" y="197213"/>
                  </a:lnTo>
                  <a:lnTo>
                    <a:pt x="702092" y="202717"/>
                  </a:lnTo>
                  <a:lnTo>
                    <a:pt x="706085" y="203187"/>
                  </a:lnTo>
                  <a:lnTo>
                    <a:pt x="741494" y="175232"/>
                  </a:lnTo>
                  <a:lnTo>
                    <a:pt x="741964" y="171239"/>
                  </a:lnTo>
                  <a:lnTo>
                    <a:pt x="737618" y="165733"/>
                  </a:lnTo>
                  <a:lnTo>
                    <a:pt x="733624" y="165263"/>
                  </a:lnTo>
                  <a:close/>
                </a:path>
                <a:path w="951864" h="754379">
                  <a:moveTo>
                    <a:pt x="803399" y="110176"/>
                  </a:moveTo>
                  <a:lnTo>
                    <a:pt x="767990" y="138131"/>
                  </a:lnTo>
                  <a:lnTo>
                    <a:pt x="767521" y="142124"/>
                  </a:lnTo>
                  <a:lnTo>
                    <a:pt x="771867" y="147629"/>
                  </a:lnTo>
                  <a:lnTo>
                    <a:pt x="775860" y="148099"/>
                  </a:lnTo>
                  <a:lnTo>
                    <a:pt x="811269" y="120143"/>
                  </a:lnTo>
                  <a:lnTo>
                    <a:pt x="811739" y="116150"/>
                  </a:lnTo>
                  <a:lnTo>
                    <a:pt x="807392" y="110644"/>
                  </a:lnTo>
                  <a:lnTo>
                    <a:pt x="803399" y="110176"/>
                  </a:lnTo>
                  <a:close/>
                </a:path>
                <a:path w="951864" h="754379">
                  <a:moveTo>
                    <a:pt x="873174" y="55087"/>
                  </a:moveTo>
                  <a:lnTo>
                    <a:pt x="837765" y="83042"/>
                  </a:lnTo>
                  <a:lnTo>
                    <a:pt x="837295" y="87035"/>
                  </a:lnTo>
                  <a:lnTo>
                    <a:pt x="841641" y="92541"/>
                  </a:lnTo>
                  <a:lnTo>
                    <a:pt x="845635" y="93010"/>
                  </a:lnTo>
                  <a:lnTo>
                    <a:pt x="881043" y="65055"/>
                  </a:lnTo>
                  <a:lnTo>
                    <a:pt x="881513" y="61062"/>
                  </a:lnTo>
                  <a:lnTo>
                    <a:pt x="877167" y="55557"/>
                  </a:lnTo>
                  <a:lnTo>
                    <a:pt x="873174" y="55087"/>
                  </a:lnTo>
                  <a:close/>
                </a:path>
                <a:path w="951864" h="754379">
                  <a:moveTo>
                    <a:pt x="942948" y="0"/>
                  </a:moveTo>
                  <a:lnTo>
                    <a:pt x="907540" y="27955"/>
                  </a:lnTo>
                  <a:lnTo>
                    <a:pt x="907070" y="31948"/>
                  </a:lnTo>
                  <a:lnTo>
                    <a:pt x="911416" y="37453"/>
                  </a:lnTo>
                  <a:lnTo>
                    <a:pt x="915409" y="37923"/>
                  </a:lnTo>
                  <a:lnTo>
                    <a:pt x="950818" y="9966"/>
                  </a:lnTo>
                  <a:lnTo>
                    <a:pt x="951288" y="5974"/>
                  </a:lnTo>
                  <a:lnTo>
                    <a:pt x="946942" y="468"/>
                  </a:lnTo>
                  <a:lnTo>
                    <a:pt x="942948" y="0"/>
                  </a:lnTo>
                  <a:close/>
                </a:path>
              </a:pathLst>
            </a:custGeom>
            <a:solidFill>
              <a:srgbClr val="0070C0">
                <a:alpha val="50199"/>
              </a:srgbClr>
            </a:solidFill>
          </p:spPr>
          <p:txBody>
            <a:bodyPr wrap="square" lIns="0" tIns="0" rIns="0" bIns="0" rtlCol="0"/>
            <a:lstStyle/>
            <a:p>
              <a:endParaRPr/>
            </a:p>
          </p:txBody>
        </p:sp>
        <p:sp>
          <p:nvSpPr>
            <p:cNvPr id="54" name="object 54"/>
            <p:cNvSpPr/>
            <p:nvPr/>
          </p:nvSpPr>
          <p:spPr>
            <a:xfrm>
              <a:off x="5910402" y="4441366"/>
              <a:ext cx="12700" cy="1470025"/>
            </a:xfrm>
            <a:custGeom>
              <a:avLst/>
              <a:gdLst/>
              <a:ahLst/>
              <a:cxnLst/>
              <a:rect l="l" t="t" r="r" b="b"/>
              <a:pathLst>
                <a:path w="12700" h="1470025">
                  <a:moveTo>
                    <a:pt x="9856" y="0"/>
                  </a:moveTo>
                  <a:lnTo>
                    <a:pt x="2842" y="0"/>
                  </a:lnTo>
                  <a:lnTo>
                    <a:pt x="0" y="2843"/>
                  </a:lnTo>
                  <a:lnTo>
                    <a:pt x="0" y="47957"/>
                  </a:lnTo>
                  <a:lnTo>
                    <a:pt x="2842" y="50800"/>
                  </a:lnTo>
                  <a:lnTo>
                    <a:pt x="9856" y="50800"/>
                  </a:lnTo>
                  <a:lnTo>
                    <a:pt x="12700" y="47957"/>
                  </a:lnTo>
                  <a:lnTo>
                    <a:pt x="12700" y="2843"/>
                  </a:lnTo>
                  <a:lnTo>
                    <a:pt x="9856" y="0"/>
                  </a:lnTo>
                  <a:close/>
                </a:path>
                <a:path w="12700" h="1470025">
                  <a:moveTo>
                    <a:pt x="9856" y="88900"/>
                  </a:moveTo>
                  <a:lnTo>
                    <a:pt x="2842" y="88900"/>
                  </a:lnTo>
                  <a:lnTo>
                    <a:pt x="0" y="91743"/>
                  </a:lnTo>
                  <a:lnTo>
                    <a:pt x="0" y="136857"/>
                  </a:lnTo>
                  <a:lnTo>
                    <a:pt x="2843" y="139700"/>
                  </a:lnTo>
                  <a:lnTo>
                    <a:pt x="9856" y="139700"/>
                  </a:lnTo>
                  <a:lnTo>
                    <a:pt x="12700" y="136857"/>
                  </a:lnTo>
                  <a:lnTo>
                    <a:pt x="12700" y="91743"/>
                  </a:lnTo>
                  <a:lnTo>
                    <a:pt x="9856" y="88900"/>
                  </a:lnTo>
                  <a:close/>
                </a:path>
                <a:path w="12700" h="1470025">
                  <a:moveTo>
                    <a:pt x="9856" y="177800"/>
                  </a:moveTo>
                  <a:lnTo>
                    <a:pt x="2843" y="177800"/>
                  </a:lnTo>
                  <a:lnTo>
                    <a:pt x="0" y="180643"/>
                  </a:lnTo>
                  <a:lnTo>
                    <a:pt x="0" y="225757"/>
                  </a:lnTo>
                  <a:lnTo>
                    <a:pt x="2843" y="228600"/>
                  </a:lnTo>
                  <a:lnTo>
                    <a:pt x="9856" y="228600"/>
                  </a:lnTo>
                  <a:lnTo>
                    <a:pt x="12700" y="225757"/>
                  </a:lnTo>
                  <a:lnTo>
                    <a:pt x="12700" y="180643"/>
                  </a:lnTo>
                  <a:lnTo>
                    <a:pt x="9856" y="177800"/>
                  </a:lnTo>
                  <a:close/>
                </a:path>
                <a:path w="12700" h="1470025">
                  <a:moveTo>
                    <a:pt x="9856" y="266700"/>
                  </a:moveTo>
                  <a:lnTo>
                    <a:pt x="2843" y="266700"/>
                  </a:lnTo>
                  <a:lnTo>
                    <a:pt x="0" y="269543"/>
                  </a:lnTo>
                  <a:lnTo>
                    <a:pt x="0" y="314657"/>
                  </a:lnTo>
                  <a:lnTo>
                    <a:pt x="2843" y="317500"/>
                  </a:lnTo>
                  <a:lnTo>
                    <a:pt x="9856" y="317500"/>
                  </a:lnTo>
                  <a:lnTo>
                    <a:pt x="12700" y="314657"/>
                  </a:lnTo>
                  <a:lnTo>
                    <a:pt x="12700" y="269543"/>
                  </a:lnTo>
                  <a:lnTo>
                    <a:pt x="9856" y="266700"/>
                  </a:lnTo>
                  <a:close/>
                </a:path>
                <a:path w="12700" h="1470025">
                  <a:moveTo>
                    <a:pt x="9856" y="355600"/>
                  </a:moveTo>
                  <a:lnTo>
                    <a:pt x="2843" y="355600"/>
                  </a:lnTo>
                  <a:lnTo>
                    <a:pt x="0" y="358443"/>
                  </a:lnTo>
                  <a:lnTo>
                    <a:pt x="0" y="403557"/>
                  </a:lnTo>
                  <a:lnTo>
                    <a:pt x="2843" y="406400"/>
                  </a:lnTo>
                  <a:lnTo>
                    <a:pt x="9856" y="406400"/>
                  </a:lnTo>
                  <a:lnTo>
                    <a:pt x="12700" y="403557"/>
                  </a:lnTo>
                  <a:lnTo>
                    <a:pt x="12700" y="358443"/>
                  </a:lnTo>
                  <a:lnTo>
                    <a:pt x="9856" y="355600"/>
                  </a:lnTo>
                  <a:close/>
                </a:path>
                <a:path w="12700" h="1470025">
                  <a:moveTo>
                    <a:pt x="9857" y="444500"/>
                  </a:moveTo>
                  <a:lnTo>
                    <a:pt x="2843" y="444500"/>
                  </a:lnTo>
                  <a:lnTo>
                    <a:pt x="0" y="447343"/>
                  </a:lnTo>
                  <a:lnTo>
                    <a:pt x="0" y="492457"/>
                  </a:lnTo>
                  <a:lnTo>
                    <a:pt x="2843" y="495300"/>
                  </a:lnTo>
                  <a:lnTo>
                    <a:pt x="9857" y="495300"/>
                  </a:lnTo>
                  <a:lnTo>
                    <a:pt x="12700" y="492457"/>
                  </a:lnTo>
                  <a:lnTo>
                    <a:pt x="12700" y="447343"/>
                  </a:lnTo>
                  <a:lnTo>
                    <a:pt x="9857" y="444500"/>
                  </a:lnTo>
                  <a:close/>
                </a:path>
                <a:path w="12700" h="1470025">
                  <a:moveTo>
                    <a:pt x="9857" y="533400"/>
                  </a:moveTo>
                  <a:lnTo>
                    <a:pt x="2843" y="533400"/>
                  </a:lnTo>
                  <a:lnTo>
                    <a:pt x="0" y="536243"/>
                  </a:lnTo>
                  <a:lnTo>
                    <a:pt x="0" y="581357"/>
                  </a:lnTo>
                  <a:lnTo>
                    <a:pt x="2843" y="584200"/>
                  </a:lnTo>
                  <a:lnTo>
                    <a:pt x="9857" y="584200"/>
                  </a:lnTo>
                  <a:lnTo>
                    <a:pt x="12700" y="581357"/>
                  </a:lnTo>
                  <a:lnTo>
                    <a:pt x="12700" y="536243"/>
                  </a:lnTo>
                  <a:lnTo>
                    <a:pt x="9857" y="533400"/>
                  </a:lnTo>
                  <a:close/>
                </a:path>
                <a:path w="12700" h="1470025">
                  <a:moveTo>
                    <a:pt x="9857" y="622300"/>
                  </a:moveTo>
                  <a:lnTo>
                    <a:pt x="2843" y="622300"/>
                  </a:lnTo>
                  <a:lnTo>
                    <a:pt x="0" y="625143"/>
                  </a:lnTo>
                  <a:lnTo>
                    <a:pt x="0" y="670257"/>
                  </a:lnTo>
                  <a:lnTo>
                    <a:pt x="2843" y="673100"/>
                  </a:lnTo>
                  <a:lnTo>
                    <a:pt x="9857" y="673100"/>
                  </a:lnTo>
                  <a:lnTo>
                    <a:pt x="12700" y="670257"/>
                  </a:lnTo>
                  <a:lnTo>
                    <a:pt x="12700" y="625143"/>
                  </a:lnTo>
                  <a:lnTo>
                    <a:pt x="9857" y="622300"/>
                  </a:lnTo>
                  <a:close/>
                </a:path>
                <a:path w="12700" h="1470025">
                  <a:moveTo>
                    <a:pt x="9857" y="711200"/>
                  </a:moveTo>
                  <a:lnTo>
                    <a:pt x="2843" y="711200"/>
                  </a:lnTo>
                  <a:lnTo>
                    <a:pt x="0" y="714043"/>
                  </a:lnTo>
                  <a:lnTo>
                    <a:pt x="0" y="759157"/>
                  </a:lnTo>
                  <a:lnTo>
                    <a:pt x="2843" y="762000"/>
                  </a:lnTo>
                  <a:lnTo>
                    <a:pt x="9857" y="762000"/>
                  </a:lnTo>
                  <a:lnTo>
                    <a:pt x="12700" y="759157"/>
                  </a:lnTo>
                  <a:lnTo>
                    <a:pt x="12700" y="714043"/>
                  </a:lnTo>
                  <a:lnTo>
                    <a:pt x="9857" y="711200"/>
                  </a:lnTo>
                  <a:close/>
                </a:path>
                <a:path w="12700" h="1470025">
                  <a:moveTo>
                    <a:pt x="9857" y="800100"/>
                  </a:moveTo>
                  <a:lnTo>
                    <a:pt x="2843" y="800100"/>
                  </a:lnTo>
                  <a:lnTo>
                    <a:pt x="0" y="802943"/>
                  </a:lnTo>
                  <a:lnTo>
                    <a:pt x="0" y="848057"/>
                  </a:lnTo>
                  <a:lnTo>
                    <a:pt x="2843" y="850900"/>
                  </a:lnTo>
                  <a:lnTo>
                    <a:pt x="9857" y="850900"/>
                  </a:lnTo>
                  <a:lnTo>
                    <a:pt x="12700" y="848057"/>
                  </a:lnTo>
                  <a:lnTo>
                    <a:pt x="12700" y="802943"/>
                  </a:lnTo>
                  <a:lnTo>
                    <a:pt x="9857" y="800100"/>
                  </a:lnTo>
                  <a:close/>
                </a:path>
                <a:path w="12700" h="1470025">
                  <a:moveTo>
                    <a:pt x="9857" y="889000"/>
                  </a:moveTo>
                  <a:lnTo>
                    <a:pt x="2843" y="889000"/>
                  </a:lnTo>
                  <a:lnTo>
                    <a:pt x="0" y="891843"/>
                  </a:lnTo>
                  <a:lnTo>
                    <a:pt x="0" y="936957"/>
                  </a:lnTo>
                  <a:lnTo>
                    <a:pt x="2843" y="939800"/>
                  </a:lnTo>
                  <a:lnTo>
                    <a:pt x="9857" y="939800"/>
                  </a:lnTo>
                  <a:lnTo>
                    <a:pt x="12700" y="936957"/>
                  </a:lnTo>
                  <a:lnTo>
                    <a:pt x="12700" y="891843"/>
                  </a:lnTo>
                  <a:lnTo>
                    <a:pt x="9857" y="889000"/>
                  </a:lnTo>
                  <a:close/>
                </a:path>
                <a:path w="12700" h="1470025">
                  <a:moveTo>
                    <a:pt x="9857" y="977900"/>
                  </a:moveTo>
                  <a:lnTo>
                    <a:pt x="2843" y="977900"/>
                  </a:lnTo>
                  <a:lnTo>
                    <a:pt x="0" y="980743"/>
                  </a:lnTo>
                  <a:lnTo>
                    <a:pt x="0" y="1025857"/>
                  </a:lnTo>
                  <a:lnTo>
                    <a:pt x="2843" y="1028700"/>
                  </a:lnTo>
                  <a:lnTo>
                    <a:pt x="9857" y="1028700"/>
                  </a:lnTo>
                  <a:lnTo>
                    <a:pt x="12700" y="1025857"/>
                  </a:lnTo>
                  <a:lnTo>
                    <a:pt x="12700" y="980743"/>
                  </a:lnTo>
                  <a:lnTo>
                    <a:pt x="9857" y="977900"/>
                  </a:lnTo>
                  <a:close/>
                </a:path>
                <a:path w="12700" h="1470025">
                  <a:moveTo>
                    <a:pt x="9857" y="1066800"/>
                  </a:moveTo>
                  <a:lnTo>
                    <a:pt x="2843" y="1066800"/>
                  </a:lnTo>
                  <a:lnTo>
                    <a:pt x="0" y="1069643"/>
                  </a:lnTo>
                  <a:lnTo>
                    <a:pt x="0" y="1114757"/>
                  </a:lnTo>
                  <a:lnTo>
                    <a:pt x="2843" y="1117600"/>
                  </a:lnTo>
                  <a:lnTo>
                    <a:pt x="9857" y="1117600"/>
                  </a:lnTo>
                  <a:lnTo>
                    <a:pt x="12700" y="1114757"/>
                  </a:lnTo>
                  <a:lnTo>
                    <a:pt x="12700" y="1069643"/>
                  </a:lnTo>
                  <a:lnTo>
                    <a:pt x="9857" y="1066800"/>
                  </a:lnTo>
                  <a:close/>
                </a:path>
                <a:path w="12700" h="1470025">
                  <a:moveTo>
                    <a:pt x="9857" y="1155700"/>
                  </a:moveTo>
                  <a:lnTo>
                    <a:pt x="2843" y="1155700"/>
                  </a:lnTo>
                  <a:lnTo>
                    <a:pt x="0" y="1158543"/>
                  </a:lnTo>
                  <a:lnTo>
                    <a:pt x="1" y="1203657"/>
                  </a:lnTo>
                  <a:lnTo>
                    <a:pt x="2843" y="1206500"/>
                  </a:lnTo>
                  <a:lnTo>
                    <a:pt x="9857" y="1206500"/>
                  </a:lnTo>
                  <a:lnTo>
                    <a:pt x="12701" y="1203657"/>
                  </a:lnTo>
                  <a:lnTo>
                    <a:pt x="12700" y="1158543"/>
                  </a:lnTo>
                  <a:lnTo>
                    <a:pt x="9857" y="1155700"/>
                  </a:lnTo>
                  <a:close/>
                </a:path>
                <a:path w="12700" h="1470025">
                  <a:moveTo>
                    <a:pt x="9857" y="1244600"/>
                  </a:moveTo>
                  <a:lnTo>
                    <a:pt x="2843" y="1244600"/>
                  </a:lnTo>
                  <a:lnTo>
                    <a:pt x="1" y="1247443"/>
                  </a:lnTo>
                  <a:lnTo>
                    <a:pt x="1" y="1292557"/>
                  </a:lnTo>
                  <a:lnTo>
                    <a:pt x="2843" y="1295400"/>
                  </a:lnTo>
                  <a:lnTo>
                    <a:pt x="9857" y="1295400"/>
                  </a:lnTo>
                  <a:lnTo>
                    <a:pt x="12701" y="1292557"/>
                  </a:lnTo>
                  <a:lnTo>
                    <a:pt x="12701" y="1247443"/>
                  </a:lnTo>
                  <a:lnTo>
                    <a:pt x="9857" y="1244600"/>
                  </a:lnTo>
                  <a:close/>
                </a:path>
                <a:path w="12700" h="1470025">
                  <a:moveTo>
                    <a:pt x="9857" y="1333500"/>
                  </a:moveTo>
                  <a:lnTo>
                    <a:pt x="2843" y="1333500"/>
                  </a:lnTo>
                  <a:lnTo>
                    <a:pt x="1" y="1336343"/>
                  </a:lnTo>
                  <a:lnTo>
                    <a:pt x="1" y="1381457"/>
                  </a:lnTo>
                  <a:lnTo>
                    <a:pt x="2843" y="1384300"/>
                  </a:lnTo>
                  <a:lnTo>
                    <a:pt x="9857" y="1384300"/>
                  </a:lnTo>
                  <a:lnTo>
                    <a:pt x="12701" y="1381457"/>
                  </a:lnTo>
                  <a:lnTo>
                    <a:pt x="12701" y="1336343"/>
                  </a:lnTo>
                  <a:lnTo>
                    <a:pt x="9857" y="1333500"/>
                  </a:lnTo>
                  <a:close/>
                </a:path>
                <a:path w="12700" h="1470025">
                  <a:moveTo>
                    <a:pt x="9857" y="1422400"/>
                  </a:moveTo>
                  <a:lnTo>
                    <a:pt x="2843" y="1422400"/>
                  </a:lnTo>
                  <a:lnTo>
                    <a:pt x="1" y="1425243"/>
                  </a:lnTo>
                  <a:lnTo>
                    <a:pt x="1" y="1466815"/>
                  </a:lnTo>
                  <a:lnTo>
                    <a:pt x="2843" y="1469658"/>
                  </a:lnTo>
                  <a:lnTo>
                    <a:pt x="9857" y="1469658"/>
                  </a:lnTo>
                  <a:lnTo>
                    <a:pt x="12701" y="1466815"/>
                  </a:lnTo>
                  <a:lnTo>
                    <a:pt x="12701" y="1425243"/>
                  </a:lnTo>
                  <a:lnTo>
                    <a:pt x="9857" y="1422400"/>
                  </a:lnTo>
                  <a:close/>
                </a:path>
              </a:pathLst>
            </a:custGeom>
            <a:solidFill>
              <a:srgbClr val="FF0000">
                <a:alpha val="50199"/>
              </a:srgbClr>
            </a:solidFill>
          </p:spPr>
          <p:txBody>
            <a:bodyPr wrap="square" lIns="0" tIns="0" rIns="0" bIns="0" rtlCol="0"/>
            <a:lstStyle/>
            <a:p>
              <a:endParaRPr/>
            </a:p>
          </p:txBody>
        </p:sp>
        <p:sp>
          <p:nvSpPr>
            <p:cNvPr id="55" name="object 55"/>
            <p:cNvSpPr/>
            <p:nvPr/>
          </p:nvSpPr>
          <p:spPr>
            <a:xfrm>
              <a:off x="6172023" y="4447716"/>
              <a:ext cx="643890" cy="508000"/>
            </a:xfrm>
            <a:custGeom>
              <a:avLst/>
              <a:gdLst/>
              <a:ahLst/>
              <a:cxnLst/>
              <a:rect l="l" t="t" r="r" b="b"/>
              <a:pathLst>
                <a:path w="643890" h="508000">
                  <a:moveTo>
                    <a:pt x="0" y="508000"/>
                  </a:moveTo>
                  <a:lnTo>
                    <a:pt x="643433" y="0"/>
                  </a:lnTo>
                </a:path>
              </a:pathLst>
            </a:custGeom>
            <a:ln w="38100">
              <a:solidFill>
                <a:srgbClr val="0070C0"/>
              </a:solidFill>
            </a:ln>
          </p:spPr>
          <p:txBody>
            <a:bodyPr wrap="square" lIns="0" tIns="0" rIns="0" bIns="0" rtlCol="0"/>
            <a:lstStyle/>
            <a:p>
              <a:endParaRPr/>
            </a:p>
          </p:txBody>
        </p:sp>
        <p:sp>
          <p:nvSpPr>
            <p:cNvPr id="56" name="object 56"/>
            <p:cNvSpPr/>
            <p:nvPr/>
          </p:nvSpPr>
          <p:spPr>
            <a:xfrm>
              <a:off x="4793403" y="5765191"/>
              <a:ext cx="353695" cy="279400"/>
            </a:xfrm>
            <a:custGeom>
              <a:avLst/>
              <a:gdLst/>
              <a:ahLst/>
              <a:cxnLst/>
              <a:rect l="l" t="t" r="r" b="b"/>
              <a:pathLst>
                <a:path w="353695" h="279400">
                  <a:moveTo>
                    <a:pt x="353340" y="0"/>
                  </a:moveTo>
                  <a:lnTo>
                    <a:pt x="0" y="278967"/>
                  </a:lnTo>
                </a:path>
              </a:pathLst>
            </a:custGeom>
            <a:ln w="15875">
              <a:solidFill>
                <a:srgbClr val="0070C0"/>
              </a:solidFill>
            </a:ln>
          </p:spPr>
          <p:txBody>
            <a:bodyPr wrap="square" lIns="0" tIns="0" rIns="0" bIns="0" rtlCol="0"/>
            <a:lstStyle/>
            <a:p>
              <a:endParaRPr/>
            </a:p>
          </p:txBody>
        </p:sp>
        <p:sp>
          <p:nvSpPr>
            <p:cNvPr id="57" name="object 57"/>
            <p:cNvSpPr/>
            <p:nvPr/>
          </p:nvSpPr>
          <p:spPr>
            <a:xfrm>
              <a:off x="3496734" y="4836129"/>
              <a:ext cx="855344" cy="120014"/>
            </a:xfrm>
            <a:custGeom>
              <a:avLst/>
              <a:gdLst/>
              <a:ahLst/>
              <a:cxnLst/>
              <a:rect l="l" t="t" r="r" b="b"/>
              <a:pathLst>
                <a:path w="855345" h="120014">
                  <a:moveTo>
                    <a:pt x="0" y="0"/>
                  </a:moveTo>
                  <a:lnTo>
                    <a:pt x="855138" y="119587"/>
                  </a:lnTo>
                </a:path>
              </a:pathLst>
            </a:custGeom>
            <a:ln w="25400">
              <a:solidFill>
                <a:srgbClr val="00B050"/>
              </a:solidFill>
            </a:ln>
          </p:spPr>
          <p:txBody>
            <a:bodyPr wrap="square" lIns="0" tIns="0" rIns="0" bIns="0" rtlCol="0"/>
            <a:lstStyle/>
            <a:p>
              <a:endParaRPr/>
            </a:p>
          </p:txBody>
        </p:sp>
        <p:sp>
          <p:nvSpPr>
            <p:cNvPr id="58" name="object 58"/>
            <p:cNvSpPr/>
            <p:nvPr/>
          </p:nvSpPr>
          <p:spPr>
            <a:xfrm>
              <a:off x="8304706" y="5506519"/>
              <a:ext cx="809625" cy="115570"/>
            </a:xfrm>
            <a:custGeom>
              <a:avLst/>
              <a:gdLst/>
              <a:ahLst/>
              <a:cxnLst/>
              <a:rect l="l" t="t" r="r" b="b"/>
              <a:pathLst>
                <a:path w="809625" h="115570">
                  <a:moveTo>
                    <a:pt x="0" y="0"/>
                  </a:moveTo>
                  <a:lnTo>
                    <a:pt x="809421" y="115177"/>
                  </a:lnTo>
                </a:path>
              </a:pathLst>
            </a:custGeom>
            <a:ln w="25400">
              <a:solidFill>
                <a:srgbClr val="00B050"/>
              </a:solidFill>
            </a:ln>
          </p:spPr>
          <p:txBody>
            <a:bodyPr wrap="square" lIns="0" tIns="0" rIns="0" bIns="0" rtlCol="0"/>
            <a:lstStyle/>
            <a:p>
              <a:endParaRPr/>
            </a:p>
          </p:txBody>
        </p:sp>
        <p:sp>
          <p:nvSpPr>
            <p:cNvPr id="59" name="object 59"/>
            <p:cNvSpPr/>
            <p:nvPr/>
          </p:nvSpPr>
          <p:spPr>
            <a:xfrm>
              <a:off x="5916752" y="4043726"/>
              <a:ext cx="0" cy="404495"/>
            </a:xfrm>
            <a:custGeom>
              <a:avLst/>
              <a:gdLst/>
              <a:ahLst/>
              <a:cxnLst/>
              <a:rect l="l" t="t" r="r" b="b"/>
              <a:pathLst>
                <a:path h="404495">
                  <a:moveTo>
                    <a:pt x="0" y="0"/>
                  </a:moveTo>
                  <a:lnTo>
                    <a:pt x="1" y="403990"/>
                  </a:lnTo>
                </a:path>
              </a:pathLst>
            </a:custGeom>
            <a:ln w="25400">
              <a:solidFill>
                <a:srgbClr val="FF0000"/>
              </a:solidFill>
            </a:ln>
          </p:spPr>
          <p:txBody>
            <a:bodyPr wrap="square" lIns="0" tIns="0" rIns="0" bIns="0" rtlCol="0"/>
            <a:lstStyle/>
            <a:p>
              <a:endParaRPr/>
            </a:p>
          </p:txBody>
        </p:sp>
        <p:sp>
          <p:nvSpPr>
            <p:cNvPr id="60" name="object 60"/>
            <p:cNvSpPr/>
            <p:nvPr/>
          </p:nvSpPr>
          <p:spPr>
            <a:xfrm>
              <a:off x="5916752" y="5904674"/>
              <a:ext cx="0" cy="514350"/>
            </a:xfrm>
            <a:custGeom>
              <a:avLst/>
              <a:gdLst/>
              <a:ahLst/>
              <a:cxnLst/>
              <a:rect l="l" t="t" r="r" b="b"/>
              <a:pathLst>
                <a:path h="514350">
                  <a:moveTo>
                    <a:pt x="0" y="513834"/>
                  </a:moveTo>
                  <a:lnTo>
                    <a:pt x="1" y="0"/>
                  </a:lnTo>
                </a:path>
              </a:pathLst>
            </a:custGeom>
            <a:ln w="25400">
              <a:solidFill>
                <a:srgbClr val="FF0000"/>
              </a:solidFill>
            </a:ln>
          </p:spPr>
          <p:txBody>
            <a:bodyPr wrap="square" lIns="0" tIns="0" rIns="0" bIns="0" rtlCol="0"/>
            <a:lstStyle/>
            <a:p>
              <a:endParaRPr/>
            </a:p>
          </p:txBody>
        </p:sp>
        <p:sp>
          <p:nvSpPr>
            <p:cNvPr id="61" name="object 61"/>
            <p:cNvSpPr/>
            <p:nvPr/>
          </p:nvSpPr>
          <p:spPr>
            <a:xfrm>
              <a:off x="4788575" y="6093743"/>
              <a:ext cx="736600" cy="278130"/>
            </a:xfrm>
            <a:custGeom>
              <a:avLst/>
              <a:gdLst/>
              <a:ahLst/>
              <a:cxnLst/>
              <a:rect l="l" t="t" r="r" b="b"/>
              <a:pathLst>
                <a:path w="736600" h="278129">
                  <a:moveTo>
                    <a:pt x="38130" y="201892"/>
                  </a:moveTo>
                  <a:lnTo>
                    <a:pt x="23096" y="204906"/>
                  </a:lnTo>
                  <a:lnTo>
                    <a:pt x="23236" y="204906"/>
                  </a:lnTo>
                  <a:lnTo>
                    <a:pt x="11125" y="213087"/>
                  </a:lnTo>
                  <a:lnTo>
                    <a:pt x="2973" y="225209"/>
                  </a:lnTo>
                  <a:lnTo>
                    <a:pt x="683" y="236476"/>
                  </a:lnTo>
                  <a:lnTo>
                    <a:pt x="0" y="240043"/>
                  </a:lnTo>
                  <a:lnTo>
                    <a:pt x="1275" y="246403"/>
                  </a:lnTo>
                  <a:lnTo>
                    <a:pt x="3016" y="254869"/>
                  </a:lnTo>
                  <a:lnTo>
                    <a:pt x="11209" y="266969"/>
                  </a:lnTo>
                  <a:lnTo>
                    <a:pt x="23260" y="275118"/>
                  </a:lnTo>
                  <a:lnTo>
                    <a:pt x="23397" y="275118"/>
                  </a:lnTo>
                  <a:lnTo>
                    <a:pt x="38027" y="278092"/>
                  </a:lnTo>
                  <a:lnTo>
                    <a:pt x="73164" y="254869"/>
                  </a:lnTo>
                  <a:lnTo>
                    <a:pt x="74885" y="246403"/>
                  </a:lnTo>
                  <a:lnTo>
                    <a:pt x="34628" y="246403"/>
                  </a:lnTo>
                  <a:lnTo>
                    <a:pt x="31724" y="243490"/>
                  </a:lnTo>
                  <a:lnTo>
                    <a:pt x="31733" y="236476"/>
                  </a:lnTo>
                  <a:lnTo>
                    <a:pt x="34526" y="233691"/>
                  </a:lnTo>
                  <a:lnTo>
                    <a:pt x="74904" y="233691"/>
                  </a:lnTo>
                  <a:lnTo>
                    <a:pt x="73204" y="225209"/>
                  </a:lnTo>
                  <a:lnTo>
                    <a:pt x="65055" y="213087"/>
                  </a:lnTo>
                  <a:lnTo>
                    <a:pt x="52956" y="204906"/>
                  </a:lnTo>
                  <a:lnTo>
                    <a:pt x="38130" y="201892"/>
                  </a:lnTo>
                  <a:close/>
                </a:path>
                <a:path w="736600" h="278129">
                  <a:moveTo>
                    <a:pt x="74904" y="233691"/>
                  </a:moveTo>
                  <a:lnTo>
                    <a:pt x="76178" y="240043"/>
                  </a:lnTo>
                  <a:lnTo>
                    <a:pt x="74885" y="246403"/>
                  </a:lnTo>
                  <a:lnTo>
                    <a:pt x="249311" y="246626"/>
                  </a:lnTo>
                  <a:lnTo>
                    <a:pt x="250298" y="246403"/>
                  </a:lnTo>
                  <a:lnTo>
                    <a:pt x="274390" y="234574"/>
                  </a:lnTo>
                  <a:lnTo>
                    <a:pt x="245575" y="234574"/>
                  </a:lnTo>
                  <a:lnTo>
                    <a:pt x="246899" y="233924"/>
                  </a:lnTo>
                  <a:lnTo>
                    <a:pt x="248382" y="233924"/>
                  </a:lnTo>
                  <a:lnTo>
                    <a:pt x="74904" y="233691"/>
                  </a:lnTo>
                  <a:close/>
                </a:path>
                <a:path w="736600" h="278129">
                  <a:moveTo>
                    <a:pt x="74904" y="233691"/>
                  </a:moveTo>
                  <a:lnTo>
                    <a:pt x="34526" y="233691"/>
                  </a:lnTo>
                  <a:lnTo>
                    <a:pt x="31733" y="236476"/>
                  </a:lnTo>
                  <a:lnTo>
                    <a:pt x="31724" y="243490"/>
                  </a:lnTo>
                  <a:lnTo>
                    <a:pt x="34628" y="246403"/>
                  </a:lnTo>
                  <a:lnTo>
                    <a:pt x="74885" y="246403"/>
                  </a:lnTo>
                  <a:lnTo>
                    <a:pt x="76178" y="240043"/>
                  </a:lnTo>
                  <a:lnTo>
                    <a:pt x="74951" y="233924"/>
                  </a:lnTo>
                  <a:lnTo>
                    <a:pt x="74904" y="233691"/>
                  </a:lnTo>
                  <a:close/>
                </a:path>
                <a:path w="736600" h="278129">
                  <a:moveTo>
                    <a:pt x="665274" y="28499"/>
                  </a:moveTo>
                  <a:lnTo>
                    <a:pt x="245575" y="234574"/>
                  </a:lnTo>
                  <a:lnTo>
                    <a:pt x="248382" y="233924"/>
                  </a:lnTo>
                  <a:lnTo>
                    <a:pt x="275713" y="233924"/>
                  </a:lnTo>
                  <a:lnTo>
                    <a:pt x="670871" y="39899"/>
                  </a:lnTo>
                  <a:lnTo>
                    <a:pt x="665274" y="28499"/>
                  </a:lnTo>
                  <a:close/>
                </a:path>
                <a:path w="736600" h="278129">
                  <a:moveTo>
                    <a:pt x="275713" y="233924"/>
                  </a:moveTo>
                  <a:lnTo>
                    <a:pt x="248382" y="233924"/>
                  </a:lnTo>
                  <a:lnTo>
                    <a:pt x="245575" y="234574"/>
                  </a:lnTo>
                  <a:lnTo>
                    <a:pt x="274390" y="234574"/>
                  </a:lnTo>
                  <a:lnTo>
                    <a:pt x="275713" y="233924"/>
                  </a:lnTo>
                  <a:close/>
                </a:path>
                <a:path w="736600" h="278129">
                  <a:moveTo>
                    <a:pt x="720681" y="21356"/>
                  </a:moveTo>
                  <a:lnTo>
                    <a:pt x="679821" y="21356"/>
                  </a:lnTo>
                  <a:lnTo>
                    <a:pt x="683626" y="22655"/>
                  </a:lnTo>
                  <a:lnTo>
                    <a:pt x="686719" y="28951"/>
                  </a:lnTo>
                  <a:lnTo>
                    <a:pt x="685420" y="32756"/>
                  </a:lnTo>
                  <a:lnTo>
                    <a:pt x="670871" y="39899"/>
                  </a:lnTo>
                  <a:lnTo>
                    <a:pt x="684865" y="68399"/>
                  </a:lnTo>
                  <a:lnTo>
                    <a:pt x="720681" y="21356"/>
                  </a:lnTo>
                  <a:close/>
                </a:path>
                <a:path w="736600" h="278129">
                  <a:moveTo>
                    <a:pt x="679821" y="21356"/>
                  </a:moveTo>
                  <a:lnTo>
                    <a:pt x="665274" y="28499"/>
                  </a:lnTo>
                  <a:lnTo>
                    <a:pt x="670871" y="39899"/>
                  </a:lnTo>
                  <a:lnTo>
                    <a:pt x="685420" y="32756"/>
                  </a:lnTo>
                  <a:lnTo>
                    <a:pt x="686719" y="28951"/>
                  </a:lnTo>
                  <a:lnTo>
                    <a:pt x="683626" y="22655"/>
                  </a:lnTo>
                  <a:lnTo>
                    <a:pt x="679821" y="21356"/>
                  </a:lnTo>
                  <a:close/>
                </a:path>
                <a:path w="736600" h="278129">
                  <a:moveTo>
                    <a:pt x="651281" y="0"/>
                  </a:moveTo>
                  <a:lnTo>
                    <a:pt x="665274" y="28499"/>
                  </a:lnTo>
                  <a:lnTo>
                    <a:pt x="679821" y="21356"/>
                  </a:lnTo>
                  <a:lnTo>
                    <a:pt x="720681" y="21356"/>
                  </a:lnTo>
                  <a:lnTo>
                    <a:pt x="736472" y="615"/>
                  </a:lnTo>
                  <a:lnTo>
                    <a:pt x="651281" y="0"/>
                  </a:lnTo>
                  <a:close/>
                </a:path>
              </a:pathLst>
            </a:custGeom>
            <a:solidFill>
              <a:srgbClr val="7F7F7F"/>
            </a:solidFill>
          </p:spPr>
          <p:txBody>
            <a:bodyPr wrap="square" lIns="0" tIns="0" rIns="0" bIns="0" rtlCol="0"/>
            <a:lstStyle/>
            <a:p>
              <a:endParaRPr/>
            </a:p>
          </p:txBody>
        </p:sp>
      </p:grpSp>
      <p:sp>
        <p:nvSpPr>
          <p:cNvPr id="62" name="object 62"/>
          <p:cNvSpPr txBox="1"/>
          <p:nvPr/>
        </p:nvSpPr>
        <p:spPr>
          <a:xfrm>
            <a:off x="3482945" y="6264306"/>
            <a:ext cx="1332230" cy="372110"/>
          </a:xfrm>
          <a:prstGeom prst="rect">
            <a:avLst/>
          </a:prstGeom>
          <a:ln w="12700">
            <a:solidFill>
              <a:srgbClr val="7F7F7F"/>
            </a:solidFill>
          </a:ln>
        </p:spPr>
        <p:txBody>
          <a:bodyPr vert="horz" wrap="square" lIns="0" tIns="97790" rIns="0" bIns="0" rtlCol="0">
            <a:spAutoFit/>
          </a:bodyPr>
          <a:lstStyle/>
          <a:p>
            <a:pPr marL="90805">
              <a:lnSpc>
                <a:spcPct val="100000"/>
              </a:lnSpc>
              <a:spcBef>
                <a:spcPts val="770"/>
              </a:spcBef>
            </a:pPr>
            <a:r>
              <a:rPr sz="1000" dirty="0">
                <a:solidFill>
                  <a:srgbClr val="595959"/>
                </a:solidFill>
                <a:latin typeface="Corbel"/>
                <a:cs typeface="Corbel"/>
              </a:rPr>
              <a:t>Main</a:t>
            </a:r>
            <a:r>
              <a:rPr sz="1000" spc="175"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63" name="object 63"/>
          <p:cNvSpPr/>
          <p:nvPr/>
        </p:nvSpPr>
        <p:spPr>
          <a:xfrm>
            <a:off x="8117764" y="3961695"/>
            <a:ext cx="554990" cy="856615"/>
          </a:xfrm>
          <a:custGeom>
            <a:avLst/>
            <a:gdLst/>
            <a:ahLst/>
            <a:cxnLst/>
            <a:rect l="l" t="t" r="r" b="b"/>
            <a:pathLst>
              <a:path w="554990" h="856614">
                <a:moveTo>
                  <a:pt x="0" y="771372"/>
                </a:moveTo>
                <a:lnTo>
                  <a:pt x="9837" y="855996"/>
                </a:lnTo>
                <a:lnTo>
                  <a:pt x="65191" y="803466"/>
                </a:lnTo>
                <a:lnTo>
                  <a:pt x="32618" y="803466"/>
                </a:lnTo>
                <a:lnTo>
                  <a:pt x="26024" y="801075"/>
                </a:lnTo>
                <a:lnTo>
                  <a:pt x="24321" y="797432"/>
                </a:lnTo>
                <a:lnTo>
                  <a:pt x="29847" y="782197"/>
                </a:lnTo>
                <a:lnTo>
                  <a:pt x="0" y="771372"/>
                </a:lnTo>
                <a:close/>
              </a:path>
              <a:path w="554990" h="856614">
                <a:moveTo>
                  <a:pt x="29847" y="782197"/>
                </a:moveTo>
                <a:lnTo>
                  <a:pt x="24321" y="797432"/>
                </a:lnTo>
                <a:lnTo>
                  <a:pt x="26024" y="801075"/>
                </a:lnTo>
                <a:lnTo>
                  <a:pt x="32618" y="803466"/>
                </a:lnTo>
                <a:lnTo>
                  <a:pt x="36261" y="801763"/>
                </a:lnTo>
                <a:lnTo>
                  <a:pt x="41786" y="786527"/>
                </a:lnTo>
                <a:lnTo>
                  <a:pt x="29847" y="782197"/>
                </a:lnTo>
                <a:close/>
              </a:path>
              <a:path w="554990" h="856614">
                <a:moveTo>
                  <a:pt x="41786" y="786527"/>
                </a:moveTo>
                <a:lnTo>
                  <a:pt x="36261" y="801763"/>
                </a:lnTo>
                <a:lnTo>
                  <a:pt x="32618" y="803466"/>
                </a:lnTo>
                <a:lnTo>
                  <a:pt x="65191" y="803466"/>
                </a:lnTo>
                <a:lnTo>
                  <a:pt x="71550" y="797432"/>
                </a:lnTo>
                <a:lnTo>
                  <a:pt x="71854" y="797432"/>
                </a:lnTo>
                <a:lnTo>
                  <a:pt x="41786" y="786527"/>
                </a:lnTo>
                <a:close/>
              </a:path>
              <a:path w="554990" h="856614">
                <a:moveTo>
                  <a:pt x="479575" y="31799"/>
                </a:moveTo>
                <a:lnTo>
                  <a:pt x="303691" y="32035"/>
                </a:lnTo>
                <a:lnTo>
                  <a:pt x="301310" y="33708"/>
                </a:lnTo>
                <a:lnTo>
                  <a:pt x="29847" y="782197"/>
                </a:lnTo>
                <a:lnTo>
                  <a:pt x="41786" y="786527"/>
                </a:lnTo>
                <a:lnTo>
                  <a:pt x="310821" y="44731"/>
                </a:lnTo>
                <a:lnTo>
                  <a:pt x="306377" y="44731"/>
                </a:lnTo>
                <a:lnTo>
                  <a:pt x="312338" y="40547"/>
                </a:lnTo>
                <a:lnTo>
                  <a:pt x="478789" y="40547"/>
                </a:lnTo>
                <a:lnTo>
                  <a:pt x="478302" y="38150"/>
                </a:lnTo>
                <a:lnTo>
                  <a:pt x="479528" y="32035"/>
                </a:lnTo>
                <a:lnTo>
                  <a:pt x="479575" y="31799"/>
                </a:lnTo>
                <a:close/>
              </a:path>
              <a:path w="554990" h="856614">
                <a:moveTo>
                  <a:pt x="516351" y="0"/>
                </a:moveTo>
                <a:lnTo>
                  <a:pt x="501525" y="3013"/>
                </a:lnTo>
                <a:lnTo>
                  <a:pt x="489425" y="11195"/>
                </a:lnTo>
                <a:lnTo>
                  <a:pt x="481276" y="23316"/>
                </a:lnTo>
                <a:lnTo>
                  <a:pt x="478302" y="38150"/>
                </a:lnTo>
                <a:lnTo>
                  <a:pt x="481316" y="52977"/>
                </a:lnTo>
                <a:lnTo>
                  <a:pt x="489497" y="65076"/>
                </a:lnTo>
                <a:lnTo>
                  <a:pt x="501619" y="73225"/>
                </a:lnTo>
                <a:lnTo>
                  <a:pt x="516453" y="76200"/>
                </a:lnTo>
                <a:lnTo>
                  <a:pt x="531084" y="73225"/>
                </a:lnTo>
                <a:lnTo>
                  <a:pt x="531220" y="73225"/>
                </a:lnTo>
                <a:lnTo>
                  <a:pt x="543272" y="65076"/>
                </a:lnTo>
                <a:lnTo>
                  <a:pt x="551464" y="52977"/>
                </a:lnTo>
                <a:lnTo>
                  <a:pt x="553162" y="44731"/>
                </a:lnTo>
                <a:lnTo>
                  <a:pt x="553209" y="44499"/>
                </a:lnTo>
                <a:lnTo>
                  <a:pt x="519863" y="44499"/>
                </a:lnTo>
                <a:lnTo>
                  <a:pt x="522757" y="41598"/>
                </a:lnTo>
                <a:lnTo>
                  <a:pt x="522747" y="34584"/>
                </a:lnTo>
                <a:lnTo>
                  <a:pt x="519955" y="31799"/>
                </a:lnTo>
                <a:lnTo>
                  <a:pt x="553231" y="31799"/>
                </a:lnTo>
                <a:lnTo>
                  <a:pt x="551507" y="23316"/>
                </a:lnTo>
                <a:lnTo>
                  <a:pt x="543355" y="11195"/>
                </a:lnTo>
                <a:lnTo>
                  <a:pt x="531244" y="3013"/>
                </a:lnTo>
                <a:lnTo>
                  <a:pt x="531383" y="3013"/>
                </a:lnTo>
                <a:lnTo>
                  <a:pt x="516351" y="0"/>
                </a:lnTo>
                <a:close/>
              </a:path>
              <a:path w="554990" h="856614">
                <a:moveTo>
                  <a:pt x="312338" y="40547"/>
                </a:moveTo>
                <a:lnTo>
                  <a:pt x="306377" y="44731"/>
                </a:lnTo>
                <a:lnTo>
                  <a:pt x="310821" y="44731"/>
                </a:lnTo>
                <a:lnTo>
                  <a:pt x="312338" y="40547"/>
                </a:lnTo>
                <a:close/>
              </a:path>
              <a:path w="554990" h="856614">
                <a:moveTo>
                  <a:pt x="478789" y="40547"/>
                </a:moveTo>
                <a:lnTo>
                  <a:pt x="312338" y="40547"/>
                </a:lnTo>
                <a:lnTo>
                  <a:pt x="310905" y="44499"/>
                </a:lnTo>
                <a:lnTo>
                  <a:pt x="310821" y="44731"/>
                </a:lnTo>
                <a:lnTo>
                  <a:pt x="306377" y="44731"/>
                </a:lnTo>
                <a:lnTo>
                  <a:pt x="479592" y="44499"/>
                </a:lnTo>
                <a:lnTo>
                  <a:pt x="478789" y="40547"/>
                </a:lnTo>
                <a:close/>
              </a:path>
              <a:path w="554990" h="856614">
                <a:moveTo>
                  <a:pt x="553231" y="31799"/>
                </a:moveTo>
                <a:lnTo>
                  <a:pt x="519955" y="31799"/>
                </a:lnTo>
                <a:lnTo>
                  <a:pt x="522747" y="34584"/>
                </a:lnTo>
                <a:lnTo>
                  <a:pt x="522757" y="41598"/>
                </a:lnTo>
                <a:lnTo>
                  <a:pt x="519863" y="44499"/>
                </a:lnTo>
                <a:lnTo>
                  <a:pt x="553209" y="44499"/>
                </a:lnTo>
                <a:lnTo>
                  <a:pt x="554481" y="38150"/>
                </a:lnTo>
                <a:lnTo>
                  <a:pt x="553798" y="34584"/>
                </a:lnTo>
                <a:lnTo>
                  <a:pt x="553279" y="32035"/>
                </a:lnTo>
                <a:lnTo>
                  <a:pt x="553231" y="31799"/>
                </a:lnTo>
                <a:close/>
              </a:path>
            </a:pathLst>
          </a:custGeom>
          <a:solidFill>
            <a:srgbClr val="7F7F7F"/>
          </a:solidFill>
        </p:spPr>
        <p:txBody>
          <a:bodyPr wrap="square" lIns="0" tIns="0" rIns="0" bIns="0" rtlCol="0"/>
          <a:lstStyle/>
          <a:p>
            <a:endParaRPr/>
          </a:p>
        </p:txBody>
      </p:sp>
      <p:sp>
        <p:nvSpPr>
          <p:cNvPr id="64" name="object 64"/>
          <p:cNvSpPr txBox="1"/>
          <p:nvPr/>
        </p:nvSpPr>
        <p:spPr>
          <a:xfrm>
            <a:off x="8645861" y="3930365"/>
            <a:ext cx="1330960" cy="372110"/>
          </a:xfrm>
          <a:prstGeom prst="rect">
            <a:avLst/>
          </a:prstGeom>
          <a:ln w="12700">
            <a:solidFill>
              <a:srgbClr val="7F7F7F"/>
            </a:solidFill>
          </a:ln>
        </p:spPr>
        <p:txBody>
          <a:bodyPr vert="horz" wrap="square" lIns="0" tIns="97155" rIns="0" bIns="0" rtlCol="0">
            <a:spAutoFit/>
          </a:bodyPr>
          <a:lstStyle/>
          <a:p>
            <a:pPr marL="90805">
              <a:lnSpc>
                <a:spcPct val="100000"/>
              </a:lnSpc>
              <a:spcBef>
                <a:spcPts val="765"/>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sp>
        <p:nvSpPr>
          <p:cNvPr id="65" name="object 65"/>
          <p:cNvSpPr/>
          <p:nvPr/>
        </p:nvSpPr>
        <p:spPr>
          <a:xfrm>
            <a:off x="8318630" y="4563873"/>
            <a:ext cx="349885" cy="565785"/>
          </a:xfrm>
          <a:custGeom>
            <a:avLst/>
            <a:gdLst/>
            <a:ahLst/>
            <a:cxnLst/>
            <a:rect l="l" t="t" r="r" b="b"/>
            <a:pathLst>
              <a:path w="349884" h="565785">
                <a:moveTo>
                  <a:pt x="0" y="485001"/>
                </a:moveTo>
                <a:lnTo>
                  <a:pt x="27081" y="565776"/>
                </a:lnTo>
                <a:lnTo>
                  <a:pt x="65776" y="509676"/>
                </a:lnTo>
                <a:lnTo>
                  <a:pt x="38538" y="509676"/>
                </a:lnTo>
                <a:lnTo>
                  <a:pt x="31592" y="508697"/>
                </a:lnTo>
                <a:lnTo>
                  <a:pt x="29174" y="505484"/>
                </a:lnTo>
                <a:lnTo>
                  <a:pt x="31438" y="489436"/>
                </a:lnTo>
                <a:lnTo>
                  <a:pt x="0" y="485001"/>
                </a:lnTo>
                <a:close/>
              </a:path>
              <a:path w="349884" h="565785">
                <a:moveTo>
                  <a:pt x="31438" y="489436"/>
                </a:moveTo>
                <a:lnTo>
                  <a:pt x="29174" y="505484"/>
                </a:lnTo>
                <a:lnTo>
                  <a:pt x="31592" y="508697"/>
                </a:lnTo>
                <a:lnTo>
                  <a:pt x="38538" y="509676"/>
                </a:lnTo>
                <a:lnTo>
                  <a:pt x="41749" y="507258"/>
                </a:lnTo>
                <a:lnTo>
                  <a:pt x="44013" y="491211"/>
                </a:lnTo>
                <a:lnTo>
                  <a:pt x="31438" y="489436"/>
                </a:lnTo>
                <a:close/>
              </a:path>
              <a:path w="349884" h="565785">
                <a:moveTo>
                  <a:pt x="44013" y="491211"/>
                </a:moveTo>
                <a:lnTo>
                  <a:pt x="41749" y="507258"/>
                </a:lnTo>
                <a:lnTo>
                  <a:pt x="38538" y="509676"/>
                </a:lnTo>
                <a:lnTo>
                  <a:pt x="65776" y="509676"/>
                </a:lnTo>
                <a:lnTo>
                  <a:pt x="75453" y="495646"/>
                </a:lnTo>
                <a:lnTo>
                  <a:pt x="44013" y="491211"/>
                </a:lnTo>
                <a:close/>
              </a:path>
              <a:path w="349884" h="565785">
                <a:moveTo>
                  <a:pt x="274693" y="31799"/>
                </a:moveTo>
                <a:lnTo>
                  <a:pt x="98317" y="32037"/>
                </a:lnTo>
                <a:lnTo>
                  <a:pt x="95641" y="34364"/>
                </a:lnTo>
                <a:lnTo>
                  <a:pt x="31438" y="489436"/>
                </a:lnTo>
                <a:lnTo>
                  <a:pt x="44013" y="491211"/>
                </a:lnTo>
                <a:lnTo>
                  <a:pt x="107003" y="44733"/>
                </a:lnTo>
                <a:lnTo>
                  <a:pt x="101495" y="44733"/>
                </a:lnTo>
                <a:lnTo>
                  <a:pt x="107774" y="39269"/>
                </a:lnTo>
                <a:lnTo>
                  <a:pt x="273646" y="39269"/>
                </a:lnTo>
                <a:lnTo>
                  <a:pt x="273419" y="38152"/>
                </a:lnTo>
                <a:lnTo>
                  <a:pt x="274645" y="32037"/>
                </a:lnTo>
                <a:lnTo>
                  <a:pt x="274693" y="31799"/>
                </a:lnTo>
                <a:close/>
              </a:path>
              <a:path w="349884" h="565785">
                <a:moveTo>
                  <a:pt x="311468" y="0"/>
                </a:moveTo>
                <a:lnTo>
                  <a:pt x="296642" y="3014"/>
                </a:lnTo>
                <a:lnTo>
                  <a:pt x="284542" y="11196"/>
                </a:lnTo>
                <a:lnTo>
                  <a:pt x="276393" y="23317"/>
                </a:lnTo>
                <a:lnTo>
                  <a:pt x="273419" y="38152"/>
                </a:lnTo>
                <a:lnTo>
                  <a:pt x="276433" y="52977"/>
                </a:lnTo>
                <a:lnTo>
                  <a:pt x="284614" y="65077"/>
                </a:lnTo>
                <a:lnTo>
                  <a:pt x="296736" y="73226"/>
                </a:lnTo>
                <a:lnTo>
                  <a:pt x="311570" y="76200"/>
                </a:lnTo>
                <a:lnTo>
                  <a:pt x="326200" y="73226"/>
                </a:lnTo>
                <a:lnTo>
                  <a:pt x="326337" y="73226"/>
                </a:lnTo>
                <a:lnTo>
                  <a:pt x="338389" y="65077"/>
                </a:lnTo>
                <a:lnTo>
                  <a:pt x="346581" y="52977"/>
                </a:lnTo>
                <a:lnTo>
                  <a:pt x="348279" y="44733"/>
                </a:lnTo>
                <a:lnTo>
                  <a:pt x="348326" y="44499"/>
                </a:lnTo>
                <a:lnTo>
                  <a:pt x="314981" y="44499"/>
                </a:lnTo>
                <a:lnTo>
                  <a:pt x="317874" y="41598"/>
                </a:lnTo>
                <a:lnTo>
                  <a:pt x="317864" y="34584"/>
                </a:lnTo>
                <a:lnTo>
                  <a:pt x="315071" y="31799"/>
                </a:lnTo>
                <a:lnTo>
                  <a:pt x="348349" y="31799"/>
                </a:lnTo>
                <a:lnTo>
                  <a:pt x="346624" y="23317"/>
                </a:lnTo>
                <a:lnTo>
                  <a:pt x="338473" y="11196"/>
                </a:lnTo>
                <a:lnTo>
                  <a:pt x="326362" y="3014"/>
                </a:lnTo>
                <a:lnTo>
                  <a:pt x="326503" y="3014"/>
                </a:lnTo>
                <a:lnTo>
                  <a:pt x="311468" y="0"/>
                </a:lnTo>
                <a:close/>
              </a:path>
              <a:path w="349884" h="565785">
                <a:moveTo>
                  <a:pt x="107774" y="39269"/>
                </a:moveTo>
                <a:lnTo>
                  <a:pt x="101495" y="44733"/>
                </a:lnTo>
                <a:lnTo>
                  <a:pt x="107003" y="44733"/>
                </a:lnTo>
                <a:lnTo>
                  <a:pt x="107774" y="39269"/>
                </a:lnTo>
                <a:close/>
              </a:path>
              <a:path w="349884" h="565785">
                <a:moveTo>
                  <a:pt x="273646" y="39269"/>
                </a:moveTo>
                <a:lnTo>
                  <a:pt x="107774" y="39269"/>
                </a:lnTo>
                <a:lnTo>
                  <a:pt x="107036" y="44499"/>
                </a:lnTo>
                <a:lnTo>
                  <a:pt x="107003" y="44733"/>
                </a:lnTo>
                <a:lnTo>
                  <a:pt x="101495" y="44733"/>
                </a:lnTo>
                <a:lnTo>
                  <a:pt x="274709" y="44499"/>
                </a:lnTo>
                <a:lnTo>
                  <a:pt x="273646" y="39269"/>
                </a:lnTo>
                <a:close/>
              </a:path>
              <a:path w="349884" h="565785">
                <a:moveTo>
                  <a:pt x="348349" y="31799"/>
                </a:moveTo>
                <a:lnTo>
                  <a:pt x="315071" y="31799"/>
                </a:lnTo>
                <a:lnTo>
                  <a:pt x="317864" y="34584"/>
                </a:lnTo>
                <a:lnTo>
                  <a:pt x="317874" y="41598"/>
                </a:lnTo>
                <a:lnTo>
                  <a:pt x="314981" y="44499"/>
                </a:lnTo>
                <a:lnTo>
                  <a:pt x="348326" y="44499"/>
                </a:lnTo>
                <a:lnTo>
                  <a:pt x="349598" y="38152"/>
                </a:lnTo>
                <a:lnTo>
                  <a:pt x="348915" y="34584"/>
                </a:lnTo>
                <a:lnTo>
                  <a:pt x="348397" y="32037"/>
                </a:lnTo>
                <a:lnTo>
                  <a:pt x="348349" y="31799"/>
                </a:lnTo>
                <a:close/>
              </a:path>
            </a:pathLst>
          </a:custGeom>
          <a:solidFill>
            <a:srgbClr val="7F7F7F"/>
          </a:solidFill>
        </p:spPr>
        <p:txBody>
          <a:bodyPr wrap="square" lIns="0" tIns="0" rIns="0" bIns="0" rtlCol="0"/>
          <a:lstStyle/>
          <a:p>
            <a:endParaRPr/>
          </a:p>
        </p:txBody>
      </p:sp>
      <p:sp>
        <p:nvSpPr>
          <p:cNvPr id="66" name="object 66"/>
          <p:cNvSpPr txBox="1"/>
          <p:nvPr/>
        </p:nvSpPr>
        <p:spPr>
          <a:xfrm>
            <a:off x="8641844" y="4532543"/>
            <a:ext cx="1330960" cy="372110"/>
          </a:xfrm>
          <a:prstGeom prst="rect">
            <a:avLst/>
          </a:prstGeom>
          <a:ln w="12700">
            <a:solidFill>
              <a:srgbClr val="7F7F7F"/>
            </a:solidFill>
          </a:ln>
        </p:spPr>
        <p:txBody>
          <a:bodyPr vert="horz" wrap="square" lIns="0" tIns="98425" rIns="0" bIns="0" rtlCol="0">
            <a:spAutoFit/>
          </a:bodyPr>
          <a:lstStyle/>
          <a:p>
            <a:pPr marL="91440">
              <a:lnSpc>
                <a:spcPct val="100000"/>
              </a:lnSpc>
              <a:spcBef>
                <a:spcPts val="775"/>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10022205" cy="878205"/>
            <a:chOff x="1417319" y="414527"/>
            <a:chExt cx="10022205" cy="878205"/>
          </a:xfrm>
        </p:grpSpPr>
        <p:pic>
          <p:nvPicPr>
            <p:cNvPr id="4" name="object 4"/>
            <p:cNvPicPr/>
            <p:nvPr/>
          </p:nvPicPr>
          <p:blipFill>
            <a:blip r:embed="rId3" cstate="print"/>
            <a:stretch>
              <a:fillRect/>
            </a:stretch>
          </p:blipFill>
          <p:spPr>
            <a:xfrm>
              <a:off x="1417319" y="414527"/>
              <a:ext cx="10021824" cy="573024"/>
            </a:xfrm>
            <a:prstGeom prst="rect">
              <a:avLst/>
            </a:prstGeom>
          </p:spPr>
        </p:pic>
        <p:pic>
          <p:nvPicPr>
            <p:cNvPr id="5" name="object 5"/>
            <p:cNvPicPr/>
            <p:nvPr/>
          </p:nvPicPr>
          <p:blipFill>
            <a:blip r:embed="rId4" cstate="print"/>
            <a:stretch>
              <a:fillRect/>
            </a:stretch>
          </p:blipFill>
          <p:spPr>
            <a:xfrm>
              <a:off x="1417319" y="719327"/>
              <a:ext cx="3910583"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10" dirty="0"/>
              <a:t>020</a:t>
            </a:r>
            <a:r>
              <a:rPr spc="-40" dirty="0"/>
              <a:t> </a:t>
            </a:r>
            <a:r>
              <a:rPr dirty="0"/>
              <a:t>02</a:t>
            </a:r>
            <a:r>
              <a:rPr spc="-35" dirty="0"/>
              <a:t> </a:t>
            </a:r>
            <a:r>
              <a:rPr dirty="0"/>
              <a:t>02:</a:t>
            </a:r>
            <a:r>
              <a:rPr spc="-40" dirty="0"/>
              <a:t> </a:t>
            </a:r>
            <a:r>
              <a:rPr dirty="0"/>
              <a:t>Describe</a:t>
            </a:r>
            <a:r>
              <a:rPr spc="-35" dirty="0"/>
              <a:t> </a:t>
            </a:r>
            <a:r>
              <a:rPr dirty="0"/>
              <a:t>the</a:t>
            </a:r>
            <a:r>
              <a:rPr spc="-35" dirty="0"/>
              <a:t> </a:t>
            </a:r>
            <a:r>
              <a:rPr dirty="0"/>
              <a:t>function</a:t>
            </a:r>
            <a:r>
              <a:rPr spc="-45" dirty="0"/>
              <a:t> </a:t>
            </a:r>
            <a:r>
              <a:rPr dirty="0"/>
              <a:t>of</a:t>
            </a:r>
            <a:r>
              <a:rPr spc="-35" dirty="0"/>
              <a:t> </a:t>
            </a:r>
            <a:r>
              <a:rPr dirty="0"/>
              <a:t>the</a:t>
            </a:r>
            <a:r>
              <a:rPr spc="-35" dirty="0"/>
              <a:t> </a:t>
            </a:r>
            <a:r>
              <a:rPr dirty="0"/>
              <a:t>main</a:t>
            </a:r>
            <a:r>
              <a:rPr spc="-45" dirty="0"/>
              <a:t> </a:t>
            </a:r>
            <a:r>
              <a:rPr dirty="0"/>
              <a:t>control</a:t>
            </a:r>
            <a:r>
              <a:rPr spc="-40" dirty="0"/>
              <a:t> </a:t>
            </a:r>
            <a:r>
              <a:rPr dirty="0"/>
              <a:t>surfaces</a:t>
            </a:r>
            <a:r>
              <a:rPr spc="-35" dirty="0"/>
              <a:t> </a:t>
            </a:r>
            <a:r>
              <a:rPr dirty="0"/>
              <a:t>and</a:t>
            </a:r>
            <a:r>
              <a:rPr spc="-35" dirty="0"/>
              <a:t> </a:t>
            </a:r>
            <a:r>
              <a:rPr dirty="0"/>
              <a:t>the</a:t>
            </a:r>
            <a:r>
              <a:rPr spc="-35" dirty="0"/>
              <a:t> </a:t>
            </a:r>
            <a:r>
              <a:rPr dirty="0"/>
              <a:t>directions</a:t>
            </a:r>
            <a:r>
              <a:rPr spc="-35" dirty="0"/>
              <a:t> </a:t>
            </a:r>
            <a:r>
              <a:rPr dirty="0"/>
              <a:t>of</a:t>
            </a:r>
            <a:r>
              <a:rPr spc="-35" dirty="0"/>
              <a:t> </a:t>
            </a:r>
            <a:r>
              <a:rPr spc="-10" dirty="0"/>
              <a:t>deflection </a:t>
            </a:r>
            <a:r>
              <a:rPr dirty="0"/>
              <a:t>with</a:t>
            </a:r>
            <a:r>
              <a:rPr spc="-30" dirty="0"/>
              <a:t> </a:t>
            </a:r>
            <a:r>
              <a:rPr dirty="0"/>
              <a:t>respect</a:t>
            </a:r>
            <a:r>
              <a:rPr spc="-20" dirty="0"/>
              <a:t> </a:t>
            </a:r>
            <a:r>
              <a:rPr dirty="0"/>
              <a:t>to</a:t>
            </a:r>
            <a:r>
              <a:rPr spc="-25" dirty="0"/>
              <a:t> </a:t>
            </a:r>
            <a:r>
              <a:rPr dirty="0"/>
              <a:t>the</a:t>
            </a:r>
            <a:r>
              <a:rPr spc="-25" dirty="0"/>
              <a:t> </a:t>
            </a:r>
            <a:r>
              <a:rPr dirty="0"/>
              <a:t>axes</a:t>
            </a:r>
            <a:r>
              <a:rPr spc="-20" dirty="0"/>
              <a:t> </a:t>
            </a:r>
            <a:r>
              <a:rPr dirty="0"/>
              <a:t>of</a:t>
            </a:r>
            <a:r>
              <a:rPr spc="-25" dirty="0"/>
              <a:t> </a:t>
            </a:r>
            <a:r>
              <a:rPr spc="-10" dirty="0"/>
              <a:t>motion</a:t>
            </a:r>
          </a:p>
        </p:txBody>
      </p:sp>
      <p:grpSp>
        <p:nvGrpSpPr>
          <p:cNvPr id="7" name="object 7"/>
          <p:cNvGrpSpPr/>
          <p:nvPr/>
        </p:nvGrpSpPr>
        <p:grpSpPr>
          <a:xfrm>
            <a:off x="1517903" y="4303776"/>
            <a:ext cx="2240280" cy="1627505"/>
            <a:chOff x="1517903" y="4303776"/>
            <a:chExt cx="2240280" cy="1627505"/>
          </a:xfrm>
        </p:grpSpPr>
        <p:pic>
          <p:nvPicPr>
            <p:cNvPr id="8" name="object 8"/>
            <p:cNvPicPr/>
            <p:nvPr/>
          </p:nvPicPr>
          <p:blipFill>
            <a:blip r:embed="rId5" cstate="print"/>
            <a:stretch>
              <a:fillRect/>
            </a:stretch>
          </p:blipFill>
          <p:spPr>
            <a:xfrm>
              <a:off x="1517903" y="4303776"/>
              <a:ext cx="2240280" cy="1621536"/>
            </a:xfrm>
            <a:prstGeom prst="rect">
              <a:avLst/>
            </a:prstGeom>
          </p:spPr>
        </p:pic>
        <p:sp>
          <p:nvSpPr>
            <p:cNvPr id="9" name="object 9"/>
            <p:cNvSpPr/>
            <p:nvPr/>
          </p:nvSpPr>
          <p:spPr>
            <a:xfrm>
              <a:off x="2406929" y="5025856"/>
              <a:ext cx="12700" cy="317500"/>
            </a:xfrm>
            <a:custGeom>
              <a:avLst/>
              <a:gdLst/>
              <a:ahLst/>
              <a:cxnLst/>
              <a:rect l="l" t="t" r="r" b="b"/>
              <a:pathLst>
                <a:path w="12700" h="317500">
                  <a:moveTo>
                    <a:pt x="9856" y="0"/>
                  </a:moveTo>
                  <a:lnTo>
                    <a:pt x="2842" y="0"/>
                  </a:lnTo>
                  <a:lnTo>
                    <a:pt x="0" y="2842"/>
                  </a:lnTo>
                  <a:lnTo>
                    <a:pt x="0" y="47956"/>
                  </a:lnTo>
                  <a:lnTo>
                    <a:pt x="2842" y="50799"/>
                  </a:lnTo>
                  <a:lnTo>
                    <a:pt x="9856" y="50799"/>
                  </a:lnTo>
                  <a:lnTo>
                    <a:pt x="12700" y="47956"/>
                  </a:lnTo>
                  <a:lnTo>
                    <a:pt x="12700" y="2842"/>
                  </a:lnTo>
                  <a:lnTo>
                    <a:pt x="9856" y="0"/>
                  </a:lnTo>
                  <a:close/>
                </a:path>
                <a:path w="12700" h="317500">
                  <a:moveTo>
                    <a:pt x="9856" y="88899"/>
                  </a:moveTo>
                  <a:lnTo>
                    <a:pt x="2842" y="88899"/>
                  </a:lnTo>
                  <a:lnTo>
                    <a:pt x="0" y="91742"/>
                  </a:lnTo>
                  <a:lnTo>
                    <a:pt x="0" y="136856"/>
                  </a:lnTo>
                  <a:lnTo>
                    <a:pt x="2842" y="139699"/>
                  </a:lnTo>
                  <a:lnTo>
                    <a:pt x="9856" y="139699"/>
                  </a:lnTo>
                  <a:lnTo>
                    <a:pt x="12700" y="136856"/>
                  </a:lnTo>
                  <a:lnTo>
                    <a:pt x="12700" y="91742"/>
                  </a:lnTo>
                  <a:lnTo>
                    <a:pt x="9856" y="88899"/>
                  </a:lnTo>
                  <a:close/>
                </a:path>
                <a:path w="12700" h="317500">
                  <a:moveTo>
                    <a:pt x="9856" y="177799"/>
                  </a:moveTo>
                  <a:lnTo>
                    <a:pt x="2843" y="177799"/>
                  </a:lnTo>
                  <a:lnTo>
                    <a:pt x="0" y="180642"/>
                  </a:lnTo>
                  <a:lnTo>
                    <a:pt x="0" y="225756"/>
                  </a:lnTo>
                  <a:lnTo>
                    <a:pt x="2843" y="228599"/>
                  </a:lnTo>
                  <a:lnTo>
                    <a:pt x="9857" y="228599"/>
                  </a:lnTo>
                  <a:lnTo>
                    <a:pt x="12700" y="225756"/>
                  </a:lnTo>
                  <a:lnTo>
                    <a:pt x="12700" y="180642"/>
                  </a:lnTo>
                  <a:lnTo>
                    <a:pt x="9856" y="177799"/>
                  </a:lnTo>
                  <a:close/>
                </a:path>
                <a:path w="12700" h="317500">
                  <a:moveTo>
                    <a:pt x="9857" y="266699"/>
                  </a:moveTo>
                  <a:lnTo>
                    <a:pt x="2843" y="266699"/>
                  </a:lnTo>
                  <a:lnTo>
                    <a:pt x="0" y="269542"/>
                  </a:lnTo>
                  <a:lnTo>
                    <a:pt x="0" y="314656"/>
                  </a:lnTo>
                  <a:lnTo>
                    <a:pt x="2843" y="317499"/>
                  </a:lnTo>
                  <a:lnTo>
                    <a:pt x="9857" y="317499"/>
                  </a:lnTo>
                  <a:lnTo>
                    <a:pt x="12700" y="314656"/>
                  </a:lnTo>
                  <a:lnTo>
                    <a:pt x="12700" y="269542"/>
                  </a:lnTo>
                  <a:lnTo>
                    <a:pt x="9857" y="266699"/>
                  </a:lnTo>
                  <a:close/>
                </a:path>
              </a:pathLst>
            </a:custGeom>
            <a:solidFill>
              <a:srgbClr val="FF0000">
                <a:alpha val="70199"/>
              </a:srgbClr>
            </a:solidFill>
          </p:spPr>
          <p:txBody>
            <a:bodyPr wrap="square" lIns="0" tIns="0" rIns="0" bIns="0" rtlCol="0"/>
            <a:lstStyle/>
            <a:p>
              <a:endParaRPr/>
            </a:p>
          </p:txBody>
        </p:sp>
        <p:pic>
          <p:nvPicPr>
            <p:cNvPr id="10" name="object 10"/>
            <p:cNvPicPr/>
            <p:nvPr/>
          </p:nvPicPr>
          <p:blipFill>
            <a:blip r:embed="rId6" cstate="print"/>
            <a:stretch>
              <a:fillRect/>
            </a:stretch>
          </p:blipFill>
          <p:spPr>
            <a:xfrm>
              <a:off x="2334767" y="5102352"/>
              <a:ext cx="164592" cy="167640"/>
            </a:xfrm>
            <a:prstGeom prst="rect">
              <a:avLst/>
            </a:prstGeom>
          </p:spPr>
        </p:pic>
        <p:sp>
          <p:nvSpPr>
            <p:cNvPr id="11" name="object 11"/>
            <p:cNvSpPr/>
            <p:nvPr/>
          </p:nvSpPr>
          <p:spPr>
            <a:xfrm>
              <a:off x="2413279" y="4400378"/>
              <a:ext cx="0" cy="616585"/>
            </a:xfrm>
            <a:custGeom>
              <a:avLst/>
              <a:gdLst/>
              <a:ahLst/>
              <a:cxnLst/>
              <a:rect l="l" t="t" r="r" b="b"/>
              <a:pathLst>
                <a:path h="616585">
                  <a:moveTo>
                    <a:pt x="0" y="0"/>
                  </a:moveTo>
                  <a:lnTo>
                    <a:pt x="1" y="615995"/>
                  </a:lnTo>
                </a:path>
              </a:pathLst>
            </a:custGeom>
            <a:ln w="25400">
              <a:solidFill>
                <a:srgbClr val="FF0000"/>
              </a:solidFill>
            </a:ln>
          </p:spPr>
          <p:txBody>
            <a:bodyPr wrap="square" lIns="0" tIns="0" rIns="0" bIns="0" rtlCol="0"/>
            <a:lstStyle/>
            <a:p>
              <a:endParaRPr/>
            </a:p>
          </p:txBody>
        </p:sp>
        <p:sp>
          <p:nvSpPr>
            <p:cNvPr id="12" name="object 12"/>
            <p:cNvSpPr/>
            <p:nvPr/>
          </p:nvSpPr>
          <p:spPr>
            <a:xfrm>
              <a:off x="2413279" y="5375229"/>
              <a:ext cx="0" cy="542925"/>
            </a:xfrm>
            <a:custGeom>
              <a:avLst/>
              <a:gdLst/>
              <a:ahLst/>
              <a:cxnLst/>
              <a:rect l="l" t="t" r="r" b="b"/>
              <a:pathLst>
                <a:path h="542925">
                  <a:moveTo>
                    <a:pt x="0" y="0"/>
                  </a:moveTo>
                  <a:lnTo>
                    <a:pt x="1" y="542822"/>
                  </a:lnTo>
                </a:path>
              </a:pathLst>
            </a:custGeom>
            <a:ln w="25400">
              <a:solidFill>
                <a:srgbClr val="FF0000"/>
              </a:solidFill>
            </a:ln>
          </p:spPr>
          <p:txBody>
            <a:bodyPr wrap="square" lIns="0" tIns="0" rIns="0" bIns="0" rtlCol="0"/>
            <a:lstStyle/>
            <a:p>
              <a:endParaRPr/>
            </a:p>
          </p:txBody>
        </p:sp>
      </p:grpSp>
      <p:sp>
        <p:nvSpPr>
          <p:cNvPr id="13" name="object 13"/>
          <p:cNvSpPr txBox="1"/>
          <p:nvPr/>
        </p:nvSpPr>
        <p:spPr>
          <a:xfrm>
            <a:off x="2455515" y="5080508"/>
            <a:ext cx="448309" cy="724535"/>
          </a:xfrm>
          <a:prstGeom prst="rect">
            <a:avLst/>
          </a:prstGeom>
        </p:spPr>
        <p:txBody>
          <a:bodyPr vert="horz" wrap="square" lIns="0" tIns="12700" rIns="0" bIns="0" rtlCol="0">
            <a:spAutoFit/>
          </a:bodyPr>
          <a:lstStyle/>
          <a:p>
            <a:pPr marL="77470">
              <a:lnSpc>
                <a:spcPct val="100000"/>
              </a:lnSpc>
              <a:spcBef>
                <a:spcPts val="100"/>
              </a:spcBef>
            </a:pPr>
            <a:r>
              <a:rPr sz="1200" b="1" spc="-25" dirty="0">
                <a:latin typeface="Corbel"/>
                <a:cs typeface="Corbel"/>
              </a:rPr>
              <a:t>CG</a:t>
            </a:r>
            <a:endParaRPr sz="1200">
              <a:latin typeface="Corbel"/>
              <a:cs typeface="Corbel"/>
            </a:endParaRPr>
          </a:p>
          <a:p>
            <a:pPr>
              <a:lnSpc>
                <a:spcPct val="100000"/>
              </a:lnSpc>
              <a:spcBef>
                <a:spcPts val="195"/>
              </a:spcBef>
            </a:pPr>
            <a:endParaRPr sz="1200">
              <a:latin typeface="Corbel"/>
              <a:cs typeface="Corbel"/>
            </a:endParaRPr>
          </a:p>
          <a:p>
            <a:pPr marL="105410" marR="5080" indent="-93345">
              <a:lnSpc>
                <a:spcPct val="100000"/>
              </a:lnSpc>
              <a:spcBef>
                <a:spcPts val="5"/>
              </a:spcBef>
            </a:pPr>
            <a:r>
              <a:rPr sz="1000" b="1" spc="-10" dirty="0">
                <a:latin typeface="Corbel"/>
                <a:cs typeface="Corbel"/>
              </a:rPr>
              <a:t>Vertical</a:t>
            </a:r>
            <a:r>
              <a:rPr sz="1000" b="1" spc="500" dirty="0">
                <a:latin typeface="Corbel"/>
                <a:cs typeface="Corbel"/>
              </a:rPr>
              <a:t> </a:t>
            </a:r>
            <a:r>
              <a:rPr sz="1000" b="1" spc="-20" dirty="0">
                <a:latin typeface="Corbel"/>
                <a:cs typeface="Corbel"/>
              </a:rPr>
              <a:t>Axis</a:t>
            </a:r>
            <a:endParaRPr sz="1000">
              <a:latin typeface="Corbel"/>
              <a:cs typeface="Corbel"/>
            </a:endParaRPr>
          </a:p>
        </p:txBody>
      </p:sp>
      <p:grpSp>
        <p:nvGrpSpPr>
          <p:cNvPr id="14" name="object 14"/>
          <p:cNvGrpSpPr/>
          <p:nvPr/>
        </p:nvGrpSpPr>
        <p:grpSpPr>
          <a:xfrm>
            <a:off x="1869185" y="4067923"/>
            <a:ext cx="1304290" cy="879475"/>
            <a:chOff x="1869185" y="4067923"/>
            <a:chExt cx="1304290" cy="879475"/>
          </a:xfrm>
        </p:grpSpPr>
        <p:pic>
          <p:nvPicPr>
            <p:cNvPr id="15" name="object 15"/>
            <p:cNvPicPr/>
            <p:nvPr/>
          </p:nvPicPr>
          <p:blipFill>
            <a:blip r:embed="rId7" cstate="print"/>
            <a:stretch>
              <a:fillRect/>
            </a:stretch>
          </p:blipFill>
          <p:spPr>
            <a:xfrm>
              <a:off x="2287537" y="4255499"/>
              <a:ext cx="557653" cy="594100"/>
            </a:xfrm>
            <a:prstGeom prst="rect">
              <a:avLst/>
            </a:prstGeom>
          </p:spPr>
        </p:pic>
        <p:pic>
          <p:nvPicPr>
            <p:cNvPr id="16" name="object 16"/>
            <p:cNvPicPr/>
            <p:nvPr/>
          </p:nvPicPr>
          <p:blipFill>
            <a:blip r:embed="rId8" cstate="print"/>
            <a:stretch>
              <a:fillRect/>
            </a:stretch>
          </p:blipFill>
          <p:spPr>
            <a:xfrm>
              <a:off x="2006507" y="4299981"/>
              <a:ext cx="562059" cy="646844"/>
            </a:xfrm>
            <a:prstGeom prst="rect">
              <a:avLst/>
            </a:prstGeom>
          </p:spPr>
        </p:pic>
        <p:sp>
          <p:nvSpPr>
            <p:cNvPr id="17" name="object 17"/>
            <p:cNvSpPr/>
            <p:nvPr/>
          </p:nvSpPr>
          <p:spPr>
            <a:xfrm>
              <a:off x="1875535" y="4074273"/>
              <a:ext cx="1005205" cy="223520"/>
            </a:xfrm>
            <a:custGeom>
              <a:avLst/>
              <a:gdLst/>
              <a:ahLst/>
              <a:cxnLst/>
              <a:rect l="l" t="t" r="r" b="b"/>
              <a:pathLst>
                <a:path w="1005205" h="223520">
                  <a:moveTo>
                    <a:pt x="1004600" y="0"/>
                  </a:moveTo>
                  <a:lnTo>
                    <a:pt x="0" y="0"/>
                  </a:lnTo>
                  <a:lnTo>
                    <a:pt x="0" y="223200"/>
                  </a:lnTo>
                  <a:lnTo>
                    <a:pt x="1004600" y="223200"/>
                  </a:lnTo>
                  <a:lnTo>
                    <a:pt x="1004600" y="0"/>
                  </a:lnTo>
                  <a:close/>
                </a:path>
              </a:pathLst>
            </a:custGeom>
            <a:ln w="12700">
              <a:solidFill>
                <a:srgbClr val="7F7F7F"/>
              </a:solidFill>
            </a:ln>
          </p:spPr>
          <p:txBody>
            <a:bodyPr wrap="square" lIns="0" tIns="0" rIns="0" bIns="0" rtlCol="0"/>
            <a:lstStyle/>
            <a:p>
              <a:endParaRPr/>
            </a:p>
          </p:txBody>
        </p:sp>
        <p:sp>
          <p:nvSpPr>
            <p:cNvPr id="18" name="object 18"/>
            <p:cNvSpPr/>
            <p:nvPr/>
          </p:nvSpPr>
          <p:spPr>
            <a:xfrm>
              <a:off x="2850881" y="4077853"/>
              <a:ext cx="322580" cy="491490"/>
            </a:xfrm>
            <a:custGeom>
              <a:avLst/>
              <a:gdLst/>
              <a:ahLst/>
              <a:cxnLst/>
              <a:rect l="l" t="t" r="r" b="b"/>
              <a:pathLst>
                <a:path w="322580" h="491489">
                  <a:moveTo>
                    <a:pt x="279233" y="418268"/>
                  </a:moveTo>
                  <a:lnTo>
                    <a:pt x="248322" y="425513"/>
                  </a:lnTo>
                  <a:lnTo>
                    <a:pt x="302805" y="491008"/>
                  </a:lnTo>
                  <a:lnTo>
                    <a:pt x="315844" y="436166"/>
                  </a:lnTo>
                  <a:lnTo>
                    <a:pt x="286349" y="436166"/>
                  </a:lnTo>
                  <a:lnTo>
                    <a:pt x="282932" y="434047"/>
                  </a:lnTo>
                  <a:lnTo>
                    <a:pt x="279233" y="418268"/>
                  </a:lnTo>
                  <a:close/>
                </a:path>
                <a:path w="322580" h="491489">
                  <a:moveTo>
                    <a:pt x="291599" y="415369"/>
                  </a:moveTo>
                  <a:lnTo>
                    <a:pt x="279233" y="418268"/>
                  </a:lnTo>
                  <a:lnTo>
                    <a:pt x="282932" y="434047"/>
                  </a:lnTo>
                  <a:lnTo>
                    <a:pt x="286349" y="436166"/>
                  </a:lnTo>
                  <a:lnTo>
                    <a:pt x="293178" y="434566"/>
                  </a:lnTo>
                  <a:lnTo>
                    <a:pt x="295298" y="431149"/>
                  </a:lnTo>
                  <a:lnTo>
                    <a:pt x="291599" y="415369"/>
                  </a:lnTo>
                  <a:close/>
                </a:path>
                <a:path w="322580" h="491489">
                  <a:moveTo>
                    <a:pt x="322511" y="408124"/>
                  </a:moveTo>
                  <a:lnTo>
                    <a:pt x="291599" y="415369"/>
                  </a:lnTo>
                  <a:lnTo>
                    <a:pt x="295298" y="431149"/>
                  </a:lnTo>
                  <a:lnTo>
                    <a:pt x="293178" y="434566"/>
                  </a:lnTo>
                  <a:lnTo>
                    <a:pt x="286349" y="436166"/>
                  </a:lnTo>
                  <a:lnTo>
                    <a:pt x="315844" y="436166"/>
                  </a:lnTo>
                  <a:lnTo>
                    <a:pt x="322511" y="408124"/>
                  </a:lnTo>
                  <a:close/>
                </a:path>
                <a:path w="322580" h="491489">
                  <a:moveTo>
                    <a:pt x="190507" y="39717"/>
                  </a:moveTo>
                  <a:lnTo>
                    <a:pt x="279233" y="418268"/>
                  </a:lnTo>
                  <a:lnTo>
                    <a:pt x="291599" y="415369"/>
                  </a:lnTo>
                  <a:lnTo>
                    <a:pt x="204699" y="44618"/>
                  </a:lnTo>
                  <a:lnTo>
                    <a:pt x="196682" y="44618"/>
                  </a:lnTo>
                  <a:lnTo>
                    <a:pt x="190507" y="39717"/>
                  </a:lnTo>
                  <a:close/>
                </a:path>
                <a:path w="322580" h="491489">
                  <a:moveTo>
                    <a:pt x="38124" y="0"/>
                  </a:moveTo>
                  <a:lnTo>
                    <a:pt x="2978" y="23307"/>
                  </a:lnTo>
                  <a:lnTo>
                    <a:pt x="0" y="38140"/>
                  </a:lnTo>
                  <a:lnTo>
                    <a:pt x="1300" y="44618"/>
                  </a:lnTo>
                  <a:lnTo>
                    <a:pt x="3012" y="52967"/>
                  </a:lnTo>
                  <a:lnTo>
                    <a:pt x="11200" y="65069"/>
                  </a:lnTo>
                  <a:lnTo>
                    <a:pt x="23373" y="73221"/>
                  </a:lnTo>
                  <a:lnTo>
                    <a:pt x="38043" y="76200"/>
                  </a:lnTo>
                  <a:lnTo>
                    <a:pt x="52876" y="73221"/>
                  </a:lnTo>
                  <a:lnTo>
                    <a:pt x="64996" y="65069"/>
                  </a:lnTo>
                  <a:lnTo>
                    <a:pt x="73174" y="52967"/>
                  </a:lnTo>
                  <a:lnTo>
                    <a:pt x="74868" y="44618"/>
                  </a:lnTo>
                  <a:lnTo>
                    <a:pt x="34743" y="44618"/>
                  </a:lnTo>
                  <a:lnTo>
                    <a:pt x="31729" y="41600"/>
                  </a:lnTo>
                  <a:lnTo>
                    <a:pt x="31737" y="34585"/>
                  </a:lnTo>
                  <a:lnTo>
                    <a:pt x="34540" y="31789"/>
                  </a:lnTo>
                  <a:lnTo>
                    <a:pt x="74908" y="31789"/>
                  </a:lnTo>
                  <a:lnTo>
                    <a:pt x="73205" y="23307"/>
                  </a:lnTo>
                  <a:lnTo>
                    <a:pt x="65053" y="11188"/>
                  </a:lnTo>
                  <a:lnTo>
                    <a:pt x="52951" y="3010"/>
                  </a:lnTo>
                  <a:lnTo>
                    <a:pt x="38124" y="0"/>
                  </a:lnTo>
                  <a:close/>
                </a:path>
                <a:path w="322580" h="491489">
                  <a:moveTo>
                    <a:pt x="74908" y="31789"/>
                  </a:moveTo>
                  <a:lnTo>
                    <a:pt x="34540" y="31789"/>
                  </a:lnTo>
                  <a:lnTo>
                    <a:pt x="31737" y="34585"/>
                  </a:lnTo>
                  <a:lnTo>
                    <a:pt x="31729" y="41600"/>
                  </a:lnTo>
                  <a:lnTo>
                    <a:pt x="34743" y="44618"/>
                  </a:lnTo>
                  <a:lnTo>
                    <a:pt x="74868" y="44618"/>
                  </a:lnTo>
                  <a:lnTo>
                    <a:pt x="76183" y="38140"/>
                  </a:lnTo>
                  <a:lnTo>
                    <a:pt x="74935" y="31922"/>
                  </a:lnTo>
                  <a:lnTo>
                    <a:pt x="74908" y="31789"/>
                  </a:lnTo>
                  <a:close/>
                </a:path>
                <a:path w="322580" h="491489">
                  <a:moveTo>
                    <a:pt x="74908" y="31789"/>
                  </a:moveTo>
                  <a:lnTo>
                    <a:pt x="76183" y="38140"/>
                  </a:lnTo>
                  <a:lnTo>
                    <a:pt x="74868" y="44618"/>
                  </a:lnTo>
                  <a:lnTo>
                    <a:pt x="191656" y="44618"/>
                  </a:lnTo>
                  <a:lnTo>
                    <a:pt x="190507" y="39717"/>
                  </a:lnTo>
                  <a:lnTo>
                    <a:pt x="203550" y="39717"/>
                  </a:lnTo>
                  <a:lnTo>
                    <a:pt x="202199" y="33952"/>
                  </a:lnTo>
                  <a:lnTo>
                    <a:pt x="199642" y="31922"/>
                  </a:lnTo>
                  <a:lnTo>
                    <a:pt x="74908" y="31789"/>
                  </a:lnTo>
                  <a:close/>
                </a:path>
                <a:path w="322580" h="491489">
                  <a:moveTo>
                    <a:pt x="203550" y="39717"/>
                  </a:moveTo>
                  <a:lnTo>
                    <a:pt x="190507" y="39717"/>
                  </a:lnTo>
                  <a:lnTo>
                    <a:pt x="196682" y="44618"/>
                  </a:lnTo>
                  <a:lnTo>
                    <a:pt x="204699" y="44618"/>
                  </a:lnTo>
                  <a:lnTo>
                    <a:pt x="203550" y="39717"/>
                  </a:lnTo>
                  <a:close/>
                </a:path>
              </a:pathLst>
            </a:custGeom>
            <a:solidFill>
              <a:srgbClr val="7F7F7F"/>
            </a:solidFill>
          </p:spPr>
          <p:txBody>
            <a:bodyPr wrap="square" lIns="0" tIns="0" rIns="0" bIns="0" rtlCol="0"/>
            <a:lstStyle/>
            <a:p>
              <a:endParaRPr/>
            </a:p>
          </p:txBody>
        </p:sp>
      </p:grpSp>
      <p:sp>
        <p:nvSpPr>
          <p:cNvPr id="19" name="object 19"/>
          <p:cNvSpPr txBox="1"/>
          <p:nvPr/>
        </p:nvSpPr>
        <p:spPr>
          <a:xfrm>
            <a:off x="1881885" y="4084828"/>
            <a:ext cx="998855" cy="177800"/>
          </a:xfrm>
          <a:prstGeom prst="rect">
            <a:avLst/>
          </a:prstGeom>
        </p:spPr>
        <p:txBody>
          <a:bodyPr vert="horz" wrap="square" lIns="0" tIns="12700" rIns="0" bIns="0" rtlCol="0">
            <a:spAutoFit/>
          </a:bodyPr>
          <a:lstStyle/>
          <a:p>
            <a:pPr marL="84455">
              <a:lnSpc>
                <a:spcPct val="100000"/>
              </a:lnSpc>
              <a:spcBef>
                <a:spcPts val="100"/>
              </a:spcBef>
            </a:pPr>
            <a:r>
              <a:rPr sz="1000" dirty="0">
                <a:solidFill>
                  <a:srgbClr val="595959"/>
                </a:solidFill>
                <a:latin typeface="Corbel"/>
                <a:cs typeface="Corbel"/>
              </a:rPr>
              <a:t>Rudder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5" dirty="0">
                <a:solidFill>
                  <a:srgbClr val="595959"/>
                </a:solidFill>
                <a:latin typeface="Corbel"/>
                <a:cs typeface="Corbel"/>
              </a:rPr>
              <a:t>Yaw</a:t>
            </a:r>
            <a:endParaRPr sz="1000">
              <a:latin typeface="Corbel"/>
              <a:cs typeface="Corbel"/>
            </a:endParaRPr>
          </a:p>
        </p:txBody>
      </p:sp>
      <p:grpSp>
        <p:nvGrpSpPr>
          <p:cNvPr id="20" name="object 20"/>
          <p:cNvGrpSpPr/>
          <p:nvPr/>
        </p:nvGrpSpPr>
        <p:grpSpPr>
          <a:xfrm>
            <a:off x="2807560" y="3096767"/>
            <a:ext cx="3178810" cy="1696085"/>
            <a:chOff x="2807560" y="3096767"/>
            <a:chExt cx="3178810" cy="1696085"/>
          </a:xfrm>
        </p:grpSpPr>
        <p:pic>
          <p:nvPicPr>
            <p:cNvPr id="21" name="object 21"/>
            <p:cNvPicPr/>
            <p:nvPr/>
          </p:nvPicPr>
          <p:blipFill>
            <a:blip r:embed="rId9" cstate="print"/>
            <a:stretch>
              <a:fillRect/>
            </a:stretch>
          </p:blipFill>
          <p:spPr>
            <a:xfrm>
              <a:off x="3175294" y="4454450"/>
              <a:ext cx="399701" cy="337904"/>
            </a:xfrm>
            <a:prstGeom prst="rect">
              <a:avLst/>
            </a:prstGeom>
          </p:spPr>
        </p:pic>
        <p:pic>
          <p:nvPicPr>
            <p:cNvPr id="22" name="object 22"/>
            <p:cNvPicPr/>
            <p:nvPr/>
          </p:nvPicPr>
          <p:blipFill>
            <a:blip r:embed="rId10" cstate="print"/>
            <a:stretch>
              <a:fillRect/>
            </a:stretch>
          </p:blipFill>
          <p:spPr>
            <a:xfrm>
              <a:off x="2807560" y="4342886"/>
              <a:ext cx="306751" cy="297156"/>
            </a:xfrm>
            <a:prstGeom prst="rect">
              <a:avLst/>
            </a:prstGeom>
          </p:spPr>
        </p:pic>
        <p:pic>
          <p:nvPicPr>
            <p:cNvPr id="23" name="object 23"/>
            <p:cNvPicPr/>
            <p:nvPr/>
          </p:nvPicPr>
          <p:blipFill>
            <a:blip r:embed="rId11" cstate="print"/>
            <a:stretch>
              <a:fillRect/>
            </a:stretch>
          </p:blipFill>
          <p:spPr>
            <a:xfrm>
              <a:off x="3745991" y="3096767"/>
              <a:ext cx="2240280" cy="1621535"/>
            </a:xfrm>
            <a:prstGeom prst="rect">
              <a:avLst/>
            </a:prstGeom>
          </p:spPr>
        </p:pic>
        <p:pic>
          <p:nvPicPr>
            <p:cNvPr id="24" name="object 24"/>
            <p:cNvPicPr/>
            <p:nvPr/>
          </p:nvPicPr>
          <p:blipFill>
            <a:blip r:embed="rId12" cstate="print"/>
            <a:stretch>
              <a:fillRect/>
            </a:stretch>
          </p:blipFill>
          <p:spPr>
            <a:xfrm>
              <a:off x="4489799" y="3905058"/>
              <a:ext cx="209171" cy="107806"/>
            </a:xfrm>
            <a:prstGeom prst="rect">
              <a:avLst/>
            </a:prstGeom>
          </p:spPr>
        </p:pic>
        <p:pic>
          <p:nvPicPr>
            <p:cNvPr id="25" name="object 25"/>
            <p:cNvPicPr/>
            <p:nvPr/>
          </p:nvPicPr>
          <p:blipFill>
            <a:blip r:embed="rId13" cstate="print"/>
            <a:stretch>
              <a:fillRect/>
            </a:stretch>
          </p:blipFill>
          <p:spPr>
            <a:xfrm>
              <a:off x="4556759" y="3898391"/>
              <a:ext cx="167639" cy="164592"/>
            </a:xfrm>
            <a:prstGeom prst="rect">
              <a:avLst/>
            </a:prstGeom>
          </p:spPr>
        </p:pic>
        <p:sp>
          <p:nvSpPr>
            <p:cNvPr id="26" name="object 26"/>
            <p:cNvSpPr/>
            <p:nvPr/>
          </p:nvSpPr>
          <p:spPr>
            <a:xfrm>
              <a:off x="3653313" y="3498395"/>
              <a:ext cx="819785" cy="402590"/>
            </a:xfrm>
            <a:custGeom>
              <a:avLst/>
              <a:gdLst/>
              <a:ahLst/>
              <a:cxnLst/>
              <a:rect l="l" t="t" r="r" b="b"/>
              <a:pathLst>
                <a:path w="819785" h="402589">
                  <a:moveTo>
                    <a:pt x="0" y="0"/>
                  </a:moveTo>
                  <a:lnTo>
                    <a:pt x="819695" y="402385"/>
                  </a:lnTo>
                </a:path>
              </a:pathLst>
            </a:custGeom>
            <a:ln w="25400">
              <a:solidFill>
                <a:srgbClr val="0070C0"/>
              </a:solidFill>
            </a:ln>
          </p:spPr>
          <p:txBody>
            <a:bodyPr wrap="square" lIns="0" tIns="0" rIns="0" bIns="0" rtlCol="0"/>
            <a:lstStyle/>
            <a:p>
              <a:endParaRPr/>
            </a:p>
          </p:txBody>
        </p:sp>
      </p:grpSp>
      <p:sp>
        <p:nvSpPr>
          <p:cNvPr id="27" name="object 27"/>
          <p:cNvSpPr txBox="1"/>
          <p:nvPr/>
        </p:nvSpPr>
        <p:spPr>
          <a:xfrm>
            <a:off x="4619327" y="4231132"/>
            <a:ext cx="413384" cy="330200"/>
          </a:xfrm>
          <a:prstGeom prst="rect">
            <a:avLst/>
          </a:prstGeom>
        </p:spPr>
        <p:txBody>
          <a:bodyPr vert="horz" wrap="square" lIns="0" tIns="12700" rIns="0" bIns="0" rtlCol="0">
            <a:spAutoFit/>
          </a:bodyPr>
          <a:lstStyle/>
          <a:p>
            <a:pPr marL="87630" marR="5080" indent="-75565">
              <a:lnSpc>
                <a:spcPct val="100000"/>
              </a:lnSpc>
              <a:spcBef>
                <a:spcPts val="100"/>
              </a:spcBef>
            </a:pPr>
            <a:r>
              <a:rPr sz="1000" b="1" spc="-10" dirty="0">
                <a:latin typeface="Corbel"/>
                <a:cs typeface="Corbel"/>
              </a:rPr>
              <a:t>Lateral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28" name="object 28"/>
          <p:cNvSpPr txBox="1"/>
          <p:nvPr/>
        </p:nvSpPr>
        <p:spPr>
          <a:xfrm>
            <a:off x="4748639" y="3873500"/>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29" name="object 29"/>
          <p:cNvGrpSpPr/>
          <p:nvPr/>
        </p:nvGrpSpPr>
        <p:grpSpPr>
          <a:xfrm>
            <a:off x="3681243" y="2929854"/>
            <a:ext cx="2299335" cy="1947545"/>
            <a:chOff x="3681243" y="2929854"/>
            <a:chExt cx="2299335" cy="1947545"/>
          </a:xfrm>
        </p:grpSpPr>
        <p:pic>
          <p:nvPicPr>
            <p:cNvPr id="30" name="object 30"/>
            <p:cNvPicPr/>
            <p:nvPr/>
          </p:nvPicPr>
          <p:blipFill>
            <a:blip r:embed="rId14" cstate="print"/>
            <a:stretch>
              <a:fillRect/>
            </a:stretch>
          </p:blipFill>
          <p:spPr>
            <a:xfrm>
              <a:off x="5382767" y="4279392"/>
              <a:ext cx="597408" cy="597407"/>
            </a:xfrm>
            <a:prstGeom prst="rect">
              <a:avLst/>
            </a:prstGeom>
          </p:spPr>
        </p:pic>
        <p:sp>
          <p:nvSpPr>
            <p:cNvPr id="31" name="object 31"/>
            <p:cNvSpPr/>
            <p:nvPr/>
          </p:nvSpPr>
          <p:spPr>
            <a:xfrm>
              <a:off x="4745426" y="4031361"/>
              <a:ext cx="1125220" cy="546100"/>
            </a:xfrm>
            <a:custGeom>
              <a:avLst/>
              <a:gdLst/>
              <a:ahLst/>
              <a:cxnLst/>
              <a:rect l="l" t="t" r="r" b="b"/>
              <a:pathLst>
                <a:path w="1125220" h="546100">
                  <a:moveTo>
                    <a:pt x="0" y="0"/>
                  </a:moveTo>
                  <a:lnTo>
                    <a:pt x="1124718" y="546012"/>
                  </a:lnTo>
                </a:path>
              </a:pathLst>
            </a:custGeom>
            <a:ln w="25400">
              <a:solidFill>
                <a:srgbClr val="0070C0"/>
              </a:solidFill>
            </a:ln>
          </p:spPr>
          <p:txBody>
            <a:bodyPr wrap="square" lIns="0" tIns="0" rIns="0" bIns="0" rtlCol="0"/>
            <a:lstStyle/>
            <a:p>
              <a:endParaRPr/>
            </a:p>
          </p:txBody>
        </p:sp>
        <p:pic>
          <p:nvPicPr>
            <p:cNvPr id="32" name="object 32"/>
            <p:cNvPicPr/>
            <p:nvPr/>
          </p:nvPicPr>
          <p:blipFill>
            <a:blip r:embed="rId15" cstate="print"/>
            <a:stretch>
              <a:fillRect/>
            </a:stretch>
          </p:blipFill>
          <p:spPr>
            <a:xfrm>
              <a:off x="5395830" y="4168085"/>
              <a:ext cx="550616" cy="341761"/>
            </a:xfrm>
            <a:prstGeom prst="rect">
              <a:avLst/>
            </a:prstGeom>
          </p:spPr>
        </p:pic>
        <p:sp>
          <p:nvSpPr>
            <p:cNvPr id="33" name="object 33"/>
            <p:cNvSpPr/>
            <p:nvPr/>
          </p:nvSpPr>
          <p:spPr>
            <a:xfrm>
              <a:off x="3687593" y="2936204"/>
              <a:ext cx="1147445" cy="223520"/>
            </a:xfrm>
            <a:custGeom>
              <a:avLst/>
              <a:gdLst/>
              <a:ahLst/>
              <a:cxnLst/>
              <a:rect l="l" t="t" r="r" b="b"/>
              <a:pathLst>
                <a:path w="1147445" h="223519">
                  <a:moveTo>
                    <a:pt x="1146865" y="0"/>
                  </a:moveTo>
                  <a:lnTo>
                    <a:pt x="0" y="0"/>
                  </a:lnTo>
                  <a:lnTo>
                    <a:pt x="0" y="223200"/>
                  </a:lnTo>
                  <a:lnTo>
                    <a:pt x="1146865" y="223200"/>
                  </a:lnTo>
                  <a:lnTo>
                    <a:pt x="1146865" y="0"/>
                  </a:lnTo>
                  <a:close/>
                </a:path>
              </a:pathLst>
            </a:custGeom>
            <a:ln w="12700">
              <a:solidFill>
                <a:srgbClr val="7F7F7F"/>
              </a:solidFill>
            </a:ln>
          </p:spPr>
          <p:txBody>
            <a:bodyPr wrap="square" lIns="0" tIns="0" rIns="0" bIns="0" rtlCol="0"/>
            <a:lstStyle/>
            <a:p>
              <a:endParaRPr/>
            </a:p>
          </p:txBody>
        </p:sp>
        <p:sp>
          <p:nvSpPr>
            <p:cNvPr id="34" name="object 34"/>
            <p:cNvSpPr/>
            <p:nvPr/>
          </p:nvSpPr>
          <p:spPr>
            <a:xfrm>
              <a:off x="4806453" y="2939784"/>
              <a:ext cx="383540" cy="563245"/>
            </a:xfrm>
            <a:custGeom>
              <a:avLst/>
              <a:gdLst/>
              <a:ahLst/>
              <a:cxnLst/>
              <a:rect l="l" t="t" r="r" b="b"/>
              <a:pathLst>
                <a:path w="383539" h="563245">
                  <a:moveTo>
                    <a:pt x="340255" y="491044"/>
                  </a:moveTo>
                  <a:lnTo>
                    <a:pt x="309698" y="499663"/>
                  </a:lnTo>
                  <a:lnTo>
                    <a:pt x="367051" y="562659"/>
                  </a:lnTo>
                  <a:lnTo>
                    <a:pt x="377376" y="508607"/>
                  </a:lnTo>
                  <a:lnTo>
                    <a:pt x="348162" y="508607"/>
                  </a:lnTo>
                  <a:lnTo>
                    <a:pt x="344763" y="506703"/>
                  </a:lnTo>
                  <a:lnTo>
                    <a:pt x="343682" y="503195"/>
                  </a:lnTo>
                  <a:lnTo>
                    <a:pt x="340255" y="491044"/>
                  </a:lnTo>
                  <a:close/>
                </a:path>
                <a:path w="383539" h="563245">
                  <a:moveTo>
                    <a:pt x="352479" y="487596"/>
                  </a:moveTo>
                  <a:lnTo>
                    <a:pt x="340255" y="491044"/>
                  </a:lnTo>
                  <a:lnTo>
                    <a:pt x="343682" y="503195"/>
                  </a:lnTo>
                  <a:lnTo>
                    <a:pt x="344763" y="506703"/>
                  </a:lnTo>
                  <a:lnTo>
                    <a:pt x="348162" y="508607"/>
                  </a:lnTo>
                  <a:lnTo>
                    <a:pt x="354913" y="506703"/>
                  </a:lnTo>
                  <a:lnTo>
                    <a:pt x="356878" y="503195"/>
                  </a:lnTo>
                  <a:lnTo>
                    <a:pt x="352479" y="487596"/>
                  </a:lnTo>
                  <a:close/>
                </a:path>
                <a:path w="383539" h="563245">
                  <a:moveTo>
                    <a:pt x="383036" y="478977"/>
                  </a:moveTo>
                  <a:lnTo>
                    <a:pt x="352479" y="487596"/>
                  </a:lnTo>
                  <a:lnTo>
                    <a:pt x="356878" y="503195"/>
                  </a:lnTo>
                  <a:lnTo>
                    <a:pt x="354913" y="506703"/>
                  </a:lnTo>
                  <a:lnTo>
                    <a:pt x="348162" y="508607"/>
                  </a:lnTo>
                  <a:lnTo>
                    <a:pt x="377376" y="508607"/>
                  </a:lnTo>
                  <a:lnTo>
                    <a:pt x="383036" y="478977"/>
                  </a:lnTo>
                  <a:close/>
                </a:path>
                <a:path w="383539" h="563245">
                  <a:moveTo>
                    <a:pt x="213040" y="39993"/>
                  </a:moveTo>
                  <a:lnTo>
                    <a:pt x="340255" y="491044"/>
                  </a:lnTo>
                  <a:lnTo>
                    <a:pt x="352479" y="487596"/>
                  </a:lnTo>
                  <a:lnTo>
                    <a:pt x="227540" y="44618"/>
                  </a:lnTo>
                  <a:lnTo>
                    <a:pt x="219145" y="44618"/>
                  </a:lnTo>
                  <a:lnTo>
                    <a:pt x="213040" y="39993"/>
                  </a:lnTo>
                  <a:close/>
                </a:path>
                <a:path w="383539" h="563245">
                  <a:moveTo>
                    <a:pt x="38121" y="0"/>
                  </a:moveTo>
                  <a:lnTo>
                    <a:pt x="2980" y="23302"/>
                  </a:lnTo>
                  <a:lnTo>
                    <a:pt x="0" y="38135"/>
                  </a:lnTo>
                  <a:lnTo>
                    <a:pt x="1275" y="44484"/>
                  </a:lnTo>
                  <a:lnTo>
                    <a:pt x="3010" y="52963"/>
                  </a:lnTo>
                  <a:lnTo>
                    <a:pt x="11194" y="65065"/>
                  </a:lnTo>
                  <a:lnTo>
                    <a:pt x="23359" y="73219"/>
                  </a:lnTo>
                  <a:lnTo>
                    <a:pt x="38050" y="76200"/>
                  </a:lnTo>
                  <a:lnTo>
                    <a:pt x="52882" y="73219"/>
                  </a:lnTo>
                  <a:lnTo>
                    <a:pt x="65000" y="65065"/>
                  </a:lnTo>
                  <a:lnTo>
                    <a:pt x="73177" y="52963"/>
                  </a:lnTo>
                  <a:lnTo>
                    <a:pt x="74870" y="44618"/>
                  </a:lnTo>
                  <a:lnTo>
                    <a:pt x="74897" y="44484"/>
                  </a:lnTo>
                  <a:lnTo>
                    <a:pt x="34610" y="44484"/>
                  </a:lnTo>
                  <a:lnTo>
                    <a:pt x="31731" y="41601"/>
                  </a:lnTo>
                  <a:lnTo>
                    <a:pt x="31739" y="34587"/>
                  </a:lnTo>
                  <a:lnTo>
                    <a:pt x="34546" y="31784"/>
                  </a:lnTo>
                  <a:lnTo>
                    <a:pt x="74909" y="31784"/>
                  </a:lnTo>
                  <a:lnTo>
                    <a:pt x="73205" y="23302"/>
                  </a:lnTo>
                  <a:lnTo>
                    <a:pt x="65051" y="11183"/>
                  </a:lnTo>
                  <a:lnTo>
                    <a:pt x="52948" y="3007"/>
                  </a:lnTo>
                  <a:lnTo>
                    <a:pt x="38121" y="0"/>
                  </a:lnTo>
                  <a:close/>
                </a:path>
                <a:path w="383539" h="563245">
                  <a:moveTo>
                    <a:pt x="74909" y="31784"/>
                  </a:moveTo>
                  <a:lnTo>
                    <a:pt x="76185" y="38135"/>
                  </a:lnTo>
                  <a:lnTo>
                    <a:pt x="74897" y="44484"/>
                  </a:lnTo>
                  <a:lnTo>
                    <a:pt x="219145" y="44618"/>
                  </a:lnTo>
                  <a:lnTo>
                    <a:pt x="214345" y="44618"/>
                  </a:lnTo>
                  <a:lnTo>
                    <a:pt x="213040" y="39993"/>
                  </a:lnTo>
                  <a:lnTo>
                    <a:pt x="226236" y="39993"/>
                  </a:lnTo>
                  <a:lnTo>
                    <a:pt x="224492" y="33811"/>
                  </a:lnTo>
                  <a:lnTo>
                    <a:pt x="221999" y="31921"/>
                  </a:lnTo>
                  <a:lnTo>
                    <a:pt x="74909" y="31784"/>
                  </a:lnTo>
                  <a:close/>
                </a:path>
                <a:path w="383539" h="563245">
                  <a:moveTo>
                    <a:pt x="226236" y="39993"/>
                  </a:moveTo>
                  <a:lnTo>
                    <a:pt x="213040" y="39993"/>
                  </a:lnTo>
                  <a:lnTo>
                    <a:pt x="219145" y="44618"/>
                  </a:lnTo>
                  <a:lnTo>
                    <a:pt x="227540" y="44618"/>
                  </a:lnTo>
                  <a:lnTo>
                    <a:pt x="226236" y="39993"/>
                  </a:lnTo>
                  <a:close/>
                </a:path>
                <a:path w="383539" h="563245">
                  <a:moveTo>
                    <a:pt x="74909" y="31784"/>
                  </a:moveTo>
                  <a:lnTo>
                    <a:pt x="34546" y="31784"/>
                  </a:lnTo>
                  <a:lnTo>
                    <a:pt x="31739" y="34587"/>
                  </a:lnTo>
                  <a:lnTo>
                    <a:pt x="31731" y="41601"/>
                  </a:lnTo>
                  <a:lnTo>
                    <a:pt x="34610" y="44484"/>
                  </a:lnTo>
                  <a:lnTo>
                    <a:pt x="74897" y="44484"/>
                  </a:lnTo>
                  <a:lnTo>
                    <a:pt x="76185" y="38135"/>
                  </a:lnTo>
                  <a:lnTo>
                    <a:pt x="74937" y="31921"/>
                  </a:lnTo>
                  <a:lnTo>
                    <a:pt x="74909" y="31784"/>
                  </a:lnTo>
                  <a:close/>
                </a:path>
              </a:pathLst>
            </a:custGeom>
            <a:solidFill>
              <a:srgbClr val="7F7F7F"/>
            </a:solidFill>
          </p:spPr>
          <p:txBody>
            <a:bodyPr wrap="square" lIns="0" tIns="0" rIns="0" bIns="0" rtlCol="0"/>
            <a:lstStyle/>
            <a:p>
              <a:endParaRPr/>
            </a:p>
          </p:txBody>
        </p:sp>
      </p:grpSp>
      <p:sp>
        <p:nvSpPr>
          <p:cNvPr id="35" name="object 35"/>
          <p:cNvSpPr txBox="1"/>
          <p:nvPr/>
        </p:nvSpPr>
        <p:spPr>
          <a:xfrm>
            <a:off x="3693943" y="2944876"/>
            <a:ext cx="1141095" cy="177800"/>
          </a:xfrm>
          <a:prstGeom prst="rect">
            <a:avLst/>
          </a:prstGeom>
        </p:spPr>
        <p:txBody>
          <a:bodyPr vert="horz" wrap="square" lIns="0" tIns="12700" rIns="0" bIns="0" rtlCol="0">
            <a:spAutoFit/>
          </a:bodyPr>
          <a:lstStyle/>
          <a:p>
            <a:pPr marL="84455">
              <a:lnSpc>
                <a:spcPct val="100000"/>
              </a:lnSpc>
              <a:spcBef>
                <a:spcPts val="100"/>
              </a:spcBef>
            </a:pPr>
            <a:r>
              <a:rPr sz="1000" dirty="0">
                <a:solidFill>
                  <a:srgbClr val="595959"/>
                </a:solidFill>
                <a:latin typeface="Corbel"/>
                <a:cs typeface="Corbel"/>
              </a:rPr>
              <a:t>Elevator</a:t>
            </a:r>
            <a:r>
              <a:rPr sz="1000" spc="170"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10" dirty="0">
                <a:solidFill>
                  <a:srgbClr val="595959"/>
                </a:solidFill>
                <a:latin typeface="Corbel"/>
                <a:cs typeface="Corbel"/>
              </a:rPr>
              <a:t>Pitch</a:t>
            </a:r>
            <a:endParaRPr sz="1000">
              <a:latin typeface="Corbel"/>
              <a:cs typeface="Corbel"/>
            </a:endParaRPr>
          </a:p>
        </p:txBody>
      </p:sp>
      <p:grpSp>
        <p:nvGrpSpPr>
          <p:cNvPr id="36" name="object 36"/>
          <p:cNvGrpSpPr/>
          <p:nvPr/>
        </p:nvGrpSpPr>
        <p:grpSpPr>
          <a:xfrm>
            <a:off x="1304544" y="1709927"/>
            <a:ext cx="4167504" cy="2231390"/>
            <a:chOff x="1304544" y="1709927"/>
            <a:chExt cx="4167504" cy="2231390"/>
          </a:xfrm>
        </p:grpSpPr>
        <p:pic>
          <p:nvPicPr>
            <p:cNvPr id="37" name="object 37"/>
            <p:cNvPicPr/>
            <p:nvPr/>
          </p:nvPicPr>
          <p:blipFill>
            <a:blip r:embed="rId16" cstate="print"/>
            <a:stretch>
              <a:fillRect/>
            </a:stretch>
          </p:blipFill>
          <p:spPr>
            <a:xfrm>
              <a:off x="5164560" y="3096869"/>
              <a:ext cx="307083" cy="502568"/>
            </a:xfrm>
            <a:prstGeom prst="rect">
              <a:avLst/>
            </a:prstGeom>
          </p:spPr>
        </p:pic>
        <p:pic>
          <p:nvPicPr>
            <p:cNvPr id="38" name="object 38"/>
            <p:cNvPicPr/>
            <p:nvPr/>
          </p:nvPicPr>
          <p:blipFill>
            <a:blip r:embed="rId17" cstate="print"/>
            <a:stretch>
              <a:fillRect/>
            </a:stretch>
          </p:blipFill>
          <p:spPr>
            <a:xfrm>
              <a:off x="5225273" y="3674865"/>
              <a:ext cx="207758" cy="266297"/>
            </a:xfrm>
            <a:prstGeom prst="rect">
              <a:avLst/>
            </a:prstGeom>
          </p:spPr>
        </p:pic>
        <p:pic>
          <p:nvPicPr>
            <p:cNvPr id="39" name="object 39"/>
            <p:cNvPicPr/>
            <p:nvPr/>
          </p:nvPicPr>
          <p:blipFill>
            <a:blip r:embed="rId18" cstate="print"/>
            <a:stretch>
              <a:fillRect/>
            </a:stretch>
          </p:blipFill>
          <p:spPr>
            <a:xfrm>
              <a:off x="1304544" y="1709927"/>
              <a:ext cx="2240280" cy="1624584"/>
            </a:xfrm>
            <a:prstGeom prst="rect">
              <a:avLst/>
            </a:prstGeom>
          </p:spPr>
        </p:pic>
        <p:sp>
          <p:nvSpPr>
            <p:cNvPr id="40" name="object 40"/>
            <p:cNvSpPr/>
            <p:nvPr/>
          </p:nvSpPr>
          <p:spPr>
            <a:xfrm>
              <a:off x="1748981" y="2144814"/>
              <a:ext cx="1192530" cy="717550"/>
            </a:xfrm>
            <a:custGeom>
              <a:avLst/>
              <a:gdLst/>
              <a:ahLst/>
              <a:cxnLst/>
              <a:rect l="l" t="t" r="r" b="b"/>
              <a:pathLst>
                <a:path w="1192530" h="717550">
                  <a:moveTo>
                    <a:pt x="39726" y="683273"/>
                  </a:moveTo>
                  <a:lnTo>
                    <a:pt x="984" y="706389"/>
                  </a:lnTo>
                  <a:lnTo>
                    <a:pt x="0" y="710288"/>
                  </a:lnTo>
                  <a:lnTo>
                    <a:pt x="3594" y="716311"/>
                  </a:lnTo>
                  <a:lnTo>
                    <a:pt x="7491" y="717296"/>
                  </a:lnTo>
                  <a:lnTo>
                    <a:pt x="46234" y="694179"/>
                  </a:lnTo>
                  <a:lnTo>
                    <a:pt x="47218" y="690281"/>
                  </a:lnTo>
                  <a:lnTo>
                    <a:pt x="43624" y="684258"/>
                  </a:lnTo>
                  <a:lnTo>
                    <a:pt x="39726" y="683273"/>
                  </a:lnTo>
                  <a:close/>
                </a:path>
                <a:path w="1192530" h="717550">
                  <a:moveTo>
                    <a:pt x="116069" y="637721"/>
                  </a:moveTo>
                  <a:lnTo>
                    <a:pt x="77327" y="660838"/>
                  </a:lnTo>
                  <a:lnTo>
                    <a:pt x="76343" y="664735"/>
                  </a:lnTo>
                  <a:lnTo>
                    <a:pt x="79937" y="670759"/>
                  </a:lnTo>
                  <a:lnTo>
                    <a:pt x="83835" y="671743"/>
                  </a:lnTo>
                  <a:lnTo>
                    <a:pt x="122576" y="648628"/>
                  </a:lnTo>
                  <a:lnTo>
                    <a:pt x="123562" y="644729"/>
                  </a:lnTo>
                  <a:lnTo>
                    <a:pt x="119968" y="638707"/>
                  </a:lnTo>
                  <a:lnTo>
                    <a:pt x="116069" y="637721"/>
                  </a:lnTo>
                  <a:close/>
                </a:path>
                <a:path w="1192530" h="717550">
                  <a:moveTo>
                    <a:pt x="192412" y="592170"/>
                  </a:moveTo>
                  <a:lnTo>
                    <a:pt x="153671" y="615287"/>
                  </a:lnTo>
                  <a:lnTo>
                    <a:pt x="152685" y="619184"/>
                  </a:lnTo>
                  <a:lnTo>
                    <a:pt x="156279" y="625208"/>
                  </a:lnTo>
                  <a:lnTo>
                    <a:pt x="160178" y="626192"/>
                  </a:lnTo>
                  <a:lnTo>
                    <a:pt x="198920" y="603076"/>
                  </a:lnTo>
                  <a:lnTo>
                    <a:pt x="199904" y="599178"/>
                  </a:lnTo>
                  <a:lnTo>
                    <a:pt x="196310" y="593154"/>
                  </a:lnTo>
                  <a:lnTo>
                    <a:pt x="192412" y="592170"/>
                  </a:lnTo>
                  <a:close/>
                </a:path>
                <a:path w="1192530" h="717550">
                  <a:moveTo>
                    <a:pt x="268756" y="546619"/>
                  </a:moveTo>
                  <a:lnTo>
                    <a:pt x="230013" y="569734"/>
                  </a:lnTo>
                  <a:lnTo>
                    <a:pt x="229029" y="573633"/>
                  </a:lnTo>
                  <a:lnTo>
                    <a:pt x="232623" y="579655"/>
                  </a:lnTo>
                  <a:lnTo>
                    <a:pt x="236520" y="580641"/>
                  </a:lnTo>
                  <a:lnTo>
                    <a:pt x="275263" y="557524"/>
                  </a:lnTo>
                  <a:lnTo>
                    <a:pt x="276247" y="553627"/>
                  </a:lnTo>
                  <a:lnTo>
                    <a:pt x="272653" y="547603"/>
                  </a:lnTo>
                  <a:lnTo>
                    <a:pt x="268756" y="546619"/>
                  </a:lnTo>
                  <a:close/>
                </a:path>
                <a:path w="1192530" h="717550">
                  <a:moveTo>
                    <a:pt x="345098" y="501067"/>
                  </a:moveTo>
                  <a:lnTo>
                    <a:pt x="306357" y="524183"/>
                  </a:lnTo>
                  <a:lnTo>
                    <a:pt x="305372" y="528081"/>
                  </a:lnTo>
                  <a:lnTo>
                    <a:pt x="308965" y="534104"/>
                  </a:lnTo>
                  <a:lnTo>
                    <a:pt x="312864" y="535089"/>
                  </a:lnTo>
                  <a:lnTo>
                    <a:pt x="351605" y="511973"/>
                  </a:lnTo>
                  <a:lnTo>
                    <a:pt x="352591" y="508074"/>
                  </a:lnTo>
                  <a:lnTo>
                    <a:pt x="348997" y="502052"/>
                  </a:lnTo>
                  <a:lnTo>
                    <a:pt x="345098" y="501067"/>
                  </a:lnTo>
                  <a:close/>
                </a:path>
                <a:path w="1192530" h="717550">
                  <a:moveTo>
                    <a:pt x="421441" y="455515"/>
                  </a:moveTo>
                  <a:lnTo>
                    <a:pt x="382700" y="478631"/>
                  </a:lnTo>
                  <a:lnTo>
                    <a:pt x="381715" y="482530"/>
                  </a:lnTo>
                  <a:lnTo>
                    <a:pt x="385309" y="488553"/>
                  </a:lnTo>
                  <a:lnTo>
                    <a:pt x="389208" y="489538"/>
                  </a:lnTo>
                  <a:lnTo>
                    <a:pt x="427949" y="466421"/>
                  </a:lnTo>
                  <a:lnTo>
                    <a:pt x="428933" y="462523"/>
                  </a:lnTo>
                  <a:lnTo>
                    <a:pt x="425339" y="456500"/>
                  </a:lnTo>
                  <a:lnTo>
                    <a:pt x="421441" y="455515"/>
                  </a:lnTo>
                  <a:close/>
                </a:path>
                <a:path w="1192530" h="717550">
                  <a:moveTo>
                    <a:pt x="497785" y="409963"/>
                  </a:moveTo>
                  <a:lnTo>
                    <a:pt x="459042" y="433080"/>
                  </a:lnTo>
                  <a:lnTo>
                    <a:pt x="458058" y="436977"/>
                  </a:lnTo>
                  <a:lnTo>
                    <a:pt x="461652" y="443001"/>
                  </a:lnTo>
                  <a:lnTo>
                    <a:pt x="465550" y="443986"/>
                  </a:lnTo>
                  <a:lnTo>
                    <a:pt x="504291" y="420870"/>
                  </a:lnTo>
                  <a:lnTo>
                    <a:pt x="505277" y="416971"/>
                  </a:lnTo>
                  <a:lnTo>
                    <a:pt x="501683" y="410949"/>
                  </a:lnTo>
                  <a:lnTo>
                    <a:pt x="497785" y="409963"/>
                  </a:lnTo>
                  <a:close/>
                </a:path>
                <a:path w="1192530" h="717550">
                  <a:moveTo>
                    <a:pt x="574127" y="364412"/>
                  </a:moveTo>
                  <a:lnTo>
                    <a:pt x="535386" y="387529"/>
                  </a:lnTo>
                  <a:lnTo>
                    <a:pt x="534400" y="391426"/>
                  </a:lnTo>
                  <a:lnTo>
                    <a:pt x="537994" y="397450"/>
                  </a:lnTo>
                  <a:lnTo>
                    <a:pt x="541893" y="398434"/>
                  </a:lnTo>
                  <a:lnTo>
                    <a:pt x="580635" y="375318"/>
                  </a:lnTo>
                  <a:lnTo>
                    <a:pt x="581619" y="371420"/>
                  </a:lnTo>
                  <a:lnTo>
                    <a:pt x="578026" y="365396"/>
                  </a:lnTo>
                  <a:lnTo>
                    <a:pt x="574127" y="364412"/>
                  </a:lnTo>
                  <a:close/>
                </a:path>
                <a:path w="1192530" h="717550">
                  <a:moveTo>
                    <a:pt x="650471" y="318861"/>
                  </a:moveTo>
                  <a:lnTo>
                    <a:pt x="611729" y="341976"/>
                  </a:lnTo>
                  <a:lnTo>
                    <a:pt x="610744" y="345875"/>
                  </a:lnTo>
                  <a:lnTo>
                    <a:pt x="614338" y="351897"/>
                  </a:lnTo>
                  <a:lnTo>
                    <a:pt x="618236" y="352883"/>
                  </a:lnTo>
                  <a:lnTo>
                    <a:pt x="656978" y="329766"/>
                  </a:lnTo>
                  <a:lnTo>
                    <a:pt x="657962" y="325869"/>
                  </a:lnTo>
                  <a:lnTo>
                    <a:pt x="654368" y="319845"/>
                  </a:lnTo>
                  <a:lnTo>
                    <a:pt x="650471" y="318861"/>
                  </a:lnTo>
                  <a:close/>
                </a:path>
                <a:path w="1192530" h="717550">
                  <a:moveTo>
                    <a:pt x="726813" y="273309"/>
                  </a:moveTo>
                  <a:lnTo>
                    <a:pt x="688072" y="296425"/>
                  </a:lnTo>
                  <a:lnTo>
                    <a:pt x="687087" y="300323"/>
                  </a:lnTo>
                  <a:lnTo>
                    <a:pt x="690681" y="306346"/>
                  </a:lnTo>
                  <a:lnTo>
                    <a:pt x="694579" y="307331"/>
                  </a:lnTo>
                  <a:lnTo>
                    <a:pt x="733320" y="284215"/>
                  </a:lnTo>
                  <a:lnTo>
                    <a:pt x="734306" y="280316"/>
                  </a:lnTo>
                  <a:lnTo>
                    <a:pt x="730712" y="274294"/>
                  </a:lnTo>
                  <a:lnTo>
                    <a:pt x="726813" y="273309"/>
                  </a:lnTo>
                  <a:close/>
                </a:path>
                <a:path w="1192530" h="717550">
                  <a:moveTo>
                    <a:pt x="803156" y="227757"/>
                  </a:moveTo>
                  <a:lnTo>
                    <a:pt x="764415" y="250873"/>
                  </a:lnTo>
                  <a:lnTo>
                    <a:pt x="763430" y="254772"/>
                  </a:lnTo>
                  <a:lnTo>
                    <a:pt x="767024" y="260795"/>
                  </a:lnTo>
                  <a:lnTo>
                    <a:pt x="770923" y="261780"/>
                  </a:lnTo>
                  <a:lnTo>
                    <a:pt x="809664" y="238663"/>
                  </a:lnTo>
                  <a:lnTo>
                    <a:pt x="810648" y="234765"/>
                  </a:lnTo>
                  <a:lnTo>
                    <a:pt x="807055" y="228742"/>
                  </a:lnTo>
                  <a:lnTo>
                    <a:pt x="803156" y="227757"/>
                  </a:lnTo>
                  <a:close/>
                </a:path>
                <a:path w="1192530" h="717550">
                  <a:moveTo>
                    <a:pt x="879500" y="182205"/>
                  </a:moveTo>
                  <a:lnTo>
                    <a:pt x="840757" y="205322"/>
                  </a:lnTo>
                  <a:lnTo>
                    <a:pt x="839773" y="209219"/>
                  </a:lnTo>
                  <a:lnTo>
                    <a:pt x="843367" y="215243"/>
                  </a:lnTo>
                  <a:lnTo>
                    <a:pt x="847265" y="216227"/>
                  </a:lnTo>
                  <a:lnTo>
                    <a:pt x="886007" y="193112"/>
                  </a:lnTo>
                  <a:lnTo>
                    <a:pt x="886992" y="189213"/>
                  </a:lnTo>
                  <a:lnTo>
                    <a:pt x="883398" y="183191"/>
                  </a:lnTo>
                  <a:lnTo>
                    <a:pt x="879500" y="182205"/>
                  </a:lnTo>
                  <a:close/>
                </a:path>
                <a:path w="1192530" h="717550">
                  <a:moveTo>
                    <a:pt x="955842" y="136654"/>
                  </a:moveTo>
                  <a:lnTo>
                    <a:pt x="917101" y="159771"/>
                  </a:lnTo>
                  <a:lnTo>
                    <a:pt x="916117" y="163668"/>
                  </a:lnTo>
                  <a:lnTo>
                    <a:pt x="919711" y="169692"/>
                  </a:lnTo>
                  <a:lnTo>
                    <a:pt x="923608" y="170676"/>
                  </a:lnTo>
                  <a:lnTo>
                    <a:pt x="962350" y="147560"/>
                  </a:lnTo>
                  <a:lnTo>
                    <a:pt x="963335" y="143662"/>
                  </a:lnTo>
                  <a:lnTo>
                    <a:pt x="959741" y="137638"/>
                  </a:lnTo>
                  <a:lnTo>
                    <a:pt x="955842" y="136654"/>
                  </a:lnTo>
                  <a:close/>
                </a:path>
                <a:path w="1192530" h="717550">
                  <a:moveTo>
                    <a:pt x="1032186" y="91103"/>
                  </a:moveTo>
                  <a:lnTo>
                    <a:pt x="993444" y="114218"/>
                  </a:lnTo>
                  <a:lnTo>
                    <a:pt x="992459" y="118117"/>
                  </a:lnTo>
                  <a:lnTo>
                    <a:pt x="996053" y="124139"/>
                  </a:lnTo>
                  <a:lnTo>
                    <a:pt x="999952" y="125125"/>
                  </a:lnTo>
                  <a:lnTo>
                    <a:pt x="1038693" y="102008"/>
                  </a:lnTo>
                  <a:lnTo>
                    <a:pt x="1039677" y="98111"/>
                  </a:lnTo>
                  <a:lnTo>
                    <a:pt x="1036083" y="92087"/>
                  </a:lnTo>
                  <a:lnTo>
                    <a:pt x="1032186" y="91103"/>
                  </a:lnTo>
                  <a:close/>
                </a:path>
                <a:path w="1192530" h="717550">
                  <a:moveTo>
                    <a:pt x="1108529" y="45551"/>
                  </a:moveTo>
                  <a:lnTo>
                    <a:pt x="1069787" y="68667"/>
                  </a:lnTo>
                  <a:lnTo>
                    <a:pt x="1068802" y="72565"/>
                  </a:lnTo>
                  <a:lnTo>
                    <a:pt x="1072396" y="78588"/>
                  </a:lnTo>
                  <a:lnTo>
                    <a:pt x="1076294" y="79573"/>
                  </a:lnTo>
                  <a:lnTo>
                    <a:pt x="1115037" y="56457"/>
                  </a:lnTo>
                  <a:lnTo>
                    <a:pt x="1116021" y="52558"/>
                  </a:lnTo>
                  <a:lnTo>
                    <a:pt x="1112427" y="46536"/>
                  </a:lnTo>
                  <a:lnTo>
                    <a:pt x="1108529" y="45551"/>
                  </a:lnTo>
                  <a:close/>
                </a:path>
                <a:path w="1192530" h="717550">
                  <a:moveTo>
                    <a:pt x="1184871" y="0"/>
                  </a:moveTo>
                  <a:lnTo>
                    <a:pt x="1146130" y="23115"/>
                  </a:lnTo>
                  <a:lnTo>
                    <a:pt x="1145146" y="27014"/>
                  </a:lnTo>
                  <a:lnTo>
                    <a:pt x="1148739" y="33036"/>
                  </a:lnTo>
                  <a:lnTo>
                    <a:pt x="1152638" y="34022"/>
                  </a:lnTo>
                  <a:lnTo>
                    <a:pt x="1191379" y="10905"/>
                  </a:lnTo>
                  <a:lnTo>
                    <a:pt x="1192364" y="7007"/>
                  </a:lnTo>
                  <a:lnTo>
                    <a:pt x="1188770" y="984"/>
                  </a:lnTo>
                  <a:lnTo>
                    <a:pt x="1184871" y="0"/>
                  </a:lnTo>
                  <a:close/>
                </a:path>
              </a:pathLst>
            </a:custGeom>
            <a:solidFill>
              <a:srgbClr val="00B050">
                <a:alpha val="70199"/>
              </a:srgbClr>
            </a:solidFill>
          </p:spPr>
          <p:txBody>
            <a:bodyPr wrap="square" lIns="0" tIns="0" rIns="0" bIns="0" rtlCol="0"/>
            <a:lstStyle/>
            <a:p>
              <a:endParaRPr/>
            </a:p>
          </p:txBody>
        </p:sp>
        <p:pic>
          <p:nvPicPr>
            <p:cNvPr id="41" name="object 41"/>
            <p:cNvPicPr/>
            <p:nvPr/>
          </p:nvPicPr>
          <p:blipFill>
            <a:blip r:embed="rId19" cstate="print"/>
            <a:stretch>
              <a:fillRect/>
            </a:stretch>
          </p:blipFill>
          <p:spPr>
            <a:xfrm>
              <a:off x="2118360" y="2511551"/>
              <a:ext cx="167639" cy="167639"/>
            </a:xfrm>
            <a:prstGeom prst="rect">
              <a:avLst/>
            </a:prstGeom>
          </p:spPr>
        </p:pic>
        <p:sp>
          <p:nvSpPr>
            <p:cNvPr id="42" name="object 42"/>
            <p:cNvSpPr/>
            <p:nvPr/>
          </p:nvSpPr>
          <p:spPr>
            <a:xfrm>
              <a:off x="2965650" y="1994437"/>
              <a:ext cx="232410" cy="139065"/>
            </a:xfrm>
            <a:custGeom>
              <a:avLst/>
              <a:gdLst/>
              <a:ahLst/>
              <a:cxnLst/>
              <a:rect l="l" t="t" r="r" b="b"/>
              <a:pathLst>
                <a:path w="232410" h="139064">
                  <a:moveTo>
                    <a:pt x="0" y="138798"/>
                  </a:moveTo>
                  <a:lnTo>
                    <a:pt x="232200" y="0"/>
                  </a:lnTo>
                </a:path>
              </a:pathLst>
            </a:custGeom>
            <a:ln w="25400">
              <a:solidFill>
                <a:srgbClr val="00B050"/>
              </a:solidFill>
            </a:ln>
          </p:spPr>
          <p:txBody>
            <a:bodyPr wrap="square" lIns="0" tIns="0" rIns="0" bIns="0" rtlCol="0"/>
            <a:lstStyle/>
            <a:p>
              <a:endParaRPr/>
            </a:p>
          </p:txBody>
        </p:sp>
      </p:grpSp>
      <p:sp>
        <p:nvSpPr>
          <p:cNvPr id="43" name="object 43"/>
          <p:cNvSpPr txBox="1"/>
          <p:nvPr/>
        </p:nvSpPr>
        <p:spPr>
          <a:xfrm>
            <a:off x="2029363" y="2905252"/>
            <a:ext cx="723265" cy="330200"/>
          </a:xfrm>
          <a:prstGeom prst="rect">
            <a:avLst/>
          </a:prstGeom>
        </p:spPr>
        <p:txBody>
          <a:bodyPr vert="horz" wrap="square" lIns="0" tIns="12700" rIns="0" bIns="0" rtlCol="0">
            <a:spAutoFit/>
          </a:bodyPr>
          <a:lstStyle/>
          <a:p>
            <a:pPr marL="242570" marR="5080" indent="-230504">
              <a:lnSpc>
                <a:spcPct val="100000"/>
              </a:lnSpc>
              <a:spcBef>
                <a:spcPts val="100"/>
              </a:spcBef>
            </a:pPr>
            <a:r>
              <a:rPr sz="1000" b="1" spc="-10" dirty="0">
                <a:latin typeface="Corbel"/>
                <a:cs typeface="Corbel"/>
              </a:rPr>
              <a:t>Longitudinal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44" name="object 44"/>
          <p:cNvSpPr txBox="1"/>
          <p:nvPr/>
        </p:nvSpPr>
        <p:spPr>
          <a:xfrm>
            <a:off x="2306326" y="2489708"/>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45" name="object 45"/>
          <p:cNvGrpSpPr/>
          <p:nvPr/>
        </p:nvGrpSpPr>
        <p:grpSpPr>
          <a:xfrm>
            <a:off x="1292352" y="1553132"/>
            <a:ext cx="1795780" cy="1607820"/>
            <a:chOff x="1292352" y="1553132"/>
            <a:chExt cx="1795780" cy="1607820"/>
          </a:xfrm>
        </p:grpSpPr>
        <p:pic>
          <p:nvPicPr>
            <p:cNvPr id="46" name="object 46"/>
            <p:cNvPicPr/>
            <p:nvPr/>
          </p:nvPicPr>
          <p:blipFill>
            <a:blip r:embed="rId20" cstate="print"/>
            <a:stretch>
              <a:fillRect/>
            </a:stretch>
          </p:blipFill>
          <p:spPr>
            <a:xfrm>
              <a:off x="1392657" y="2891560"/>
              <a:ext cx="386081" cy="241688"/>
            </a:xfrm>
            <a:prstGeom prst="rect">
              <a:avLst/>
            </a:prstGeom>
          </p:spPr>
        </p:pic>
        <p:sp>
          <p:nvSpPr>
            <p:cNvPr id="47" name="object 47"/>
            <p:cNvSpPr/>
            <p:nvPr/>
          </p:nvSpPr>
          <p:spPr>
            <a:xfrm>
              <a:off x="1434802" y="2867906"/>
              <a:ext cx="302260" cy="180975"/>
            </a:xfrm>
            <a:custGeom>
              <a:avLst/>
              <a:gdLst/>
              <a:ahLst/>
              <a:cxnLst/>
              <a:rect l="l" t="t" r="r" b="b"/>
              <a:pathLst>
                <a:path w="302260" h="180975">
                  <a:moveTo>
                    <a:pt x="0" y="180397"/>
                  </a:moveTo>
                  <a:lnTo>
                    <a:pt x="301793" y="0"/>
                  </a:lnTo>
                </a:path>
              </a:pathLst>
            </a:custGeom>
            <a:ln w="25400">
              <a:solidFill>
                <a:srgbClr val="00B050"/>
              </a:solidFill>
            </a:ln>
          </p:spPr>
          <p:txBody>
            <a:bodyPr wrap="square" lIns="0" tIns="0" rIns="0" bIns="0" rtlCol="0"/>
            <a:lstStyle/>
            <a:p>
              <a:endParaRPr/>
            </a:p>
          </p:txBody>
        </p:sp>
        <p:pic>
          <p:nvPicPr>
            <p:cNvPr id="48" name="object 48"/>
            <p:cNvPicPr/>
            <p:nvPr/>
          </p:nvPicPr>
          <p:blipFill>
            <a:blip r:embed="rId21" cstate="print"/>
            <a:stretch>
              <a:fillRect/>
            </a:stretch>
          </p:blipFill>
          <p:spPr>
            <a:xfrm>
              <a:off x="1292352" y="2563367"/>
              <a:ext cx="585216" cy="597408"/>
            </a:xfrm>
            <a:prstGeom prst="rect">
              <a:avLst/>
            </a:prstGeom>
          </p:spPr>
        </p:pic>
        <p:sp>
          <p:nvSpPr>
            <p:cNvPr id="49" name="object 49"/>
            <p:cNvSpPr/>
            <p:nvPr/>
          </p:nvSpPr>
          <p:spPr>
            <a:xfrm>
              <a:off x="2044236" y="1559482"/>
              <a:ext cx="1037590" cy="221615"/>
            </a:xfrm>
            <a:custGeom>
              <a:avLst/>
              <a:gdLst/>
              <a:ahLst/>
              <a:cxnLst/>
              <a:rect l="l" t="t" r="r" b="b"/>
              <a:pathLst>
                <a:path w="1037589" h="221614">
                  <a:moveTo>
                    <a:pt x="0" y="0"/>
                  </a:moveTo>
                  <a:lnTo>
                    <a:pt x="1037515" y="0"/>
                  </a:lnTo>
                  <a:lnTo>
                    <a:pt x="1037515" y="221332"/>
                  </a:lnTo>
                  <a:lnTo>
                    <a:pt x="0" y="221332"/>
                  </a:lnTo>
                  <a:lnTo>
                    <a:pt x="0" y="0"/>
                  </a:lnTo>
                  <a:close/>
                </a:path>
              </a:pathLst>
            </a:custGeom>
            <a:ln w="12700">
              <a:solidFill>
                <a:srgbClr val="7F7F7F"/>
              </a:solidFill>
            </a:ln>
          </p:spPr>
          <p:txBody>
            <a:bodyPr wrap="square" lIns="0" tIns="0" rIns="0" bIns="0" rtlCol="0"/>
            <a:lstStyle/>
            <a:p>
              <a:endParaRPr/>
            </a:p>
          </p:txBody>
        </p:sp>
        <p:sp>
          <p:nvSpPr>
            <p:cNvPr id="50" name="object 50"/>
            <p:cNvSpPr/>
            <p:nvPr/>
          </p:nvSpPr>
          <p:spPr>
            <a:xfrm>
              <a:off x="1756415" y="1562713"/>
              <a:ext cx="316865" cy="512445"/>
            </a:xfrm>
            <a:custGeom>
              <a:avLst/>
              <a:gdLst/>
              <a:ahLst/>
              <a:cxnLst/>
              <a:rect l="l" t="t" r="r" b="b"/>
              <a:pathLst>
                <a:path w="316864" h="512444">
                  <a:moveTo>
                    <a:pt x="0" y="429973"/>
                  </a:moveTo>
                  <a:lnTo>
                    <a:pt x="22871" y="512039"/>
                  </a:lnTo>
                  <a:lnTo>
                    <a:pt x="65494" y="456608"/>
                  </a:lnTo>
                  <a:lnTo>
                    <a:pt x="37211" y="456608"/>
                  </a:lnTo>
                  <a:lnTo>
                    <a:pt x="30325" y="455270"/>
                  </a:lnTo>
                  <a:lnTo>
                    <a:pt x="28077" y="451937"/>
                  </a:lnTo>
                  <a:lnTo>
                    <a:pt x="31167" y="436027"/>
                  </a:lnTo>
                  <a:lnTo>
                    <a:pt x="0" y="429973"/>
                  </a:lnTo>
                  <a:close/>
                </a:path>
                <a:path w="316864" h="512444">
                  <a:moveTo>
                    <a:pt x="31167" y="436027"/>
                  </a:moveTo>
                  <a:lnTo>
                    <a:pt x="28077" y="451937"/>
                  </a:lnTo>
                  <a:lnTo>
                    <a:pt x="30325" y="455270"/>
                  </a:lnTo>
                  <a:lnTo>
                    <a:pt x="37211" y="456608"/>
                  </a:lnTo>
                  <a:lnTo>
                    <a:pt x="40543" y="454359"/>
                  </a:lnTo>
                  <a:lnTo>
                    <a:pt x="43633" y="438449"/>
                  </a:lnTo>
                  <a:lnTo>
                    <a:pt x="31167" y="436027"/>
                  </a:lnTo>
                  <a:close/>
                </a:path>
                <a:path w="316864" h="512444">
                  <a:moveTo>
                    <a:pt x="43633" y="438449"/>
                  </a:moveTo>
                  <a:lnTo>
                    <a:pt x="40543" y="454359"/>
                  </a:lnTo>
                  <a:lnTo>
                    <a:pt x="37211" y="456608"/>
                  </a:lnTo>
                  <a:lnTo>
                    <a:pt x="65494" y="456608"/>
                  </a:lnTo>
                  <a:lnTo>
                    <a:pt x="74801" y="444503"/>
                  </a:lnTo>
                  <a:lnTo>
                    <a:pt x="43633" y="438449"/>
                  </a:lnTo>
                  <a:close/>
                </a:path>
                <a:path w="316864" h="512444">
                  <a:moveTo>
                    <a:pt x="241875" y="31787"/>
                  </a:moveTo>
                  <a:lnTo>
                    <a:pt x="111853" y="31921"/>
                  </a:lnTo>
                  <a:lnTo>
                    <a:pt x="109244" y="34075"/>
                  </a:lnTo>
                  <a:lnTo>
                    <a:pt x="31167" y="436027"/>
                  </a:lnTo>
                  <a:lnTo>
                    <a:pt x="43633" y="438449"/>
                  </a:lnTo>
                  <a:lnTo>
                    <a:pt x="120133" y="44617"/>
                  </a:lnTo>
                  <a:lnTo>
                    <a:pt x="114904" y="44617"/>
                  </a:lnTo>
                  <a:lnTo>
                    <a:pt x="121131" y="39479"/>
                  </a:lnTo>
                  <a:lnTo>
                    <a:pt x="240872" y="39479"/>
                  </a:lnTo>
                  <a:lnTo>
                    <a:pt x="240600" y="38139"/>
                  </a:lnTo>
                  <a:lnTo>
                    <a:pt x="241848" y="31921"/>
                  </a:lnTo>
                  <a:lnTo>
                    <a:pt x="241875" y="31787"/>
                  </a:lnTo>
                  <a:close/>
                </a:path>
                <a:path w="316864" h="512444">
                  <a:moveTo>
                    <a:pt x="278662" y="0"/>
                  </a:moveTo>
                  <a:lnTo>
                    <a:pt x="263834" y="3009"/>
                  </a:lnTo>
                  <a:lnTo>
                    <a:pt x="251732" y="11186"/>
                  </a:lnTo>
                  <a:lnTo>
                    <a:pt x="243579" y="23305"/>
                  </a:lnTo>
                  <a:lnTo>
                    <a:pt x="240600" y="38139"/>
                  </a:lnTo>
                  <a:lnTo>
                    <a:pt x="243609" y="52966"/>
                  </a:lnTo>
                  <a:lnTo>
                    <a:pt x="251787" y="65068"/>
                  </a:lnTo>
                  <a:lnTo>
                    <a:pt x="263906" y="73221"/>
                  </a:lnTo>
                  <a:lnTo>
                    <a:pt x="278739" y="76200"/>
                  </a:lnTo>
                  <a:lnTo>
                    <a:pt x="293417" y="73221"/>
                  </a:lnTo>
                  <a:lnTo>
                    <a:pt x="305587" y="65068"/>
                  </a:lnTo>
                  <a:lnTo>
                    <a:pt x="313773" y="52966"/>
                  </a:lnTo>
                  <a:lnTo>
                    <a:pt x="315483" y="44617"/>
                  </a:lnTo>
                  <a:lnTo>
                    <a:pt x="282043" y="44617"/>
                  </a:lnTo>
                  <a:lnTo>
                    <a:pt x="285054" y="41600"/>
                  </a:lnTo>
                  <a:lnTo>
                    <a:pt x="285046" y="34587"/>
                  </a:lnTo>
                  <a:lnTo>
                    <a:pt x="282243" y="31787"/>
                  </a:lnTo>
                  <a:lnTo>
                    <a:pt x="315527" y="31787"/>
                  </a:lnTo>
                  <a:lnTo>
                    <a:pt x="313805" y="23305"/>
                  </a:lnTo>
                  <a:lnTo>
                    <a:pt x="305650" y="11186"/>
                  </a:lnTo>
                  <a:lnTo>
                    <a:pt x="293540" y="3009"/>
                  </a:lnTo>
                  <a:lnTo>
                    <a:pt x="278662" y="0"/>
                  </a:lnTo>
                  <a:close/>
                </a:path>
                <a:path w="316864" h="512444">
                  <a:moveTo>
                    <a:pt x="121131" y="39479"/>
                  </a:moveTo>
                  <a:lnTo>
                    <a:pt x="114904" y="44617"/>
                  </a:lnTo>
                  <a:lnTo>
                    <a:pt x="120133" y="44617"/>
                  </a:lnTo>
                  <a:lnTo>
                    <a:pt x="121131" y="39479"/>
                  </a:lnTo>
                  <a:close/>
                </a:path>
                <a:path w="316864" h="512444">
                  <a:moveTo>
                    <a:pt x="240872" y="39479"/>
                  </a:moveTo>
                  <a:lnTo>
                    <a:pt x="121131" y="39479"/>
                  </a:lnTo>
                  <a:lnTo>
                    <a:pt x="120133" y="44617"/>
                  </a:lnTo>
                  <a:lnTo>
                    <a:pt x="241915" y="44617"/>
                  </a:lnTo>
                  <a:lnTo>
                    <a:pt x="240872" y="39479"/>
                  </a:lnTo>
                  <a:close/>
                </a:path>
                <a:path w="316864" h="512444">
                  <a:moveTo>
                    <a:pt x="315527" y="31787"/>
                  </a:moveTo>
                  <a:lnTo>
                    <a:pt x="282243" y="31787"/>
                  </a:lnTo>
                  <a:lnTo>
                    <a:pt x="285046" y="34587"/>
                  </a:lnTo>
                  <a:lnTo>
                    <a:pt x="285054" y="41600"/>
                  </a:lnTo>
                  <a:lnTo>
                    <a:pt x="282043" y="44617"/>
                  </a:lnTo>
                  <a:lnTo>
                    <a:pt x="315483" y="44617"/>
                  </a:lnTo>
                  <a:lnTo>
                    <a:pt x="316784" y="38139"/>
                  </a:lnTo>
                  <a:lnTo>
                    <a:pt x="316095" y="34587"/>
                  </a:lnTo>
                  <a:lnTo>
                    <a:pt x="315554" y="31921"/>
                  </a:lnTo>
                  <a:lnTo>
                    <a:pt x="315527" y="31787"/>
                  </a:lnTo>
                  <a:close/>
                </a:path>
              </a:pathLst>
            </a:custGeom>
            <a:solidFill>
              <a:srgbClr val="7F7F7F"/>
            </a:solidFill>
          </p:spPr>
          <p:txBody>
            <a:bodyPr wrap="square" lIns="0" tIns="0" rIns="0" bIns="0" rtlCol="0"/>
            <a:lstStyle/>
            <a:p>
              <a:endParaRPr/>
            </a:p>
          </p:txBody>
        </p:sp>
      </p:grpSp>
      <p:sp>
        <p:nvSpPr>
          <p:cNvPr id="51" name="object 51"/>
          <p:cNvSpPr txBox="1"/>
          <p:nvPr/>
        </p:nvSpPr>
        <p:spPr>
          <a:xfrm>
            <a:off x="2122976" y="1567179"/>
            <a:ext cx="82486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595959"/>
                </a:solidFill>
                <a:latin typeface="Corbel"/>
                <a:cs typeface="Corbel"/>
              </a:rPr>
              <a:t>Ailerons</a:t>
            </a:r>
            <a:r>
              <a:rPr sz="1000" spc="-25" dirty="0">
                <a:solidFill>
                  <a:srgbClr val="595959"/>
                </a:solidFill>
                <a:latin typeface="Corbel"/>
                <a:cs typeface="Corbel"/>
              </a:rPr>
              <a:t> </a:t>
            </a:r>
            <a:r>
              <a:rPr sz="1000" dirty="0">
                <a:solidFill>
                  <a:srgbClr val="595959"/>
                </a:solidFill>
                <a:latin typeface="Corbel"/>
                <a:cs typeface="Corbel"/>
              </a:rPr>
              <a:t>to</a:t>
            </a:r>
            <a:r>
              <a:rPr sz="1000" spc="-15" dirty="0">
                <a:solidFill>
                  <a:srgbClr val="595959"/>
                </a:solidFill>
                <a:latin typeface="Corbel"/>
                <a:cs typeface="Corbel"/>
              </a:rPr>
              <a:t> </a:t>
            </a:r>
            <a:r>
              <a:rPr sz="1000" spc="-20" dirty="0">
                <a:solidFill>
                  <a:srgbClr val="595959"/>
                </a:solidFill>
                <a:latin typeface="Corbel"/>
                <a:cs typeface="Corbel"/>
              </a:rPr>
              <a:t>Roll</a:t>
            </a:r>
            <a:endParaRPr sz="1000">
              <a:latin typeface="Corbel"/>
              <a:cs typeface="Corbel"/>
            </a:endParaRPr>
          </a:p>
        </p:txBody>
      </p:sp>
      <p:grpSp>
        <p:nvGrpSpPr>
          <p:cNvPr id="52" name="object 52"/>
          <p:cNvGrpSpPr/>
          <p:nvPr/>
        </p:nvGrpSpPr>
        <p:grpSpPr>
          <a:xfrm>
            <a:off x="1559242" y="1502223"/>
            <a:ext cx="1700530" cy="1788160"/>
            <a:chOff x="1559242" y="1502223"/>
            <a:chExt cx="1700530" cy="1788160"/>
          </a:xfrm>
        </p:grpSpPr>
        <p:sp>
          <p:nvSpPr>
            <p:cNvPr id="53" name="object 53"/>
            <p:cNvSpPr/>
            <p:nvPr/>
          </p:nvSpPr>
          <p:spPr>
            <a:xfrm>
              <a:off x="2042886" y="1559482"/>
              <a:ext cx="1037590" cy="221615"/>
            </a:xfrm>
            <a:custGeom>
              <a:avLst/>
              <a:gdLst/>
              <a:ahLst/>
              <a:cxnLst/>
              <a:rect l="l" t="t" r="r" b="b"/>
              <a:pathLst>
                <a:path w="1037589" h="221614">
                  <a:moveTo>
                    <a:pt x="1037515" y="0"/>
                  </a:moveTo>
                  <a:lnTo>
                    <a:pt x="0" y="0"/>
                  </a:lnTo>
                  <a:lnTo>
                    <a:pt x="0" y="221332"/>
                  </a:lnTo>
                  <a:lnTo>
                    <a:pt x="1037515" y="221332"/>
                  </a:lnTo>
                  <a:lnTo>
                    <a:pt x="1037515" y="0"/>
                  </a:lnTo>
                  <a:close/>
                </a:path>
              </a:pathLst>
            </a:custGeom>
            <a:ln w="12700">
              <a:solidFill>
                <a:srgbClr val="7F7F7F"/>
              </a:solidFill>
            </a:ln>
          </p:spPr>
          <p:txBody>
            <a:bodyPr wrap="square" lIns="0" tIns="0" rIns="0" bIns="0" rtlCol="0"/>
            <a:lstStyle/>
            <a:p>
              <a:endParaRPr/>
            </a:p>
          </p:txBody>
        </p:sp>
        <p:sp>
          <p:nvSpPr>
            <p:cNvPr id="54" name="object 54"/>
            <p:cNvSpPr/>
            <p:nvPr/>
          </p:nvSpPr>
          <p:spPr>
            <a:xfrm>
              <a:off x="3042704" y="1682349"/>
              <a:ext cx="217170" cy="1068705"/>
            </a:xfrm>
            <a:custGeom>
              <a:avLst/>
              <a:gdLst/>
              <a:ahLst/>
              <a:cxnLst/>
              <a:rect l="l" t="t" r="r" b="b"/>
              <a:pathLst>
                <a:path w="217170" h="1068705">
                  <a:moveTo>
                    <a:pt x="172344" y="992539"/>
                  </a:moveTo>
                  <a:lnTo>
                    <a:pt x="140594" y="992539"/>
                  </a:lnTo>
                  <a:lnTo>
                    <a:pt x="178818" y="1068677"/>
                  </a:lnTo>
                  <a:lnTo>
                    <a:pt x="207274" y="1011534"/>
                  </a:lnTo>
                  <a:lnTo>
                    <a:pt x="175218" y="1011534"/>
                  </a:lnTo>
                  <a:lnTo>
                    <a:pt x="172371" y="1008695"/>
                  </a:lnTo>
                  <a:lnTo>
                    <a:pt x="172344" y="992539"/>
                  </a:lnTo>
                  <a:close/>
                </a:path>
                <a:path w="217170" h="1068705">
                  <a:moveTo>
                    <a:pt x="183632" y="128191"/>
                  </a:moveTo>
                  <a:lnTo>
                    <a:pt x="170932" y="128191"/>
                  </a:lnTo>
                  <a:lnTo>
                    <a:pt x="173831" y="133510"/>
                  </a:lnTo>
                  <a:lnTo>
                    <a:pt x="170940" y="133510"/>
                  </a:lnTo>
                  <a:lnTo>
                    <a:pt x="172344" y="992539"/>
                  </a:lnTo>
                  <a:lnTo>
                    <a:pt x="172371" y="1008695"/>
                  </a:lnTo>
                  <a:lnTo>
                    <a:pt x="175218" y="1011534"/>
                  </a:lnTo>
                  <a:lnTo>
                    <a:pt x="182221" y="1011534"/>
                  </a:lnTo>
                  <a:lnTo>
                    <a:pt x="185050" y="1008695"/>
                  </a:lnTo>
                  <a:lnTo>
                    <a:pt x="185044" y="992539"/>
                  </a:lnTo>
                  <a:lnTo>
                    <a:pt x="183641" y="133510"/>
                  </a:lnTo>
                  <a:lnTo>
                    <a:pt x="173831" y="133510"/>
                  </a:lnTo>
                  <a:lnTo>
                    <a:pt x="170937" y="131636"/>
                  </a:lnTo>
                  <a:lnTo>
                    <a:pt x="183637" y="131636"/>
                  </a:lnTo>
                  <a:lnTo>
                    <a:pt x="183632" y="128191"/>
                  </a:lnTo>
                  <a:close/>
                </a:path>
                <a:path w="217170" h="1068705">
                  <a:moveTo>
                    <a:pt x="216732" y="992539"/>
                  </a:moveTo>
                  <a:lnTo>
                    <a:pt x="185044" y="992539"/>
                  </a:lnTo>
                  <a:lnTo>
                    <a:pt x="185050" y="1008695"/>
                  </a:lnTo>
                  <a:lnTo>
                    <a:pt x="182221" y="1011534"/>
                  </a:lnTo>
                  <a:lnTo>
                    <a:pt x="207274" y="1011534"/>
                  </a:lnTo>
                  <a:lnTo>
                    <a:pt x="216732" y="992539"/>
                  </a:lnTo>
                  <a:close/>
                </a:path>
                <a:path w="217170" h="1068705">
                  <a:moveTo>
                    <a:pt x="170932" y="128191"/>
                  </a:moveTo>
                  <a:lnTo>
                    <a:pt x="170937" y="131636"/>
                  </a:lnTo>
                  <a:lnTo>
                    <a:pt x="173831" y="133510"/>
                  </a:lnTo>
                  <a:lnTo>
                    <a:pt x="170932" y="128191"/>
                  </a:lnTo>
                  <a:close/>
                </a:path>
                <a:path w="217170" h="1068705">
                  <a:moveTo>
                    <a:pt x="71646" y="52210"/>
                  </a:moveTo>
                  <a:lnTo>
                    <a:pt x="69271" y="58236"/>
                  </a:lnTo>
                  <a:lnTo>
                    <a:pt x="64743" y="62870"/>
                  </a:lnTo>
                  <a:lnTo>
                    <a:pt x="170937" y="131636"/>
                  </a:lnTo>
                  <a:lnTo>
                    <a:pt x="170932" y="128191"/>
                  </a:lnTo>
                  <a:lnTo>
                    <a:pt x="183632" y="128191"/>
                  </a:lnTo>
                  <a:lnTo>
                    <a:pt x="183629" y="126021"/>
                  </a:lnTo>
                  <a:lnTo>
                    <a:pt x="182538" y="124018"/>
                  </a:lnTo>
                  <a:lnTo>
                    <a:pt x="71646" y="52210"/>
                  </a:lnTo>
                  <a:close/>
                </a:path>
                <a:path w="217170" h="1068705">
                  <a:moveTo>
                    <a:pt x="43924" y="0"/>
                  </a:moveTo>
                  <a:lnTo>
                    <a:pt x="29321" y="270"/>
                  </a:lnTo>
                  <a:lnTo>
                    <a:pt x="15884" y="5997"/>
                  </a:lnTo>
                  <a:lnTo>
                    <a:pt x="5310" y="16817"/>
                  </a:lnTo>
                  <a:lnTo>
                    <a:pt x="0" y="30291"/>
                  </a:lnTo>
                  <a:lnTo>
                    <a:pt x="33" y="45497"/>
                  </a:lnTo>
                  <a:lnTo>
                    <a:pt x="5760" y="58933"/>
                  </a:lnTo>
                  <a:lnTo>
                    <a:pt x="16581" y="69507"/>
                  </a:lnTo>
                  <a:lnTo>
                    <a:pt x="30657" y="75055"/>
                  </a:lnTo>
                  <a:lnTo>
                    <a:pt x="45260" y="74784"/>
                  </a:lnTo>
                  <a:lnTo>
                    <a:pt x="58697" y="69057"/>
                  </a:lnTo>
                  <a:lnTo>
                    <a:pt x="64743" y="62870"/>
                  </a:lnTo>
                  <a:lnTo>
                    <a:pt x="30895" y="40951"/>
                  </a:lnTo>
                  <a:lnTo>
                    <a:pt x="30055" y="37019"/>
                  </a:lnTo>
                  <a:lnTo>
                    <a:pt x="33867" y="31132"/>
                  </a:lnTo>
                  <a:lnTo>
                    <a:pt x="37798" y="30291"/>
                  </a:lnTo>
                  <a:lnTo>
                    <a:pt x="74561" y="30291"/>
                  </a:lnTo>
                  <a:lnTo>
                    <a:pt x="74548" y="29557"/>
                  </a:lnTo>
                  <a:lnTo>
                    <a:pt x="68820" y="16121"/>
                  </a:lnTo>
                  <a:lnTo>
                    <a:pt x="58000" y="5548"/>
                  </a:lnTo>
                  <a:lnTo>
                    <a:pt x="43924" y="0"/>
                  </a:lnTo>
                  <a:close/>
                </a:path>
                <a:path w="217170" h="1068705">
                  <a:moveTo>
                    <a:pt x="37798" y="30291"/>
                  </a:moveTo>
                  <a:lnTo>
                    <a:pt x="33867" y="31132"/>
                  </a:lnTo>
                  <a:lnTo>
                    <a:pt x="30055" y="37019"/>
                  </a:lnTo>
                  <a:lnTo>
                    <a:pt x="30895" y="40951"/>
                  </a:lnTo>
                  <a:lnTo>
                    <a:pt x="64743" y="62870"/>
                  </a:lnTo>
                  <a:lnTo>
                    <a:pt x="69271" y="58236"/>
                  </a:lnTo>
                  <a:lnTo>
                    <a:pt x="71646" y="52210"/>
                  </a:lnTo>
                  <a:lnTo>
                    <a:pt x="37798" y="30291"/>
                  </a:lnTo>
                  <a:close/>
                </a:path>
                <a:path w="217170" h="1068705">
                  <a:moveTo>
                    <a:pt x="74561" y="30291"/>
                  </a:moveTo>
                  <a:lnTo>
                    <a:pt x="37798" y="30291"/>
                  </a:lnTo>
                  <a:lnTo>
                    <a:pt x="71646" y="52210"/>
                  </a:lnTo>
                  <a:lnTo>
                    <a:pt x="74819" y="44161"/>
                  </a:lnTo>
                  <a:lnTo>
                    <a:pt x="74759" y="40951"/>
                  </a:lnTo>
                  <a:lnTo>
                    <a:pt x="74686" y="37019"/>
                  </a:lnTo>
                  <a:lnTo>
                    <a:pt x="74561" y="30291"/>
                  </a:lnTo>
                  <a:close/>
                </a:path>
              </a:pathLst>
            </a:custGeom>
            <a:solidFill>
              <a:srgbClr val="7F7F7F"/>
            </a:solidFill>
          </p:spPr>
          <p:txBody>
            <a:bodyPr wrap="square" lIns="0" tIns="0" rIns="0" bIns="0" rtlCol="0"/>
            <a:lstStyle/>
            <a:p>
              <a:endParaRPr/>
            </a:p>
          </p:txBody>
        </p:sp>
        <p:pic>
          <p:nvPicPr>
            <p:cNvPr id="55" name="object 55"/>
            <p:cNvPicPr/>
            <p:nvPr/>
          </p:nvPicPr>
          <p:blipFill>
            <a:blip r:embed="rId16" cstate="print"/>
            <a:stretch>
              <a:fillRect/>
            </a:stretch>
          </p:blipFill>
          <p:spPr>
            <a:xfrm>
              <a:off x="1559242" y="1502223"/>
              <a:ext cx="307082" cy="502568"/>
            </a:xfrm>
            <a:prstGeom prst="rect">
              <a:avLst/>
            </a:prstGeom>
          </p:spPr>
        </p:pic>
        <p:pic>
          <p:nvPicPr>
            <p:cNvPr id="56" name="object 56"/>
            <p:cNvPicPr/>
            <p:nvPr/>
          </p:nvPicPr>
          <p:blipFill>
            <a:blip r:embed="rId22" cstate="print"/>
            <a:stretch>
              <a:fillRect/>
            </a:stretch>
          </p:blipFill>
          <p:spPr>
            <a:xfrm>
              <a:off x="3023950" y="3023640"/>
              <a:ext cx="207758" cy="266297"/>
            </a:xfrm>
            <a:prstGeom prst="rect">
              <a:avLst/>
            </a:prstGeom>
          </p:spPr>
        </p:pic>
      </p:grpSp>
      <p:sp>
        <p:nvSpPr>
          <p:cNvPr id="57" name="object 57"/>
          <p:cNvSpPr txBox="1"/>
          <p:nvPr/>
        </p:nvSpPr>
        <p:spPr>
          <a:xfrm>
            <a:off x="6174740" y="1285747"/>
            <a:ext cx="4857115" cy="2099310"/>
          </a:xfrm>
          <a:prstGeom prst="rect">
            <a:avLst/>
          </a:prstGeom>
        </p:spPr>
        <p:txBody>
          <a:bodyPr vert="horz" wrap="square" lIns="0" tIns="11430" rIns="0" bIns="0" rtlCol="0">
            <a:spAutoFit/>
          </a:bodyPr>
          <a:lstStyle/>
          <a:p>
            <a:pPr marL="12700" marR="5080" algn="just">
              <a:lnSpc>
                <a:spcPct val="100400"/>
              </a:lnSpc>
              <a:spcBef>
                <a:spcPts val="90"/>
              </a:spcBef>
            </a:pPr>
            <a:r>
              <a:rPr sz="1800" dirty="0">
                <a:latin typeface="Corbel"/>
                <a:cs typeface="Corbel"/>
              </a:rPr>
              <a:t>Aircraft</a:t>
            </a:r>
            <a:r>
              <a:rPr sz="1800" spc="110" dirty="0">
                <a:latin typeface="Corbel"/>
                <a:cs typeface="Corbel"/>
              </a:rPr>
              <a:t>  </a:t>
            </a:r>
            <a:r>
              <a:rPr sz="1800" dirty="0">
                <a:latin typeface="Corbel"/>
                <a:cs typeface="Corbel"/>
              </a:rPr>
              <a:t>flight</a:t>
            </a:r>
            <a:r>
              <a:rPr sz="1800" spc="114" dirty="0">
                <a:latin typeface="Corbel"/>
                <a:cs typeface="Corbel"/>
              </a:rPr>
              <a:t>  </a:t>
            </a:r>
            <a:r>
              <a:rPr sz="1800" dirty="0">
                <a:latin typeface="Corbel"/>
                <a:cs typeface="Corbel"/>
              </a:rPr>
              <a:t>control</a:t>
            </a:r>
            <a:r>
              <a:rPr sz="1800" spc="110" dirty="0">
                <a:latin typeface="Corbel"/>
                <a:cs typeface="Corbel"/>
              </a:rPr>
              <a:t>  </a:t>
            </a:r>
            <a:r>
              <a:rPr sz="1800" dirty="0">
                <a:latin typeface="Corbel"/>
                <a:cs typeface="Corbel"/>
              </a:rPr>
              <a:t>surfaces</a:t>
            </a:r>
            <a:r>
              <a:rPr sz="1800" spc="114" dirty="0">
                <a:latin typeface="Corbel"/>
                <a:cs typeface="Corbel"/>
              </a:rPr>
              <a:t>  </a:t>
            </a:r>
            <a:r>
              <a:rPr sz="1800" dirty="0">
                <a:latin typeface="Corbel"/>
                <a:cs typeface="Corbel"/>
              </a:rPr>
              <a:t>are</a:t>
            </a:r>
            <a:r>
              <a:rPr sz="1800" spc="114" dirty="0">
                <a:latin typeface="Corbel"/>
                <a:cs typeface="Corbel"/>
              </a:rPr>
              <a:t>  </a:t>
            </a:r>
            <a:r>
              <a:rPr sz="1800" spc="-10" dirty="0">
                <a:latin typeface="Corbel"/>
                <a:cs typeface="Corbel"/>
              </a:rPr>
              <a:t>aerodynamic </a:t>
            </a:r>
            <a:r>
              <a:rPr sz="1800" dirty="0">
                <a:latin typeface="Corbel"/>
                <a:cs typeface="Corbel"/>
              </a:rPr>
              <a:t>devices</a:t>
            </a:r>
            <a:r>
              <a:rPr sz="1800" spc="250" dirty="0">
                <a:latin typeface="Corbel"/>
                <a:cs typeface="Corbel"/>
              </a:rPr>
              <a:t> </a:t>
            </a:r>
            <a:r>
              <a:rPr sz="1800" dirty="0">
                <a:latin typeface="Corbel"/>
                <a:cs typeface="Corbel"/>
              </a:rPr>
              <a:t>allowing</a:t>
            </a:r>
            <a:r>
              <a:rPr sz="1800" spc="250" dirty="0">
                <a:latin typeface="Corbel"/>
                <a:cs typeface="Corbel"/>
              </a:rPr>
              <a:t> </a:t>
            </a:r>
            <a:r>
              <a:rPr sz="1800" dirty="0">
                <a:latin typeface="Corbel"/>
                <a:cs typeface="Corbel"/>
              </a:rPr>
              <a:t>a</a:t>
            </a:r>
            <a:r>
              <a:rPr sz="1800" spc="265" dirty="0">
                <a:latin typeface="Corbel"/>
                <a:cs typeface="Corbel"/>
              </a:rPr>
              <a:t> </a:t>
            </a:r>
            <a:r>
              <a:rPr sz="1800" dirty="0">
                <a:latin typeface="Corbel"/>
                <a:cs typeface="Corbel"/>
              </a:rPr>
              <a:t>pilot</a:t>
            </a:r>
            <a:r>
              <a:rPr sz="1800" spc="260" dirty="0">
                <a:latin typeface="Corbel"/>
                <a:cs typeface="Corbel"/>
              </a:rPr>
              <a:t> </a:t>
            </a:r>
            <a:r>
              <a:rPr sz="1800" dirty="0">
                <a:latin typeface="Corbel"/>
                <a:cs typeface="Corbel"/>
              </a:rPr>
              <a:t>to</a:t>
            </a:r>
            <a:r>
              <a:rPr sz="1800" spc="260" dirty="0">
                <a:latin typeface="Corbel"/>
                <a:cs typeface="Corbel"/>
              </a:rPr>
              <a:t> </a:t>
            </a:r>
            <a:r>
              <a:rPr sz="1800" dirty="0">
                <a:latin typeface="Corbel"/>
                <a:cs typeface="Corbel"/>
              </a:rPr>
              <a:t>adjust</a:t>
            </a:r>
            <a:r>
              <a:rPr sz="1800" spc="254" dirty="0">
                <a:latin typeface="Corbel"/>
                <a:cs typeface="Corbel"/>
              </a:rPr>
              <a:t> </a:t>
            </a:r>
            <a:r>
              <a:rPr sz="1800" dirty="0">
                <a:latin typeface="Corbel"/>
                <a:cs typeface="Corbel"/>
              </a:rPr>
              <a:t>and</a:t>
            </a:r>
            <a:r>
              <a:rPr sz="1800" spc="250" dirty="0">
                <a:latin typeface="Corbel"/>
                <a:cs typeface="Corbel"/>
              </a:rPr>
              <a:t> </a:t>
            </a:r>
            <a:r>
              <a:rPr sz="1800" dirty="0">
                <a:latin typeface="Corbel"/>
                <a:cs typeface="Corbel"/>
              </a:rPr>
              <a:t>control</a:t>
            </a:r>
            <a:r>
              <a:rPr sz="1800" spc="254" dirty="0">
                <a:latin typeface="Corbel"/>
                <a:cs typeface="Corbel"/>
              </a:rPr>
              <a:t> </a:t>
            </a:r>
            <a:r>
              <a:rPr sz="1800" spc="-25" dirty="0">
                <a:latin typeface="Corbel"/>
                <a:cs typeface="Corbel"/>
              </a:rPr>
              <a:t>the </a:t>
            </a:r>
            <a:r>
              <a:rPr sz="1800" dirty="0">
                <a:latin typeface="Corbel"/>
                <a:cs typeface="Corbel"/>
              </a:rPr>
              <a:t>aircraft's</a:t>
            </a:r>
            <a:r>
              <a:rPr sz="1800" spc="160" dirty="0">
                <a:latin typeface="Corbel"/>
                <a:cs typeface="Corbel"/>
              </a:rPr>
              <a:t>  </a:t>
            </a:r>
            <a:r>
              <a:rPr sz="1800" dirty="0">
                <a:latin typeface="Corbel"/>
                <a:cs typeface="Corbel"/>
              </a:rPr>
              <a:t>flight</a:t>
            </a:r>
            <a:r>
              <a:rPr sz="1800" spc="160" dirty="0">
                <a:latin typeface="Corbel"/>
                <a:cs typeface="Corbel"/>
              </a:rPr>
              <a:t>  </a:t>
            </a:r>
            <a:r>
              <a:rPr sz="1800" dirty="0">
                <a:latin typeface="Corbel"/>
                <a:cs typeface="Corbel"/>
              </a:rPr>
              <a:t>attitude.</a:t>
            </a:r>
            <a:r>
              <a:rPr sz="1800" spc="160" dirty="0">
                <a:latin typeface="Corbel"/>
                <a:cs typeface="Corbel"/>
              </a:rPr>
              <a:t>  </a:t>
            </a:r>
            <a:r>
              <a:rPr sz="1800" b="1" u="sng" dirty="0">
                <a:uFill>
                  <a:solidFill>
                    <a:srgbClr val="000000"/>
                  </a:solidFill>
                </a:uFill>
                <a:latin typeface="Corbel"/>
                <a:cs typeface="Corbel"/>
              </a:rPr>
              <a:t>Main</a:t>
            </a:r>
            <a:r>
              <a:rPr sz="1800" b="1" u="sng" spc="155" dirty="0">
                <a:uFill>
                  <a:solidFill>
                    <a:srgbClr val="000000"/>
                  </a:solidFill>
                </a:uFill>
                <a:latin typeface="Corbel"/>
                <a:cs typeface="Corbel"/>
              </a:rPr>
              <a:t>  </a:t>
            </a:r>
            <a:r>
              <a:rPr sz="1800" b="1" u="sng" dirty="0">
                <a:uFill>
                  <a:solidFill>
                    <a:srgbClr val="000000"/>
                  </a:solidFill>
                </a:uFill>
                <a:latin typeface="Corbel"/>
                <a:cs typeface="Corbel"/>
              </a:rPr>
              <a:t>control</a:t>
            </a:r>
            <a:r>
              <a:rPr sz="1800" b="1" u="sng" spc="150" dirty="0">
                <a:uFill>
                  <a:solidFill>
                    <a:srgbClr val="000000"/>
                  </a:solidFill>
                </a:uFill>
                <a:latin typeface="Corbel"/>
                <a:cs typeface="Corbel"/>
              </a:rPr>
              <a:t>  </a:t>
            </a:r>
            <a:r>
              <a:rPr sz="1800" b="1" u="sng" spc="-10" dirty="0">
                <a:uFill>
                  <a:solidFill>
                    <a:srgbClr val="000000"/>
                  </a:solidFill>
                </a:uFill>
                <a:latin typeface="Corbel"/>
                <a:cs typeface="Corbel"/>
              </a:rPr>
              <a:t>surfaces</a:t>
            </a:r>
            <a:r>
              <a:rPr sz="1800" b="1" spc="-10" dirty="0">
                <a:latin typeface="Corbel"/>
                <a:cs typeface="Corbel"/>
              </a:rPr>
              <a:t> </a:t>
            </a:r>
            <a:r>
              <a:rPr sz="1800" spc="-10" dirty="0">
                <a:latin typeface="Corbel"/>
                <a:cs typeface="Corbel"/>
              </a:rPr>
              <a:t>include:</a:t>
            </a:r>
            <a:endParaRPr sz="1800" dirty="0">
              <a:latin typeface="Corbel"/>
              <a:cs typeface="Corbel"/>
            </a:endParaRPr>
          </a:p>
          <a:p>
            <a:pPr marL="12700" marR="5080" indent="-5715" algn="just">
              <a:lnSpc>
                <a:spcPts val="1900"/>
              </a:lnSpc>
              <a:spcBef>
                <a:spcPts val="1025"/>
              </a:spcBef>
              <a:buSzPct val="93750"/>
              <a:buFont typeface="Corbel"/>
              <a:buAutoNum type="arabicPeriod"/>
              <a:tabLst>
                <a:tab pos="156210" algn="l"/>
              </a:tabLst>
            </a:pPr>
            <a:r>
              <a:rPr sz="1600" b="1" u="sng" dirty="0">
                <a:uFill>
                  <a:solidFill>
                    <a:srgbClr val="000000"/>
                  </a:solidFill>
                </a:uFill>
                <a:latin typeface="Corbel"/>
                <a:cs typeface="Corbel"/>
              </a:rPr>
              <a:t>	Ailerons</a:t>
            </a:r>
            <a:r>
              <a:rPr sz="1600" b="1" spc="10" dirty="0">
                <a:latin typeface="Corbel"/>
                <a:cs typeface="Corbel"/>
              </a:rPr>
              <a:t> </a:t>
            </a:r>
            <a:r>
              <a:rPr sz="1600" dirty="0">
                <a:latin typeface="Corbel"/>
                <a:cs typeface="Corbel"/>
              </a:rPr>
              <a:t>are</a:t>
            </a:r>
            <a:r>
              <a:rPr sz="1600" spc="30" dirty="0">
                <a:latin typeface="Corbel"/>
                <a:cs typeface="Corbel"/>
              </a:rPr>
              <a:t> </a:t>
            </a:r>
            <a:r>
              <a:rPr sz="1600" dirty="0">
                <a:latin typeface="Corbel"/>
                <a:cs typeface="Corbel"/>
              </a:rPr>
              <a:t>mounted</a:t>
            </a:r>
            <a:r>
              <a:rPr sz="1600" spc="30"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trailing</a:t>
            </a:r>
            <a:r>
              <a:rPr sz="1600" spc="20" dirty="0">
                <a:latin typeface="Corbel"/>
                <a:cs typeface="Corbel"/>
              </a:rPr>
              <a:t> </a:t>
            </a:r>
            <a:r>
              <a:rPr sz="1600" dirty="0">
                <a:latin typeface="Corbel"/>
                <a:cs typeface="Corbel"/>
              </a:rPr>
              <a:t>edge</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each</a:t>
            </a:r>
            <a:r>
              <a:rPr sz="1600" spc="20" dirty="0">
                <a:latin typeface="Corbel"/>
                <a:cs typeface="Corbel"/>
              </a:rPr>
              <a:t> </a:t>
            </a:r>
            <a:r>
              <a:rPr sz="1600" spc="-20" dirty="0">
                <a:latin typeface="Corbel"/>
                <a:cs typeface="Corbel"/>
              </a:rPr>
              <a:t>wing </a:t>
            </a:r>
            <a:r>
              <a:rPr sz="1600" dirty="0">
                <a:latin typeface="Corbel"/>
                <a:cs typeface="Corbel"/>
              </a:rPr>
              <a:t>near</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wingtips</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move</a:t>
            </a:r>
            <a:r>
              <a:rPr sz="1600" spc="-25"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opposite</a:t>
            </a:r>
            <a:r>
              <a:rPr sz="1600" spc="-25" dirty="0">
                <a:latin typeface="Corbel"/>
                <a:cs typeface="Corbel"/>
              </a:rPr>
              <a:t> </a:t>
            </a:r>
            <a:r>
              <a:rPr sz="1600" spc="-10" dirty="0">
                <a:latin typeface="Corbel"/>
                <a:cs typeface="Corbel"/>
              </a:rPr>
              <a:t>directions.</a:t>
            </a:r>
            <a:endParaRPr sz="1600" dirty="0">
              <a:latin typeface="Corbel"/>
              <a:cs typeface="Corbel"/>
            </a:endParaRPr>
          </a:p>
          <a:p>
            <a:pPr marL="306705" indent="-294005" algn="just">
              <a:lnSpc>
                <a:spcPct val="100000"/>
              </a:lnSpc>
              <a:spcBef>
                <a:spcPts val="919"/>
              </a:spcBef>
              <a:buSzPct val="93750"/>
              <a:buFont typeface="Corbel"/>
              <a:buAutoNum type="arabicPeriod"/>
              <a:tabLst>
                <a:tab pos="306705" algn="l"/>
              </a:tabLst>
            </a:pPr>
            <a:r>
              <a:rPr sz="1600" b="1" u="sng" dirty="0">
                <a:uFill>
                  <a:solidFill>
                    <a:srgbClr val="000000"/>
                  </a:solidFill>
                </a:uFill>
                <a:latin typeface="Corbel"/>
                <a:cs typeface="Corbel"/>
              </a:rPr>
              <a:t>Elevator</a:t>
            </a:r>
            <a:r>
              <a:rPr sz="1600" b="1" spc="360" dirty="0">
                <a:latin typeface="Corbel"/>
                <a:cs typeface="Corbel"/>
              </a:rPr>
              <a:t>   </a:t>
            </a:r>
            <a:r>
              <a:rPr sz="1600" dirty="0">
                <a:latin typeface="Corbel"/>
                <a:cs typeface="Corbel"/>
              </a:rPr>
              <a:t>is</a:t>
            </a:r>
            <a:r>
              <a:rPr sz="1600" spc="210" dirty="0">
                <a:latin typeface="Corbel"/>
                <a:cs typeface="Corbel"/>
              </a:rPr>
              <a:t>  </a:t>
            </a:r>
            <a:r>
              <a:rPr sz="1600" dirty="0">
                <a:latin typeface="Corbel"/>
                <a:cs typeface="Corbel"/>
              </a:rPr>
              <a:t>a</a:t>
            </a:r>
            <a:r>
              <a:rPr sz="1600" spc="204" dirty="0">
                <a:latin typeface="Corbel"/>
                <a:cs typeface="Corbel"/>
              </a:rPr>
              <a:t>  </a:t>
            </a:r>
            <a:r>
              <a:rPr sz="1600" dirty="0">
                <a:latin typeface="Corbel"/>
                <a:cs typeface="Corbel"/>
              </a:rPr>
              <a:t>moveable</a:t>
            </a:r>
            <a:r>
              <a:rPr sz="1600" spc="204" dirty="0">
                <a:latin typeface="Corbel"/>
                <a:cs typeface="Corbel"/>
              </a:rPr>
              <a:t>  </a:t>
            </a:r>
            <a:r>
              <a:rPr sz="1600" dirty="0">
                <a:latin typeface="Corbel"/>
                <a:cs typeface="Corbel"/>
              </a:rPr>
              <a:t>part</a:t>
            </a:r>
            <a:r>
              <a:rPr sz="1600" spc="200" dirty="0">
                <a:latin typeface="Corbel"/>
                <a:cs typeface="Corbel"/>
              </a:rPr>
              <a:t>  </a:t>
            </a:r>
            <a:r>
              <a:rPr sz="1600" dirty="0">
                <a:latin typeface="Corbel"/>
                <a:cs typeface="Corbel"/>
              </a:rPr>
              <a:t>of</a:t>
            </a:r>
            <a:r>
              <a:rPr sz="1600" spc="204" dirty="0">
                <a:latin typeface="Corbel"/>
                <a:cs typeface="Corbel"/>
              </a:rPr>
              <a:t>  </a:t>
            </a:r>
            <a:r>
              <a:rPr sz="1600" dirty="0">
                <a:latin typeface="Corbel"/>
                <a:cs typeface="Corbel"/>
              </a:rPr>
              <a:t>the</a:t>
            </a:r>
            <a:r>
              <a:rPr sz="1600" spc="204" dirty="0">
                <a:latin typeface="Corbel"/>
                <a:cs typeface="Corbel"/>
              </a:rPr>
              <a:t>  </a:t>
            </a:r>
            <a:r>
              <a:rPr sz="1600" spc="-10" dirty="0">
                <a:latin typeface="Corbel"/>
                <a:cs typeface="Corbel"/>
              </a:rPr>
              <a:t>horizontal</a:t>
            </a:r>
            <a:endParaRPr sz="1600" dirty="0">
              <a:latin typeface="Corbel"/>
              <a:cs typeface="Corbel"/>
            </a:endParaRPr>
          </a:p>
        </p:txBody>
      </p:sp>
      <p:sp>
        <p:nvSpPr>
          <p:cNvPr id="58" name="object 58"/>
          <p:cNvSpPr txBox="1"/>
          <p:nvPr/>
        </p:nvSpPr>
        <p:spPr>
          <a:xfrm>
            <a:off x="6245735" y="3698609"/>
            <a:ext cx="4855845" cy="1363980"/>
          </a:xfrm>
          <a:prstGeom prst="rect">
            <a:avLst/>
          </a:prstGeom>
        </p:spPr>
        <p:txBody>
          <a:bodyPr vert="horz" wrap="square" lIns="0" tIns="13970" rIns="0" bIns="0" rtlCol="0">
            <a:spAutoFit/>
          </a:bodyPr>
          <a:lstStyle/>
          <a:p>
            <a:pPr marL="12700" marR="5080" algn="just">
              <a:lnSpc>
                <a:spcPct val="99400"/>
              </a:lnSpc>
              <a:spcBef>
                <a:spcPts val="110"/>
              </a:spcBef>
            </a:pPr>
            <a:r>
              <a:rPr sz="1600" dirty="0">
                <a:latin typeface="Corbel"/>
                <a:cs typeface="Corbel"/>
              </a:rPr>
              <a:t>stabilizer,</a:t>
            </a:r>
            <a:r>
              <a:rPr sz="1600" spc="375" dirty="0">
                <a:latin typeface="Corbel"/>
                <a:cs typeface="Corbel"/>
              </a:rPr>
              <a:t> </a:t>
            </a:r>
            <a:r>
              <a:rPr sz="1600" dirty="0">
                <a:latin typeface="Corbel"/>
                <a:cs typeface="Corbel"/>
              </a:rPr>
              <a:t>hinged</a:t>
            </a:r>
            <a:r>
              <a:rPr sz="1600" spc="375" dirty="0">
                <a:latin typeface="Corbel"/>
                <a:cs typeface="Corbel"/>
              </a:rPr>
              <a:t> </a:t>
            </a:r>
            <a:r>
              <a:rPr sz="1600" dirty="0">
                <a:latin typeface="Corbel"/>
                <a:cs typeface="Corbel"/>
              </a:rPr>
              <a:t>to</a:t>
            </a:r>
            <a:r>
              <a:rPr sz="1600" spc="365" dirty="0">
                <a:latin typeface="Corbel"/>
                <a:cs typeface="Corbel"/>
              </a:rPr>
              <a:t> </a:t>
            </a:r>
            <a:r>
              <a:rPr sz="1600" dirty="0">
                <a:latin typeface="Corbel"/>
                <a:cs typeface="Corbel"/>
              </a:rPr>
              <a:t>the</a:t>
            </a:r>
            <a:r>
              <a:rPr sz="1600" spc="375" dirty="0">
                <a:latin typeface="Corbel"/>
                <a:cs typeface="Corbel"/>
              </a:rPr>
              <a:t> </a:t>
            </a:r>
            <a:r>
              <a:rPr sz="1600" dirty="0">
                <a:latin typeface="Corbel"/>
                <a:cs typeface="Corbel"/>
              </a:rPr>
              <a:t>back</a:t>
            </a:r>
            <a:r>
              <a:rPr sz="1600" spc="365" dirty="0">
                <a:latin typeface="Corbel"/>
                <a:cs typeface="Corbel"/>
              </a:rPr>
              <a:t> </a:t>
            </a:r>
            <a:r>
              <a:rPr sz="1600" dirty="0">
                <a:latin typeface="Corbel"/>
                <a:cs typeface="Corbel"/>
              </a:rPr>
              <a:t>of</a:t>
            </a:r>
            <a:r>
              <a:rPr sz="1600" spc="375" dirty="0">
                <a:latin typeface="Corbel"/>
                <a:cs typeface="Corbel"/>
              </a:rPr>
              <a:t> </a:t>
            </a:r>
            <a:r>
              <a:rPr sz="1600" dirty="0">
                <a:latin typeface="Corbel"/>
                <a:cs typeface="Corbel"/>
              </a:rPr>
              <a:t>the</a:t>
            </a:r>
            <a:r>
              <a:rPr sz="1600" spc="375" dirty="0">
                <a:latin typeface="Corbel"/>
                <a:cs typeface="Corbel"/>
              </a:rPr>
              <a:t> </a:t>
            </a:r>
            <a:r>
              <a:rPr sz="1600" dirty="0">
                <a:latin typeface="Corbel"/>
                <a:cs typeface="Corbel"/>
              </a:rPr>
              <a:t>fixed</a:t>
            </a:r>
            <a:r>
              <a:rPr sz="1600" spc="375" dirty="0">
                <a:latin typeface="Corbel"/>
                <a:cs typeface="Corbel"/>
              </a:rPr>
              <a:t> </a:t>
            </a:r>
            <a:r>
              <a:rPr sz="1600" dirty="0">
                <a:latin typeface="Corbel"/>
                <a:cs typeface="Corbel"/>
              </a:rPr>
              <a:t>part</a:t>
            </a:r>
            <a:r>
              <a:rPr sz="1600" spc="365" dirty="0">
                <a:latin typeface="Corbel"/>
                <a:cs typeface="Corbel"/>
              </a:rPr>
              <a:t> </a:t>
            </a:r>
            <a:r>
              <a:rPr sz="1600" dirty="0">
                <a:latin typeface="Corbel"/>
                <a:cs typeface="Corbel"/>
              </a:rPr>
              <a:t>of</a:t>
            </a:r>
            <a:r>
              <a:rPr sz="1600" spc="375" dirty="0">
                <a:latin typeface="Corbel"/>
                <a:cs typeface="Corbel"/>
              </a:rPr>
              <a:t> </a:t>
            </a:r>
            <a:r>
              <a:rPr sz="1600" spc="-25" dirty="0">
                <a:latin typeface="Corbel"/>
                <a:cs typeface="Corbel"/>
              </a:rPr>
              <a:t>the </a:t>
            </a:r>
            <a:r>
              <a:rPr sz="1600" dirty="0">
                <a:latin typeface="Corbel"/>
                <a:cs typeface="Corbel"/>
              </a:rPr>
              <a:t>horizontal</a:t>
            </a:r>
            <a:r>
              <a:rPr sz="1600" spc="280" dirty="0">
                <a:latin typeface="Corbel"/>
                <a:cs typeface="Corbel"/>
              </a:rPr>
              <a:t>  </a:t>
            </a:r>
            <a:r>
              <a:rPr sz="1600" dirty="0">
                <a:latin typeface="Corbel"/>
                <a:cs typeface="Corbel"/>
              </a:rPr>
              <a:t>tail.</a:t>
            </a:r>
            <a:r>
              <a:rPr sz="1600" spc="280" dirty="0">
                <a:latin typeface="Corbel"/>
                <a:cs typeface="Corbel"/>
              </a:rPr>
              <a:t>  </a:t>
            </a:r>
            <a:r>
              <a:rPr sz="1600" dirty="0">
                <a:latin typeface="Corbel"/>
                <a:cs typeface="Corbel"/>
              </a:rPr>
              <a:t>The</a:t>
            </a:r>
            <a:r>
              <a:rPr sz="1600" spc="285" dirty="0">
                <a:latin typeface="Corbel"/>
                <a:cs typeface="Corbel"/>
              </a:rPr>
              <a:t>  </a:t>
            </a:r>
            <a:r>
              <a:rPr sz="1600" dirty="0">
                <a:latin typeface="Corbel"/>
                <a:cs typeface="Corbel"/>
              </a:rPr>
              <a:t>elevators</a:t>
            </a:r>
            <a:r>
              <a:rPr sz="1600" spc="280" dirty="0">
                <a:latin typeface="Corbel"/>
                <a:cs typeface="Corbel"/>
              </a:rPr>
              <a:t>  </a:t>
            </a:r>
            <a:r>
              <a:rPr sz="1600" dirty="0">
                <a:latin typeface="Corbel"/>
                <a:cs typeface="Corbel"/>
              </a:rPr>
              <a:t>move</a:t>
            </a:r>
            <a:r>
              <a:rPr sz="1600" spc="285" dirty="0">
                <a:latin typeface="Corbel"/>
                <a:cs typeface="Corbel"/>
              </a:rPr>
              <a:t>  </a:t>
            </a:r>
            <a:r>
              <a:rPr sz="1600" dirty="0">
                <a:latin typeface="Corbel"/>
                <a:cs typeface="Corbel"/>
              </a:rPr>
              <a:t>up</a:t>
            </a:r>
            <a:r>
              <a:rPr sz="1600" spc="280" dirty="0">
                <a:latin typeface="Corbel"/>
                <a:cs typeface="Corbel"/>
              </a:rPr>
              <a:t>  </a:t>
            </a:r>
            <a:r>
              <a:rPr sz="1600" dirty="0">
                <a:latin typeface="Corbel"/>
                <a:cs typeface="Corbel"/>
              </a:rPr>
              <a:t>and</a:t>
            </a:r>
            <a:r>
              <a:rPr sz="1600" spc="285" dirty="0">
                <a:latin typeface="Corbel"/>
                <a:cs typeface="Corbel"/>
              </a:rPr>
              <a:t>  </a:t>
            </a:r>
            <a:r>
              <a:rPr sz="1600" spc="-20" dirty="0">
                <a:latin typeface="Corbel"/>
                <a:cs typeface="Corbel"/>
              </a:rPr>
              <a:t>down </a:t>
            </a:r>
            <a:r>
              <a:rPr sz="1600" spc="-10" dirty="0">
                <a:latin typeface="Corbel"/>
                <a:cs typeface="Corbel"/>
              </a:rPr>
              <a:t>together.</a:t>
            </a:r>
            <a:endParaRPr sz="1600" dirty="0">
              <a:latin typeface="Corbel"/>
              <a:cs typeface="Corbel"/>
            </a:endParaRPr>
          </a:p>
          <a:p>
            <a:pPr marL="12700" marR="5080">
              <a:lnSpc>
                <a:spcPts val="1900"/>
              </a:lnSpc>
              <a:spcBef>
                <a:spcPts val="1065"/>
              </a:spcBef>
            </a:pPr>
            <a:r>
              <a:rPr sz="1600" dirty="0">
                <a:latin typeface="Corbel"/>
                <a:cs typeface="Corbel"/>
              </a:rPr>
              <a:t>3.</a:t>
            </a:r>
            <a:r>
              <a:rPr sz="1600" spc="20" dirty="0">
                <a:latin typeface="Corbel"/>
                <a:cs typeface="Corbel"/>
              </a:rPr>
              <a:t> </a:t>
            </a:r>
            <a:r>
              <a:rPr sz="1600" b="1" u="sng" dirty="0">
                <a:uFill>
                  <a:solidFill>
                    <a:srgbClr val="000000"/>
                  </a:solidFill>
                </a:uFill>
                <a:latin typeface="Corbel"/>
                <a:cs typeface="Corbel"/>
              </a:rPr>
              <a:t>Rudder</a:t>
            </a:r>
            <a:r>
              <a:rPr sz="1600" b="1" spc="20" dirty="0">
                <a:latin typeface="Corbel"/>
                <a:cs typeface="Corbel"/>
              </a:rPr>
              <a:t> </a:t>
            </a:r>
            <a:r>
              <a:rPr sz="1600" dirty="0">
                <a:latin typeface="Corbel"/>
                <a:cs typeface="Corbel"/>
              </a:rPr>
              <a:t>is</a:t>
            </a:r>
            <a:r>
              <a:rPr sz="1600" spc="25" dirty="0">
                <a:latin typeface="Corbel"/>
                <a:cs typeface="Corbel"/>
              </a:rPr>
              <a:t> </a:t>
            </a:r>
            <a:r>
              <a:rPr sz="1600" dirty="0">
                <a:latin typeface="Corbel"/>
                <a:cs typeface="Corbel"/>
              </a:rPr>
              <a:t>typically</a:t>
            </a:r>
            <a:r>
              <a:rPr sz="1600" spc="20" dirty="0">
                <a:latin typeface="Corbel"/>
                <a:cs typeface="Corbel"/>
              </a:rPr>
              <a:t> </a:t>
            </a:r>
            <a:r>
              <a:rPr sz="1600" dirty="0">
                <a:latin typeface="Corbel"/>
                <a:cs typeface="Corbel"/>
              </a:rPr>
              <a:t>mounted</a:t>
            </a:r>
            <a:r>
              <a:rPr sz="1600" spc="30" dirty="0">
                <a:latin typeface="Corbel"/>
                <a:cs typeface="Corbel"/>
              </a:rPr>
              <a:t> </a:t>
            </a:r>
            <a:r>
              <a:rPr sz="1600" dirty="0">
                <a:latin typeface="Corbel"/>
                <a:cs typeface="Corbel"/>
              </a:rPr>
              <a:t>on</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trailing</a:t>
            </a:r>
            <a:r>
              <a:rPr sz="1600" spc="20" dirty="0">
                <a:latin typeface="Corbel"/>
                <a:cs typeface="Corbel"/>
              </a:rPr>
              <a:t> </a:t>
            </a:r>
            <a:r>
              <a:rPr sz="1600" dirty="0">
                <a:latin typeface="Corbel"/>
                <a:cs typeface="Corbel"/>
              </a:rPr>
              <a:t>edge</a:t>
            </a:r>
            <a:r>
              <a:rPr sz="1600" spc="30" dirty="0">
                <a:latin typeface="Corbel"/>
                <a:cs typeface="Corbel"/>
              </a:rPr>
              <a:t> </a:t>
            </a:r>
            <a:r>
              <a:rPr sz="1600" dirty="0">
                <a:latin typeface="Corbel"/>
                <a:cs typeface="Corbel"/>
              </a:rPr>
              <a:t>of</a:t>
            </a:r>
            <a:r>
              <a:rPr sz="1600" spc="25" dirty="0">
                <a:latin typeface="Corbel"/>
                <a:cs typeface="Corbel"/>
              </a:rPr>
              <a:t> </a:t>
            </a:r>
            <a:r>
              <a:rPr sz="1600" spc="-25" dirty="0">
                <a:latin typeface="Corbel"/>
                <a:cs typeface="Corbel"/>
              </a:rPr>
              <a:t>the </a:t>
            </a:r>
            <a:r>
              <a:rPr sz="1600" dirty="0">
                <a:latin typeface="Corbel"/>
                <a:cs typeface="Corbel"/>
              </a:rPr>
              <a:t>vertical</a:t>
            </a:r>
            <a:r>
              <a:rPr sz="1600" spc="-30" dirty="0">
                <a:latin typeface="Corbel"/>
                <a:cs typeface="Corbel"/>
              </a:rPr>
              <a:t> </a:t>
            </a:r>
            <a:r>
              <a:rPr sz="1600" spc="-10" dirty="0">
                <a:latin typeface="Corbel"/>
                <a:cs typeface="Corbel"/>
              </a:rPr>
              <a:t>stabilizer,</a:t>
            </a:r>
            <a:r>
              <a:rPr sz="1600" spc="-25" dirty="0">
                <a:latin typeface="Corbel"/>
                <a:cs typeface="Corbel"/>
              </a:rPr>
              <a:t> </a:t>
            </a:r>
            <a:r>
              <a:rPr sz="1600" dirty="0">
                <a:latin typeface="Corbel"/>
                <a:cs typeface="Corbel"/>
              </a:rPr>
              <a:t>part</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empennage..</a:t>
            </a:r>
            <a:endParaRPr sz="1600" dirty="0">
              <a:latin typeface="Corbel"/>
              <a:cs typeface="Corbel"/>
            </a:endParaRPr>
          </a:p>
        </p:txBody>
      </p:sp>
      <p:pic>
        <p:nvPicPr>
          <p:cNvPr id="59" name="object 59"/>
          <p:cNvPicPr/>
          <p:nvPr/>
        </p:nvPicPr>
        <p:blipFill>
          <a:blip r:embed="rId23" cstate="print"/>
          <a:stretch>
            <a:fillRect/>
          </a:stretch>
        </p:blipFill>
        <p:spPr>
          <a:xfrm>
            <a:off x="6901498" y="5080508"/>
            <a:ext cx="3403598" cy="1765617"/>
          </a:xfrm>
          <a:prstGeom prst="rect">
            <a:avLst/>
          </a:prstGeom>
        </p:spPr>
      </p:pic>
      <p:pic>
        <p:nvPicPr>
          <p:cNvPr id="60" name="object 60"/>
          <p:cNvPicPr/>
          <p:nvPr/>
        </p:nvPicPr>
        <p:blipFill>
          <a:blip r:embed="rId24" cstate="print"/>
          <a:stretch>
            <a:fillRect/>
          </a:stretch>
        </p:blipFill>
        <p:spPr>
          <a:xfrm>
            <a:off x="0" y="6497999"/>
            <a:ext cx="360000" cy="360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11936" y="4905173"/>
            <a:ext cx="2468880" cy="1715770"/>
            <a:chOff x="1011936" y="4905173"/>
            <a:chExt cx="2468880" cy="1715770"/>
          </a:xfrm>
        </p:grpSpPr>
        <p:pic>
          <p:nvPicPr>
            <p:cNvPr id="3" name="object 3"/>
            <p:cNvPicPr/>
            <p:nvPr/>
          </p:nvPicPr>
          <p:blipFill>
            <a:blip r:embed="rId2" cstate="print"/>
            <a:stretch>
              <a:fillRect/>
            </a:stretch>
          </p:blipFill>
          <p:spPr>
            <a:xfrm>
              <a:off x="1011936" y="5056631"/>
              <a:ext cx="2468880" cy="1173480"/>
            </a:xfrm>
            <a:prstGeom prst="rect">
              <a:avLst/>
            </a:prstGeom>
          </p:spPr>
        </p:pic>
        <p:sp>
          <p:nvSpPr>
            <p:cNvPr id="4" name="object 4"/>
            <p:cNvSpPr/>
            <p:nvPr/>
          </p:nvSpPr>
          <p:spPr>
            <a:xfrm>
              <a:off x="2119215" y="5438729"/>
              <a:ext cx="12700" cy="584200"/>
            </a:xfrm>
            <a:custGeom>
              <a:avLst/>
              <a:gdLst/>
              <a:ahLst/>
              <a:cxnLst/>
              <a:rect l="l" t="t" r="r" b="b"/>
              <a:pathLst>
                <a:path w="12700" h="584200">
                  <a:moveTo>
                    <a:pt x="9856" y="0"/>
                  </a:moveTo>
                  <a:lnTo>
                    <a:pt x="2843" y="0"/>
                  </a:lnTo>
                  <a:lnTo>
                    <a:pt x="0" y="2842"/>
                  </a:lnTo>
                  <a:lnTo>
                    <a:pt x="0" y="47956"/>
                  </a:lnTo>
                  <a:lnTo>
                    <a:pt x="2843" y="50800"/>
                  </a:lnTo>
                  <a:lnTo>
                    <a:pt x="9857" y="50800"/>
                  </a:lnTo>
                  <a:lnTo>
                    <a:pt x="12700" y="47956"/>
                  </a:lnTo>
                  <a:lnTo>
                    <a:pt x="12700" y="2842"/>
                  </a:lnTo>
                  <a:lnTo>
                    <a:pt x="9856" y="0"/>
                  </a:lnTo>
                  <a:close/>
                </a:path>
                <a:path w="12700" h="584200">
                  <a:moveTo>
                    <a:pt x="9857" y="88900"/>
                  </a:moveTo>
                  <a:lnTo>
                    <a:pt x="2843" y="88900"/>
                  </a:lnTo>
                  <a:lnTo>
                    <a:pt x="0" y="91742"/>
                  </a:lnTo>
                  <a:lnTo>
                    <a:pt x="0" y="136856"/>
                  </a:lnTo>
                  <a:lnTo>
                    <a:pt x="2843" y="139700"/>
                  </a:lnTo>
                  <a:lnTo>
                    <a:pt x="9857" y="139700"/>
                  </a:lnTo>
                  <a:lnTo>
                    <a:pt x="12700" y="136856"/>
                  </a:lnTo>
                  <a:lnTo>
                    <a:pt x="12700" y="91742"/>
                  </a:lnTo>
                  <a:lnTo>
                    <a:pt x="9857" y="88900"/>
                  </a:lnTo>
                  <a:close/>
                </a:path>
                <a:path w="12700" h="584200">
                  <a:moveTo>
                    <a:pt x="9857" y="177799"/>
                  </a:moveTo>
                  <a:lnTo>
                    <a:pt x="2843" y="177799"/>
                  </a:lnTo>
                  <a:lnTo>
                    <a:pt x="0" y="180642"/>
                  </a:lnTo>
                  <a:lnTo>
                    <a:pt x="0" y="225756"/>
                  </a:lnTo>
                  <a:lnTo>
                    <a:pt x="2843" y="228599"/>
                  </a:lnTo>
                  <a:lnTo>
                    <a:pt x="9857" y="228599"/>
                  </a:lnTo>
                  <a:lnTo>
                    <a:pt x="12700" y="225756"/>
                  </a:lnTo>
                  <a:lnTo>
                    <a:pt x="12700" y="180642"/>
                  </a:lnTo>
                  <a:lnTo>
                    <a:pt x="9857" y="177799"/>
                  </a:lnTo>
                  <a:close/>
                </a:path>
                <a:path w="12700" h="584200">
                  <a:moveTo>
                    <a:pt x="9857" y="266699"/>
                  </a:moveTo>
                  <a:lnTo>
                    <a:pt x="2843" y="266699"/>
                  </a:lnTo>
                  <a:lnTo>
                    <a:pt x="0" y="269542"/>
                  </a:lnTo>
                  <a:lnTo>
                    <a:pt x="0" y="314656"/>
                  </a:lnTo>
                  <a:lnTo>
                    <a:pt x="2843" y="317499"/>
                  </a:lnTo>
                  <a:lnTo>
                    <a:pt x="9857" y="317499"/>
                  </a:lnTo>
                  <a:lnTo>
                    <a:pt x="12700" y="314656"/>
                  </a:lnTo>
                  <a:lnTo>
                    <a:pt x="12700" y="269542"/>
                  </a:lnTo>
                  <a:lnTo>
                    <a:pt x="9857" y="266699"/>
                  </a:lnTo>
                  <a:close/>
                </a:path>
                <a:path w="12700" h="584200">
                  <a:moveTo>
                    <a:pt x="9857" y="355599"/>
                  </a:moveTo>
                  <a:lnTo>
                    <a:pt x="2843" y="355599"/>
                  </a:lnTo>
                  <a:lnTo>
                    <a:pt x="1" y="358442"/>
                  </a:lnTo>
                  <a:lnTo>
                    <a:pt x="1" y="403556"/>
                  </a:lnTo>
                  <a:lnTo>
                    <a:pt x="2843" y="406399"/>
                  </a:lnTo>
                  <a:lnTo>
                    <a:pt x="9857" y="406399"/>
                  </a:lnTo>
                  <a:lnTo>
                    <a:pt x="12701" y="403556"/>
                  </a:lnTo>
                  <a:lnTo>
                    <a:pt x="12701" y="358442"/>
                  </a:lnTo>
                  <a:lnTo>
                    <a:pt x="9857" y="355599"/>
                  </a:lnTo>
                  <a:close/>
                </a:path>
                <a:path w="12700" h="584200">
                  <a:moveTo>
                    <a:pt x="9857" y="444499"/>
                  </a:moveTo>
                  <a:lnTo>
                    <a:pt x="2843" y="444499"/>
                  </a:lnTo>
                  <a:lnTo>
                    <a:pt x="1" y="447342"/>
                  </a:lnTo>
                  <a:lnTo>
                    <a:pt x="1" y="492456"/>
                  </a:lnTo>
                  <a:lnTo>
                    <a:pt x="2843" y="495299"/>
                  </a:lnTo>
                  <a:lnTo>
                    <a:pt x="9857" y="495299"/>
                  </a:lnTo>
                  <a:lnTo>
                    <a:pt x="12701" y="492456"/>
                  </a:lnTo>
                  <a:lnTo>
                    <a:pt x="12701" y="447342"/>
                  </a:lnTo>
                  <a:lnTo>
                    <a:pt x="9857" y="444499"/>
                  </a:lnTo>
                  <a:close/>
                </a:path>
                <a:path w="12700" h="584200">
                  <a:moveTo>
                    <a:pt x="9857" y="533399"/>
                  </a:moveTo>
                  <a:lnTo>
                    <a:pt x="2843" y="533399"/>
                  </a:lnTo>
                  <a:lnTo>
                    <a:pt x="1" y="536242"/>
                  </a:lnTo>
                  <a:lnTo>
                    <a:pt x="1" y="581356"/>
                  </a:lnTo>
                  <a:lnTo>
                    <a:pt x="2843" y="584199"/>
                  </a:lnTo>
                  <a:lnTo>
                    <a:pt x="9857" y="584199"/>
                  </a:lnTo>
                  <a:lnTo>
                    <a:pt x="12701" y="581356"/>
                  </a:lnTo>
                  <a:lnTo>
                    <a:pt x="12701" y="536242"/>
                  </a:lnTo>
                  <a:lnTo>
                    <a:pt x="9857" y="533399"/>
                  </a:lnTo>
                  <a:close/>
                </a:path>
              </a:pathLst>
            </a:custGeom>
            <a:solidFill>
              <a:srgbClr val="FF0000">
                <a:alpha val="50199"/>
              </a:srgbClr>
            </a:solidFill>
          </p:spPr>
          <p:txBody>
            <a:bodyPr wrap="square" lIns="0" tIns="0" rIns="0" bIns="0" rtlCol="0"/>
            <a:lstStyle/>
            <a:p>
              <a:endParaRPr/>
            </a:p>
          </p:txBody>
        </p:sp>
        <p:pic>
          <p:nvPicPr>
            <p:cNvPr id="5" name="object 5"/>
            <p:cNvPicPr/>
            <p:nvPr/>
          </p:nvPicPr>
          <p:blipFill>
            <a:blip r:embed="rId3" cstate="print"/>
            <a:stretch>
              <a:fillRect/>
            </a:stretch>
          </p:blipFill>
          <p:spPr>
            <a:xfrm>
              <a:off x="2042160" y="5687567"/>
              <a:ext cx="167639" cy="164591"/>
            </a:xfrm>
            <a:prstGeom prst="rect">
              <a:avLst/>
            </a:prstGeom>
          </p:spPr>
        </p:pic>
        <p:sp>
          <p:nvSpPr>
            <p:cNvPr id="6" name="object 6"/>
            <p:cNvSpPr/>
            <p:nvPr/>
          </p:nvSpPr>
          <p:spPr>
            <a:xfrm>
              <a:off x="2125565" y="4917873"/>
              <a:ext cx="0" cy="484505"/>
            </a:xfrm>
            <a:custGeom>
              <a:avLst/>
              <a:gdLst/>
              <a:ahLst/>
              <a:cxnLst/>
              <a:rect l="l" t="t" r="r" b="b"/>
              <a:pathLst>
                <a:path h="484504">
                  <a:moveTo>
                    <a:pt x="0" y="0"/>
                  </a:moveTo>
                  <a:lnTo>
                    <a:pt x="1" y="484196"/>
                  </a:lnTo>
                </a:path>
              </a:pathLst>
            </a:custGeom>
            <a:ln w="25400">
              <a:solidFill>
                <a:srgbClr val="FF0000"/>
              </a:solidFill>
            </a:ln>
          </p:spPr>
          <p:txBody>
            <a:bodyPr wrap="square" lIns="0" tIns="0" rIns="0" bIns="0" rtlCol="0"/>
            <a:lstStyle/>
            <a:p>
              <a:endParaRPr/>
            </a:p>
          </p:txBody>
        </p:sp>
        <p:sp>
          <p:nvSpPr>
            <p:cNvPr id="7" name="object 7"/>
            <p:cNvSpPr/>
            <p:nvPr/>
          </p:nvSpPr>
          <p:spPr>
            <a:xfrm>
              <a:off x="2125565" y="6049468"/>
              <a:ext cx="0" cy="558800"/>
            </a:xfrm>
            <a:custGeom>
              <a:avLst/>
              <a:gdLst/>
              <a:ahLst/>
              <a:cxnLst/>
              <a:rect l="l" t="t" r="r" b="b"/>
              <a:pathLst>
                <a:path h="558800">
                  <a:moveTo>
                    <a:pt x="0" y="0"/>
                  </a:moveTo>
                  <a:lnTo>
                    <a:pt x="1" y="558336"/>
                  </a:lnTo>
                </a:path>
              </a:pathLst>
            </a:custGeom>
            <a:ln w="25400">
              <a:solidFill>
                <a:srgbClr val="FF0000"/>
              </a:solidFill>
            </a:ln>
          </p:spPr>
          <p:txBody>
            <a:bodyPr wrap="square" lIns="0" tIns="0" rIns="0" bIns="0" rtlCol="0"/>
            <a:lstStyle/>
            <a:p>
              <a:endParaRPr/>
            </a:p>
          </p:txBody>
        </p:sp>
      </p:grpSp>
      <p:sp>
        <p:nvSpPr>
          <p:cNvPr id="8" name="object 8"/>
          <p:cNvSpPr txBox="1"/>
          <p:nvPr/>
        </p:nvSpPr>
        <p:spPr>
          <a:xfrm>
            <a:off x="2163069" y="6130035"/>
            <a:ext cx="448309" cy="330200"/>
          </a:xfrm>
          <a:prstGeom prst="rect">
            <a:avLst/>
          </a:prstGeom>
        </p:spPr>
        <p:txBody>
          <a:bodyPr vert="horz" wrap="square" lIns="0" tIns="12700" rIns="0" bIns="0" rtlCol="0">
            <a:spAutoFit/>
          </a:bodyPr>
          <a:lstStyle/>
          <a:p>
            <a:pPr marL="105410" marR="5080" indent="-93345">
              <a:lnSpc>
                <a:spcPct val="100000"/>
              </a:lnSpc>
              <a:spcBef>
                <a:spcPts val="100"/>
              </a:spcBef>
            </a:pPr>
            <a:r>
              <a:rPr sz="1000" b="1" spc="-10" dirty="0">
                <a:latin typeface="Corbel"/>
                <a:cs typeface="Corbel"/>
              </a:rPr>
              <a:t>Vertical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9" name="object 9"/>
          <p:cNvSpPr txBox="1"/>
          <p:nvPr/>
        </p:nvSpPr>
        <p:spPr>
          <a:xfrm>
            <a:off x="2161489" y="5565140"/>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10" name="object 10"/>
          <p:cNvGrpSpPr/>
          <p:nvPr/>
        </p:nvGrpSpPr>
        <p:grpSpPr>
          <a:xfrm>
            <a:off x="1716883" y="4732854"/>
            <a:ext cx="2058035" cy="1204595"/>
            <a:chOff x="1716883" y="4732854"/>
            <a:chExt cx="2058035" cy="1204595"/>
          </a:xfrm>
        </p:grpSpPr>
        <p:pic>
          <p:nvPicPr>
            <p:cNvPr id="11" name="object 11"/>
            <p:cNvPicPr/>
            <p:nvPr/>
          </p:nvPicPr>
          <p:blipFill>
            <a:blip r:embed="rId4" cstate="print"/>
            <a:stretch>
              <a:fillRect/>
            </a:stretch>
          </p:blipFill>
          <p:spPr>
            <a:xfrm>
              <a:off x="3113517" y="5308104"/>
              <a:ext cx="660892" cy="628966"/>
            </a:xfrm>
            <a:prstGeom prst="rect">
              <a:avLst/>
            </a:prstGeom>
          </p:spPr>
        </p:pic>
        <p:pic>
          <p:nvPicPr>
            <p:cNvPr id="12" name="object 12"/>
            <p:cNvPicPr/>
            <p:nvPr/>
          </p:nvPicPr>
          <p:blipFill>
            <a:blip r:embed="rId5" cstate="print"/>
            <a:stretch>
              <a:fillRect/>
            </a:stretch>
          </p:blipFill>
          <p:spPr>
            <a:xfrm>
              <a:off x="2530669" y="4991095"/>
              <a:ext cx="557908" cy="574228"/>
            </a:xfrm>
            <a:prstGeom prst="rect">
              <a:avLst/>
            </a:prstGeom>
          </p:spPr>
        </p:pic>
        <p:pic>
          <p:nvPicPr>
            <p:cNvPr id="13" name="object 13"/>
            <p:cNvPicPr/>
            <p:nvPr/>
          </p:nvPicPr>
          <p:blipFill>
            <a:blip r:embed="rId6" cstate="print"/>
            <a:stretch>
              <a:fillRect/>
            </a:stretch>
          </p:blipFill>
          <p:spPr>
            <a:xfrm>
              <a:off x="1997914" y="4732854"/>
              <a:ext cx="557653" cy="594099"/>
            </a:xfrm>
            <a:prstGeom prst="rect">
              <a:avLst/>
            </a:prstGeom>
          </p:spPr>
        </p:pic>
        <p:pic>
          <p:nvPicPr>
            <p:cNvPr id="14" name="object 14"/>
            <p:cNvPicPr/>
            <p:nvPr/>
          </p:nvPicPr>
          <p:blipFill>
            <a:blip r:embed="rId7" cstate="print"/>
            <a:stretch>
              <a:fillRect/>
            </a:stretch>
          </p:blipFill>
          <p:spPr>
            <a:xfrm>
              <a:off x="1716883" y="4777335"/>
              <a:ext cx="562058" cy="646844"/>
            </a:xfrm>
            <a:prstGeom prst="rect">
              <a:avLst/>
            </a:prstGeom>
          </p:spPr>
        </p:pic>
      </p:grpSp>
      <p:grpSp>
        <p:nvGrpSpPr>
          <p:cNvPr id="15" name="object 15"/>
          <p:cNvGrpSpPr/>
          <p:nvPr/>
        </p:nvGrpSpPr>
        <p:grpSpPr>
          <a:xfrm>
            <a:off x="5001767" y="4962144"/>
            <a:ext cx="2468880" cy="1173480"/>
            <a:chOff x="5001767" y="4962144"/>
            <a:chExt cx="2468880" cy="1173480"/>
          </a:xfrm>
        </p:grpSpPr>
        <p:pic>
          <p:nvPicPr>
            <p:cNvPr id="16" name="object 16"/>
            <p:cNvPicPr/>
            <p:nvPr/>
          </p:nvPicPr>
          <p:blipFill>
            <a:blip r:embed="rId8" cstate="print"/>
            <a:stretch>
              <a:fillRect/>
            </a:stretch>
          </p:blipFill>
          <p:spPr>
            <a:xfrm>
              <a:off x="5001767" y="4962144"/>
              <a:ext cx="2468880" cy="1173480"/>
            </a:xfrm>
            <a:prstGeom prst="rect">
              <a:avLst/>
            </a:prstGeom>
          </p:spPr>
        </p:pic>
        <p:sp>
          <p:nvSpPr>
            <p:cNvPr id="17" name="object 17"/>
            <p:cNvSpPr/>
            <p:nvPr/>
          </p:nvSpPr>
          <p:spPr>
            <a:xfrm>
              <a:off x="5791459" y="5618404"/>
              <a:ext cx="403225" cy="71755"/>
            </a:xfrm>
            <a:custGeom>
              <a:avLst/>
              <a:gdLst/>
              <a:ahLst/>
              <a:cxnLst/>
              <a:rect l="l" t="t" r="r" b="b"/>
              <a:pathLst>
                <a:path w="403225" h="71754">
                  <a:moveTo>
                    <a:pt x="4265" y="0"/>
                  </a:moveTo>
                  <a:lnTo>
                    <a:pt x="1033" y="2392"/>
                  </a:lnTo>
                  <a:lnTo>
                    <a:pt x="0" y="9330"/>
                  </a:lnTo>
                  <a:lnTo>
                    <a:pt x="2392" y="12561"/>
                  </a:lnTo>
                  <a:lnTo>
                    <a:pt x="47014" y="19213"/>
                  </a:lnTo>
                  <a:lnTo>
                    <a:pt x="50245" y="16820"/>
                  </a:lnTo>
                  <a:lnTo>
                    <a:pt x="51278" y="9883"/>
                  </a:lnTo>
                  <a:lnTo>
                    <a:pt x="48886" y="6652"/>
                  </a:lnTo>
                  <a:lnTo>
                    <a:pt x="4265" y="0"/>
                  </a:lnTo>
                  <a:close/>
                </a:path>
                <a:path w="403225" h="71754">
                  <a:moveTo>
                    <a:pt x="92193" y="13109"/>
                  </a:moveTo>
                  <a:lnTo>
                    <a:pt x="88962" y="15501"/>
                  </a:lnTo>
                  <a:lnTo>
                    <a:pt x="87928" y="22439"/>
                  </a:lnTo>
                  <a:lnTo>
                    <a:pt x="90321" y="25670"/>
                  </a:lnTo>
                  <a:lnTo>
                    <a:pt x="134941" y="32322"/>
                  </a:lnTo>
                  <a:lnTo>
                    <a:pt x="138173" y="29929"/>
                  </a:lnTo>
                  <a:lnTo>
                    <a:pt x="139207" y="22992"/>
                  </a:lnTo>
                  <a:lnTo>
                    <a:pt x="136814" y="19761"/>
                  </a:lnTo>
                  <a:lnTo>
                    <a:pt x="92193" y="13109"/>
                  </a:lnTo>
                  <a:close/>
                </a:path>
                <a:path w="403225" h="71754">
                  <a:moveTo>
                    <a:pt x="180121" y="26218"/>
                  </a:moveTo>
                  <a:lnTo>
                    <a:pt x="176890" y="28610"/>
                  </a:lnTo>
                  <a:lnTo>
                    <a:pt x="175856" y="35548"/>
                  </a:lnTo>
                  <a:lnTo>
                    <a:pt x="178249" y="38779"/>
                  </a:lnTo>
                  <a:lnTo>
                    <a:pt x="222869" y="45431"/>
                  </a:lnTo>
                  <a:lnTo>
                    <a:pt x="226100" y="43038"/>
                  </a:lnTo>
                  <a:lnTo>
                    <a:pt x="227135" y="36101"/>
                  </a:lnTo>
                  <a:lnTo>
                    <a:pt x="224743" y="32870"/>
                  </a:lnTo>
                  <a:lnTo>
                    <a:pt x="180121" y="26218"/>
                  </a:lnTo>
                  <a:close/>
                </a:path>
                <a:path w="403225" h="71754">
                  <a:moveTo>
                    <a:pt x="268050" y="39326"/>
                  </a:moveTo>
                  <a:lnTo>
                    <a:pt x="264819" y="41719"/>
                  </a:lnTo>
                  <a:lnTo>
                    <a:pt x="263784" y="48657"/>
                  </a:lnTo>
                  <a:lnTo>
                    <a:pt x="266176" y="51888"/>
                  </a:lnTo>
                  <a:lnTo>
                    <a:pt x="310798" y="58540"/>
                  </a:lnTo>
                  <a:lnTo>
                    <a:pt x="314029" y="56147"/>
                  </a:lnTo>
                  <a:lnTo>
                    <a:pt x="315064" y="49210"/>
                  </a:lnTo>
                  <a:lnTo>
                    <a:pt x="312671" y="45979"/>
                  </a:lnTo>
                  <a:lnTo>
                    <a:pt x="268050" y="39326"/>
                  </a:lnTo>
                  <a:close/>
                </a:path>
                <a:path w="403225" h="71754">
                  <a:moveTo>
                    <a:pt x="355978" y="52436"/>
                  </a:moveTo>
                  <a:lnTo>
                    <a:pt x="352747" y="54828"/>
                  </a:lnTo>
                  <a:lnTo>
                    <a:pt x="351712" y="61765"/>
                  </a:lnTo>
                  <a:lnTo>
                    <a:pt x="354105" y="64997"/>
                  </a:lnTo>
                  <a:lnTo>
                    <a:pt x="398726" y="71649"/>
                  </a:lnTo>
                  <a:lnTo>
                    <a:pt x="401957" y="69256"/>
                  </a:lnTo>
                  <a:lnTo>
                    <a:pt x="402991" y="62319"/>
                  </a:lnTo>
                  <a:lnTo>
                    <a:pt x="400598" y="59088"/>
                  </a:lnTo>
                  <a:lnTo>
                    <a:pt x="355978" y="52436"/>
                  </a:lnTo>
                  <a:close/>
                </a:path>
              </a:pathLst>
            </a:custGeom>
            <a:solidFill>
              <a:srgbClr val="0070C0">
                <a:alpha val="50199"/>
              </a:srgbClr>
            </a:solidFill>
          </p:spPr>
          <p:txBody>
            <a:bodyPr wrap="square" lIns="0" tIns="0" rIns="0" bIns="0" rtlCol="0"/>
            <a:lstStyle/>
            <a:p>
              <a:endParaRPr/>
            </a:p>
          </p:txBody>
        </p:sp>
        <p:pic>
          <p:nvPicPr>
            <p:cNvPr id="18" name="object 18"/>
            <p:cNvPicPr/>
            <p:nvPr/>
          </p:nvPicPr>
          <p:blipFill>
            <a:blip r:embed="rId9" cstate="print"/>
            <a:stretch>
              <a:fillRect/>
            </a:stretch>
          </p:blipFill>
          <p:spPr>
            <a:xfrm>
              <a:off x="6031991" y="5599176"/>
              <a:ext cx="164591" cy="152400"/>
            </a:xfrm>
            <a:prstGeom prst="rect">
              <a:avLst/>
            </a:prstGeom>
          </p:spPr>
        </p:pic>
      </p:grpSp>
      <p:sp>
        <p:nvSpPr>
          <p:cNvPr id="19" name="object 19"/>
          <p:cNvSpPr txBox="1"/>
          <p:nvPr/>
        </p:nvSpPr>
        <p:spPr>
          <a:xfrm>
            <a:off x="5013600" y="5538723"/>
            <a:ext cx="413384" cy="330200"/>
          </a:xfrm>
          <a:prstGeom prst="rect">
            <a:avLst/>
          </a:prstGeom>
        </p:spPr>
        <p:txBody>
          <a:bodyPr vert="horz" wrap="square" lIns="0" tIns="12700" rIns="0" bIns="0" rtlCol="0">
            <a:spAutoFit/>
          </a:bodyPr>
          <a:lstStyle/>
          <a:p>
            <a:pPr marL="87630" marR="5080" indent="-75565">
              <a:lnSpc>
                <a:spcPct val="100000"/>
              </a:lnSpc>
              <a:spcBef>
                <a:spcPts val="100"/>
              </a:spcBef>
            </a:pPr>
            <a:r>
              <a:rPr sz="1000" b="1" spc="-10" dirty="0">
                <a:latin typeface="Corbel"/>
                <a:cs typeface="Corbel"/>
              </a:rPr>
              <a:t>Lateral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20" name="object 20"/>
          <p:cNvSpPr txBox="1"/>
          <p:nvPr/>
        </p:nvSpPr>
        <p:spPr>
          <a:xfrm>
            <a:off x="6149394" y="5470652"/>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21" name="object 21"/>
          <p:cNvGrpSpPr/>
          <p:nvPr/>
        </p:nvGrpSpPr>
        <p:grpSpPr>
          <a:xfrm>
            <a:off x="5034366" y="4681551"/>
            <a:ext cx="2317750" cy="1579245"/>
            <a:chOff x="5034366" y="4681551"/>
            <a:chExt cx="2317750" cy="1579245"/>
          </a:xfrm>
        </p:grpSpPr>
        <p:sp>
          <p:nvSpPr>
            <p:cNvPr id="22" name="object 22"/>
            <p:cNvSpPr/>
            <p:nvPr/>
          </p:nvSpPr>
          <p:spPr>
            <a:xfrm>
              <a:off x="6256134" y="5696521"/>
              <a:ext cx="965200" cy="153670"/>
            </a:xfrm>
            <a:custGeom>
              <a:avLst/>
              <a:gdLst/>
              <a:ahLst/>
              <a:cxnLst/>
              <a:rect l="l" t="t" r="r" b="b"/>
              <a:pathLst>
                <a:path w="965200" h="153670">
                  <a:moveTo>
                    <a:pt x="0" y="0"/>
                  </a:moveTo>
                  <a:lnTo>
                    <a:pt x="965131" y="153093"/>
                  </a:lnTo>
                </a:path>
              </a:pathLst>
            </a:custGeom>
            <a:ln w="25400">
              <a:solidFill>
                <a:srgbClr val="0070C0"/>
              </a:solidFill>
            </a:ln>
          </p:spPr>
          <p:txBody>
            <a:bodyPr wrap="square" lIns="0" tIns="0" rIns="0" bIns="0" rtlCol="0"/>
            <a:lstStyle/>
            <a:p>
              <a:endParaRPr/>
            </a:p>
          </p:txBody>
        </p:sp>
        <p:sp>
          <p:nvSpPr>
            <p:cNvPr id="23" name="object 23"/>
            <p:cNvSpPr/>
            <p:nvPr/>
          </p:nvSpPr>
          <p:spPr>
            <a:xfrm>
              <a:off x="5047066" y="5504161"/>
              <a:ext cx="756285" cy="120650"/>
            </a:xfrm>
            <a:custGeom>
              <a:avLst/>
              <a:gdLst/>
              <a:ahLst/>
              <a:cxnLst/>
              <a:rect l="l" t="t" r="r" b="b"/>
              <a:pathLst>
                <a:path w="756285" h="120650">
                  <a:moveTo>
                    <a:pt x="0" y="0"/>
                  </a:moveTo>
                  <a:lnTo>
                    <a:pt x="756010" y="120378"/>
                  </a:lnTo>
                </a:path>
              </a:pathLst>
            </a:custGeom>
            <a:ln w="25400">
              <a:solidFill>
                <a:srgbClr val="0070C0"/>
              </a:solidFill>
            </a:ln>
          </p:spPr>
          <p:txBody>
            <a:bodyPr wrap="square" lIns="0" tIns="0" rIns="0" bIns="0" rtlCol="0"/>
            <a:lstStyle/>
            <a:p>
              <a:endParaRPr/>
            </a:p>
          </p:txBody>
        </p:sp>
        <p:pic>
          <p:nvPicPr>
            <p:cNvPr id="24" name="object 24"/>
            <p:cNvPicPr/>
            <p:nvPr/>
          </p:nvPicPr>
          <p:blipFill>
            <a:blip r:embed="rId10" cstate="print"/>
            <a:stretch>
              <a:fillRect/>
            </a:stretch>
          </p:blipFill>
          <p:spPr>
            <a:xfrm>
              <a:off x="6754367" y="5663183"/>
              <a:ext cx="597407" cy="597408"/>
            </a:xfrm>
            <a:prstGeom prst="rect">
              <a:avLst/>
            </a:prstGeom>
          </p:spPr>
        </p:pic>
        <p:pic>
          <p:nvPicPr>
            <p:cNvPr id="25" name="object 25"/>
            <p:cNvPicPr/>
            <p:nvPr/>
          </p:nvPicPr>
          <p:blipFill>
            <a:blip r:embed="rId11" cstate="print"/>
            <a:stretch>
              <a:fillRect/>
            </a:stretch>
          </p:blipFill>
          <p:spPr>
            <a:xfrm>
              <a:off x="6762587" y="5553098"/>
              <a:ext cx="550616" cy="341761"/>
            </a:xfrm>
            <a:prstGeom prst="rect">
              <a:avLst/>
            </a:prstGeom>
          </p:spPr>
        </p:pic>
        <p:pic>
          <p:nvPicPr>
            <p:cNvPr id="26" name="object 26"/>
            <p:cNvPicPr/>
            <p:nvPr/>
          </p:nvPicPr>
          <p:blipFill>
            <a:blip r:embed="rId12" cstate="print"/>
            <a:stretch>
              <a:fillRect/>
            </a:stretch>
          </p:blipFill>
          <p:spPr>
            <a:xfrm>
              <a:off x="6689497" y="4681551"/>
              <a:ext cx="221128" cy="563102"/>
            </a:xfrm>
            <a:prstGeom prst="rect">
              <a:avLst/>
            </a:prstGeom>
          </p:spPr>
        </p:pic>
        <p:sp>
          <p:nvSpPr>
            <p:cNvPr id="27" name="object 27"/>
            <p:cNvSpPr/>
            <p:nvPr/>
          </p:nvSpPr>
          <p:spPr>
            <a:xfrm>
              <a:off x="5356491" y="5206045"/>
              <a:ext cx="1396365" cy="296545"/>
            </a:xfrm>
            <a:custGeom>
              <a:avLst/>
              <a:gdLst/>
              <a:ahLst/>
              <a:cxnLst/>
              <a:rect l="l" t="t" r="r" b="b"/>
              <a:pathLst>
                <a:path w="1396365" h="296545">
                  <a:moveTo>
                    <a:pt x="48050" y="280201"/>
                  </a:moveTo>
                  <a:lnTo>
                    <a:pt x="1101" y="289979"/>
                  </a:lnTo>
                  <a:lnTo>
                    <a:pt x="0" y="291660"/>
                  </a:lnTo>
                  <a:lnTo>
                    <a:pt x="715" y="295093"/>
                  </a:lnTo>
                  <a:lnTo>
                    <a:pt x="2396" y="296195"/>
                  </a:lnTo>
                  <a:lnTo>
                    <a:pt x="49345" y="286418"/>
                  </a:lnTo>
                  <a:lnTo>
                    <a:pt x="50446" y="284736"/>
                  </a:lnTo>
                  <a:lnTo>
                    <a:pt x="49731" y="281303"/>
                  </a:lnTo>
                  <a:lnTo>
                    <a:pt x="48050" y="280201"/>
                  </a:lnTo>
                  <a:close/>
                </a:path>
                <a:path w="1396365" h="296545">
                  <a:moveTo>
                    <a:pt x="116433" y="265960"/>
                  </a:moveTo>
                  <a:lnTo>
                    <a:pt x="69484" y="275737"/>
                  </a:lnTo>
                  <a:lnTo>
                    <a:pt x="68381" y="277418"/>
                  </a:lnTo>
                  <a:lnTo>
                    <a:pt x="69096" y="280852"/>
                  </a:lnTo>
                  <a:lnTo>
                    <a:pt x="70778" y="281953"/>
                  </a:lnTo>
                  <a:lnTo>
                    <a:pt x="117728" y="272177"/>
                  </a:lnTo>
                  <a:lnTo>
                    <a:pt x="118830" y="270496"/>
                  </a:lnTo>
                  <a:lnTo>
                    <a:pt x="118115" y="267061"/>
                  </a:lnTo>
                  <a:lnTo>
                    <a:pt x="116433" y="265960"/>
                  </a:lnTo>
                  <a:close/>
                </a:path>
                <a:path w="1396365" h="296545">
                  <a:moveTo>
                    <a:pt x="184816" y="251719"/>
                  </a:moveTo>
                  <a:lnTo>
                    <a:pt x="137867" y="261496"/>
                  </a:lnTo>
                  <a:lnTo>
                    <a:pt x="136765" y="263178"/>
                  </a:lnTo>
                  <a:lnTo>
                    <a:pt x="137480" y="266611"/>
                  </a:lnTo>
                  <a:lnTo>
                    <a:pt x="139161" y="267713"/>
                  </a:lnTo>
                  <a:lnTo>
                    <a:pt x="186110" y="257935"/>
                  </a:lnTo>
                  <a:lnTo>
                    <a:pt x="187213" y="256254"/>
                  </a:lnTo>
                  <a:lnTo>
                    <a:pt x="186498" y="252820"/>
                  </a:lnTo>
                  <a:lnTo>
                    <a:pt x="184816" y="251719"/>
                  </a:lnTo>
                  <a:close/>
                </a:path>
                <a:path w="1396365" h="296545">
                  <a:moveTo>
                    <a:pt x="253199" y="237477"/>
                  </a:moveTo>
                  <a:lnTo>
                    <a:pt x="206249" y="247255"/>
                  </a:lnTo>
                  <a:lnTo>
                    <a:pt x="205148" y="248936"/>
                  </a:lnTo>
                  <a:lnTo>
                    <a:pt x="205863" y="252370"/>
                  </a:lnTo>
                  <a:lnTo>
                    <a:pt x="207544" y="253471"/>
                  </a:lnTo>
                  <a:lnTo>
                    <a:pt x="254494" y="243693"/>
                  </a:lnTo>
                  <a:lnTo>
                    <a:pt x="255596" y="242012"/>
                  </a:lnTo>
                  <a:lnTo>
                    <a:pt x="254881" y="238579"/>
                  </a:lnTo>
                  <a:lnTo>
                    <a:pt x="253199" y="237477"/>
                  </a:lnTo>
                  <a:close/>
                </a:path>
                <a:path w="1396365" h="296545">
                  <a:moveTo>
                    <a:pt x="321581" y="223236"/>
                  </a:moveTo>
                  <a:lnTo>
                    <a:pt x="274632" y="233014"/>
                  </a:lnTo>
                  <a:lnTo>
                    <a:pt x="273531" y="234695"/>
                  </a:lnTo>
                  <a:lnTo>
                    <a:pt x="274246" y="238128"/>
                  </a:lnTo>
                  <a:lnTo>
                    <a:pt x="275927" y="239231"/>
                  </a:lnTo>
                  <a:lnTo>
                    <a:pt x="322877" y="229453"/>
                  </a:lnTo>
                  <a:lnTo>
                    <a:pt x="323978" y="227771"/>
                  </a:lnTo>
                  <a:lnTo>
                    <a:pt x="323263" y="224337"/>
                  </a:lnTo>
                  <a:lnTo>
                    <a:pt x="321581" y="223236"/>
                  </a:lnTo>
                  <a:close/>
                </a:path>
                <a:path w="1396365" h="296545">
                  <a:moveTo>
                    <a:pt x="389964" y="208995"/>
                  </a:moveTo>
                  <a:lnTo>
                    <a:pt x="343015" y="218772"/>
                  </a:lnTo>
                  <a:lnTo>
                    <a:pt x="341913" y="220454"/>
                  </a:lnTo>
                  <a:lnTo>
                    <a:pt x="342628" y="223887"/>
                  </a:lnTo>
                  <a:lnTo>
                    <a:pt x="344309" y="224989"/>
                  </a:lnTo>
                  <a:lnTo>
                    <a:pt x="391259" y="215211"/>
                  </a:lnTo>
                  <a:lnTo>
                    <a:pt x="392361" y="213530"/>
                  </a:lnTo>
                  <a:lnTo>
                    <a:pt x="391646" y="210097"/>
                  </a:lnTo>
                  <a:lnTo>
                    <a:pt x="389964" y="208995"/>
                  </a:lnTo>
                  <a:close/>
                </a:path>
                <a:path w="1396365" h="296545">
                  <a:moveTo>
                    <a:pt x="458348" y="194754"/>
                  </a:moveTo>
                  <a:lnTo>
                    <a:pt x="411398" y="204530"/>
                  </a:lnTo>
                  <a:lnTo>
                    <a:pt x="410296" y="206212"/>
                  </a:lnTo>
                  <a:lnTo>
                    <a:pt x="411011" y="209646"/>
                  </a:lnTo>
                  <a:lnTo>
                    <a:pt x="412692" y="210747"/>
                  </a:lnTo>
                  <a:lnTo>
                    <a:pt x="459642" y="200969"/>
                  </a:lnTo>
                  <a:lnTo>
                    <a:pt x="460744" y="199289"/>
                  </a:lnTo>
                  <a:lnTo>
                    <a:pt x="460029" y="195855"/>
                  </a:lnTo>
                  <a:lnTo>
                    <a:pt x="458348" y="194754"/>
                  </a:lnTo>
                  <a:close/>
                </a:path>
                <a:path w="1396365" h="296545">
                  <a:moveTo>
                    <a:pt x="526731" y="180512"/>
                  </a:moveTo>
                  <a:lnTo>
                    <a:pt x="479780" y="190290"/>
                  </a:lnTo>
                  <a:lnTo>
                    <a:pt x="478679" y="191971"/>
                  </a:lnTo>
                  <a:lnTo>
                    <a:pt x="479394" y="195404"/>
                  </a:lnTo>
                  <a:lnTo>
                    <a:pt x="481075" y="196507"/>
                  </a:lnTo>
                  <a:lnTo>
                    <a:pt x="528025" y="186729"/>
                  </a:lnTo>
                  <a:lnTo>
                    <a:pt x="529127" y="185047"/>
                  </a:lnTo>
                  <a:lnTo>
                    <a:pt x="528412" y="181615"/>
                  </a:lnTo>
                  <a:lnTo>
                    <a:pt x="526731" y="180512"/>
                  </a:lnTo>
                  <a:close/>
                </a:path>
                <a:path w="1396365" h="296545">
                  <a:moveTo>
                    <a:pt x="595113" y="166270"/>
                  </a:moveTo>
                  <a:lnTo>
                    <a:pt x="548163" y="176048"/>
                  </a:lnTo>
                  <a:lnTo>
                    <a:pt x="547061" y="177730"/>
                  </a:lnTo>
                  <a:lnTo>
                    <a:pt x="547776" y="181164"/>
                  </a:lnTo>
                  <a:lnTo>
                    <a:pt x="549457" y="182265"/>
                  </a:lnTo>
                  <a:lnTo>
                    <a:pt x="596408" y="172487"/>
                  </a:lnTo>
                  <a:lnTo>
                    <a:pt x="597509" y="170806"/>
                  </a:lnTo>
                  <a:lnTo>
                    <a:pt x="596794" y="167373"/>
                  </a:lnTo>
                  <a:lnTo>
                    <a:pt x="595113" y="166270"/>
                  </a:lnTo>
                  <a:close/>
                </a:path>
                <a:path w="1396365" h="296545">
                  <a:moveTo>
                    <a:pt x="663496" y="152030"/>
                  </a:moveTo>
                  <a:lnTo>
                    <a:pt x="616546" y="161808"/>
                  </a:lnTo>
                  <a:lnTo>
                    <a:pt x="615444" y="163489"/>
                  </a:lnTo>
                  <a:lnTo>
                    <a:pt x="616159" y="166922"/>
                  </a:lnTo>
                  <a:lnTo>
                    <a:pt x="617841" y="168024"/>
                  </a:lnTo>
                  <a:lnTo>
                    <a:pt x="664790" y="158247"/>
                  </a:lnTo>
                  <a:lnTo>
                    <a:pt x="665892" y="156565"/>
                  </a:lnTo>
                  <a:lnTo>
                    <a:pt x="665177" y="153131"/>
                  </a:lnTo>
                  <a:lnTo>
                    <a:pt x="663496" y="152030"/>
                  </a:lnTo>
                  <a:close/>
                </a:path>
                <a:path w="1396365" h="296545">
                  <a:moveTo>
                    <a:pt x="731879" y="137788"/>
                  </a:moveTo>
                  <a:lnTo>
                    <a:pt x="684928" y="147566"/>
                  </a:lnTo>
                  <a:lnTo>
                    <a:pt x="683827" y="149247"/>
                  </a:lnTo>
                  <a:lnTo>
                    <a:pt x="684542" y="152680"/>
                  </a:lnTo>
                  <a:lnTo>
                    <a:pt x="686224" y="153783"/>
                  </a:lnTo>
                  <a:lnTo>
                    <a:pt x="733173" y="144005"/>
                  </a:lnTo>
                  <a:lnTo>
                    <a:pt x="734275" y="142323"/>
                  </a:lnTo>
                  <a:lnTo>
                    <a:pt x="733560" y="138891"/>
                  </a:lnTo>
                  <a:lnTo>
                    <a:pt x="731879" y="137788"/>
                  </a:lnTo>
                  <a:close/>
                </a:path>
                <a:path w="1396365" h="296545">
                  <a:moveTo>
                    <a:pt x="800261" y="123548"/>
                  </a:moveTo>
                  <a:lnTo>
                    <a:pt x="753311" y="133324"/>
                  </a:lnTo>
                  <a:lnTo>
                    <a:pt x="752210" y="135006"/>
                  </a:lnTo>
                  <a:lnTo>
                    <a:pt x="752925" y="138440"/>
                  </a:lnTo>
                  <a:lnTo>
                    <a:pt x="754607" y="139541"/>
                  </a:lnTo>
                  <a:lnTo>
                    <a:pt x="801556" y="129764"/>
                  </a:lnTo>
                  <a:lnTo>
                    <a:pt x="802657" y="128083"/>
                  </a:lnTo>
                  <a:lnTo>
                    <a:pt x="801942" y="124649"/>
                  </a:lnTo>
                  <a:lnTo>
                    <a:pt x="800261" y="123548"/>
                  </a:lnTo>
                  <a:close/>
                </a:path>
                <a:path w="1396365" h="296545">
                  <a:moveTo>
                    <a:pt x="868644" y="109306"/>
                  </a:moveTo>
                  <a:lnTo>
                    <a:pt x="821695" y="119084"/>
                  </a:lnTo>
                  <a:lnTo>
                    <a:pt x="820592" y="120765"/>
                  </a:lnTo>
                  <a:lnTo>
                    <a:pt x="821307" y="124198"/>
                  </a:lnTo>
                  <a:lnTo>
                    <a:pt x="822989" y="125300"/>
                  </a:lnTo>
                  <a:lnTo>
                    <a:pt x="869939" y="115523"/>
                  </a:lnTo>
                  <a:lnTo>
                    <a:pt x="871040" y="113841"/>
                  </a:lnTo>
                  <a:lnTo>
                    <a:pt x="870325" y="110408"/>
                  </a:lnTo>
                  <a:lnTo>
                    <a:pt x="868644" y="109306"/>
                  </a:lnTo>
                  <a:close/>
                </a:path>
                <a:path w="1396365" h="296545">
                  <a:moveTo>
                    <a:pt x="937027" y="95064"/>
                  </a:moveTo>
                  <a:lnTo>
                    <a:pt x="890078" y="104842"/>
                  </a:lnTo>
                  <a:lnTo>
                    <a:pt x="888975" y="106523"/>
                  </a:lnTo>
                  <a:lnTo>
                    <a:pt x="889690" y="109957"/>
                  </a:lnTo>
                  <a:lnTo>
                    <a:pt x="891372" y="111058"/>
                  </a:lnTo>
                  <a:lnTo>
                    <a:pt x="938321" y="101281"/>
                  </a:lnTo>
                  <a:lnTo>
                    <a:pt x="939424" y="99599"/>
                  </a:lnTo>
                  <a:lnTo>
                    <a:pt x="938709" y="96166"/>
                  </a:lnTo>
                  <a:lnTo>
                    <a:pt x="937027" y="95064"/>
                  </a:lnTo>
                  <a:close/>
                </a:path>
                <a:path w="1396365" h="296545">
                  <a:moveTo>
                    <a:pt x="1005410" y="80824"/>
                  </a:moveTo>
                  <a:lnTo>
                    <a:pt x="958460" y="90601"/>
                  </a:lnTo>
                  <a:lnTo>
                    <a:pt x="957359" y="92283"/>
                  </a:lnTo>
                  <a:lnTo>
                    <a:pt x="958074" y="95716"/>
                  </a:lnTo>
                  <a:lnTo>
                    <a:pt x="959755" y="96818"/>
                  </a:lnTo>
                  <a:lnTo>
                    <a:pt x="1006704" y="87040"/>
                  </a:lnTo>
                  <a:lnTo>
                    <a:pt x="1007807" y="85359"/>
                  </a:lnTo>
                  <a:lnTo>
                    <a:pt x="1007092" y="81925"/>
                  </a:lnTo>
                  <a:lnTo>
                    <a:pt x="1005410" y="80824"/>
                  </a:lnTo>
                  <a:close/>
                </a:path>
                <a:path w="1396365" h="296545">
                  <a:moveTo>
                    <a:pt x="1073792" y="66582"/>
                  </a:moveTo>
                  <a:lnTo>
                    <a:pt x="1026843" y="76360"/>
                  </a:lnTo>
                  <a:lnTo>
                    <a:pt x="1025742" y="78041"/>
                  </a:lnTo>
                  <a:lnTo>
                    <a:pt x="1026457" y="81474"/>
                  </a:lnTo>
                  <a:lnTo>
                    <a:pt x="1028138" y="82576"/>
                  </a:lnTo>
                  <a:lnTo>
                    <a:pt x="1075088" y="72798"/>
                  </a:lnTo>
                  <a:lnTo>
                    <a:pt x="1076189" y="71117"/>
                  </a:lnTo>
                  <a:lnTo>
                    <a:pt x="1075474" y="67684"/>
                  </a:lnTo>
                  <a:lnTo>
                    <a:pt x="1073792" y="66582"/>
                  </a:lnTo>
                  <a:close/>
                </a:path>
                <a:path w="1396365" h="296545">
                  <a:moveTo>
                    <a:pt x="1142175" y="52341"/>
                  </a:moveTo>
                  <a:lnTo>
                    <a:pt x="1095226" y="62118"/>
                  </a:lnTo>
                  <a:lnTo>
                    <a:pt x="1094124" y="63799"/>
                  </a:lnTo>
                  <a:lnTo>
                    <a:pt x="1094839" y="67233"/>
                  </a:lnTo>
                  <a:lnTo>
                    <a:pt x="1096520" y="68334"/>
                  </a:lnTo>
                  <a:lnTo>
                    <a:pt x="1143471" y="58558"/>
                  </a:lnTo>
                  <a:lnTo>
                    <a:pt x="1144572" y="56876"/>
                  </a:lnTo>
                  <a:lnTo>
                    <a:pt x="1143857" y="53442"/>
                  </a:lnTo>
                  <a:lnTo>
                    <a:pt x="1142175" y="52341"/>
                  </a:lnTo>
                  <a:close/>
                </a:path>
                <a:path w="1396365" h="296545">
                  <a:moveTo>
                    <a:pt x="1210558" y="38100"/>
                  </a:moveTo>
                  <a:lnTo>
                    <a:pt x="1163609" y="47877"/>
                  </a:lnTo>
                  <a:lnTo>
                    <a:pt x="1162507" y="49559"/>
                  </a:lnTo>
                  <a:lnTo>
                    <a:pt x="1163222" y="52992"/>
                  </a:lnTo>
                  <a:lnTo>
                    <a:pt x="1164903" y="54094"/>
                  </a:lnTo>
                  <a:lnTo>
                    <a:pt x="1211853" y="44316"/>
                  </a:lnTo>
                  <a:lnTo>
                    <a:pt x="1212955" y="42635"/>
                  </a:lnTo>
                  <a:lnTo>
                    <a:pt x="1212240" y="39202"/>
                  </a:lnTo>
                  <a:lnTo>
                    <a:pt x="1210558" y="38100"/>
                  </a:lnTo>
                  <a:close/>
                </a:path>
                <a:path w="1396365" h="296545">
                  <a:moveTo>
                    <a:pt x="1278942" y="23858"/>
                  </a:moveTo>
                  <a:lnTo>
                    <a:pt x="1231991" y="33635"/>
                  </a:lnTo>
                  <a:lnTo>
                    <a:pt x="1230890" y="35317"/>
                  </a:lnTo>
                  <a:lnTo>
                    <a:pt x="1231605" y="38751"/>
                  </a:lnTo>
                  <a:lnTo>
                    <a:pt x="1233286" y="39852"/>
                  </a:lnTo>
                  <a:lnTo>
                    <a:pt x="1280236" y="30074"/>
                  </a:lnTo>
                  <a:lnTo>
                    <a:pt x="1281338" y="28393"/>
                  </a:lnTo>
                  <a:lnTo>
                    <a:pt x="1280623" y="24960"/>
                  </a:lnTo>
                  <a:lnTo>
                    <a:pt x="1278942" y="23858"/>
                  </a:lnTo>
                  <a:close/>
                </a:path>
                <a:path w="1396365" h="296545">
                  <a:moveTo>
                    <a:pt x="1347323" y="9617"/>
                  </a:moveTo>
                  <a:lnTo>
                    <a:pt x="1300374" y="19395"/>
                  </a:lnTo>
                  <a:lnTo>
                    <a:pt x="1299273" y="21076"/>
                  </a:lnTo>
                  <a:lnTo>
                    <a:pt x="1299988" y="24509"/>
                  </a:lnTo>
                  <a:lnTo>
                    <a:pt x="1301669" y="25612"/>
                  </a:lnTo>
                  <a:lnTo>
                    <a:pt x="1348619" y="15834"/>
                  </a:lnTo>
                  <a:lnTo>
                    <a:pt x="1349720" y="14152"/>
                  </a:lnTo>
                  <a:lnTo>
                    <a:pt x="1349005" y="10718"/>
                  </a:lnTo>
                  <a:lnTo>
                    <a:pt x="1347323" y="9617"/>
                  </a:lnTo>
                  <a:close/>
                </a:path>
                <a:path w="1396365" h="296545">
                  <a:moveTo>
                    <a:pt x="1393503" y="0"/>
                  </a:moveTo>
                  <a:lnTo>
                    <a:pt x="1368757" y="5153"/>
                  </a:lnTo>
                  <a:lnTo>
                    <a:pt x="1367655" y="6835"/>
                  </a:lnTo>
                  <a:lnTo>
                    <a:pt x="1368370" y="10267"/>
                  </a:lnTo>
                  <a:lnTo>
                    <a:pt x="1370051" y="11370"/>
                  </a:lnTo>
                  <a:lnTo>
                    <a:pt x="1394797" y="6216"/>
                  </a:lnTo>
                  <a:lnTo>
                    <a:pt x="1395900" y="4535"/>
                  </a:lnTo>
                  <a:lnTo>
                    <a:pt x="1395185" y="1102"/>
                  </a:lnTo>
                  <a:lnTo>
                    <a:pt x="1393503" y="0"/>
                  </a:lnTo>
                  <a:close/>
                </a:path>
              </a:pathLst>
            </a:custGeom>
            <a:solidFill>
              <a:srgbClr val="FF0000">
                <a:alpha val="50199"/>
              </a:srgbClr>
            </a:solidFill>
          </p:spPr>
          <p:txBody>
            <a:bodyPr wrap="square" lIns="0" tIns="0" rIns="0" bIns="0" rtlCol="0"/>
            <a:lstStyle/>
            <a:p>
              <a:endParaRPr/>
            </a:p>
          </p:txBody>
        </p:sp>
      </p:grpSp>
      <p:grpSp>
        <p:nvGrpSpPr>
          <p:cNvPr id="28" name="object 28"/>
          <p:cNvGrpSpPr/>
          <p:nvPr/>
        </p:nvGrpSpPr>
        <p:grpSpPr>
          <a:xfrm>
            <a:off x="8958071" y="4974335"/>
            <a:ext cx="2468880" cy="1170940"/>
            <a:chOff x="8958071" y="4974335"/>
            <a:chExt cx="2468880" cy="1170940"/>
          </a:xfrm>
        </p:grpSpPr>
        <p:pic>
          <p:nvPicPr>
            <p:cNvPr id="29" name="object 29"/>
            <p:cNvPicPr/>
            <p:nvPr/>
          </p:nvPicPr>
          <p:blipFill>
            <a:blip r:embed="rId13" cstate="print"/>
            <a:stretch>
              <a:fillRect/>
            </a:stretch>
          </p:blipFill>
          <p:spPr>
            <a:xfrm>
              <a:off x="8958071" y="4974335"/>
              <a:ext cx="2468879" cy="1170432"/>
            </a:xfrm>
            <a:prstGeom prst="rect">
              <a:avLst/>
            </a:prstGeom>
          </p:spPr>
        </p:pic>
        <p:sp>
          <p:nvSpPr>
            <p:cNvPr id="30" name="object 30"/>
            <p:cNvSpPr/>
            <p:nvPr/>
          </p:nvSpPr>
          <p:spPr>
            <a:xfrm>
              <a:off x="9627349" y="5348389"/>
              <a:ext cx="1478280" cy="492125"/>
            </a:xfrm>
            <a:custGeom>
              <a:avLst/>
              <a:gdLst/>
              <a:ahLst/>
              <a:cxnLst/>
              <a:rect l="l" t="t" r="r" b="b"/>
              <a:pathLst>
                <a:path w="1478279" h="492125">
                  <a:moveTo>
                    <a:pt x="44712" y="465539"/>
                  </a:moveTo>
                  <a:lnTo>
                    <a:pt x="1822" y="479524"/>
                  </a:lnTo>
                  <a:lnTo>
                    <a:pt x="0" y="483109"/>
                  </a:lnTo>
                  <a:lnTo>
                    <a:pt x="2174" y="489777"/>
                  </a:lnTo>
                  <a:lnTo>
                    <a:pt x="5759" y="491599"/>
                  </a:lnTo>
                  <a:lnTo>
                    <a:pt x="48649" y="477613"/>
                  </a:lnTo>
                  <a:lnTo>
                    <a:pt x="50472" y="474029"/>
                  </a:lnTo>
                  <a:lnTo>
                    <a:pt x="48298" y="467360"/>
                  </a:lnTo>
                  <a:lnTo>
                    <a:pt x="44712" y="465539"/>
                  </a:lnTo>
                  <a:close/>
                </a:path>
                <a:path w="1478279" h="492125">
                  <a:moveTo>
                    <a:pt x="129233" y="437979"/>
                  </a:moveTo>
                  <a:lnTo>
                    <a:pt x="86342" y="451965"/>
                  </a:lnTo>
                  <a:lnTo>
                    <a:pt x="84521" y="455549"/>
                  </a:lnTo>
                  <a:lnTo>
                    <a:pt x="86695" y="462218"/>
                  </a:lnTo>
                  <a:lnTo>
                    <a:pt x="90279" y="464039"/>
                  </a:lnTo>
                  <a:lnTo>
                    <a:pt x="133170" y="450053"/>
                  </a:lnTo>
                  <a:lnTo>
                    <a:pt x="134992" y="446469"/>
                  </a:lnTo>
                  <a:lnTo>
                    <a:pt x="132817" y="439801"/>
                  </a:lnTo>
                  <a:lnTo>
                    <a:pt x="129233" y="437979"/>
                  </a:lnTo>
                  <a:close/>
                </a:path>
                <a:path w="1478279" h="492125">
                  <a:moveTo>
                    <a:pt x="213753" y="410420"/>
                  </a:moveTo>
                  <a:lnTo>
                    <a:pt x="170861" y="424405"/>
                  </a:lnTo>
                  <a:lnTo>
                    <a:pt x="169040" y="427990"/>
                  </a:lnTo>
                  <a:lnTo>
                    <a:pt x="171215" y="434658"/>
                  </a:lnTo>
                  <a:lnTo>
                    <a:pt x="174800" y="436480"/>
                  </a:lnTo>
                  <a:lnTo>
                    <a:pt x="217690" y="422494"/>
                  </a:lnTo>
                  <a:lnTo>
                    <a:pt x="219513" y="418910"/>
                  </a:lnTo>
                  <a:lnTo>
                    <a:pt x="217337" y="412241"/>
                  </a:lnTo>
                  <a:lnTo>
                    <a:pt x="213753" y="410420"/>
                  </a:lnTo>
                  <a:close/>
                </a:path>
                <a:path w="1478279" h="492125">
                  <a:moveTo>
                    <a:pt x="298274" y="382860"/>
                  </a:moveTo>
                  <a:lnTo>
                    <a:pt x="255383" y="396846"/>
                  </a:lnTo>
                  <a:lnTo>
                    <a:pt x="253561" y="400430"/>
                  </a:lnTo>
                  <a:lnTo>
                    <a:pt x="255736" y="407098"/>
                  </a:lnTo>
                  <a:lnTo>
                    <a:pt x="259320" y="408920"/>
                  </a:lnTo>
                  <a:lnTo>
                    <a:pt x="302211" y="394934"/>
                  </a:lnTo>
                  <a:lnTo>
                    <a:pt x="304032" y="391350"/>
                  </a:lnTo>
                  <a:lnTo>
                    <a:pt x="301858" y="384682"/>
                  </a:lnTo>
                  <a:lnTo>
                    <a:pt x="298274" y="382860"/>
                  </a:lnTo>
                  <a:close/>
                </a:path>
                <a:path w="1478279" h="492125">
                  <a:moveTo>
                    <a:pt x="382794" y="355301"/>
                  </a:moveTo>
                  <a:lnTo>
                    <a:pt x="339902" y="369286"/>
                  </a:lnTo>
                  <a:lnTo>
                    <a:pt x="338081" y="372870"/>
                  </a:lnTo>
                  <a:lnTo>
                    <a:pt x="340255" y="379539"/>
                  </a:lnTo>
                  <a:lnTo>
                    <a:pt x="343839" y="381360"/>
                  </a:lnTo>
                  <a:lnTo>
                    <a:pt x="386731" y="367375"/>
                  </a:lnTo>
                  <a:lnTo>
                    <a:pt x="388552" y="363790"/>
                  </a:lnTo>
                  <a:lnTo>
                    <a:pt x="386378" y="357122"/>
                  </a:lnTo>
                  <a:lnTo>
                    <a:pt x="382794" y="355301"/>
                  </a:lnTo>
                  <a:close/>
                </a:path>
                <a:path w="1478279" h="492125">
                  <a:moveTo>
                    <a:pt x="467314" y="327741"/>
                  </a:moveTo>
                  <a:lnTo>
                    <a:pt x="424423" y="341727"/>
                  </a:lnTo>
                  <a:lnTo>
                    <a:pt x="422601" y="345311"/>
                  </a:lnTo>
                  <a:lnTo>
                    <a:pt x="424775" y="351979"/>
                  </a:lnTo>
                  <a:lnTo>
                    <a:pt x="428360" y="353801"/>
                  </a:lnTo>
                  <a:lnTo>
                    <a:pt x="471252" y="339815"/>
                  </a:lnTo>
                  <a:lnTo>
                    <a:pt x="473073" y="336231"/>
                  </a:lnTo>
                  <a:lnTo>
                    <a:pt x="470899" y="329562"/>
                  </a:lnTo>
                  <a:lnTo>
                    <a:pt x="467314" y="327741"/>
                  </a:lnTo>
                  <a:close/>
                </a:path>
                <a:path w="1478279" h="492125">
                  <a:moveTo>
                    <a:pt x="551835" y="300181"/>
                  </a:moveTo>
                  <a:lnTo>
                    <a:pt x="508943" y="314167"/>
                  </a:lnTo>
                  <a:lnTo>
                    <a:pt x="507122" y="317751"/>
                  </a:lnTo>
                  <a:lnTo>
                    <a:pt x="509296" y="324420"/>
                  </a:lnTo>
                  <a:lnTo>
                    <a:pt x="512880" y="326241"/>
                  </a:lnTo>
                  <a:lnTo>
                    <a:pt x="555772" y="312256"/>
                  </a:lnTo>
                  <a:lnTo>
                    <a:pt x="557593" y="308671"/>
                  </a:lnTo>
                  <a:lnTo>
                    <a:pt x="555419" y="302003"/>
                  </a:lnTo>
                  <a:lnTo>
                    <a:pt x="551835" y="300181"/>
                  </a:lnTo>
                  <a:close/>
                </a:path>
                <a:path w="1478279" h="492125">
                  <a:moveTo>
                    <a:pt x="636355" y="272622"/>
                  </a:moveTo>
                  <a:lnTo>
                    <a:pt x="593464" y="286607"/>
                  </a:lnTo>
                  <a:lnTo>
                    <a:pt x="591642" y="290192"/>
                  </a:lnTo>
                  <a:lnTo>
                    <a:pt x="593816" y="296860"/>
                  </a:lnTo>
                  <a:lnTo>
                    <a:pt x="597401" y="298682"/>
                  </a:lnTo>
                  <a:lnTo>
                    <a:pt x="640292" y="284696"/>
                  </a:lnTo>
                  <a:lnTo>
                    <a:pt x="642114" y="281112"/>
                  </a:lnTo>
                  <a:lnTo>
                    <a:pt x="639940" y="274443"/>
                  </a:lnTo>
                  <a:lnTo>
                    <a:pt x="636355" y="272622"/>
                  </a:lnTo>
                  <a:close/>
                </a:path>
                <a:path w="1478279" h="492125">
                  <a:moveTo>
                    <a:pt x="720876" y="245062"/>
                  </a:moveTo>
                  <a:lnTo>
                    <a:pt x="677984" y="259048"/>
                  </a:lnTo>
                  <a:lnTo>
                    <a:pt x="676163" y="262632"/>
                  </a:lnTo>
                  <a:lnTo>
                    <a:pt x="678337" y="269301"/>
                  </a:lnTo>
                  <a:lnTo>
                    <a:pt x="681921" y="271122"/>
                  </a:lnTo>
                  <a:lnTo>
                    <a:pt x="724813" y="257137"/>
                  </a:lnTo>
                  <a:lnTo>
                    <a:pt x="726634" y="253552"/>
                  </a:lnTo>
                  <a:lnTo>
                    <a:pt x="724460" y="246884"/>
                  </a:lnTo>
                  <a:lnTo>
                    <a:pt x="720876" y="245062"/>
                  </a:lnTo>
                  <a:close/>
                </a:path>
                <a:path w="1478279" h="492125">
                  <a:moveTo>
                    <a:pt x="805395" y="217502"/>
                  </a:moveTo>
                  <a:lnTo>
                    <a:pt x="762504" y="231489"/>
                  </a:lnTo>
                  <a:lnTo>
                    <a:pt x="760683" y="235073"/>
                  </a:lnTo>
                  <a:lnTo>
                    <a:pt x="762857" y="241741"/>
                  </a:lnTo>
                  <a:lnTo>
                    <a:pt x="766441" y="243563"/>
                  </a:lnTo>
                  <a:lnTo>
                    <a:pt x="809332" y="229577"/>
                  </a:lnTo>
                  <a:lnTo>
                    <a:pt x="811155" y="225992"/>
                  </a:lnTo>
                  <a:lnTo>
                    <a:pt x="808979" y="219325"/>
                  </a:lnTo>
                  <a:lnTo>
                    <a:pt x="805395" y="217502"/>
                  </a:lnTo>
                  <a:close/>
                </a:path>
                <a:path w="1478279" h="492125">
                  <a:moveTo>
                    <a:pt x="889916" y="189943"/>
                  </a:moveTo>
                  <a:lnTo>
                    <a:pt x="847025" y="203928"/>
                  </a:lnTo>
                  <a:lnTo>
                    <a:pt x="845202" y="207512"/>
                  </a:lnTo>
                  <a:lnTo>
                    <a:pt x="847378" y="214181"/>
                  </a:lnTo>
                  <a:lnTo>
                    <a:pt x="850962" y="216004"/>
                  </a:lnTo>
                  <a:lnTo>
                    <a:pt x="893853" y="202017"/>
                  </a:lnTo>
                  <a:lnTo>
                    <a:pt x="895675" y="198433"/>
                  </a:lnTo>
                  <a:lnTo>
                    <a:pt x="893500" y="191764"/>
                  </a:lnTo>
                  <a:lnTo>
                    <a:pt x="889916" y="189943"/>
                  </a:lnTo>
                  <a:close/>
                </a:path>
                <a:path w="1478279" h="492125">
                  <a:moveTo>
                    <a:pt x="974436" y="162383"/>
                  </a:moveTo>
                  <a:lnTo>
                    <a:pt x="931545" y="176369"/>
                  </a:lnTo>
                  <a:lnTo>
                    <a:pt x="929723" y="179953"/>
                  </a:lnTo>
                  <a:lnTo>
                    <a:pt x="931898" y="186622"/>
                  </a:lnTo>
                  <a:lnTo>
                    <a:pt x="935482" y="188443"/>
                  </a:lnTo>
                  <a:lnTo>
                    <a:pt x="978373" y="174458"/>
                  </a:lnTo>
                  <a:lnTo>
                    <a:pt x="980194" y="170874"/>
                  </a:lnTo>
                  <a:lnTo>
                    <a:pt x="978020" y="164205"/>
                  </a:lnTo>
                  <a:lnTo>
                    <a:pt x="974436" y="162383"/>
                  </a:lnTo>
                  <a:close/>
                </a:path>
                <a:path w="1478279" h="492125">
                  <a:moveTo>
                    <a:pt x="1058956" y="134824"/>
                  </a:moveTo>
                  <a:lnTo>
                    <a:pt x="1016066" y="148809"/>
                  </a:lnTo>
                  <a:lnTo>
                    <a:pt x="1014243" y="152394"/>
                  </a:lnTo>
                  <a:lnTo>
                    <a:pt x="1016417" y="159062"/>
                  </a:lnTo>
                  <a:lnTo>
                    <a:pt x="1020003" y="160884"/>
                  </a:lnTo>
                  <a:lnTo>
                    <a:pt x="1062893" y="146898"/>
                  </a:lnTo>
                  <a:lnTo>
                    <a:pt x="1064715" y="143314"/>
                  </a:lnTo>
                  <a:lnTo>
                    <a:pt x="1062541" y="136645"/>
                  </a:lnTo>
                  <a:lnTo>
                    <a:pt x="1058956" y="134824"/>
                  </a:lnTo>
                  <a:close/>
                </a:path>
                <a:path w="1478279" h="492125">
                  <a:moveTo>
                    <a:pt x="1143477" y="107265"/>
                  </a:moveTo>
                  <a:lnTo>
                    <a:pt x="1100585" y="121250"/>
                  </a:lnTo>
                  <a:lnTo>
                    <a:pt x="1098764" y="124834"/>
                  </a:lnTo>
                  <a:lnTo>
                    <a:pt x="1100938" y="131503"/>
                  </a:lnTo>
                  <a:lnTo>
                    <a:pt x="1104522" y="133324"/>
                  </a:lnTo>
                  <a:lnTo>
                    <a:pt x="1147414" y="119339"/>
                  </a:lnTo>
                  <a:lnTo>
                    <a:pt x="1149235" y="115755"/>
                  </a:lnTo>
                  <a:lnTo>
                    <a:pt x="1147061" y="109086"/>
                  </a:lnTo>
                  <a:lnTo>
                    <a:pt x="1143477" y="107265"/>
                  </a:lnTo>
                  <a:close/>
                </a:path>
                <a:path w="1478279" h="492125">
                  <a:moveTo>
                    <a:pt x="1227997" y="79705"/>
                  </a:moveTo>
                  <a:lnTo>
                    <a:pt x="1185105" y="93690"/>
                  </a:lnTo>
                  <a:lnTo>
                    <a:pt x="1183284" y="97275"/>
                  </a:lnTo>
                  <a:lnTo>
                    <a:pt x="1185458" y="103943"/>
                  </a:lnTo>
                  <a:lnTo>
                    <a:pt x="1189042" y="105765"/>
                  </a:lnTo>
                  <a:lnTo>
                    <a:pt x="1231934" y="91779"/>
                  </a:lnTo>
                  <a:lnTo>
                    <a:pt x="1233756" y="88195"/>
                  </a:lnTo>
                  <a:lnTo>
                    <a:pt x="1231582" y="81526"/>
                  </a:lnTo>
                  <a:lnTo>
                    <a:pt x="1227997" y="79705"/>
                  </a:lnTo>
                  <a:close/>
                </a:path>
                <a:path w="1478279" h="492125">
                  <a:moveTo>
                    <a:pt x="1312518" y="52146"/>
                  </a:moveTo>
                  <a:lnTo>
                    <a:pt x="1269626" y="66131"/>
                  </a:lnTo>
                  <a:lnTo>
                    <a:pt x="1267805" y="69715"/>
                  </a:lnTo>
                  <a:lnTo>
                    <a:pt x="1269979" y="76384"/>
                  </a:lnTo>
                  <a:lnTo>
                    <a:pt x="1273563" y="78205"/>
                  </a:lnTo>
                  <a:lnTo>
                    <a:pt x="1316455" y="64220"/>
                  </a:lnTo>
                  <a:lnTo>
                    <a:pt x="1318276" y="60636"/>
                  </a:lnTo>
                  <a:lnTo>
                    <a:pt x="1316102" y="53967"/>
                  </a:lnTo>
                  <a:lnTo>
                    <a:pt x="1312518" y="52146"/>
                  </a:lnTo>
                  <a:close/>
                </a:path>
                <a:path w="1478279" h="492125">
                  <a:moveTo>
                    <a:pt x="1397038" y="24585"/>
                  </a:moveTo>
                  <a:lnTo>
                    <a:pt x="1354146" y="38572"/>
                  </a:lnTo>
                  <a:lnTo>
                    <a:pt x="1352325" y="42156"/>
                  </a:lnTo>
                  <a:lnTo>
                    <a:pt x="1354499" y="48825"/>
                  </a:lnTo>
                  <a:lnTo>
                    <a:pt x="1358083" y="50646"/>
                  </a:lnTo>
                  <a:lnTo>
                    <a:pt x="1400975" y="36661"/>
                  </a:lnTo>
                  <a:lnTo>
                    <a:pt x="1402796" y="33075"/>
                  </a:lnTo>
                  <a:lnTo>
                    <a:pt x="1400622" y="26408"/>
                  </a:lnTo>
                  <a:lnTo>
                    <a:pt x="1397038" y="24585"/>
                  </a:lnTo>
                  <a:close/>
                </a:path>
                <a:path w="1478279" h="492125">
                  <a:moveTo>
                    <a:pt x="1472441" y="0"/>
                  </a:moveTo>
                  <a:lnTo>
                    <a:pt x="1438667" y="11012"/>
                  </a:lnTo>
                  <a:lnTo>
                    <a:pt x="1436844" y="14596"/>
                  </a:lnTo>
                  <a:lnTo>
                    <a:pt x="1439019" y="21264"/>
                  </a:lnTo>
                  <a:lnTo>
                    <a:pt x="1442604" y="23086"/>
                  </a:lnTo>
                  <a:lnTo>
                    <a:pt x="1476378" y="12073"/>
                  </a:lnTo>
                  <a:lnTo>
                    <a:pt x="1478199" y="8489"/>
                  </a:lnTo>
                  <a:lnTo>
                    <a:pt x="1476025" y="1821"/>
                  </a:lnTo>
                  <a:lnTo>
                    <a:pt x="1472441" y="0"/>
                  </a:lnTo>
                  <a:close/>
                </a:path>
              </a:pathLst>
            </a:custGeom>
            <a:solidFill>
              <a:srgbClr val="00B050">
                <a:alpha val="50199"/>
              </a:srgbClr>
            </a:solidFill>
          </p:spPr>
          <p:txBody>
            <a:bodyPr wrap="square" lIns="0" tIns="0" rIns="0" bIns="0" rtlCol="0"/>
            <a:lstStyle/>
            <a:p>
              <a:endParaRPr/>
            </a:p>
          </p:txBody>
        </p:sp>
        <p:pic>
          <p:nvPicPr>
            <p:cNvPr id="31" name="object 31"/>
            <p:cNvPicPr/>
            <p:nvPr/>
          </p:nvPicPr>
          <p:blipFill>
            <a:blip r:embed="rId14" cstate="print"/>
            <a:stretch>
              <a:fillRect/>
            </a:stretch>
          </p:blipFill>
          <p:spPr>
            <a:xfrm>
              <a:off x="9994391" y="5611367"/>
              <a:ext cx="152400" cy="152400"/>
            </a:xfrm>
            <a:prstGeom prst="rect">
              <a:avLst/>
            </a:prstGeom>
          </p:spPr>
        </p:pic>
        <p:sp>
          <p:nvSpPr>
            <p:cNvPr id="32" name="object 32"/>
            <p:cNvSpPr/>
            <p:nvPr/>
          </p:nvSpPr>
          <p:spPr>
            <a:xfrm>
              <a:off x="9200889" y="5839348"/>
              <a:ext cx="414020" cy="133985"/>
            </a:xfrm>
            <a:custGeom>
              <a:avLst/>
              <a:gdLst/>
              <a:ahLst/>
              <a:cxnLst/>
              <a:rect l="l" t="t" r="r" b="b"/>
              <a:pathLst>
                <a:path w="414020" h="133985">
                  <a:moveTo>
                    <a:pt x="0" y="133549"/>
                  </a:moveTo>
                  <a:lnTo>
                    <a:pt x="413503" y="0"/>
                  </a:lnTo>
                </a:path>
              </a:pathLst>
            </a:custGeom>
            <a:ln w="25400">
              <a:solidFill>
                <a:srgbClr val="00B050"/>
              </a:solidFill>
            </a:ln>
          </p:spPr>
          <p:txBody>
            <a:bodyPr wrap="square" lIns="0" tIns="0" rIns="0" bIns="0" rtlCol="0"/>
            <a:lstStyle/>
            <a:p>
              <a:endParaRPr/>
            </a:p>
          </p:txBody>
        </p:sp>
      </p:grpSp>
      <p:sp>
        <p:nvSpPr>
          <p:cNvPr id="33" name="object 33"/>
          <p:cNvSpPr txBox="1"/>
          <p:nvPr/>
        </p:nvSpPr>
        <p:spPr>
          <a:xfrm>
            <a:off x="8983402" y="5407660"/>
            <a:ext cx="723265" cy="330200"/>
          </a:xfrm>
          <a:prstGeom prst="rect">
            <a:avLst/>
          </a:prstGeom>
        </p:spPr>
        <p:txBody>
          <a:bodyPr vert="horz" wrap="square" lIns="0" tIns="12700" rIns="0" bIns="0" rtlCol="0">
            <a:spAutoFit/>
          </a:bodyPr>
          <a:lstStyle/>
          <a:p>
            <a:pPr marL="242570" marR="5080" indent="-230504">
              <a:lnSpc>
                <a:spcPct val="100000"/>
              </a:lnSpc>
              <a:spcBef>
                <a:spcPts val="100"/>
              </a:spcBef>
            </a:pPr>
            <a:r>
              <a:rPr sz="1000" b="1" spc="-10" dirty="0">
                <a:latin typeface="Corbel"/>
                <a:cs typeface="Corbel"/>
              </a:rPr>
              <a:t>Longitudinal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34" name="object 34"/>
          <p:cNvSpPr txBox="1"/>
          <p:nvPr/>
        </p:nvSpPr>
        <p:spPr>
          <a:xfrm>
            <a:off x="10108046" y="5482844"/>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35" name="object 35"/>
          <p:cNvGrpSpPr/>
          <p:nvPr/>
        </p:nvGrpSpPr>
        <p:grpSpPr>
          <a:xfrm>
            <a:off x="9015983" y="4689242"/>
            <a:ext cx="2397760" cy="1468120"/>
            <a:chOff x="9015983" y="4689242"/>
            <a:chExt cx="2397760" cy="1468120"/>
          </a:xfrm>
        </p:grpSpPr>
        <p:sp>
          <p:nvSpPr>
            <p:cNvPr id="36" name="object 36"/>
            <p:cNvSpPr/>
            <p:nvPr/>
          </p:nvSpPr>
          <p:spPr>
            <a:xfrm>
              <a:off x="11134877" y="5257087"/>
              <a:ext cx="266065" cy="87630"/>
            </a:xfrm>
            <a:custGeom>
              <a:avLst/>
              <a:gdLst/>
              <a:ahLst/>
              <a:cxnLst/>
              <a:rect l="l" t="t" r="r" b="b"/>
              <a:pathLst>
                <a:path w="266065" h="87629">
                  <a:moveTo>
                    <a:pt x="265619" y="0"/>
                  </a:moveTo>
                  <a:lnTo>
                    <a:pt x="0" y="87358"/>
                  </a:lnTo>
                </a:path>
              </a:pathLst>
            </a:custGeom>
            <a:ln w="25400">
              <a:solidFill>
                <a:srgbClr val="00B050"/>
              </a:solidFill>
            </a:ln>
          </p:spPr>
          <p:txBody>
            <a:bodyPr wrap="square" lIns="0" tIns="0" rIns="0" bIns="0" rtlCol="0"/>
            <a:lstStyle/>
            <a:p>
              <a:endParaRPr/>
            </a:p>
          </p:txBody>
        </p:sp>
        <p:pic>
          <p:nvPicPr>
            <p:cNvPr id="37" name="object 37"/>
            <p:cNvPicPr/>
            <p:nvPr/>
          </p:nvPicPr>
          <p:blipFill>
            <a:blip r:embed="rId15" cstate="print"/>
            <a:stretch>
              <a:fillRect/>
            </a:stretch>
          </p:blipFill>
          <p:spPr>
            <a:xfrm>
              <a:off x="9113065" y="5895124"/>
              <a:ext cx="386081" cy="241689"/>
            </a:xfrm>
            <a:prstGeom prst="rect">
              <a:avLst/>
            </a:prstGeom>
          </p:spPr>
        </p:pic>
        <p:pic>
          <p:nvPicPr>
            <p:cNvPr id="38" name="object 38"/>
            <p:cNvPicPr/>
            <p:nvPr/>
          </p:nvPicPr>
          <p:blipFill>
            <a:blip r:embed="rId16" cstate="print"/>
            <a:stretch>
              <a:fillRect/>
            </a:stretch>
          </p:blipFill>
          <p:spPr>
            <a:xfrm>
              <a:off x="9015983" y="5574791"/>
              <a:ext cx="585216" cy="582168"/>
            </a:xfrm>
            <a:prstGeom prst="rect">
              <a:avLst/>
            </a:prstGeom>
          </p:spPr>
        </p:pic>
        <p:sp>
          <p:nvSpPr>
            <p:cNvPr id="39" name="object 39"/>
            <p:cNvSpPr/>
            <p:nvPr/>
          </p:nvSpPr>
          <p:spPr>
            <a:xfrm>
              <a:off x="9197377" y="5118390"/>
              <a:ext cx="1905000" cy="495934"/>
            </a:xfrm>
            <a:custGeom>
              <a:avLst/>
              <a:gdLst/>
              <a:ahLst/>
              <a:cxnLst/>
              <a:rect l="l" t="t" r="r" b="b"/>
              <a:pathLst>
                <a:path w="1905000" h="495935">
                  <a:moveTo>
                    <a:pt x="2606" y="0"/>
                  </a:moveTo>
                  <a:lnTo>
                    <a:pt x="875" y="1022"/>
                  </a:lnTo>
                  <a:lnTo>
                    <a:pt x="0" y="4418"/>
                  </a:lnTo>
                  <a:lnTo>
                    <a:pt x="1022" y="6149"/>
                  </a:lnTo>
                  <a:lnTo>
                    <a:pt x="47463" y="18108"/>
                  </a:lnTo>
                  <a:lnTo>
                    <a:pt x="49194" y="17086"/>
                  </a:lnTo>
                  <a:lnTo>
                    <a:pt x="50069" y="13690"/>
                  </a:lnTo>
                  <a:lnTo>
                    <a:pt x="49047" y="11959"/>
                  </a:lnTo>
                  <a:lnTo>
                    <a:pt x="2606" y="0"/>
                  </a:lnTo>
                  <a:close/>
                </a:path>
                <a:path w="1905000" h="495935">
                  <a:moveTo>
                    <a:pt x="70248" y="17419"/>
                  </a:moveTo>
                  <a:lnTo>
                    <a:pt x="68517" y="18441"/>
                  </a:lnTo>
                  <a:lnTo>
                    <a:pt x="67642" y="21837"/>
                  </a:lnTo>
                  <a:lnTo>
                    <a:pt x="68665" y="23568"/>
                  </a:lnTo>
                  <a:lnTo>
                    <a:pt x="115107" y="35528"/>
                  </a:lnTo>
                  <a:lnTo>
                    <a:pt x="116838" y="34505"/>
                  </a:lnTo>
                  <a:lnTo>
                    <a:pt x="117712" y="31109"/>
                  </a:lnTo>
                  <a:lnTo>
                    <a:pt x="116690" y="29378"/>
                  </a:lnTo>
                  <a:lnTo>
                    <a:pt x="70248" y="17419"/>
                  </a:lnTo>
                  <a:close/>
                </a:path>
                <a:path w="1905000" h="495935">
                  <a:moveTo>
                    <a:pt x="137891" y="34838"/>
                  </a:moveTo>
                  <a:lnTo>
                    <a:pt x="136160" y="35860"/>
                  </a:lnTo>
                  <a:lnTo>
                    <a:pt x="135286" y="39256"/>
                  </a:lnTo>
                  <a:lnTo>
                    <a:pt x="136307" y="40987"/>
                  </a:lnTo>
                  <a:lnTo>
                    <a:pt x="182750" y="52947"/>
                  </a:lnTo>
                  <a:lnTo>
                    <a:pt x="184481" y="51925"/>
                  </a:lnTo>
                  <a:lnTo>
                    <a:pt x="185356" y="48529"/>
                  </a:lnTo>
                  <a:lnTo>
                    <a:pt x="184334" y="46798"/>
                  </a:lnTo>
                  <a:lnTo>
                    <a:pt x="137891" y="34838"/>
                  </a:lnTo>
                  <a:close/>
                </a:path>
                <a:path w="1905000" h="495935">
                  <a:moveTo>
                    <a:pt x="205535" y="52257"/>
                  </a:moveTo>
                  <a:lnTo>
                    <a:pt x="203804" y="53279"/>
                  </a:lnTo>
                  <a:lnTo>
                    <a:pt x="202929" y="56676"/>
                  </a:lnTo>
                  <a:lnTo>
                    <a:pt x="203951" y="58407"/>
                  </a:lnTo>
                  <a:lnTo>
                    <a:pt x="250393" y="70366"/>
                  </a:lnTo>
                  <a:lnTo>
                    <a:pt x="252124" y="69344"/>
                  </a:lnTo>
                  <a:lnTo>
                    <a:pt x="252999" y="65948"/>
                  </a:lnTo>
                  <a:lnTo>
                    <a:pt x="251976" y="64216"/>
                  </a:lnTo>
                  <a:lnTo>
                    <a:pt x="205535" y="52257"/>
                  </a:lnTo>
                  <a:close/>
                </a:path>
                <a:path w="1905000" h="495935">
                  <a:moveTo>
                    <a:pt x="273178" y="69676"/>
                  </a:moveTo>
                  <a:lnTo>
                    <a:pt x="271447" y="70698"/>
                  </a:lnTo>
                  <a:lnTo>
                    <a:pt x="270572" y="74094"/>
                  </a:lnTo>
                  <a:lnTo>
                    <a:pt x="271594" y="75825"/>
                  </a:lnTo>
                  <a:lnTo>
                    <a:pt x="318037" y="87784"/>
                  </a:lnTo>
                  <a:lnTo>
                    <a:pt x="319768" y="86763"/>
                  </a:lnTo>
                  <a:lnTo>
                    <a:pt x="320641" y="83366"/>
                  </a:lnTo>
                  <a:lnTo>
                    <a:pt x="319619" y="81635"/>
                  </a:lnTo>
                  <a:lnTo>
                    <a:pt x="273178" y="69676"/>
                  </a:lnTo>
                  <a:close/>
                </a:path>
                <a:path w="1905000" h="495935">
                  <a:moveTo>
                    <a:pt x="340821" y="87095"/>
                  </a:moveTo>
                  <a:lnTo>
                    <a:pt x="339090" y="88117"/>
                  </a:lnTo>
                  <a:lnTo>
                    <a:pt x="338216" y="91513"/>
                  </a:lnTo>
                  <a:lnTo>
                    <a:pt x="339238" y="93244"/>
                  </a:lnTo>
                  <a:lnTo>
                    <a:pt x="385679" y="105204"/>
                  </a:lnTo>
                  <a:lnTo>
                    <a:pt x="387410" y="104181"/>
                  </a:lnTo>
                  <a:lnTo>
                    <a:pt x="388285" y="100785"/>
                  </a:lnTo>
                  <a:lnTo>
                    <a:pt x="387263" y="99054"/>
                  </a:lnTo>
                  <a:lnTo>
                    <a:pt x="340821" y="87095"/>
                  </a:lnTo>
                  <a:close/>
                </a:path>
                <a:path w="1905000" h="495935">
                  <a:moveTo>
                    <a:pt x="408465" y="104514"/>
                  </a:moveTo>
                  <a:lnTo>
                    <a:pt x="406734" y="105537"/>
                  </a:lnTo>
                  <a:lnTo>
                    <a:pt x="405858" y="108932"/>
                  </a:lnTo>
                  <a:lnTo>
                    <a:pt x="406881" y="110663"/>
                  </a:lnTo>
                  <a:lnTo>
                    <a:pt x="453322" y="122623"/>
                  </a:lnTo>
                  <a:lnTo>
                    <a:pt x="455053" y="121601"/>
                  </a:lnTo>
                  <a:lnTo>
                    <a:pt x="455928" y="118205"/>
                  </a:lnTo>
                  <a:lnTo>
                    <a:pt x="454906" y="116474"/>
                  </a:lnTo>
                  <a:lnTo>
                    <a:pt x="408465" y="104514"/>
                  </a:lnTo>
                  <a:close/>
                </a:path>
                <a:path w="1905000" h="495935">
                  <a:moveTo>
                    <a:pt x="476107" y="121933"/>
                  </a:moveTo>
                  <a:lnTo>
                    <a:pt x="474376" y="122956"/>
                  </a:lnTo>
                  <a:lnTo>
                    <a:pt x="473501" y="126352"/>
                  </a:lnTo>
                  <a:lnTo>
                    <a:pt x="474524" y="128083"/>
                  </a:lnTo>
                  <a:lnTo>
                    <a:pt x="520966" y="140042"/>
                  </a:lnTo>
                  <a:lnTo>
                    <a:pt x="522697" y="139020"/>
                  </a:lnTo>
                  <a:lnTo>
                    <a:pt x="523571" y="135624"/>
                  </a:lnTo>
                  <a:lnTo>
                    <a:pt x="522550" y="133893"/>
                  </a:lnTo>
                  <a:lnTo>
                    <a:pt x="476107" y="121933"/>
                  </a:lnTo>
                  <a:close/>
                </a:path>
                <a:path w="1905000" h="495935">
                  <a:moveTo>
                    <a:pt x="543750" y="139353"/>
                  </a:moveTo>
                  <a:lnTo>
                    <a:pt x="542019" y="140374"/>
                  </a:lnTo>
                  <a:lnTo>
                    <a:pt x="541145" y="143771"/>
                  </a:lnTo>
                  <a:lnTo>
                    <a:pt x="542168" y="145502"/>
                  </a:lnTo>
                  <a:lnTo>
                    <a:pt x="588609" y="157462"/>
                  </a:lnTo>
                  <a:lnTo>
                    <a:pt x="590340" y="156439"/>
                  </a:lnTo>
                  <a:lnTo>
                    <a:pt x="591215" y="153043"/>
                  </a:lnTo>
                  <a:lnTo>
                    <a:pt x="590193" y="151311"/>
                  </a:lnTo>
                  <a:lnTo>
                    <a:pt x="543750" y="139353"/>
                  </a:lnTo>
                  <a:close/>
                </a:path>
                <a:path w="1905000" h="495935">
                  <a:moveTo>
                    <a:pt x="611394" y="156771"/>
                  </a:moveTo>
                  <a:lnTo>
                    <a:pt x="609663" y="157793"/>
                  </a:lnTo>
                  <a:lnTo>
                    <a:pt x="608788" y="161189"/>
                  </a:lnTo>
                  <a:lnTo>
                    <a:pt x="609810" y="162920"/>
                  </a:lnTo>
                  <a:lnTo>
                    <a:pt x="656252" y="174880"/>
                  </a:lnTo>
                  <a:lnTo>
                    <a:pt x="657983" y="173859"/>
                  </a:lnTo>
                  <a:lnTo>
                    <a:pt x="658858" y="170461"/>
                  </a:lnTo>
                  <a:lnTo>
                    <a:pt x="657835" y="168730"/>
                  </a:lnTo>
                  <a:lnTo>
                    <a:pt x="611394" y="156771"/>
                  </a:lnTo>
                  <a:close/>
                </a:path>
                <a:path w="1905000" h="495935">
                  <a:moveTo>
                    <a:pt x="679037" y="174190"/>
                  </a:moveTo>
                  <a:lnTo>
                    <a:pt x="677306" y="175213"/>
                  </a:lnTo>
                  <a:lnTo>
                    <a:pt x="676431" y="178608"/>
                  </a:lnTo>
                  <a:lnTo>
                    <a:pt x="677453" y="180340"/>
                  </a:lnTo>
                  <a:lnTo>
                    <a:pt x="723896" y="192299"/>
                  </a:lnTo>
                  <a:lnTo>
                    <a:pt x="725627" y="191277"/>
                  </a:lnTo>
                  <a:lnTo>
                    <a:pt x="726500" y="187881"/>
                  </a:lnTo>
                  <a:lnTo>
                    <a:pt x="725478" y="186150"/>
                  </a:lnTo>
                  <a:lnTo>
                    <a:pt x="679037" y="174190"/>
                  </a:lnTo>
                  <a:close/>
                </a:path>
                <a:path w="1905000" h="495935">
                  <a:moveTo>
                    <a:pt x="746679" y="191609"/>
                  </a:moveTo>
                  <a:lnTo>
                    <a:pt x="744948" y="192632"/>
                  </a:lnTo>
                  <a:lnTo>
                    <a:pt x="744075" y="196028"/>
                  </a:lnTo>
                  <a:lnTo>
                    <a:pt x="745096" y="197759"/>
                  </a:lnTo>
                  <a:lnTo>
                    <a:pt x="791538" y="209718"/>
                  </a:lnTo>
                  <a:lnTo>
                    <a:pt x="793269" y="208696"/>
                  </a:lnTo>
                  <a:lnTo>
                    <a:pt x="794144" y="205300"/>
                  </a:lnTo>
                  <a:lnTo>
                    <a:pt x="793122" y="203569"/>
                  </a:lnTo>
                  <a:lnTo>
                    <a:pt x="746679" y="191609"/>
                  </a:lnTo>
                  <a:close/>
                </a:path>
                <a:path w="1905000" h="495935">
                  <a:moveTo>
                    <a:pt x="814324" y="209029"/>
                  </a:moveTo>
                  <a:lnTo>
                    <a:pt x="812592" y="210051"/>
                  </a:lnTo>
                  <a:lnTo>
                    <a:pt x="811717" y="213447"/>
                  </a:lnTo>
                  <a:lnTo>
                    <a:pt x="812740" y="215178"/>
                  </a:lnTo>
                  <a:lnTo>
                    <a:pt x="859181" y="227138"/>
                  </a:lnTo>
                  <a:lnTo>
                    <a:pt x="860912" y="226115"/>
                  </a:lnTo>
                  <a:lnTo>
                    <a:pt x="861787" y="222719"/>
                  </a:lnTo>
                  <a:lnTo>
                    <a:pt x="860765" y="220988"/>
                  </a:lnTo>
                  <a:lnTo>
                    <a:pt x="814324" y="209029"/>
                  </a:lnTo>
                  <a:close/>
                </a:path>
                <a:path w="1905000" h="495935">
                  <a:moveTo>
                    <a:pt x="881966" y="226448"/>
                  </a:moveTo>
                  <a:lnTo>
                    <a:pt x="880235" y="227469"/>
                  </a:lnTo>
                  <a:lnTo>
                    <a:pt x="879360" y="230866"/>
                  </a:lnTo>
                  <a:lnTo>
                    <a:pt x="880383" y="232597"/>
                  </a:lnTo>
                  <a:lnTo>
                    <a:pt x="926825" y="244557"/>
                  </a:lnTo>
                  <a:lnTo>
                    <a:pt x="928556" y="243535"/>
                  </a:lnTo>
                  <a:lnTo>
                    <a:pt x="929430" y="240139"/>
                  </a:lnTo>
                  <a:lnTo>
                    <a:pt x="928408" y="238406"/>
                  </a:lnTo>
                  <a:lnTo>
                    <a:pt x="881966" y="226448"/>
                  </a:lnTo>
                  <a:close/>
                </a:path>
                <a:path w="1905000" h="495935">
                  <a:moveTo>
                    <a:pt x="949609" y="243866"/>
                  </a:moveTo>
                  <a:lnTo>
                    <a:pt x="947878" y="244889"/>
                  </a:lnTo>
                  <a:lnTo>
                    <a:pt x="947004" y="248285"/>
                  </a:lnTo>
                  <a:lnTo>
                    <a:pt x="948025" y="250016"/>
                  </a:lnTo>
                  <a:lnTo>
                    <a:pt x="994468" y="261975"/>
                  </a:lnTo>
                  <a:lnTo>
                    <a:pt x="996199" y="260953"/>
                  </a:lnTo>
                  <a:lnTo>
                    <a:pt x="997074" y="257557"/>
                  </a:lnTo>
                  <a:lnTo>
                    <a:pt x="996052" y="255826"/>
                  </a:lnTo>
                  <a:lnTo>
                    <a:pt x="949609" y="243866"/>
                  </a:lnTo>
                  <a:close/>
                </a:path>
                <a:path w="1905000" h="495935">
                  <a:moveTo>
                    <a:pt x="1017253" y="261285"/>
                  </a:moveTo>
                  <a:lnTo>
                    <a:pt x="1015522" y="262308"/>
                  </a:lnTo>
                  <a:lnTo>
                    <a:pt x="1014647" y="265704"/>
                  </a:lnTo>
                  <a:lnTo>
                    <a:pt x="1015669" y="267435"/>
                  </a:lnTo>
                  <a:lnTo>
                    <a:pt x="1062111" y="279394"/>
                  </a:lnTo>
                  <a:lnTo>
                    <a:pt x="1063842" y="278372"/>
                  </a:lnTo>
                  <a:lnTo>
                    <a:pt x="1064717" y="274976"/>
                  </a:lnTo>
                  <a:lnTo>
                    <a:pt x="1063694" y="273245"/>
                  </a:lnTo>
                  <a:lnTo>
                    <a:pt x="1017253" y="261285"/>
                  </a:lnTo>
                  <a:close/>
                </a:path>
                <a:path w="1905000" h="495935">
                  <a:moveTo>
                    <a:pt x="1084896" y="278705"/>
                  </a:moveTo>
                  <a:lnTo>
                    <a:pt x="1083165" y="279727"/>
                  </a:lnTo>
                  <a:lnTo>
                    <a:pt x="1082290" y="283123"/>
                  </a:lnTo>
                  <a:lnTo>
                    <a:pt x="1083312" y="284854"/>
                  </a:lnTo>
                  <a:lnTo>
                    <a:pt x="1129755" y="296814"/>
                  </a:lnTo>
                  <a:lnTo>
                    <a:pt x="1131486" y="295791"/>
                  </a:lnTo>
                  <a:lnTo>
                    <a:pt x="1132359" y="292395"/>
                  </a:lnTo>
                  <a:lnTo>
                    <a:pt x="1131337" y="290664"/>
                  </a:lnTo>
                  <a:lnTo>
                    <a:pt x="1084896" y="278705"/>
                  </a:lnTo>
                  <a:close/>
                </a:path>
                <a:path w="1905000" h="495935">
                  <a:moveTo>
                    <a:pt x="1152538" y="296124"/>
                  </a:moveTo>
                  <a:lnTo>
                    <a:pt x="1150807" y="297146"/>
                  </a:lnTo>
                  <a:lnTo>
                    <a:pt x="1149934" y="300542"/>
                  </a:lnTo>
                  <a:lnTo>
                    <a:pt x="1150955" y="302273"/>
                  </a:lnTo>
                  <a:lnTo>
                    <a:pt x="1197397" y="314233"/>
                  </a:lnTo>
                  <a:lnTo>
                    <a:pt x="1199128" y="313211"/>
                  </a:lnTo>
                  <a:lnTo>
                    <a:pt x="1200003" y="309815"/>
                  </a:lnTo>
                  <a:lnTo>
                    <a:pt x="1198981" y="308084"/>
                  </a:lnTo>
                  <a:lnTo>
                    <a:pt x="1152538" y="296124"/>
                  </a:lnTo>
                  <a:close/>
                </a:path>
                <a:path w="1905000" h="495935">
                  <a:moveTo>
                    <a:pt x="1220182" y="313543"/>
                  </a:moveTo>
                  <a:lnTo>
                    <a:pt x="1218451" y="314565"/>
                  </a:lnTo>
                  <a:lnTo>
                    <a:pt x="1217576" y="317962"/>
                  </a:lnTo>
                  <a:lnTo>
                    <a:pt x="1218599" y="319693"/>
                  </a:lnTo>
                  <a:lnTo>
                    <a:pt x="1265040" y="331652"/>
                  </a:lnTo>
                  <a:lnTo>
                    <a:pt x="1266771" y="330630"/>
                  </a:lnTo>
                  <a:lnTo>
                    <a:pt x="1267646" y="327234"/>
                  </a:lnTo>
                  <a:lnTo>
                    <a:pt x="1266624" y="325503"/>
                  </a:lnTo>
                  <a:lnTo>
                    <a:pt x="1220182" y="313543"/>
                  </a:lnTo>
                  <a:close/>
                </a:path>
                <a:path w="1905000" h="495935">
                  <a:moveTo>
                    <a:pt x="1287825" y="330962"/>
                  </a:moveTo>
                  <a:lnTo>
                    <a:pt x="1286094" y="331984"/>
                  </a:lnTo>
                  <a:lnTo>
                    <a:pt x="1285219" y="335380"/>
                  </a:lnTo>
                  <a:lnTo>
                    <a:pt x="1286242" y="337112"/>
                  </a:lnTo>
                  <a:lnTo>
                    <a:pt x="1332683" y="349070"/>
                  </a:lnTo>
                  <a:lnTo>
                    <a:pt x="1334414" y="348049"/>
                  </a:lnTo>
                  <a:lnTo>
                    <a:pt x="1335289" y="344652"/>
                  </a:lnTo>
                  <a:lnTo>
                    <a:pt x="1334267" y="342921"/>
                  </a:lnTo>
                  <a:lnTo>
                    <a:pt x="1287825" y="330962"/>
                  </a:lnTo>
                  <a:close/>
                </a:path>
                <a:path w="1905000" h="495935">
                  <a:moveTo>
                    <a:pt x="1355468" y="348381"/>
                  </a:moveTo>
                  <a:lnTo>
                    <a:pt x="1353737" y="349403"/>
                  </a:lnTo>
                  <a:lnTo>
                    <a:pt x="1352863" y="352799"/>
                  </a:lnTo>
                  <a:lnTo>
                    <a:pt x="1353884" y="354530"/>
                  </a:lnTo>
                  <a:lnTo>
                    <a:pt x="1400327" y="366490"/>
                  </a:lnTo>
                  <a:lnTo>
                    <a:pt x="1402058" y="365467"/>
                  </a:lnTo>
                  <a:lnTo>
                    <a:pt x="1402932" y="362071"/>
                  </a:lnTo>
                  <a:lnTo>
                    <a:pt x="1401911" y="360340"/>
                  </a:lnTo>
                  <a:lnTo>
                    <a:pt x="1355468" y="348381"/>
                  </a:lnTo>
                  <a:close/>
                </a:path>
                <a:path w="1905000" h="495935">
                  <a:moveTo>
                    <a:pt x="1423111" y="365800"/>
                  </a:moveTo>
                  <a:lnTo>
                    <a:pt x="1421381" y="366822"/>
                  </a:lnTo>
                  <a:lnTo>
                    <a:pt x="1420506" y="370218"/>
                  </a:lnTo>
                  <a:lnTo>
                    <a:pt x="1421528" y="371949"/>
                  </a:lnTo>
                  <a:lnTo>
                    <a:pt x="1467970" y="383909"/>
                  </a:lnTo>
                  <a:lnTo>
                    <a:pt x="1469701" y="382887"/>
                  </a:lnTo>
                  <a:lnTo>
                    <a:pt x="1470576" y="379491"/>
                  </a:lnTo>
                  <a:lnTo>
                    <a:pt x="1469553" y="377760"/>
                  </a:lnTo>
                  <a:lnTo>
                    <a:pt x="1423111" y="365800"/>
                  </a:lnTo>
                  <a:close/>
                </a:path>
                <a:path w="1905000" h="495935">
                  <a:moveTo>
                    <a:pt x="1490755" y="383219"/>
                  </a:moveTo>
                  <a:lnTo>
                    <a:pt x="1489024" y="384242"/>
                  </a:lnTo>
                  <a:lnTo>
                    <a:pt x="1488149" y="387638"/>
                  </a:lnTo>
                  <a:lnTo>
                    <a:pt x="1489171" y="389369"/>
                  </a:lnTo>
                  <a:lnTo>
                    <a:pt x="1535612" y="401328"/>
                  </a:lnTo>
                  <a:lnTo>
                    <a:pt x="1537343" y="400306"/>
                  </a:lnTo>
                  <a:lnTo>
                    <a:pt x="1538218" y="396910"/>
                  </a:lnTo>
                  <a:lnTo>
                    <a:pt x="1537196" y="395179"/>
                  </a:lnTo>
                  <a:lnTo>
                    <a:pt x="1490755" y="383219"/>
                  </a:lnTo>
                  <a:close/>
                </a:path>
                <a:path w="1905000" h="495935">
                  <a:moveTo>
                    <a:pt x="1558397" y="400639"/>
                  </a:moveTo>
                  <a:lnTo>
                    <a:pt x="1556666" y="401661"/>
                  </a:lnTo>
                  <a:lnTo>
                    <a:pt x="1555793" y="405057"/>
                  </a:lnTo>
                  <a:lnTo>
                    <a:pt x="1556814" y="406788"/>
                  </a:lnTo>
                  <a:lnTo>
                    <a:pt x="1603256" y="418748"/>
                  </a:lnTo>
                  <a:lnTo>
                    <a:pt x="1604987" y="417725"/>
                  </a:lnTo>
                  <a:lnTo>
                    <a:pt x="1605862" y="414329"/>
                  </a:lnTo>
                  <a:lnTo>
                    <a:pt x="1604840" y="412598"/>
                  </a:lnTo>
                  <a:lnTo>
                    <a:pt x="1558397" y="400639"/>
                  </a:lnTo>
                  <a:close/>
                </a:path>
                <a:path w="1905000" h="495935">
                  <a:moveTo>
                    <a:pt x="1626041" y="418058"/>
                  </a:moveTo>
                  <a:lnTo>
                    <a:pt x="1624310" y="419079"/>
                  </a:lnTo>
                  <a:lnTo>
                    <a:pt x="1623435" y="422475"/>
                  </a:lnTo>
                  <a:lnTo>
                    <a:pt x="1624458" y="424207"/>
                  </a:lnTo>
                  <a:lnTo>
                    <a:pt x="1670899" y="436166"/>
                  </a:lnTo>
                  <a:lnTo>
                    <a:pt x="1672630" y="435145"/>
                  </a:lnTo>
                  <a:lnTo>
                    <a:pt x="1673505" y="431747"/>
                  </a:lnTo>
                  <a:lnTo>
                    <a:pt x="1672483" y="430016"/>
                  </a:lnTo>
                  <a:lnTo>
                    <a:pt x="1626041" y="418058"/>
                  </a:lnTo>
                  <a:close/>
                </a:path>
                <a:path w="1905000" h="495935">
                  <a:moveTo>
                    <a:pt x="1693684" y="435476"/>
                  </a:moveTo>
                  <a:lnTo>
                    <a:pt x="1691953" y="436499"/>
                  </a:lnTo>
                  <a:lnTo>
                    <a:pt x="1691078" y="439894"/>
                  </a:lnTo>
                  <a:lnTo>
                    <a:pt x="1692101" y="441625"/>
                  </a:lnTo>
                  <a:lnTo>
                    <a:pt x="1738543" y="453585"/>
                  </a:lnTo>
                  <a:lnTo>
                    <a:pt x="1740274" y="452563"/>
                  </a:lnTo>
                  <a:lnTo>
                    <a:pt x="1741148" y="449167"/>
                  </a:lnTo>
                  <a:lnTo>
                    <a:pt x="1740126" y="447436"/>
                  </a:lnTo>
                  <a:lnTo>
                    <a:pt x="1693684" y="435476"/>
                  </a:lnTo>
                  <a:close/>
                </a:path>
                <a:path w="1905000" h="495935">
                  <a:moveTo>
                    <a:pt x="1761327" y="452895"/>
                  </a:moveTo>
                  <a:lnTo>
                    <a:pt x="1759596" y="453918"/>
                  </a:lnTo>
                  <a:lnTo>
                    <a:pt x="1758722" y="457314"/>
                  </a:lnTo>
                  <a:lnTo>
                    <a:pt x="1759743" y="459045"/>
                  </a:lnTo>
                  <a:lnTo>
                    <a:pt x="1806186" y="471004"/>
                  </a:lnTo>
                  <a:lnTo>
                    <a:pt x="1807917" y="469982"/>
                  </a:lnTo>
                  <a:lnTo>
                    <a:pt x="1808792" y="466586"/>
                  </a:lnTo>
                  <a:lnTo>
                    <a:pt x="1807770" y="464855"/>
                  </a:lnTo>
                  <a:lnTo>
                    <a:pt x="1761327" y="452895"/>
                  </a:lnTo>
                  <a:close/>
                </a:path>
                <a:path w="1905000" h="495935">
                  <a:moveTo>
                    <a:pt x="1828971" y="470315"/>
                  </a:moveTo>
                  <a:lnTo>
                    <a:pt x="1827240" y="471337"/>
                  </a:lnTo>
                  <a:lnTo>
                    <a:pt x="1826365" y="474733"/>
                  </a:lnTo>
                  <a:lnTo>
                    <a:pt x="1827387" y="476464"/>
                  </a:lnTo>
                  <a:lnTo>
                    <a:pt x="1873829" y="488423"/>
                  </a:lnTo>
                  <a:lnTo>
                    <a:pt x="1875560" y="487401"/>
                  </a:lnTo>
                  <a:lnTo>
                    <a:pt x="1876435" y="484005"/>
                  </a:lnTo>
                  <a:lnTo>
                    <a:pt x="1875412" y="482274"/>
                  </a:lnTo>
                  <a:lnTo>
                    <a:pt x="1828971" y="470315"/>
                  </a:lnTo>
                  <a:close/>
                </a:path>
                <a:path w="1905000" h="495935">
                  <a:moveTo>
                    <a:pt x="1896614" y="487734"/>
                  </a:moveTo>
                  <a:lnTo>
                    <a:pt x="1894883" y="488756"/>
                  </a:lnTo>
                  <a:lnTo>
                    <a:pt x="1894008" y="492152"/>
                  </a:lnTo>
                  <a:lnTo>
                    <a:pt x="1895030" y="493883"/>
                  </a:lnTo>
                  <a:lnTo>
                    <a:pt x="1901953" y="495666"/>
                  </a:lnTo>
                  <a:lnTo>
                    <a:pt x="1903684" y="494644"/>
                  </a:lnTo>
                  <a:lnTo>
                    <a:pt x="1904559" y="491247"/>
                  </a:lnTo>
                  <a:lnTo>
                    <a:pt x="1903536" y="489516"/>
                  </a:lnTo>
                  <a:lnTo>
                    <a:pt x="1896614" y="487734"/>
                  </a:lnTo>
                  <a:close/>
                </a:path>
              </a:pathLst>
            </a:custGeom>
            <a:solidFill>
              <a:srgbClr val="FF0000">
                <a:alpha val="50199"/>
              </a:srgbClr>
            </a:solidFill>
          </p:spPr>
          <p:txBody>
            <a:bodyPr wrap="square" lIns="0" tIns="0" rIns="0" bIns="0" rtlCol="0"/>
            <a:lstStyle/>
            <a:p>
              <a:endParaRPr/>
            </a:p>
          </p:txBody>
        </p:sp>
        <p:pic>
          <p:nvPicPr>
            <p:cNvPr id="40" name="object 40"/>
            <p:cNvPicPr/>
            <p:nvPr/>
          </p:nvPicPr>
          <p:blipFill>
            <a:blip r:embed="rId17" cstate="print"/>
            <a:stretch>
              <a:fillRect/>
            </a:stretch>
          </p:blipFill>
          <p:spPr>
            <a:xfrm>
              <a:off x="9113065" y="4689242"/>
              <a:ext cx="181982" cy="463417"/>
            </a:xfrm>
            <a:prstGeom prst="rect">
              <a:avLst/>
            </a:prstGeom>
          </p:spPr>
        </p:pic>
      </p:grpSp>
      <p:sp>
        <p:nvSpPr>
          <p:cNvPr id="41" name="object 41"/>
          <p:cNvSpPr txBox="1"/>
          <p:nvPr/>
        </p:nvSpPr>
        <p:spPr>
          <a:xfrm>
            <a:off x="4740432" y="460755"/>
            <a:ext cx="7026909" cy="2098040"/>
          </a:xfrm>
          <a:prstGeom prst="rect">
            <a:avLst/>
          </a:prstGeom>
        </p:spPr>
        <p:txBody>
          <a:bodyPr vert="horz" wrap="square" lIns="0" tIns="10795" rIns="0" bIns="0" rtlCol="0">
            <a:spAutoFit/>
          </a:bodyPr>
          <a:lstStyle/>
          <a:p>
            <a:pPr marL="12700" marR="5080" indent="-5715" algn="just">
              <a:lnSpc>
                <a:spcPct val="100800"/>
              </a:lnSpc>
              <a:spcBef>
                <a:spcPts val="85"/>
              </a:spcBef>
              <a:buSzPct val="93750"/>
              <a:buFont typeface="Corbel"/>
              <a:buAutoNum type="arabicPeriod"/>
              <a:tabLst>
                <a:tab pos="156210" algn="l"/>
              </a:tabLst>
            </a:pPr>
            <a:r>
              <a:rPr sz="1600" b="1" u="sng" dirty="0">
                <a:uFill>
                  <a:solidFill>
                    <a:srgbClr val="000000"/>
                  </a:solidFill>
                </a:uFill>
                <a:latin typeface="Corbel"/>
                <a:cs typeface="Corbel"/>
              </a:rPr>
              <a:t>	Main</a:t>
            </a:r>
            <a:r>
              <a:rPr sz="1600" b="1" u="sng" spc="315" dirty="0">
                <a:uFill>
                  <a:solidFill>
                    <a:srgbClr val="000000"/>
                  </a:solidFill>
                </a:uFill>
                <a:latin typeface="Corbel"/>
                <a:cs typeface="Corbel"/>
              </a:rPr>
              <a:t> </a:t>
            </a:r>
            <a:r>
              <a:rPr sz="1600" b="1" u="sng" dirty="0">
                <a:uFill>
                  <a:solidFill>
                    <a:srgbClr val="000000"/>
                  </a:solidFill>
                </a:uFill>
                <a:latin typeface="Corbel"/>
                <a:cs typeface="Corbel"/>
              </a:rPr>
              <a:t>rotor</a:t>
            </a:r>
            <a:r>
              <a:rPr sz="1600" b="1" spc="325" dirty="0">
                <a:latin typeface="Corbel"/>
                <a:cs typeface="Corbel"/>
              </a:rPr>
              <a:t> </a:t>
            </a:r>
            <a:r>
              <a:rPr sz="1600" dirty="0">
                <a:latin typeface="Corbel"/>
                <a:cs typeface="Corbel"/>
              </a:rPr>
              <a:t>or</a:t>
            </a:r>
            <a:r>
              <a:rPr sz="1600" spc="340" dirty="0">
                <a:latin typeface="Corbel"/>
                <a:cs typeface="Corbel"/>
              </a:rPr>
              <a:t> </a:t>
            </a:r>
            <a:r>
              <a:rPr sz="1600" dirty="0">
                <a:latin typeface="Corbel"/>
                <a:cs typeface="Corbel"/>
              </a:rPr>
              <a:t>rotor</a:t>
            </a:r>
            <a:r>
              <a:rPr sz="1600" spc="345" dirty="0">
                <a:latin typeface="Corbel"/>
                <a:cs typeface="Corbel"/>
              </a:rPr>
              <a:t> </a:t>
            </a:r>
            <a:r>
              <a:rPr sz="1600" dirty="0">
                <a:latin typeface="Corbel"/>
                <a:cs typeface="Corbel"/>
              </a:rPr>
              <a:t>system</a:t>
            </a:r>
            <a:r>
              <a:rPr sz="1600" spc="340" dirty="0">
                <a:latin typeface="Corbel"/>
                <a:cs typeface="Corbel"/>
              </a:rPr>
              <a:t> </a:t>
            </a:r>
            <a:r>
              <a:rPr sz="1600" dirty="0">
                <a:latin typeface="Corbel"/>
                <a:cs typeface="Corbel"/>
              </a:rPr>
              <a:t>is</a:t>
            </a:r>
            <a:r>
              <a:rPr sz="1600" spc="345" dirty="0">
                <a:latin typeface="Corbel"/>
                <a:cs typeface="Corbel"/>
              </a:rPr>
              <a:t> </a:t>
            </a:r>
            <a:r>
              <a:rPr sz="1600" dirty="0">
                <a:latin typeface="Corbel"/>
                <a:cs typeface="Corbel"/>
              </a:rPr>
              <a:t>the</a:t>
            </a:r>
            <a:r>
              <a:rPr sz="1600" spc="340" dirty="0">
                <a:latin typeface="Corbel"/>
                <a:cs typeface="Corbel"/>
              </a:rPr>
              <a:t> </a:t>
            </a:r>
            <a:r>
              <a:rPr sz="1600" dirty="0">
                <a:latin typeface="Corbel"/>
                <a:cs typeface="Corbel"/>
              </a:rPr>
              <a:t>combination</a:t>
            </a:r>
            <a:r>
              <a:rPr sz="1600" spc="345" dirty="0">
                <a:latin typeface="Corbel"/>
                <a:cs typeface="Corbel"/>
              </a:rPr>
              <a:t> </a:t>
            </a:r>
            <a:r>
              <a:rPr sz="1600" dirty="0">
                <a:latin typeface="Corbel"/>
                <a:cs typeface="Corbel"/>
              </a:rPr>
              <a:t>of</a:t>
            </a:r>
            <a:r>
              <a:rPr sz="1600" spc="345" dirty="0">
                <a:latin typeface="Corbel"/>
                <a:cs typeface="Corbel"/>
              </a:rPr>
              <a:t> </a:t>
            </a:r>
            <a:r>
              <a:rPr sz="1600" dirty="0">
                <a:latin typeface="Corbel"/>
                <a:cs typeface="Corbel"/>
              </a:rPr>
              <a:t>several</a:t>
            </a:r>
            <a:r>
              <a:rPr sz="1600" spc="345" dirty="0">
                <a:latin typeface="Corbel"/>
                <a:cs typeface="Corbel"/>
              </a:rPr>
              <a:t> </a:t>
            </a:r>
            <a:r>
              <a:rPr sz="1600" dirty="0">
                <a:latin typeface="Corbel"/>
                <a:cs typeface="Corbel"/>
              </a:rPr>
              <a:t>rotary</a:t>
            </a:r>
            <a:r>
              <a:rPr sz="1600" spc="335" dirty="0">
                <a:latin typeface="Corbel"/>
                <a:cs typeface="Corbel"/>
              </a:rPr>
              <a:t> </a:t>
            </a:r>
            <a:r>
              <a:rPr sz="1600" dirty="0">
                <a:latin typeface="Corbel"/>
                <a:cs typeface="Corbel"/>
              </a:rPr>
              <a:t>wings</a:t>
            </a:r>
            <a:r>
              <a:rPr sz="1600" spc="345" dirty="0">
                <a:latin typeface="Corbel"/>
                <a:cs typeface="Corbel"/>
              </a:rPr>
              <a:t> </a:t>
            </a:r>
            <a:r>
              <a:rPr sz="1600" spc="-10" dirty="0">
                <a:latin typeface="Corbel"/>
                <a:cs typeface="Corbel"/>
              </a:rPr>
              <a:t>(rotor </a:t>
            </a:r>
            <a:r>
              <a:rPr sz="1600" dirty="0">
                <a:latin typeface="Corbel"/>
                <a:cs typeface="Corbel"/>
              </a:rPr>
              <a:t>blades)</a:t>
            </a:r>
            <a:r>
              <a:rPr sz="1600" spc="420" dirty="0">
                <a:latin typeface="Corbel"/>
                <a:cs typeface="Corbel"/>
              </a:rPr>
              <a:t> </a:t>
            </a:r>
            <a:r>
              <a:rPr sz="1600" dirty="0">
                <a:latin typeface="Corbel"/>
                <a:cs typeface="Corbel"/>
              </a:rPr>
              <a:t>with</a:t>
            </a:r>
            <a:r>
              <a:rPr sz="1600" spc="425" dirty="0">
                <a:latin typeface="Corbel"/>
                <a:cs typeface="Corbel"/>
              </a:rPr>
              <a:t> </a:t>
            </a:r>
            <a:r>
              <a:rPr sz="1600" dirty="0">
                <a:latin typeface="Corbel"/>
                <a:cs typeface="Corbel"/>
              </a:rPr>
              <a:t>a</a:t>
            </a:r>
            <a:r>
              <a:rPr sz="1600" spc="425" dirty="0">
                <a:latin typeface="Corbel"/>
                <a:cs typeface="Corbel"/>
              </a:rPr>
              <a:t> </a:t>
            </a:r>
            <a:r>
              <a:rPr sz="1600" dirty="0">
                <a:latin typeface="Corbel"/>
                <a:cs typeface="Corbel"/>
              </a:rPr>
              <a:t>control</a:t>
            </a:r>
            <a:r>
              <a:rPr sz="1600" spc="430" dirty="0">
                <a:latin typeface="Corbel"/>
                <a:cs typeface="Corbel"/>
              </a:rPr>
              <a:t> </a:t>
            </a:r>
            <a:r>
              <a:rPr sz="1600" dirty="0">
                <a:latin typeface="Corbel"/>
                <a:cs typeface="Corbel"/>
              </a:rPr>
              <a:t>system,</a:t>
            </a:r>
            <a:r>
              <a:rPr sz="1600" spc="430" dirty="0">
                <a:latin typeface="Corbel"/>
                <a:cs typeface="Corbel"/>
              </a:rPr>
              <a:t> </a:t>
            </a:r>
            <a:r>
              <a:rPr sz="1600" dirty="0">
                <a:latin typeface="Corbel"/>
                <a:cs typeface="Corbel"/>
              </a:rPr>
              <a:t>that</a:t>
            </a:r>
            <a:r>
              <a:rPr sz="1600" spc="420" dirty="0">
                <a:latin typeface="Corbel"/>
                <a:cs typeface="Corbel"/>
              </a:rPr>
              <a:t> </a:t>
            </a:r>
            <a:r>
              <a:rPr sz="1600" dirty="0">
                <a:latin typeface="Corbel"/>
                <a:cs typeface="Corbel"/>
              </a:rPr>
              <a:t>generates</a:t>
            </a:r>
            <a:r>
              <a:rPr sz="1600" spc="430" dirty="0">
                <a:latin typeface="Corbel"/>
                <a:cs typeface="Corbel"/>
              </a:rPr>
              <a:t> </a:t>
            </a:r>
            <a:r>
              <a:rPr sz="1600" dirty="0">
                <a:latin typeface="Corbel"/>
                <a:cs typeface="Corbel"/>
              </a:rPr>
              <a:t>the</a:t>
            </a:r>
            <a:r>
              <a:rPr sz="1600" spc="434" dirty="0">
                <a:latin typeface="Corbel"/>
                <a:cs typeface="Corbel"/>
              </a:rPr>
              <a:t> </a:t>
            </a:r>
            <a:r>
              <a:rPr sz="1600" dirty="0">
                <a:latin typeface="Corbel"/>
                <a:cs typeface="Corbel"/>
              </a:rPr>
              <a:t>aerodynamic</a:t>
            </a:r>
            <a:r>
              <a:rPr sz="1600" spc="425" dirty="0">
                <a:latin typeface="Corbel"/>
                <a:cs typeface="Corbel"/>
              </a:rPr>
              <a:t> </a:t>
            </a:r>
            <a:r>
              <a:rPr sz="1600" dirty="0">
                <a:latin typeface="Corbel"/>
                <a:cs typeface="Corbel"/>
              </a:rPr>
              <a:t>lift</a:t>
            </a:r>
            <a:r>
              <a:rPr sz="1600" spc="425" dirty="0">
                <a:latin typeface="Corbel"/>
                <a:cs typeface="Corbel"/>
              </a:rPr>
              <a:t> </a:t>
            </a:r>
            <a:r>
              <a:rPr sz="1600" dirty="0">
                <a:latin typeface="Corbel"/>
                <a:cs typeface="Corbel"/>
              </a:rPr>
              <a:t>force</a:t>
            </a:r>
            <a:r>
              <a:rPr sz="1600" spc="425" dirty="0">
                <a:latin typeface="Corbel"/>
                <a:cs typeface="Corbel"/>
              </a:rPr>
              <a:t> </a:t>
            </a:r>
            <a:r>
              <a:rPr sz="1600" spc="-20" dirty="0">
                <a:latin typeface="Corbel"/>
                <a:cs typeface="Corbel"/>
              </a:rPr>
              <a:t>that </a:t>
            </a:r>
            <a:r>
              <a:rPr sz="1600" dirty="0">
                <a:latin typeface="Corbel"/>
                <a:cs typeface="Corbel"/>
              </a:rPr>
              <a:t>supports</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weight</a:t>
            </a:r>
            <a:r>
              <a:rPr sz="1600" spc="1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helicopter,</a:t>
            </a:r>
            <a:r>
              <a:rPr sz="1600" spc="2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thrust</a:t>
            </a:r>
            <a:r>
              <a:rPr sz="1600" spc="20" dirty="0">
                <a:latin typeface="Corbel"/>
                <a:cs typeface="Corbel"/>
              </a:rPr>
              <a:t> </a:t>
            </a:r>
            <a:r>
              <a:rPr sz="1600" dirty="0">
                <a:latin typeface="Corbel"/>
                <a:cs typeface="Corbel"/>
              </a:rPr>
              <a:t>that</a:t>
            </a:r>
            <a:r>
              <a:rPr sz="1600" spc="15" dirty="0">
                <a:latin typeface="Corbel"/>
                <a:cs typeface="Corbel"/>
              </a:rPr>
              <a:t> </a:t>
            </a:r>
            <a:r>
              <a:rPr sz="1600" dirty="0">
                <a:latin typeface="Corbel"/>
                <a:cs typeface="Corbel"/>
              </a:rPr>
              <a:t>counteracts</a:t>
            </a:r>
            <a:r>
              <a:rPr sz="1600" spc="25" dirty="0">
                <a:latin typeface="Corbel"/>
                <a:cs typeface="Corbel"/>
              </a:rPr>
              <a:t> </a:t>
            </a:r>
            <a:r>
              <a:rPr sz="1600" spc="-10" dirty="0">
                <a:latin typeface="Corbel"/>
                <a:cs typeface="Corbel"/>
              </a:rPr>
              <a:t>aerodynamic </a:t>
            </a:r>
            <a:r>
              <a:rPr sz="1600" dirty="0">
                <a:latin typeface="Corbel"/>
                <a:cs typeface="Corbel"/>
              </a:rPr>
              <a:t>drag</a:t>
            </a:r>
            <a:r>
              <a:rPr sz="1600" spc="-25"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forward</a:t>
            </a:r>
            <a:r>
              <a:rPr sz="1600" spc="-25" dirty="0">
                <a:latin typeface="Corbel"/>
                <a:cs typeface="Corbel"/>
              </a:rPr>
              <a:t> </a:t>
            </a:r>
            <a:r>
              <a:rPr sz="1600" spc="-10" dirty="0">
                <a:latin typeface="Corbel"/>
                <a:cs typeface="Corbel"/>
              </a:rPr>
              <a:t>flight.</a:t>
            </a:r>
            <a:endParaRPr sz="1600">
              <a:latin typeface="Corbel"/>
              <a:cs typeface="Corbel"/>
            </a:endParaRPr>
          </a:p>
          <a:p>
            <a:pPr marL="12700" marR="5715" indent="207645" algn="just">
              <a:lnSpc>
                <a:spcPct val="99200"/>
              </a:lnSpc>
              <a:spcBef>
                <a:spcPts val="975"/>
              </a:spcBef>
              <a:buSzPct val="93750"/>
              <a:buFont typeface="Corbel"/>
              <a:buAutoNum type="arabicPeriod"/>
              <a:tabLst>
                <a:tab pos="220345" algn="l"/>
              </a:tabLst>
            </a:pPr>
            <a:r>
              <a:rPr sz="1600" b="1" u="sng" dirty="0">
                <a:uFill>
                  <a:solidFill>
                    <a:srgbClr val="000000"/>
                  </a:solidFill>
                </a:uFill>
                <a:latin typeface="Corbel"/>
                <a:cs typeface="Corbel"/>
              </a:rPr>
              <a:t>Tail</a:t>
            </a:r>
            <a:r>
              <a:rPr sz="1600" b="1" u="sng" spc="20" dirty="0">
                <a:uFill>
                  <a:solidFill>
                    <a:srgbClr val="000000"/>
                  </a:solidFill>
                </a:uFill>
                <a:latin typeface="Corbel"/>
                <a:cs typeface="Corbel"/>
              </a:rPr>
              <a:t> </a:t>
            </a:r>
            <a:r>
              <a:rPr sz="1600" b="1" u="sng" dirty="0">
                <a:uFill>
                  <a:solidFill>
                    <a:srgbClr val="000000"/>
                  </a:solidFill>
                </a:uFill>
                <a:latin typeface="Corbel"/>
                <a:cs typeface="Corbel"/>
              </a:rPr>
              <a:t>rotor</a:t>
            </a:r>
            <a:r>
              <a:rPr sz="1600" b="1" spc="25" dirty="0">
                <a:latin typeface="Corbel"/>
                <a:cs typeface="Corbel"/>
              </a:rPr>
              <a:t> </a:t>
            </a:r>
            <a:r>
              <a:rPr sz="1600" dirty="0">
                <a:latin typeface="Corbel"/>
                <a:cs typeface="Corbel"/>
              </a:rPr>
              <a:t>serves</a:t>
            </a:r>
            <a:r>
              <a:rPr sz="1600" spc="35" dirty="0">
                <a:latin typeface="Corbel"/>
                <a:cs typeface="Corbel"/>
              </a:rPr>
              <a:t> </a:t>
            </a:r>
            <a:r>
              <a:rPr sz="1600" dirty="0">
                <a:latin typeface="Corbel"/>
                <a:cs typeface="Corbel"/>
              </a:rPr>
              <a:t>two</a:t>
            </a:r>
            <a:r>
              <a:rPr sz="1600" spc="30" dirty="0">
                <a:latin typeface="Corbel"/>
                <a:cs typeface="Corbel"/>
              </a:rPr>
              <a:t> </a:t>
            </a:r>
            <a:r>
              <a:rPr sz="1600" dirty="0">
                <a:latin typeface="Corbel"/>
                <a:cs typeface="Corbel"/>
              </a:rPr>
              <a:t>essential</a:t>
            </a:r>
            <a:r>
              <a:rPr sz="1600" spc="40" dirty="0">
                <a:latin typeface="Corbel"/>
                <a:cs typeface="Corbel"/>
              </a:rPr>
              <a:t> </a:t>
            </a:r>
            <a:r>
              <a:rPr sz="1600" dirty="0">
                <a:latin typeface="Corbel"/>
                <a:cs typeface="Corbel"/>
              </a:rPr>
              <a:t>functions.</a:t>
            </a:r>
            <a:r>
              <a:rPr sz="1600" spc="35" dirty="0">
                <a:latin typeface="Corbel"/>
                <a:cs typeface="Corbel"/>
              </a:rPr>
              <a:t> </a:t>
            </a:r>
            <a:r>
              <a:rPr sz="1600" u="sng" dirty="0">
                <a:uFill>
                  <a:solidFill>
                    <a:srgbClr val="000000"/>
                  </a:solidFill>
                </a:uFill>
                <a:latin typeface="Corbel"/>
                <a:cs typeface="Corbel"/>
              </a:rPr>
              <a:t>It</a:t>
            </a:r>
            <a:r>
              <a:rPr sz="1600" u="sng" spc="35" dirty="0">
                <a:uFill>
                  <a:solidFill>
                    <a:srgbClr val="000000"/>
                  </a:solidFill>
                </a:uFill>
                <a:latin typeface="Corbel"/>
                <a:cs typeface="Corbel"/>
              </a:rPr>
              <a:t> </a:t>
            </a:r>
            <a:r>
              <a:rPr sz="1600" u="sng" dirty="0">
                <a:uFill>
                  <a:solidFill>
                    <a:srgbClr val="000000"/>
                  </a:solidFill>
                </a:uFill>
                <a:latin typeface="Corbel"/>
                <a:cs typeface="Corbel"/>
              </a:rPr>
              <a:t>provides</a:t>
            </a:r>
            <a:r>
              <a:rPr sz="1600" u="sng" spc="35" dirty="0">
                <a:uFill>
                  <a:solidFill>
                    <a:srgbClr val="000000"/>
                  </a:solidFill>
                </a:uFill>
                <a:latin typeface="Corbel"/>
                <a:cs typeface="Corbel"/>
              </a:rPr>
              <a:t> </a:t>
            </a:r>
            <a:r>
              <a:rPr sz="1600" u="sng" dirty="0">
                <a:uFill>
                  <a:solidFill>
                    <a:srgbClr val="000000"/>
                  </a:solidFill>
                </a:uFill>
                <a:latin typeface="Corbel"/>
                <a:cs typeface="Corbel"/>
              </a:rPr>
              <a:t>a</a:t>
            </a:r>
            <a:r>
              <a:rPr sz="1600" u="sng" spc="35" dirty="0">
                <a:uFill>
                  <a:solidFill>
                    <a:srgbClr val="000000"/>
                  </a:solidFill>
                </a:uFill>
                <a:latin typeface="Corbel"/>
                <a:cs typeface="Corbel"/>
              </a:rPr>
              <a:t> </a:t>
            </a:r>
            <a:r>
              <a:rPr sz="1600" u="sng" dirty="0">
                <a:uFill>
                  <a:solidFill>
                    <a:srgbClr val="000000"/>
                  </a:solidFill>
                </a:uFill>
                <a:latin typeface="Corbel"/>
                <a:cs typeface="Corbel"/>
              </a:rPr>
              <a:t>counteracting</a:t>
            </a:r>
            <a:r>
              <a:rPr sz="1600" u="sng" spc="30" dirty="0">
                <a:uFill>
                  <a:solidFill>
                    <a:srgbClr val="000000"/>
                  </a:solidFill>
                </a:uFill>
                <a:latin typeface="Corbel"/>
                <a:cs typeface="Corbel"/>
              </a:rPr>
              <a:t> </a:t>
            </a:r>
            <a:r>
              <a:rPr sz="1600" u="sng" dirty="0">
                <a:uFill>
                  <a:solidFill>
                    <a:srgbClr val="000000"/>
                  </a:solidFill>
                </a:uFill>
                <a:latin typeface="Corbel"/>
                <a:cs typeface="Corbel"/>
              </a:rPr>
              <a:t>force</a:t>
            </a:r>
            <a:r>
              <a:rPr sz="1600" spc="35" dirty="0">
                <a:latin typeface="Corbel"/>
                <a:cs typeface="Corbel"/>
              </a:rPr>
              <a:t> </a:t>
            </a:r>
            <a:r>
              <a:rPr sz="1600" dirty="0">
                <a:latin typeface="Corbel"/>
                <a:cs typeface="Corbel"/>
              </a:rPr>
              <a:t>to</a:t>
            </a:r>
            <a:r>
              <a:rPr sz="1600" spc="30" dirty="0">
                <a:latin typeface="Corbel"/>
                <a:cs typeface="Corbel"/>
              </a:rPr>
              <a:t> </a:t>
            </a:r>
            <a:r>
              <a:rPr sz="1600" spc="-25" dirty="0">
                <a:latin typeface="Corbel"/>
                <a:cs typeface="Corbel"/>
              </a:rPr>
              <a:t>the </a:t>
            </a:r>
            <a:r>
              <a:rPr sz="1600" dirty="0">
                <a:latin typeface="Corbel"/>
                <a:cs typeface="Corbel"/>
              </a:rPr>
              <a:t>helicopter's</a:t>
            </a:r>
            <a:r>
              <a:rPr sz="1600" spc="50" dirty="0">
                <a:latin typeface="Corbel"/>
                <a:cs typeface="Corbel"/>
              </a:rPr>
              <a:t> </a:t>
            </a:r>
            <a:r>
              <a:rPr sz="1600" dirty="0">
                <a:latin typeface="Corbel"/>
                <a:cs typeface="Corbel"/>
              </a:rPr>
              <a:t>main</a:t>
            </a:r>
            <a:r>
              <a:rPr sz="1600" spc="55" dirty="0">
                <a:latin typeface="Corbel"/>
                <a:cs typeface="Corbel"/>
              </a:rPr>
              <a:t> </a:t>
            </a:r>
            <a:r>
              <a:rPr sz="1600" dirty="0">
                <a:latin typeface="Corbel"/>
                <a:cs typeface="Corbel"/>
              </a:rPr>
              <a:t>rotor;</a:t>
            </a:r>
            <a:r>
              <a:rPr sz="1600" spc="45" dirty="0">
                <a:latin typeface="Corbel"/>
                <a:cs typeface="Corbel"/>
              </a:rPr>
              <a:t> </a:t>
            </a:r>
            <a:r>
              <a:rPr sz="1600" u="sng" dirty="0">
                <a:uFill>
                  <a:solidFill>
                    <a:srgbClr val="000000"/>
                  </a:solidFill>
                </a:uFill>
                <a:latin typeface="Corbel"/>
                <a:cs typeface="Corbel"/>
              </a:rPr>
              <a:t>without</a:t>
            </a:r>
            <a:r>
              <a:rPr sz="1600" u="sng" spc="4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55" dirty="0">
                <a:uFill>
                  <a:solidFill>
                    <a:srgbClr val="000000"/>
                  </a:solidFill>
                </a:uFill>
                <a:latin typeface="Corbel"/>
                <a:cs typeface="Corbel"/>
              </a:rPr>
              <a:t> </a:t>
            </a:r>
            <a:r>
              <a:rPr sz="1600" u="sng" dirty="0">
                <a:uFill>
                  <a:solidFill>
                    <a:srgbClr val="000000"/>
                  </a:solidFill>
                </a:uFill>
                <a:latin typeface="Corbel"/>
                <a:cs typeface="Corbel"/>
              </a:rPr>
              <a:t>sideways</a:t>
            </a:r>
            <a:r>
              <a:rPr sz="1600" u="sng" spc="55" dirty="0">
                <a:uFill>
                  <a:solidFill>
                    <a:srgbClr val="000000"/>
                  </a:solidFill>
                </a:uFill>
                <a:latin typeface="Corbel"/>
                <a:cs typeface="Corbel"/>
              </a:rPr>
              <a:t> </a:t>
            </a:r>
            <a:r>
              <a:rPr sz="1600" u="sng" dirty="0">
                <a:uFill>
                  <a:solidFill>
                    <a:srgbClr val="000000"/>
                  </a:solidFill>
                </a:uFill>
                <a:latin typeface="Corbel"/>
                <a:cs typeface="Corbel"/>
              </a:rPr>
              <a:t>thrust</a:t>
            </a:r>
            <a:r>
              <a:rPr sz="1600" u="sng" spc="45" dirty="0">
                <a:uFill>
                  <a:solidFill>
                    <a:srgbClr val="000000"/>
                  </a:solidFill>
                </a:uFill>
                <a:latin typeface="Corbel"/>
                <a:cs typeface="Corbel"/>
              </a:rPr>
              <a:t> </a:t>
            </a:r>
            <a:r>
              <a:rPr sz="1600" u="sng" dirty="0">
                <a:uFill>
                  <a:solidFill>
                    <a:srgbClr val="000000"/>
                  </a:solidFill>
                </a:uFill>
                <a:latin typeface="Corbel"/>
                <a:cs typeface="Corbel"/>
              </a:rPr>
              <a:t>produced</a:t>
            </a:r>
            <a:r>
              <a:rPr sz="1600" u="sng" spc="55" dirty="0">
                <a:uFill>
                  <a:solidFill>
                    <a:srgbClr val="000000"/>
                  </a:solidFill>
                </a:uFill>
                <a:latin typeface="Corbel"/>
                <a:cs typeface="Corbel"/>
              </a:rPr>
              <a:t> </a:t>
            </a:r>
            <a:r>
              <a:rPr sz="1600" u="sng" dirty="0">
                <a:uFill>
                  <a:solidFill>
                    <a:srgbClr val="000000"/>
                  </a:solidFill>
                </a:uFill>
                <a:latin typeface="Corbel"/>
                <a:cs typeface="Corbel"/>
              </a:rPr>
              <a:t>by</a:t>
            </a:r>
            <a:r>
              <a:rPr sz="1600" u="sng" spc="5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55" dirty="0">
                <a:uFill>
                  <a:solidFill>
                    <a:srgbClr val="000000"/>
                  </a:solidFill>
                </a:uFill>
                <a:latin typeface="Corbel"/>
                <a:cs typeface="Corbel"/>
              </a:rPr>
              <a:t> </a:t>
            </a:r>
            <a:r>
              <a:rPr sz="1600" u="sng" dirty="0">
                <a:uFill>
                  <a:solidFill>
                    <a:srgbClr val="000000"/>
                  </a:solidFill>
                </a:uFill>
                <a:latin typeface="Corbel"/>
                <a:cs typeface="Corbel"/>
              </a:rPr>
              <a:t>tail</a:t>
            </a:r>
            <a:r>
              <a:rPr sz="1600" u="sng" spc="50" dirty="0">
                <a:uFill>
                  <a:solidFill>
                    <a:srgbClr val="000000"/>
                  </a:solidFill>
                </a:uFill>
                <a:latin typeface="Corbel"/>
                <a:cs typeface="Corbel"/>
              </a:rPr>
              <a:t> </a:t>
            </a:r>
            <a:r>
              <a:rPr sz="1600" u="sng" dirty="0">
                <a:uFill>
                  <a:solidFill>
                    <a:srgbClr val="000000"/>
                  </a:solidFill>
                </a:uFill>
                <a:latin typeface="Corbel"/>
                <a:cs typeface="Corbel"/>
              </a:rPr>
              <a:t>rotor,</a:t>
            </a:r>
            <a:r>
              <a:rPr sz="1600" u="sng" spc="55" dirty="0">
                <a:uFill>
                  <a:solidFill>
                    <a:srgbClr val="000000"/>
                  </a:solidFill>
                </a:uFill>
                <a:latin typeface="Corbel"/>
                <a:cs typeface="Corbel"/>
              </a:rPr>
              <a:t> </a:t>
            </a:r>
            <a:r>
              <a:rPr sz="1600" u="sng" spc="-25" dirty="0">
                <a:uFill>
                  <a:solidFill>
                    <a:srgbClr val="000000"/>
                  </a:solidFill>
                </a:uFill>
                <a:latin typeface="Corbel"/>
                <a:cs typeface="Corbel"/>
              </a:rPr>
              <a:t>the</a:t>
            </a:r>
            <a:r>
              <a:rPr sz="1600" spc="-25" dirty="0">
                <a:latin typeface="Corbel"/>
                <a:cs typeface="Corbel"/>
              </a:rPr>
              <a:t> </a:t>
            </a:r>
            <a:r>
              <a:rPr sz="1600" u="sng" dirty="0">
                <a:uFill>
                  <a:solidFill>
                    <a:srgbClr val="000000"/>
                  </a:solidFill>
                </a:uFill>
                <a:latin typeface="Corbel"/>
                <a:cs typeface="Corbel"/>
              </a:rPr>
              <a:t>torque</a:t>
            </a:r>
            <a:r>
              <a:rPr sz="1600" u="sng" spc="-30" dirty="0">
                <a:uFill>
                  <a:solidFill>
                    <a:srgbClr val="000000"/>
                  </a:solidFill>
                </a:uFill>
                <a:latin typeface="Corbel"/>
                <a:cs typeface="Corbel"/>
              </a:rPr>
              <a:t> </a:t>
            </a:r>
            <a:r>
              <a:rPr sz="1600" u="sng" dirty="0">
                <a:uFill>
                  <a:solidFill>
                    <a:srgbClr val="000000"/>
                  </a:solidFill>
                </a:uFill>
                <a:latin typeface="Corbel"/>
                <a:cs typeface="Corbel"/>
              </a:rPr>
              <a:t>generated</a:t>
            </a:r>
            <a:r>
              <a:rPr sz="1600" u="sng" spc="-30" dirty="0">
                <a:uFill>
                  <a:solidFill>
                    <a:srgbClr val="000000"/>
                  </a:solidFill>
                </a:uFill>
                <a:latin typeface="Corbel"/>
                <a:cs typeface="Corbel"/>
              </a:rPr>
              <a:t> </a:t>
            </a:r>
            <a:r>
              <a:rPr sz="1600" u="sng" dirty="0">
                <a:uFill>
                  <a:solidFill>
                    <a:srgbClr val="000000"/>
                  </a:solidFill>
                </a:uFill>
                <a:latin typeface="Corbel"/>
                <a:cs typeface="Corbel"/>
              </a:rPr>
              <a:t>by</a:t>
            </a:r>
            <a:r>
              <a:rPr sz="1600" u="sng" spc="-30"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main</a:t>
            </a:r>
            <a:r>
              <a:rPr sz="1600" u="sng" spc="-25" dirty="0">
                <a:uFill>
                  <a:solidFill>
                    <a:srgbClr val="000000"/>
                  </a:solidFill>
                </a:uFill>
                <a:latin typeface="Corbel"/>
                <a:cs typeface="Corbel"/>
              </a:rPr>
              <a:t> </a:t>
            </a:r>
            <a:r>
              <a:rPr sz="1600" u="sng" dirty="0">
                <a:uFill>
                  <a:solidFill>
                    <a:srgbClr val="000000"/>
                  </a:solidFill>
                </a:uFill>
                <a:latin typeface="Corbel"/>
                <a:cs typeface="Corbel"/>
              </a:rPr>
              <a:t>rotor</a:t>
            </a:r>
            <a:r>
              <a:rPr sz="1600" u="sng" spc="-30" dirty="0">
                <a:uFill>
                  <a:solidFill>
                    <a:srgbClr val="000000"/>
                  </a:solidFill>
                </a:uFill>
                <a:latin typeface="Corbel"/>
                <a:cs typeface="Corbel"/>
              </a:rPr>
              <a:t> </a:t>
            </a:r>
            <a:r>
              <a:rPr sz="1600" u="sng" dirty="0">
                <a:uFill>
                  <a:solidFill>
                    <a:srgbClr val="000000"/>
                  </a:solidFill>
                </a:uFill>
                <a:latin typeface="Corbel"/>
                <a:cs typeface="Corbel"/>
              </a:rPr>
              <a:t>would</a:t>
            </a:r>
            <a:r>
              <a:rPr sz="1600" u="sng" spc="-20" dirty="0">
                <a:uFill>
                  <a:solidFill>
                    <a:srgbClr val="000000"/>
                  </a:solidFill>
                </a:uFill>
                <a:latin typeface="Corbel"/>
                <a:cs typeface="Corbel"/>
              </a:rPr>
              <a:t> </a:t>
            </a:r>
            <a:r>
              <a:rPr sz="1600" u="sng" dirty="0">
                <a:uFill>
                  <a:solidFill>
                    <a:srgbClr val="000000"/>
                  </a:solidFill>
                </a:uFill>
                <a:latin typeface="Corbel"/>
                <a:cs typeface="Corbel"/>
              </a:rPr>
              <a:t>spin</a:t>
            </a:r>
            <a:r>
              <a:rPr sz="1600" u="sng" spc="-2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5" dirty="0">
                <a:uFill>
                  <a:solidFill>
                    <a:srgbClr val="000000"/>
                  </a:solidFill>
                </a:uFill>
                <a:latin typeface="Corbel"/>
                <a:cs typeface="Corbel"/>
              </a:rPr>
              <a:t> </a:t>
            </a:r>
            <a:r>
              <a:rPr sz="1600" u="sng" dirty="0">
                <a:uFill>
                  <a:solidFill>
                    <a:srgbClr val="000000"/>
                  </a:solidFill>
                </a:uFill>
                <a:latin typeface="Corbel"/>
                <a:cs typeface="Corbel"/>
              </a:rPr>
              <a:t>helicopter's</a:t>
            </a:r>
            <a:r>
              <a:rPr sz="1600" u="sng" spc="-25" dirty="0">
                <a:uFill>
                  <a:solidFill>
                    <a:srgbClr val="000000"/>
                  </a:solidFill>
                </a:uFill>
                <a:latin typeface="Corbel"/>
                <a:cs typeface="Corbel"/>
              </a:rPr>
              <a:t> </a:t>
            </a:r>
            <a:r>
              <a:rPr sz="1600" u="sng" dirty="0">
                <a:uFill>
                  <a:solidFill>
                    <a:srgbClr val="000000"/>
                  </a:solidFill>
                </a:uFill>
                <a:latin typeface="Corbel"/>
                <a:cs typeface="Corbel"/>
              </a:rPr>
              <a:t>body</a:t>
            </a:r>
            <a:r>
              <a:rPr sz="1600" u="sng" spc="-35" dirty="0">
                <a:uFill>
                  <a:solidFill>
                    <a:srgbClr val="000000"/>
                  </a:solidFill>
                </a:uFill>
                <a:latin typeface="Corbel"/>
                <a:cs typeface="Corbel"/>
              </a:rPr>
              <a:t> </a:t>
            </a:r>
            <a:r>
              <a:rPr sz="1600" u="sng" dirty="0">
                <a:uFill>
                  <a:solidFill>
                    <a:srgbClr val="000000"/>
                  </a:solidFill>
                </a:uFill>
                <a:latin typeface="Corbel"/>
                <a:cs typeface="Corbel"/>
              </a:rPr>
              <a:t>in</a:t>
            </a:r>
            <a:r>
              <a:rPr sz="1600" u="sng" spc="-25" dirty="0">
                <a:uFill>
                  <a:solidFill>
                    <a:srgbClr val="000000"/>
                  </a:solidFill>
                </a:uFill>
                <a:latin typeface="Corbel"/>
                <a:cs typeface="Corbel"/>
              </a:rPr>
              <a:t> </a:t>
            </a:r>
            <a:r>
              <a:rPr sz="1600" u="sng" dirty="0">
                <a:uFill>
                  <a:solidFill>
                    <a:srgbClr val="000000"/>
                  </a:solidFill>
                </a:uFill>
                <a:latin typeface="Corbel"/>
                <a:cs typeface="Corbel"/>
              </a:rPr>
              <a:t>the</a:t>
            </a:r>
            <a:r>
              <a:rPr sz="1600" u="sng" spc="-25" dirty="0">
                <a:uFill>
                  <a:solidFill>
                    <a:srgbClr val="000000"/>
                  </a:solidFill>
                </a:uFill>
                <a:latin typeface="Corbel"/>
                <a:cs typeface="Corbel"/>
              </a:rPr>
              <a:t> </a:t>
            </a:r>
            <a:r>
              <a:rPr sz="1600" u="sng" spc="-10" dirty="0">
                <a:uFill>
                  <a:solidFill>
                    <a:srgbClr val="000000"/>
                  </a:solidFill>
                </a:uFill>
                <a:latin typeface="Corbel"/>
                <a:cs typeface="Corbel"/>
              </a:rPr>
              <a:t>opposite</a:t>
            </a:r>
            <a:r>
              <a:rPr sz="1600" spc="-10" dirty="0">
                <a:latin typeface="Corbel"/>
                <a:cs typeface="Corbel"/>
              </a:rPr>
              <a:t> </a:t>
            </a:r>
            <a:r>
              <a:rPr sz="1600" u="sng" spc="-10" dirty="0">
                <a:uFill>
                  <a:solidFill>
                    <a:srgbClr val="000000"/>
                  </a:solidFill>
                </a:uFill>
                <a:latin typeface="Corbel"/>
                <a:cs typeface="Corbel"/>
              </a:rPr>
              <a:t>direction.</a:t>
            </a:r>
            <a:endParaRPr sz="1600">
              <a:latin typeface="Corbel"/>
              <a:cs typeface="Corbel"/>
            </a:endParaRPr>
          </a:p>
        </p:txBody>
      </p:sp>
      <p:sp>
        <p:nvSpPr>
          <p:cNvPr id="42" name="object 42"/>
          <p:cNvSpPr txBox="1"/>
          <p:nvPr/>
        </p:nvSpPr>
        <p:spPr>
          <a:xfrm>
            <a:off x="4731990" y="6150355"/>
            <a:ext cx="3246120" cy="586740"/>
          </a:xfrm>
          <a:prstGeom prst="rect">
            <a:avLst/>
          </a:prstGeom>
        </p:spPr>
        <p:txBody>
          <a:bodyPr vert="horz" wrap="square" lIns="0" tIns="20320" rIns="0" bIns="0" rtlCol="0">
            <a:spAutoFit/>
          </a:bodyPr>
          <a:lstStyle/>
          <a:p>
            <a:pPr marL="12700" marR="5080" algn="ctr">
              <a:lnSpc>
                <a:spcPct val="100800"/>
              </a:lnSpc>
              <a:spcBef>
                <a:spcPts val="160"/>
              </a:spcBef>
            </a:pPr>
            <a:r>
              <a:rPr sz="1200" i="1" spc="-10" dirty="0">
                <a:latin typeface="Corbel"/>
                <a:cs typeface="Corbel"/>
              </a:rPr>
              <a:t>Higher</a:t>
            </a:r>
            <a:r>
              <a:rPr sz="1200" i="1" spc="-50" dirty="0">
                <a:latin typeface="Corbel"/>
                <a:cs typeface="Corbel"/>
              </a:rPr>
              <a:t> </a:t>
            </a:r>
            <a:r>
              <a:rPr sz="1200" i="1" dirty="0">
                <a:latin typeface="Corbel"/>
                <a:cs typeface="Corbel"/>
              </a:rPr>
              <a:t>AOA</a:t>
            </a:r>
            <a:r>
              <a:rPr sz="1200" i="1" spc="-20" dirty="0">
                <a:latin typeface="Corbel"/>
                <a:cs typeface="Corbel"/>
              </a:rPr>
              <a:t> </a:t>
            </a:r>
            <a:r>
              <a:rPr sz="1200" i="1" dirty="0">
                <a:latin typeface="Corbel"/>
                <a:cs typeface="Corbel"/>
              </a:rPr>
              <a:t>of</a:t>
            </a:r>
            <a:r>
              <a:rPr sz="1200" i="1" spc="-30"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main</a:t>
            </a:r>
            <a:r>
              <a:rPr sz="1200" i="1" spc="-20" dirty="0">
                <a:latin typeface="Corbel"/>
                <a:cs typeface="Corbel"/>
              </a:rPr>
              <a:t> </a:t>
            </a:r>
            <a:r>
              <a:rPr sz="1200" i="1" dirty="0">
                <a:latin typeface="Corbel"/>
                <a:cs typeface="Corbel"/>
              </a:rPr>
              <a:t>rotor</a:t>
            </a:r>
            <a:r>
              <a:rPr sz="1200" i="1" spc="-15" dirty="0">
                <a:latin typeface="Corbel"/>
                <a:cs typeface="Corbel"/>
              </a:rPr>
              <a:t> </a:t>
            </a:r>
            <a:r>
              <a:rPr sz="1200" i="1" dirty="0">
                <a:latin typeface="Corbel"/>
                <a:cs typeface="Corbel"/>
              </a:rPr>
              <a:t>blade</a:t>
            </a:r>
            <a:r>
              <a:rPr sz="1200" i="1" spc="-25" dirty="0">
                <a:latin typeface="Corbel"/>
                <a:cs typeface="Corbel"/>
              </a:rPr>
              <a:t> </a:t>
            </a:r>
            <a:r>
              <a:rPr sz="1200" i="1" dirty="0">
                <a:latin typeface="Corbel"/>
                <a:cs typeface="Corbel"/>
              </a:rPr>
              <a:t>at</a:t>
            </a:r>
            <a:r>
              <a:rPr sz="1200" i="1" spc="-20"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rear</a:t>
            </a:r>
            <a:r>
              <a:rPr sz="1200" i="1" spc="-20" dirty="0">
                <a:latin typeface="Corbel"/>
                <a:cs typeface="Corbel"/>
              </a:rPr>
              <a:t> part </a:t>
            </a:r>
            <a:r>
              <a:rPr sz="1200" i="1" dirty="0">
                <a:latin typeface="Corbel"/>
                <a:cs typeface="Corbel"/>
              </a:rPr>
              <a:t>generates</a:t>
            </a:r>
            <a:r>
              <a:rPr sz="1200" i="1" spc="-50" dirty="0">
                <a:latin typeface="Corbel"/>
                <a:cs typeface="Corbel"/>
              </a:rPr>
              <a:t> </a:t>
            </a:r>
            <a:r>
              <a:rPr sz="1200" i="1" dirty="0">
                <a:latin typeface="Corbel"/>
                <a:cs typeface="Corbel"/>
              </a:rPr>
              <a:t>more</a:t>
            </a:r>
            <a:r>
              <a:rPr sz="1200" i="1" spc="-25" dirty="0">
                <a:latin typeface="Corbel"/>
                <a:cs typeface="Corbel"/>
              </a:rPr>
              <a:t> </a:t>
            </a:r>
            <a:r>
              <a:rPr sz="1200" i="1" dirty="0">
                <a:latin typeface="Corbel"/>
                <a:cs typeface="Corbel"/>
              </a:rPr>
              <a:t>lift</a:t>
            </a:r>
            <a:r>
              <a:rPr sz="1200" i="1" spc="-20" dirty="0">
                <a:latin typeface="Corbel"/>
                <a:cs typeface="Corbel"/>
              </a:rPr>
              <a:t> </a:t>
            </a:r>
            <a:r>
              <a:rPr sz="1200" i="1" dirty="0">
                <a:latin typeface="Corbel"/>
                <a:cs typeface="Corbel"/>
              </a:rPr>
              <a:t>which</a:t>
            </a:r>
            <a:r>
              <a:rPr sz="1200" i="1" spc="-25" dirty="0">
                <a:latin typeface="Corbel"/>
                <a:cs typeface="Corbel"/>
              </a:rPr>
              <a:t> </a:t>
            </a:r>
            <a:r>
              <a:rPr sz="1200" i="1" dirty="0">
                <a:latin typeface="Corbel"/>
                <a:cs typeface="Corbel"/>
              </a:rPr>
              <a:t>makes</a:t>
            </a:r>
            <a:r>
              <a:rPr sz="1200" i="1" spc="-30"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20" dirty="0">
                <a:latin typeface="Corbel"/>
                <a:cs typeface="Corbel"/>
              </a:rPr>
              <a:t> </a:t>
            </a:r>
            <a:r>
              <a:rPr sz="1200" i="1" dirty="0">
                <a:latin typeface="Corbel"/>
                <a:cs typeface="Corbel"/>
              </a:rPr>
              <a:t>pitch</a:t>
            </a:r>
            <a:r>
              <a:rPr sz="1200" i="1" spc="-30" dirty="0">
                <a:latin typeface="Corbel"/>
                <a:cs typeface="Corbel"/>
              </a:rPr>
              <a:t> </a:t>
            </a:r>
            <a:r>
              <a:rPr sz="1200" i="1" spc="-10" dirty="0">
                <a:latin typeface="Corbel"/>
                <a:cs typeface="Corbel"/>
              </a:rPr>
              <a:t>change </a:t>
            </a:r>
            <a:r>
              <a:rPr sz="1200" i="1" dirty="0">
                <a:latin typeface="Corbel"/>
                <a:cs typeface="Corbel"/>
              </a:rPr>
              <a:t>and</a:t>
            </a:r>
            <a:r>
              <a:rPr sz="1200" i="1" spc="-30" dirty="0">
                <a:latin typeface="Corbel"/>
                <a:cs typeface="Corbel"/>
              </a:rPr>
              <a:t> </a:t>
            </a:r>
            <a:r>
              <a:rPr sz="1200" i="1" dirty="0">
                <a:latin typeface="Corbel"/>
                <a:cs typeface="Corbel"/>
              </a:rPr>
              <a:t>moves</a:t>
            </a:r>
            <a:r>
              <a:rPr sz="1200" i="1" spc="-30" dirty="0">
                <a:latin typeface="Corbel"/>
                <a:cs typeface="Corbel"/>
              </a:rPr>
              <a:t> </a:t>
            </a:r>
            <a:r>
              <a:rPr sz="1200" i="1" dirty="0">
                <a:latin typeface="Corbel"/>
                <a:cs typeface="Corbel"/>
              </a:rPr>
              <a:t>forwards</a:t>
            </a:r>
            <a:r>
              <a:rPr sz="1200" i="1" spc="-2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vice</a:t>
            </a:r>
            <a:r>
              <a:rPr sz="1200" i="1" spc="-20" dirty="0">
                <a:latin typeface="Corbel"/>
                <a:cs typeface="Corbel"/>
              </a:rPr>
              <a:t> versa</a:t>
            </a:r>
            <a:endParaRPr sz="1200">
              <a:latin typeface="Corbel"/>
              <a:cs typeface="Corbel"/>
            </a:endParaRPr>
          </a:p>
        </p:txBody>
      </p:sp>
      <p:sp>
        <p:nvSpPr>
          <p:cNvPr id="43" name="object 43"/>
          <p:cNvSpPr txBox="1"/>
          <p:nvPr/>
        </p:nvSpPr>
        <p:spPr>
          <a:xfrm>
            <a:off x="8755702" y="6168644"/>
            <a:ext cx="2949575" cy="577215"/>
          </a:xfrm>
          <a:prstGeom prst="rect">
            <a:avLst/>
          </a:prstGeom>
        </p:spPr>
        <p:txBody>
          <a:bodyPr vert="horz" wrap="square" lIns="0" tIns="10795" rIns="0" bIns="0" rtlCol="0">
            <a:spAutoFit/>
          </a:bodyPr>
          <a:lstStyle/>
          <a:p>
            <a:pPr marL="12700" marR="5080" algn="ctr">
              <a:lnSpc>
                <a:spcPct val="100800"/>
              </a:lnSpc>
              <a:spcBef>
                <a:spcPts val="85"/>
              </a:spcBef>
            </a:pPr>
            <a:r>
              <a:rPr sz="1200" i="1" spc="-10" dirty="0">
                <a:latin typeface="Corbel"/>
                <a:cs typeface="Corbel"/>
              </a:rPr>
              <a:t>Higher</a:t>
            </a:r>
            <a:r>
              <a:rPr sz="1200" i="1" spc="-50" dirty="0">
                <a:latin typeface="Corbel"/>
                <a:cs typeface="Corbel"/>
              </a:rPr>
              <a:t> </a:t>
            </a:r>
            <a:r>
              <a:rPr sz="1200" i="1" dirty="0">
                <a:latin typeface="Corbel"/>
                <a:cs typeface="Corbel"/>
              </a:rPr>
              <a:t>AOA</a:t>
            </a:r>
            <a:r>
              <a:rPr sz="1200" i="1" spc="-20" dirty="0">
                <a:latin typeface="Corbel"/>
                <a:cs typeface="Corbel"/>
              </a:rPr>
              <a:t> </a:t>
            </a:r>
            <a:r>
              <a:rPr sz="1200" i="1" dirty="0">
                <a:latin typeface="Corbel"/>
                <a:cs typeface="Corbel"/>
              </a:rPr>
              <a:t>of</a:t>
            </a:r>
            <a:r>
              <a:rPr sz="1200" i="1" spc="-20" dirty="0">
                <a:latin typeface="Corbel"/>
                <a:cs typeface="Corbel"/>
              </a:rPr>
              <a:t> </a:t>
            </a:r>
            <a:r>
              <a:rPr sz="1200" i="1" dirty="0">
                <a:latin typeface="Corbel"/>
                <a:cs typeface="Corbel"/>
              </a:rPr>
              <a:t>the</a:t>
            </a:r>
            <a:r>
              <a:rPr sz="1200" i="1" spc="-15" dirty="0">
                <a:latin typeface="Corbel"/>
                <a:cs typeface="Corbel"/>
              </a:rPr>
              <a:t> </a:t>
            </a:r>
            <a:r>
              <a:rPr sz="1200" i="1" dirty="0">
                <a:latin typeface="Corbel"/>
                <a:cs typeface="Corbel"/>
              </a:rPr>
              <a:t>main</a:t>
            </a:r>
            <a:r>
              <a:rPr sz="1200" i="1" spc="-20" dirty="0">
                <a:latin typeface="Corbel"/>
                <a:cs typeface="Corbel"/>
              </a:rPr>
              <a:t> </a:t>
            </a:r>
            <a:r>
              <a:rPr sz="1200" i="1" dirty="0">
                <a:latin typeface="Corbel"/>
                <a:cs typeface="Corbel"/>
              </a:rPr>
              <a:t>rotor</a:t>
            </a:r>
            <a:r>
              <a:rPr sz="1200" i="1" spc="-15" dirty="0">
                <a:latin typeface="Corbel"/>
                <a:cs typeface="Corbel"/>
              </a:rPr>
              <a:t> </a:t>
            </a:r>
            <a:r>
              <a:rPr sz="1200" i="1" dirty="0">
                <a:latin typeface="Corbel"/>
                <a:cs typeface="Corbel"/>
              </a:rPr>
              <a:t>blade</a:t>
            </a:r>
            <a:r>
              <a:rPr sz="1200" i="1" spc="-15" dirty="0">
                <a:latin typeface="Corbel"/>
                <a:cs typeface="Corbel"/>
              </a:rPr>
              <a:t> </a:t>
            </a:r>
            <a:r>
              <a:rPr sz="1200" i="1" dirty="0">
                <a:latin typeface="Corbel"/>
                <a:cs typeface="Corbel"/>
              </a:rPr>
              <a:t>at</a:t>
            </a:r>
            <a:r>
              <a:rPr sz="1200" i="1" spc="-20" dirty="0">
                <a:latin typeface="Corbel"/>
                <a:cs typeface="Corbel"/>
              </a:rPr>
              <a:t> </a:t>
            </a:r>
            <a:r>
              <a:rPr sz="1200" i="1" dirty="0">
                <a:latin typeface="Corbel"/>
                <a:cs typeface="Corbel"/>
              </a:rPr>
              <a:t>the</a:t>
            </a:r>
            <a:r>
              <a:rPr sz="1200" i="1" spc="-15" dirty="0">
                <a:latin typeface="Corbel"/>
                <a:cs typeface="Corbel"/>
              </a:rPr>
              <a:t> </a:t>
            </a:r>
            <a:r>
              <a:rPr sz="1200" i="1" spc="-20" dirty="0">
                <a:latin typeface="Corbel"/>
                <a:cs typeface="Corbel"/>
              </a:rPr>
              <a:t>right </a:t>
            </a:r>
            <a:r>
              <a:rPr sz="1200" i="1" dirty="0">
                <a:latin typeface="Corbel"/>
                <a:cs typeface="Corbel"/>
              </a:rPr>
              <a:t>part</a:t>
            </a:r>
            <a:r>
              <a:rPr sz="1200" i="1" spc="-40" dirty="0">
                <a:latin typeface="Corbel"/>
                <a:cs typeface="Corbel"/>
              </a:rPr>
              <a:t> </a:t>
            </a:r>
            <a:r>
              <a:rPr sz="1200" i="1" dirty="0">
                <a:latin typeface="Corbel"/>
                <a:cs typeface="Corbel"/>
              </a:rPr>
              <a:t>generates</a:t>
            </a:r>
            <a:r>
              <a:rPr sz="1200" i="1" spc="-30" dirty="0">
                <a:latin typeface="Corbel"/>
                <a:cs typeface="Corbel"/>
              </a:rPr>
              <a:t> </a:t>
            </a:r>
            <a:r>
              <a:rPr sz="1200" i="1" dirty="0">
                <a:latin typeface="Corbel"/>
                <a:cs typeface="Corbel"/>
              </a:rPr>
              <a:t>more</a:t>
            </a:r>
            <a:r>
              <a:rPr sz="1200" i="1" spc="-25" dirty="0">
                <a:latin typeface="Corbel"/>
                <a:cs typeface="Corbel"/>
              </a:rPr>
              <a:t> </a:t>
            </a:r>
            <a:r>
              <a:rPr sz="1200" i="1" dirty="0">
                <a:latin typeface="Corbel"/>
                <a:cs typeface="Corbel"/>
              </a:rPr>
              <a:t>lift</a:t>
            </a:r>
            <a:r>
              <a:rPr sz="1200" i="1" spc="-20" dirty="0">
                <a:latin typeface="Corbel"/>
                <a:cs typeface="Corbel"/>
              </a:rPr>
              <a:t> </a:t>
            </a:r>
            <a:r>
              <a:rPr sz="1200" i="1" dirty="0">
                <a:latin typeface="Corbel"/>
                <a:cs typeface="Corbel"/>
              </a:rPr>
              <a:t>which</a:t>
            </a:r>
            <a:r>
              <a:rPr sz="1200" i="1" spc="-25" dirty="0">
                <a:latin typeface="Corbel"/>
                <a:cs typeface="Corbel"/>
              </a:rPr>
              <a:t> </a:t>
            </a:r>
            <a:r>
              <a:rPr sz="1200" i="1" dirty="0">
                <a:latin typeface="Corbel"/>
                <a:cs typeface="Corbel"/>
              </a:rPr>
              <a:t>makes</a:t>
            </a:r>
            <a:r>
              <a:rPr sz="1200" i="1" spc="-30"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25" dirty="0">
                <a:latin typeface="Corbel"/>
                <a:cs typeface="Corbel"/>
              </a:rPr>
              <a:t> </a:t>
            </a:r>
            <a:r>
              <a:rPr sz="1200" i="1" spc="-20" dirty="0">
                <a:latin typeface="Corbel"/>
                <a:cs typeface="Corbel"/>
              </a:rPr>
              <a:t>roll </a:t>
            </a:r>
            <a:r>
              <a:rPr sz="1200" i="1" dirty="0">
                <a:latin typeface="Corbel"/>
                <a:cs typeface="Corbel"/>
              </a:rPr>
              <a:t>to</a:t>
            </a:r>
            <a:r>
              <a:rPr sz="1200" i="1" spc="-2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left</a:t>
            </a:r>
            <a:r>
              <a:rPr sz="1200" i="1" spc="-15" dirty="0">
                <a:latin typeface="Corbel"/>
                <a:cs typeface="Corbel"/>
              </a:rPr>
              <a:t> </a:t>
            </a:r>
            <a:r>
              <a:rPr sz="1200" i="1" dirty="0">
                <a:latin typeface="Corbel"/>
                <a:cs typeface="Corbel"/>
              </a:rPr>
              <a:t>and</a:t>
            </a:r>
            <a:r>
              <a:rPr sz="1200" i="1" spc="-25" dirty="0">
                <a:latin typeface="Corbel"/>
                <a:cs typeface="Corbel"/>
              </a:rPr>
              <a:t> </a:t>
            </a:r>
            <a:r>
              <a:rPr sz="1200" i="1" dirty="0">
                <a:latin typeface="Corbel"/>
                <a:cs typeface="Corbel"/>
              </a:rPr>
              <a:t>vice</a:t>
            </a:r>
            <a:r>
              <a:rPr sz="1200" i="1" spc="-25" dirty="0">
                <a:latin typeface="Corbel"/>
                <a:cs typeface="Corbel"/>
              </a:rPr>
              <a:t> </a:t>
            </a:r>
            <a:r>
              <a:rPr sz="1200" i="1" spc="-20" dirty="0">
                <a:latin typeface="Corbel"/>
                <a:cs typeface="Corbel"/>
              </a:rPr>
              <a:t>versa</a:t>
            </a:r>
            <a:endParaRPr sz="1200">
              <a:latin typeface="Corbel"/>
              <a:cs typeface="Corbel"/>
            </a:endParaRPr>
          </a:p>
        </p:txBody>
      </p:sp>
      <p:grpSp>
        <p:nvGrpSpPr>
          <p:cNvPr id="44" name="object 44"/>
          <p:cNvGrpSpPr/>
          <p:nvPr/>
        </p:nvGrpSpPr>
        <p:grpSpPr>
          <a:xfrm>
            <a:off x="928197" y="515319"/>
            <a:ext cx="3629660" cy="1897380"/>
            <a:chOff x="928197" y="515319"/>
            <a:chExt cx="3629660" cy="1897380"/>
          </a:xfrm>
        </p:grpSpPr>
        <p:pic>
          <p:nvPicPr>
            <p:cNvPr id="45" name="object 45"/>
            <p:cNvPicPr/>
            <p:nvPr/>
          </p:nvPicPr>
          <p:blipFill>
            <a:blip r:embed="rId18" cstate="print"/>
            <a:stretch>
              <a:fillRect/>
            </a:stretch>
          </p:blipFill>
          <p:spPr>
            <a:xfrm>
              <a:off x="928197" y="613035"/>
              <a:ext cx="3629526" cy="1617845"/>
            </a:xfrm>
            <a:prstGeom prst="rect">
              <a:avLst/>
            </a:prstGeom>
          </p:spPr>
        </p:pic>
        <p:sp>
          <p:nvSpPr>
            <p:cNvPr id="46" name="object 46"/>
            <p:cNvSpPr/>
            <p:nvPr/>
          </p:nvSpPr>
          <p:spPr>
            <a:xfrm>
              <a:off x="1486437" y="620668"/>
              <a:ext cx="1796414" cy="1791970"/>
            </a:xfrm>
            <a:custGeom>
              <a:avLst/>
              <a:gdLst/>
              <a:ahLst/>
              <a:cxnLst/>
              <a:rect l="l" t="t" r="r" b="b"/>
              <a:pathLst>
                <a:path w="1796414" h="1791970">
                  <a:moveTo>
                    <a:pt x="870973" y="0"/>
                  </a:moveTo>
                  <a:lnTo>
                    <a:pt x="823324" y="2292"/>
                  </a:lnTo>
                  <a:lnTo>
                    <a:pt x="776398" y="7013"/>
                  </a:lnTo>
                  <a:lnTo>
                    <a:pt x="730253" y="14098"/>
                  </a:lnTo>
                  <a:lnTo>
                    <a:pt x="684951" y="23484"/>
                  </a:lnTo>
                  <a:lnTo>
                    <a:pt x="640552" y="35108"/>
                  </a:lnTo>
                  <a:lnTo>
                    <a:pt x="597116" y="48907"/>
                  </a:lnTo>
                  <a:lnTo>
                    <a:pt x="554703" y="64817"/>
                  </a:lnTo>
                  <a:lnTo>
                    <a:pt x="513374" y="82775"/>
                  </a:lnTo>
                  <a:lnTo>
                    <a:pt x="473188" y="102718"/>
                  </a:lnTo>
                  <a:lnTo>
                    <a:pt x="434205" y="124583"/>
                  </a:lnTo>
                  <a:lnTo>
                    <a:pt x="396486" y="148306"/>
                  </a:lnTo>
                  <a:lnTo>
                    <a:pt x="360092" y="173824"/>
                  </a:lnTo>
                  <a:lnTo>
                    <a:pt x="325081" y="201074"/>
                  </a:lnTo>
                  <a:lnTo>
                    <a:pt x="291515" y="229992"/>
                  </a:lnTo>
                  <a:lnTo>
                    <a:pt x="259454" y="260515"/>
                  </a:lnTo>
                  <a:lnTo>
                    <a:pt x="228957" y="292581"/>
                  </a:lnTo>
                  <a:lnTo>
                    <a:pt x="200085" y="326125"/>
                  </a:lnTo>
                  <a:lnTo>
                    <a:pt x="172898" y="361084"/>
                  </a:lnTo>
                  <a:lnTo>
                    <a:pt x="147457" y="397396"/>
                  </a:lnTo>
                  <a:lnTo>
                    <a:pt x="123821" y="434996"/>
                  </a:lnTo>
                  <a:lnTo>
                    <a:pt x="102050" y="473822"/>
                  </a:lnTo>
                  <a:lnTo>
                    <a:pt x="82206" y="513810"/>
                  </a:lnTo>
                  <a:lnTo>
                    <a:pt x="64347" y="554897"/>
                  </a:lnTo>
                  <a:lnTo>
                    <a:pt x="48535" y="597020"/>
                  </a:lnTo>
                  <a:lnTo>
                    <a:pt x="34829" y="640115"/>
                  </a:lnTo>
                  <a:lnTo>
                    <a:pt x="23289" y="684120"/>
                  </a:lnTo>
                  <a:lnTo>
                    <a:pt x="13976" y="728970"/>
                  </a:lnTo>
                  <a:lnTo>
                    <a:pt x="6950" y="774603"/>
                  </a:lnTo>
                  <a:lnTo>
                    <a:pt x="2271" y="820956"/>
                  </a:lnTo>
                  <a:lnTo>
                    <a:pt x="0" y="867964"/>
                  </a:lnTo>
                  <a:lnTo>
                    <a:pt x="195" y="915565"/>
                  </a:lnTo>
                  <a:lnTo>
                    <a:pt x="3264" y="967306"/>
                  </a:lnTo>
                  <a:lnTo>
                    <a:pt x="9295" y="1018615"/>
                  </a:lnTo>
                  <a:lnTo>
                    <a:pt x="18247" y="1069371"/>
                  </a:lnTo>
                  <a:lnTo>
                    <a:pt x="30075" y="1119454"/>
                  </a:lnTo>
                  <a:lnTo>
                    <a:pt x="44736" y="1168744"/>
                  </a:lnTo>
                  <a:lnTo>
                    <a:pt x="62187" y="1217120"/>
                  </a:lnTo>
                  <a:lnTo>
                    <a:pt x="82384" y="1264462"/>
                  </a:lnTo>
                  <a:lnTo>
                    <a:pt x="105284" y="1310650"/>
                  </a:lnTo>
                  <a:lnTo>
                    <a:pt x="130844" y="1355563"/>
                  </a:lnTo>
                  <a:lnTo>
                    <a:pt x="159020" y="1399081"/>
                  </a:lnTo>
                  <a:lnTo>
                    <a:pt x="189768" y="1441084"/>
                  </a:lnTo>
                  <a:lnTo>
                    <a:pt x="164932" y="1478098"/>
                  </a:lnTo>
                  <a:lnTo>
                    <a:pt x="412748" y="1619095"/>
                  </a:lnTo>
                  <a:lnTo>
                    <a:pt x="240787" y="1365053"/>
                  </a:lnTo>
                  <a:lnTo>
                    <a:pt x="215987" y="1402008"/>
                  </a:lnTo>
                  <a:lnTo>
                    <a:pt x="187931" y="1362359"/>
                  </a:lnTo>
                  <a:lnTo>
                    <a:pt x="162422" y="1321703"/>
                  </a:lnTo>
                  <a:lnTo>
                    <a:pt x="139447" y="1280142"/>
                  </a:lnTo>
                  <a:lnTo>
                    <a:pt x="118991" y="1237777"/>
                  </a:lnTo>
                  <a:lnTo>
                    <a:pt x="101040" y="1194707"/>
                  </a:lnTo>
                  <a:lnTo>
                    <a:pt x="85579" y="1151034"/>
                  </a:lnTo>
                  <a:lnTo>
                    <a:pt x="72594" y="1106858"/>
                  </a:lnTo>
                  <a:lnTo>
                    <a:pt x="62072" y="1062279"/>
                  </a:lnTo>
                  <a:lnTo>
                    <a:pt x="53998" y="1017398"/>
                  </a:lnTo>
                  <a:lnTo>
                    <a:pt x="48357" y="972316"/>
                  </a:lnTo>
                  <a:lnTo>
                    <a:pt x="45136" y="927133"/>
                  </a:lnTo>
                  <a:lnTo>
                    <a:pt x="44320" y="881949"/>
                  </a:lnTo>
                  <a:lnTo>
                    <a:pt x="45895" y="836865"/>
                  </a:lnTo>
                  <a:lnTo>
                    <a:pt x="49847" y="791982"/>
                  </a:lnTo>
                  <a:lnTo>
                    <a:pt x="56161" y="747401"/>
                  </a:lnTo>
                  <a:lnTo>
                    <a:pt x="64824" y="703220"/>
                  </a:lnTo>
                  <a:lnTo>
                    <a:pt x="75820" y="659542"/>
                  </a:lnTo>
                  <a:lnTo>
                    <a:pt x="89136" y="616467"/>
                  </a:lnTo>
                  <a:lnTo>
                    <a:pt x="104758" y="574095"/>
                  </a:lnTo>
                  <a:lnTo>
                    <a:pt x="122671" y="532527"/>
                  </a:lnTo>
                  <a:lnTo>
                    <a:pt x="142861" y="491863"/>
                  </a:lnTo>
                  <a:lnTo>
                    <a:pt x="165314" y="452204"/>
                  </a:lnTo>
                  <a:lnTo>
                    <a:pt x="190015" y="413651"/>
                  </a:lnTo>
                  <a:lnTo>
                    <a:pt x="216951" y="376303"/>
                  </a:lnTo>
                  <a:lnTo>
                    <a:pt x="246107" y="340262"/>
                  </a:lnTo>
                  <a:lnTo>
                    <a:pt x="277469" y="305627"/>
                  </a:lnTo>
                  <a:lnTo>
                    <a:pt x="311022" y="272500"/>
                  </a:lnTo>
                  <a:lnTo>
                    <a:pt x="346753" y="240982"/>
                  </a:lnTo>
                  <a:lnTo>
                    <a:pt x="384647" y="211171"/>
                  </a:lnTo>
                  <a:lnTo>
                    <a:pt x="424167" y="183528"/>
                  </a:lnTo>
                  <a:lnTo>
                    <a:pt x="464716" y="158435"/>
                  </a:lnTo>
                  <a:lnTo>
                    <a:pt x="506196" y="135876"/>
                  </a:lnTo>
                  <a:lnTo>
                    <a:pt x="548503" y="115836"/>
                  </a:lnTo>
                  <a:lnTo>
                    <a:pt x="591538" y="98300"/>
                  </a:lnTo>
                  <a:lnTo>
                    <a:pt x="635199" y="83254"/>
                  </a:lnTo>
                  <a:lnTo>
                    <a:pt x="679387" y="70681"/>
                  </a:lnTo>
                  <a:lnTo>
                    <a:pt x="723998" y="60567"/>
                  </a:lnTo>
                  <a:lnTo>
                    <a:pt x="768934" y="52898"/>
                  </a:lnTo>
                  <a:lnTo>
                    <a:pt x="814092" y="47657"/>
                  </a:lnTo>
                  <a:lnTo>
                    <a:pt x="859372" y="44830"/>
                  </a:lnTo>
                  <a:lnTo>
                    <a:pt x="904673" y="44402"/>
                  </a:lnTo>
                  <a:lnTo>
                    <a:pt x="949895" y="46357"/>
                  </a:lnTo>
                  <a:lnTo>
                    <a:pt x="994935" y="50682"/>
                  </a:lnTo>
                  <a:lnTo>
                    <a:pt x="1039694" y="57359"/>
                  </a:lnTo>
                  <a:lnTo>
                    <a:pt x="1084069" y="66376"/>
                  </a:lnTo>
                  <a:lnTo>
                    <a:pt x="1127962" y="77716"/>
                  </a:lnTo>
                  <a:lnTo>
                    <a:pt x="1171269" y="91364"/>
                  </a:lnTo>
                  <a:lnTo>
                    <a:pt x="1213891" y="107306"/>
                  </a:lnTo>
                  <a:lnTo>
                    <a:pt x="1255727" y="125525"/>
                  </a:lnTo>
                  <a:lnTo>
                    <a:pt x="1296675" y="146009"/>
                  </a:lnTo>
                  <a:lnTo>
                    <a:pt x="1336635" y="168740"/>
                  </a:lnTo>
                  <a:lnTo>
                    <a:pt x="1375505" y="193704"/>
                  </a:lnTo>
                  <a:lnTo>
                    <a:pt x="1413186" y="220887"/>
                  </a:lnTo>
                  <a:lnTo>
                    <a:pt x="1449575" y="250273"/>
                  </a:lnTo>
                  <a:lnTo>
                    <a:pt x="1484573" y="281846"/>
                  </a:lnTo>
                  <a:lnTo>
                    <a:pt x="1518077" y="315593"/>
                  </a:lnTo>
                  <a:lnTo>
                    <a:pt x="1549988" y="351497"/>
                  </a:lnTo>
                  <a:lnTo>
                    <a:pt x="1580204" y="389544"/>
                  </a:lnTo>
                  <a:lnTo>
                    <a:pt x="1608260" y="429194"/>
                  </a:lnTo>
                  <a:lnTo>
                    <a:pt x="1633769" y="469850"/>
                  </a:lnTo>
                  <a:lnTo>
                    <a:pt x="1656744" y="511411"/>
                  </a:lnTo>
                  <a:lnTo>
                    <a:pt x="1677200" y="553776"/>
                  </a:lnTo>
                  <a:lnTo>
                    <a:pt x="1695152" y="596846"/>
                  </a:lnTo>
                  <a:lnTo>
                    <a:pt x="1710613" y="640519"/>
                  </a:lnTo>
                  <a:lnTo>
                    <a:pt x="1723597" y="684695"/>
                  </a:lnTo>
                  <a:lnTo>
                    <a:pt x="1734119" y="729274"/>
                  </a:lnTo>
                  <a:lnTo>
                    <a:pt x="1742194" y="774155"/>
                  </a:lnTo>
                  <a:lnTo>
                    <a:pt x="1747834" y="819237"/>
                  </a:lnTo>
                  <a:lnTo>
                    <a:pt x="1751056" y="864421"/>
                  </a:lnTo>
                  <a:lnTo>
                    <a:pt x="1751872" y="909604"/>
                  </a:lnTo>
                  <a:lnTo>
                    <a:pt x="1750297" y="954688"/>
                  </a:lnTo>
                  <a:lnTo>
                    <a:pt x="1746345" y="999571"/>
                  </a:lnTo>
                  <a:lnTo>
                    <a:pt x="1740031" y="1044153"/>
                  </a:lnTo>
                  <a:lnTo>
                    <a:pt x="1731368" y="1088333"/>
                  </a:lnTo>
                  <a:lnTo>
                    <a:pt x="1720372" y="1132011"/>
                  </a:lnTo>
                  <a:lnTo>
                    <a:pt x="1707056" y="1175086"/>
                  </a:lnTo>
                  <a:lnTo>
                    <a:pt x="1691434" y="1217458"/>
                  </a:lnTo>
                  <a:lnTo>
                    <a:pt x="1673521" y="1259027"/>
                  </a:lnTo>
                  <a:lnTo>
                    <a:pt x="1653331" y="1299690"/>
                  </a:lnTo>
                  <a:lnTo>
                    <a:pt x="1630878" y="1339349"/>
                  </a:lnTo>
                  <a:lnTo>
                    <a:pt x="1606176" y="1377903"/>
                  </a:lnTo>
                  <a:lnTo>
                    <a:pt x="1579240" y="1415251"/>
                  </a:lnTo>
                  <a:lnTo>
                    <a:pt x="1550084" y="1451292"/>
                  </a:lnTo>
                  <a:lnTo>
                    <a:pt x="1518722" y="1485926"/>
                  </a:lnTo>
                  <a:lnTo>
                    <a:pt x="1485169" y="1519053"/>
                  </a:lnTo>
                  <a:lnTo>
                    <a:pt x="1449438" y="1550572"/>
                  </a:lnTo>
                  <a:lnTo>
                    <a:pt x="1411544" y="1580382"/>
                  </a:lnTo>
                  <a:lnTo>
                    <a:pt x="1368398" y="1610367"/>
                  </a:lnTo>
                  <a:lnTo>
                    <a:pt x="1323627" y="1637519"/>
                  </a:lnTo>
                  <a:lnTo>
                    <a:pt x="1277374" y="1661791"/>
                  </a:lnTo>
                  <a:lnTo>
                    <a:pt x="1229777" y="1683135"/>
                  </a:lnTo>
                  <a:lnTo>
                    <a:pt x="1180979" y="1701503"/>
                  </a:lnTo>
                  <a:lnTo>
                    <a:pt x="1131118" y="1716847"/>
                  </a:lnTo>
                  <a:lnTo>
                    <a:pt x="1080336" y="1729118"/>
                  </a:lnTo>
                  <a:lnTo>
                    <a:pt x="1028774" y="1738270"/>
                  </a:lnTo>
                  <a:lnTo>
                    <a:pt x="976572" y="1744253"/>
                  </a:lnTo>
                  <a:lnTo>
                    <a:pt x="923870" y="1747020"/>
                  </a:lnTo>
                  <a:lnTo>
                    <a:pt x="925219" y="1791554"/>
                  </a:lnTo>
                  <a:lnTo>
                    <a:pt x="972868" y="1789262"/>
                  </a:lnTo>
                  <a:lnTo>
                    <a:pt x="1019794" y="1784541"/>
                  </a:lnTo>
                  <a:lnTo>
                    <a:pt x="1065939" y="1777456"/>
                  </a:lnTo>
                  <a:lnTo>
                    <a:pt x="1111240" y="1768070"/>
                  </a:lnTo>
                  <a:lnTo>
                    <a:pt x="1155639" y="1756446"/>
                  </a:lnTo>
                  <a:lnTo>
                    <a:pt x="1199075" y="1742648"/>
                  </a:lnTo>
                  <a:lnTo>
                    <a:pt x="1241488" y="1726737"/>
                  </a:lnTo>
                  <a:lnTo>
                    <a:pt x="1282818" y="1708779"/>
                  </a:lnTo>
                  <a:lnTo>
                    <a:pt x="1323004" y="1688836"/>
                  </a:lnTo>
                  <a:lnTo>
                    <a:pt x="1361986" y="1666971"/>
                  </a:lnTo>
                  <a:lnTo>
                    <a:pt x="1399705" y="1643248"/>
                  </a:lnTo>
                  <a:lnTo>
                    <a:pt x="1436100" y="1617730"/>
                  </a:lnTo>
                  <a:lnTo>
                    <a:pt x="1471110" y="1590481"/>
                  </a:lnTo>
                  <a:lnTo>
                    <a:pt x="1504676" y="1561562"/>
                  </a:lnTo>
                  <a:lnTo>
                    <a:pt x="1536738" y="1531039"/>
                  </a:lnTo>
                  <a:lnTo>
                    <a:pt x="1567234" y="1498974"/>
                  </a:lnTo>
                  <a:lnTo>
                    <a:pt x="1596106" y="1465430"/>
                  </a:lnTo>
                  <a:lnTo>
                    <a:pt x="1623293" y="1430470"/>
                  </a:lnTo>
                  <a:lnTo>
                    <a:pt x="1648735" y="1394159"/>
                  </a:lnTo>
                  <a:lnTo>
                    <a:pt x="1672371" y="1356558"/>
                  </a:lnTo>
                  <a:lnTo>
                    <a:pt x="1694141" y="1317733"/>
                  </a:lnTo>
                  <a:lnTo>
                    <a:pt x="1713986" y="1277744"/>
                  </a:lnTo>
                  <a:lnTo>
                    <a:pt x="1731844" y="1236657"/>
                  </a:lnTo>
                  <a:lnTo>
                    <a:pt x="1747657" y="1194534"/>
                  </a:lnTo>
                  <a:lnTo>
                    <a:pt x="1761363" y="1151439"/>
                  </a:lnTo>
                  <a:lnTo>
                    <a:pt x="1772902" y="1107435"/>
                  </a:lnTo>
                  <a:lnTo>
                    <a:pt x="1782215" y="1062584"/>
                  </a:lnTo>
                  <a:lnTo>
                    <a:pt x="1789241" y="1016951"/>
                  </a:lnTo>
                  <a:lnTo>
                    <a:pt x="1793920" y="970599"/>
                  </a:lnTo>
                  <a:lnTo>
                    <a:pt x="1796191" y="923591"/>
                  </a:lnTo>
                  <a:lnTo>
                    <a:pt x="1795996" y="875990"/>
                  </a:lnTo>
                  <a:lnTo>
                    <a:pt x="1793310" y="828443"/>
                  </a:lnTo>
                  <a:lnTo>
                    <a:pt x="1788197" y="781597"/>
                  </a:lnTo>
                  <a:lnTo>
                    <a:pt x="1780719" y="735513"/>
                  </a:lnTo>
                  <a:lnTo>
                    <a:pt x="1770941" y="690250"/>
                  </a:lnTo>
                  <a:lnTo>
                    <a:pt x="1758927" y="645870"/>
                  </a:lnTo>
                  <a:lnTo>
                    <a:pt x="1744740" y="602432"/>
                  </a:lnTo>
                  <a:lnTo>
                    <a:pt x="1728444" y="559998"/>
                  </a:lnTo>
                  <a:lnTo>
                    <a:pt x="1710103" y="518628"/>
                  </a:lnTo>
                  <a:lnTo>
                    <a:pt x="1689782" y="478382"/>
                  </a:lnTo>
                  <a:lnTo>
                    <a:pt x="1667544" y="439321"/>
                  </a:lnTo>
                  <a:lnTo>
                    <a:pt x="1643453" y="401506"/>
                  </a:lnTo>
                  <a:lnTo>
                    <a:pt x="1617573" y="364997"/>
                  </a:lnTo>
                  <a:lnTo>
                    <a:pt x="1589968" y="329855"/>
                  </a:lnTo>
                  <a:lnTo>
                    <a:pt x="1560702" y="296139"/>
                  </a:lnTo>
                  <a:lnTo>
                    <a:pt x="1529839" y="263912"/>
                  </a:lnTo>
                  <a:lnTo>
                    <a:pt x="1497442" y="233232"/>
                  </a:lnTo>
                  <a:lnTo>
                    <a:pt x="1463576" y="204162"/>
                  </a:lnTo>
                  <a:lnTo>
                    <a:pt x="1428305" y="176761"/>
                  </a:lnTo>
                  <a:lnTo>
                    <a:pt x="1391692" y="151089"/>
                  </a:lnTo>
                  <a:lnTo>
                    <a:pt x="1353802" y="127208"/>
                  </a:lnTo>
                  <a:lnTo>
                    <a:pt x="1314698" y="105178"/>
                  </a:lnTo>
                  <a:lnTo>
                    <a:pt x="1274444" y="85060"/>
                  </a:lnTo>
                  <a:lnTo>
                    <a:pt x="1233104" y="66913"/>
                  </a:lnTo>
                  <a:lnTo>
                    <a:pt x="1190743" y="50799"/>
                  </a:lnTo>
                  <a:lnTo>
                    <a:pt x="1147424" y="36779"/>
                  </a:lnTo>
                  <a:lnTo>
                    <a:pt x="1103211" y="24911"/>
                  </a:lnTo>
                  <a:lnTo>
                    <a:pt x="1058168" y="15259"/>
                  </a:lnTo>
                  <a:lnTo>
                    <a:pt x="1012359" y="7880"/>
                  </a:lnTo>
                  <a:lnTo>
                    <a:pt x="965847" y="2837"/>
                  </a:lnTo>
                  <a:lnTo>
                    <a:pt x="918697" y="190"/>
                  </a:lnTo>
                  <a:lnTo>
                    <a:pt x="870973" y="0"/>
                  </a:lnTo>
                  <a:close/>
                </a:path>
              </a:pathLst>
            </a:custGeom>
            <a:solidFill>
              <a:srgbClr val="FF0000">
                <a:alpha val="50199"/>
              </a:srgbClr>
            </a:solidFill>
          </p:spPr>
          <p:txBody>
            <a:bodyPr wrap="square" lIns="0" tIns="0" rIns="0" bIns="0" rtlCol="0"/>
            <a:lstStyle/>
            <a:p>
              <a:endParaRPr/>
            </a:p>
          </p:txBody>
        </p:sp>
        <p:sp>
          <p:nvSpPr>
            <p:cNvPr id="47" name="object 47"/>
            <p:cNvSpPr/>
            <p:nvPr/>
          </p:nvSpPr>
          <p:spPr>
            <a:xfrm>
              <a:off x="2101015" y="1222634"/>
              <a:ext cx="576580" cy="568325"/>
            </a:xfrm>
            <a:custGeom>
              <a:avLst/>
              <a:gdLst/>
              <a:ahLst/>
              <a:cxnLst/>
              <a:rect l="l" t="t" r="r" b="b"/>
              <a:pathLst>
                <a:path w="576580" h="568325">
                  <a:moveTo>
                    <a:pt x="360829" y="0"/>
                  </a:moveTo>
                  <a:lnTo>
                    <a:pt x="350990" y="37908"/>
                  </a:lnTo>
                  <a:lnTo>
                    <a:pt x="369407" y="43431"/>
                  </a:lnTo>
                  <a:lnTo>
                    <a:pt x="387315" y="50343"/>
                  </a:lnTo>
                  <a:lnTo>
                    <a:pt x="421296" y="68202"/>
                  </a:lnTo>
                  <a:lnTo>
                    <a:pt x="457134" y="95471"/>
                  </a:lnTo>
                  <a:lnTo>
                    <a:pt x="486702" y="127749"/>
                  </a:lnTo>
                  <a:lnTo>
                    <a:pt x="509780" y="164065"/>
                  </a:lnTo>
                  <a:lnTo>
                    <a:pt x="526146" y="203447"/>
                  </a:lnTo>
                  <a:lnTo>
                    <a:pt x="535580" y="244923"/>
                  </a:lnTo>
                  <a:lnTo>
                    <a:pt x="537859" y="287522"/>
                  </a:lnTo>
                  <a:lnTo>
                    <a:pt x="532764" y="330271"/>
                  </a:lnTo>
                  <a:lnTo>
                    <a:pt x="520074" y="372199"/>
                  </a:lnTo>
                  <a:lnTo>
                    <a:pt x="499566" y="412333"/>
                  </a:lnTo>
                  <a:lnTo>
                    <a:pt x="472250" y="448190"/>
                  </a:lnTo>
                  <a:lnTo>
                    <a:pt x="439929" y="477784"/>
                  </a:lnTo>
                  <a:lnTo>
                    <a:pt x="403576" y="500895"/>
                  </a:lnTo>
                  <a:lnTo>
                    <a:pt x="364164" y="517299"/>
                  </a:lnTo>
                  <a:lnTo>
                    <a:pt x="322664" y="526775"/>
                  </a:lnTo>
                  <a:lnTo>
                    <a:pt x="280050" y="529101"/>
                  </a:lnTo>
                  <a:lnTo>
                    <a:pt x="237293" y="524055"/>
                  </a:lnTo>
                  <a:lnTo>
                    <a:pt x="195366" y="511414"/>
                  </a:lnTo>
                  <a:lnTo>
                    <a:pt x="155242" y="490957"/>
                  </a:lnTo>
                  <a:lnTo>
                    <a:pt x="119404" y="463689"/>
                  </a:lnTo>
                  <a:lnTo>
                    <a:pt x="89835" y="431411"/>
                  </a:lnTo>
                  <a:lnTo>
                    <a:pt x="66758" y="395095"/>
                  </a:lnTo>
                  <a:lnTo>
                    <a:pt x="50391" y="355713"/>
                  </a:lnTo>
                  <a:lnTo>
                    <a:pt x="40958" y="314237"/>
                  </a:lnTo>
                  <a:lnTo>
                    <a:pt x="38678" y="271638"/>
                  </a:lnTo>
                  <a:lnTo>
                    <a:pt x="43773" y="228889"/>
                  </a:lnTo>
                  <a:lnTo>
                    <a:pt x="56464" y="186961"/>
                  </a:lnTo>
                  <a:lnTo>
                    <a:pt x="76971" y="146827"/>
                  </a:lnTo>
                  <a:lnTo>
                    <a:pt x="118681" y="201653"/>
                  </a:lnTo>
                  <a:lnTo>
                    <a:pt x="125346" y="65422"/>
                  </a:lnTo>
                  <a:lnTo>
                    <a:pt x="10065" y="58881"/>
                  </a:lnTo>
                  <a:lnTo>
                    <a:pt x="51883" y="113850"/>
                  </a:lnTo>
                  <a:lnTo>
                    <a:pt x="37968" y="135691"/>
                  </a:lnTo>
                  <a:lnTo>
                    <a:pt x="16302" y="182560"/>
                  </a:lnTo>
                  <a:lnTo>
                    <a:pt x="570" y="253600"/>
                  </a:lnTo>
                  <a:lnTo>
                    <a:pt x="0" y="299358"/>
                  </a:lnTo>
                  <a:lnTo>
                    <a:pt x="6542" y="343855"/>
                  </a:lnTo>
                  <a:lnTo>
                    <a:pt x="19771" y="386366"/>
                  </a:lnTo>
                  <a:lnTo>
                    <a:pt x="39262" y="426167"/>
                  </a:lnTo>
                  <a:lnTo>
                    <a:pt x="64587" y="462533"/>
                  </a:lnTo>
                  <a:lnTo>
                    <a:pt x="95320" y="494740"/>
                  </a:lnTo>
                  <a:lnTo>
                    <a:pt x="131035" y="522063"/>
                  </a:lnTo>
                  <a:lnTo>
                    <a:pt x="171307" y="543778"/>
                  </a:lnTo>
                  <a:lnTo>
                    <a:pt x="215708" y="559160"/>
                  </a:lnTo>
                  <a:lnTo>
                    <a:pt x="262008" y="567225"/>
                  </a:lnTo>
                  <a:lnTo>
                    <a:pt x="307778" y="567752"/>
                  </a:lnTo>
                  <a:lnTo>
                    <a:pt x="352293" y="561169"/>
                  </a:lnTo>
                  <a:lnTo>
                    <a:pt x="394828" y="547903"/>
                  </a:lnTo>
                  <a:lnTo>
                    <a:pt x="434658" y="528380"/>
                  </a:lnTo>
                  <a:lnTo>
                    <a:pt x="471058" y="503027"/>
                  </a:lnTo>
                  <a:lnTo>
                    <a:pt x="503303" y="472272"/>
                  </a:lnTo>
                  <a:lnTo>
                    <a:pt x="530668" y="436540"/>
                  </a:lnTo>
                  <a:lnTo>
                    <a:pt x="552427" y="396259"/>
                  </a:lnTo>
                  <a:lnTo>
                    <a:pt x="567856" y="351856"/>
                  </a:lnTo>
                  <a:lnTo>
                    <a:pt x="575966" y="305560"/>
                  </a:lnTo>
                  <a:lnTo>
                    <a:pt x="576537" y="259802"/>
                  </a:lnTo>
                  <a:lnTo>
                    <a:pt x="569995" y="215305"/>
                  </a:lnTo>
                  <a:lnTo>
                    <a:pt x="556765" y="172794"/>
                  </a:lnTo>
                  <a:lnTo>
                    <a:pt x="537275" y="132993"/>
                  </a:lnTo>
                  <a:lnTo>
                    <a:pt x="511950" y="96627"/>
                  </a:lnTo>
                  <a:lnTo>
                    <a:pt x="481217" y="64420"/>
                  </a:lnTo>
                  <a:lnTo>
                    <a:pt x="445501" y="37097"/>
                  </a:lnTo>
                  <a:lnTo>
                    <a:pt x="405230" y="15382"/>
                  </a:lnTo>
                  <a:lnTo>
                    <a:pt x="360829" y="0"/>
                  </a:lnTo>
                  <a:close/>
                </a:path>
              </a:pathLst>
            </a:custGeom>
            <a:solidFill>
              <a:srgbClr val="000000">
                <a:alpha val="50199"/>
              </a:srgbClr>
            </a:solidFill>
          </p:spPr>
          <p:txBody>
            <a:bodyPr wrap="square" lIns="0" tIns="0" rIns="0" bIns="0" rtlCol="0"/>
            <a:lstStyle/>
            <a:p>
              <a:endParaRPr/>
            </a:p>
          </p:txBody>
        </p:sp>
        <p:sp>
          <p:nvSpPr>
            <p:cNvPr id="48" name="object 48"/>
            <p:cNvSpPr/>
            <p:nvPr/>
          </p:nvSpPr>
          <p:spPr>
            <a:xfrm>
              <a:off x="1696891" y="515319"/>
              <a:ext cx="327660" cy="393065"/>
            </a:xfrm>
            <a:custGeom>
              <a:avLst/>
              <a:gdLst/>
              <a:ahLst/>
              <a:cxnLst/>
              <a:rect l="l" t="t" r="r" b="b"/>
              <a:pathLst>
                <a:path w="327660" h="393065">
                  <a:moveTo>
                    <a:pt x="31670" y="316502"/>
                  </a:moveTo>
                  <a:lnTo>
                    <a:pt x="0" y="316502"/>
                  </a:lnTo>
                  <a:lnTo>
                    <a:pt x="37861" y="392622"/>
                  </a:lnTo>
                  <a:lnTo>
                    <a:pt x="66582" y="335480"/>
                  </a:lnTo>
                  <a:lnTo>
                    <a:pt x="34487" y="335480"/>
                  </a:lnTo>
                  <a:lnTo>
                    <a:pt x="31663" y="332642"/>
                  </a:lnTo>
                  <a:lnTo>
                    <a:pt x="31670" y="316502"/>
                  </a:lnTo>
                  <a:close/>
                </a:path>
                <a:path w="327660" h="393065">
                  <a:moveTo>
                    <a:pt x="252854" y="45251"/>
                  </a:moveTo>
                  <a:lnTo>
                    <a:pt x="33685" y="128694"/>
                  </a:lnTo>
                  <a:lnTo>
                    <a:pt x="32058" y="131049"/>
                  </a:lnTo>
                  <a:lnTo>
                    <a:pt x="31670" y="316502"/>
                  </a:lnTo>
                  <a:lnTo>
                    <a:pt x="31663" y="332642"/>
                  </a:lnTo>
                  <a:lnTo>
                    <a:pt x="34487" y="335480"/>
                  </a:lnTo>
                  <a:lnTo>
                    <a:pt x="41488" y="335480"/>
                  </a:lnTo>
                  <a:lnTo>
                    <a:pt x="44336" y="332642"/>
                  </a:lnTo>
                  <a:lnTo>
                    <a:pt x="44740" y="139627"/>
                  </a:lnTo>
                  <a:lnTo>
                    <a:pt x="40662" y="139627"/>
                  </a:lnTo>
                  <a:lnTo>
                    <a:pt x="44753" y="133706"/>
                  </a:lnTo>
                  <a:lnTo>
                    <a:pt x="56213" y="133706"/>
                  </a:lnTo>
                  <a:lnTo>
                    <a:pt x="257373" y="57119"/>
                  </a:lnTo>
                  <a:lnTo>
                    <a:pt x="253915" y="51641"/>
                  </a:lnTo>
                  <a:lnTo>
                    <a:pt x="252854" y="45251"/>
                  </a:lnTo>
                  <a:close/>
                </a:path>
                <a:path w="327660" h="393065">
                  <a:moveTo>
                    <a:pt x="76121" y="316502"/>
                  </a:moveTo>
                  <a:lnTo>
                    <a:pt x="44370" y="316502"/>
                  </a:lnTo>
                  <a:lnTo>
                    <a:pt x="44336" y="332642"/>
                  </a:lnTo>
                  <a:lnTo>
                    <a:pt x="41488" y="335480"/>
                  </a:lnTo>
                  <a:lnTo>
                    <a:pt x="66582" y="335480"/>
                  </a:lnTo>
                  <a:lnTo>
                    <a:pt x="76121" y="316502"/>
                  </a:lnTo>
                  <a:close/>
                </a:path>
                <a:path w="327660" h="393065">
                  <a:moveTo>
                    <a:pt x="44753" y="133706"/>
                  </a:moveTo>
                  <a:lnTo>
                    <a:pt x="40662" y="139627"/>
                  </a:lnTo>
                  <a:lnTo>
                    <a:pt x="44744" y="138073"/>
                  </a:lnTo>
                  <a:lnTo>
                    <a:pt x="44753" y="133706"/>
                  </a:lnTo>
                  <a:close/>
                </a:path>
                <a:path w="327660" h="393065">
                  <a:moveTo>
                    <a:pt x="44744" y="138073"/>
                  </a:moveTo>
                  <a:lnTo>
                    <a:pt x="40662" y="139627"/>
                  </a:lnTo>
                  <a:lnTo>
                    <a:pt x="44740" y="139627"/>
                  </a:lnTo>
                  <a:lnTo>
                    <a:pt x="44744" y="138073"/>
                  </a:lnTo>
                  <a:close/>
                </a:path>
                <a:path w="327660" h="393065">
                  <a:moveTo>
                    <a:pt x="56213" y="133706"/>
                  </a:moveTo>
                  <a:lnTo>
                    <a:pt x="44753" y="133706"/>
                  </a:lnTo>
                  <a:lnTo>
                    <a:pt x="44744" y="138073"/>
                  </a:lnTo>
                  <a:lnTo>
                    <a:pt x="56213" y="133706"/>
                  </a:lnTo>
                  <a:close/>
                </a:path>
                <a:path w="327660" h="393065">
                  <a:moveTo>
                    <a:pt x="326188" y="30903"/>
                  </a:moveTo>
                  <a:lnTo>
                    <a:pt x="290541" y="30903"/>
                  </a:lnTo>
                  <a:lnTo>
                    <a:pt x="294209" y="32548"/>
                  </a:lnTo>
                  <a:lnTo>
                    <a:pt x="296704" y="39104"/>
                  </a:lnTo>
                  <a:lnTo>
                    <a:pt x="295060" y="42771"/>
                  </a:lnTo>
                  <a:lnTo>
                    <a:pt x="257373" y="57119"/>
                  </a:lnTo>
                  <a:lnTo>
                    <a:pt x="261991" y="64435"/>
                  </a:lnTo>
                  <a:lnTo>
                    <a:pt x="273931" y="72848"/>
                  </a:lnTo>
                  <a:lnTo>
                    <a:pt x="288154" y="76170"/>
                  </a:lnTo>
                  <a:lnTo>
                    <a:pt x="303078" y="73692"/>
                  </a:lnTo>
                  <a:lnTo>
                    <a:pt x="315873" y="65617"/>
                  </a:lnTo>
                  <a:lnTo>
                    <a:pt x="324286" y="53677"/>
                  </a:lnTo>
                  <a:lnTo>
                    <a:pt x="327608" y="39454"/>
                  </a:lnTo>
                  <a:lnTo>
                    <a:pt x="326188" y="30903"/>
                  </a:lnTo>
                  <a:close/>
                </a:path>
                <a:path w="327660" h="393065">
                  <a:moveTo>
                    <a:pt x="290541" y="30903"/>
                  </a:moveTo>
                  <a:lnTo>
                    <a:pt x="252854" y="45251"/>
                  </a:lnTo>
                  <a:lnTo>
                    <a:pt x="253915" y="51641"/>
                  </a:lnTo>
                  <a:lnTo>
                    <a:pt x="257373" y="57119"/>
                  </a:lnTo>
                  <a:lnTo>
                    <a:pt x="295060" y="42771"/>
                  </a:lnTo>
                  <a:lnTo>
                    <a:pt x="296704" y="39104"/>
                  </a:lnTo>
                  <a:lnTo>
                    <a:pt x="294209" y="32548"/>
                  </a:lnTo>
                  <a:lnTo>
                    <a:pt x="290541" y="30903"/>
                  </a:lnTo>
                  <a:close/>
                </a:path>
                <a:path w="327660" h="393065">
                  <a:moveTo>
                    <a:pt x="290891" y="0"/>
                  </a:moveTo>
                  <a:lnTo>
                    <a:pt x="275966" y="2478"/>
                  </a:lnTo>
                  <a:lnTo>
                    <a:pt x="263172" y="10553"/>
                  </a:lnTo>
                  <a:lnTo>
                    <a:pt x="254759" y="22493"/>
                  </a:lnTo>
                  <a:lnTo>
                    <a:pt x="251437" y="36716"/>
                  </a:lnTo>
                  <a:lnTo>
                    <a:pt x="252854" y="45251"/>
                  </a:lnTo>
                  <a:lnTo>
                    <a:pt x="290541" y="30903"/>
                  </a:lnTo>
                  <a:lnTo>
                    <a:pt x="326188" y="30903"/>
                  </a:lnTo>
                  <a:lnTo>
                    <a:pt x="325129" y="24529"/>
                  </a:lnTo>
                  <a:lnTo>
                    <a:pt x="317055" y="11734"/>
                  </a:lnTo>
                  <a:lnTo>
                    <a:pt x="305115" y="3321"/>
                  </a:lnTo>
                  <a:lnTo>
                    <a:pt x="290891" y="0"/>
                  </a:lnTo>
                  <a:close/>
                </a:path>
              </a:pathLst>
            </a:custGeom>
            <a:solidFill>
              <a:srgbClr val="7F7F7F"/>
            </a:solidFill>
          </p:spPr>
          <p:txBody>
            <a:bodyPr wrap="square" lIns="0" tIns="0" rIns="0" bIns="0" rtlCol="0"/>
            <a:lstStyle/>
            <a:p>
              <a:endParaRPr/>
            </a:p>
          </p:txBody>
        </p:sp>
      </p:grpSp>
      <p:sp>
        <p:nvSpPr>
          <p:cNvPr id="49" name="object 49"/>
          <p:cNvSpPr txBox="1"/>
          <p:nvPr/>
        </p:nvSpPr>
        <p:spPr>
          <a:xfrm>
            <a:off x="1329715" y="196673"/>
            <a:ext cx="1320165" cy="345440"/>
          </a:xfrm>
          <a:prstGeom prst="rect">
            <a:avLst/>
          </a:prstGeom>
          <a:ln w="12700">
            <a:solidFill>
              <a:srgbClr val="7F7F7F"/>
            </a:solidFill>
          </a:ln>
        </p:spPr>
        <p:txBody>
          <a:bodyPr vert="horz" wrap="square" lIns="0" tIns="8255" rIns="0" bIns="0" rtlCol="0">
            <a:spAutoFit/>
          </a:bodyPr>
          <a:lstStyle/>
          <a:p>
            <a:pPr marL="448309" marR="110489" indent="-330200">
              <a:lnSpc>
                <a:spcPct val="100000"/>
              </a:lnSpc>
              <a:spcBef>
                <a:spcPts val="65"/>
              </a:spcBef>
            </a:pPr>
            <a:r>
              <a:rPr sz="1000" dirty="0">
                <a:solidFill>
                  <a:srgbClr val="595959"/>
                </a:solidFill>
                <a:latin typeface="Corbel"/>
                <a:cs typeface="Corbel"/>
              </a:rPr>
              <a:t>Main</a:t>
            </a:r>
            <a:r>
              <a:rPr sz="1000" spc="-25" dirty="0">
                <a:solidFill>
                  <a:srgbClr val="595959"/>
                </a:solidFill>
                <a:latin typeface="Corbel"/>
                <a:cs typeface="Corbel"/>
              </a:rPr>
              <a:t> </a:t>
            </a:r>
            <a:r>
              <a:rPr sz="1000" dirty="0">
                <a:solidFill>
                  <a:srgbClr val="595959"/>
                </a:solidFill>
                <a:latin typeface="Corbel"/>
                <a:cs typeface="Corbel"/>
              </a:rPr>
              <a:t>Rotor</a:t>
            </a:r>
            <a:r>
              <a:rPr sz="1000" spc="-20" dirty="0">
                <a:solidFill>
                  <a:srgbClr val="595959"/>
                </a:solidFill>
                <a:latin typeface="Corbel"/>
                <a:cs typeface="Corbel"/>
              </a:rPr>
              <a:t> </a:t>
            </a:r>
            <a:r>
              <a:rPr sz="1000" spc="-10" dirty="0">
                <a:solidFill>
                  <a:srgbClr val="595959"/>
                </a:solidFill>
                <a:latin typeface="Corbel"/>
                <a:cs typeface="Corbel"/>
              </a:rPr>
              <a:t>direction</a:t>
            </a:r>
            <a:r>
              <a:rPr sz="1000" spc="500" dirty="0">
                <a:solidFill>
                  <a:srgbClr val="595959"/>
                </a:solidFill>
                <a:latin typeface="Corbel"/>
                <a:cs typeface="Corbel"/>
              </a:rPr>
              <a:t> </a:t>
            </a:r>
            <a:r>
              <a:rPr sz="1000" spc="-10" dirty="0">
                <a:solidFill>
                  <a:srgbClr val="595959"/>
                </a:solidFill>
                <a:latin typeface="Corbel"/>
                <a:cs typeface="Corbel"/>
              </a:rPr>
              <a:t>(Action)</a:t>
            </a:r>
            <a:endParaRPr sz="1000">
              <a:latin typeface="Corbel"/>
              <a:cs typeface="Corbel"/>
            </a:endParaRPr>
          </a:p>
        </p:txBody>
      </p:sp>
      <p:sp>
        <p:nvSpPr>
          <p:cNvPr id="50" name="object 50"/>
          <p:cNvSpPr txBox="1"/>
          <p:nvPr/>
        </p:nvSpPr>
        <p:spPr>
          <a:xfrm>
            <a:off x="1072951" y="2522220"/>
            <a:ext cx="2861945" cy="455295"/>
          </a:xfrm>
          <a:prstGeom prst="rect">
            <a:avLst/>
          </a:prstGeom>
        </p:spPr>
        <p:txBody>
          <a:bodyPr vert="horz" wrap="square" lIns="0" tIns="9525" rIns="0" bIns="0" rtlCol="0">
            <a:spAutoFit/>
          </a:bodyPr>
          <a:lstStyle/>
          <a:p>
            <a:pPr marL="730885" marR="5080" indent="-718820">
              <a:lnSpc>
                <a:spcPct val="101400"/>
              </a:lnSpc>
              <a:spcBef>
                <a:spcPts val="75"/>
              </a:spcBef>
            </a:pPr>
            <a:r>
              <a:rPr sz="1400" dirty="0">
                <a:latin typeface="Corbel"/>
                <a:cs typeface="Corbel"/>
              </a:rPr>
              <a:t>“For</a:t>
            </a:r>
            <a:r>
              <a:rPr sz="1400" spc="-35" dirty="0">
                <a:latin typeface="Corbel"/>
                <a:cs typeface="Corbel"/>
              </a:rPr>
              <a:t> </a:t>
            </a:r>
            <a:r>
              <a:rPr sz="1400" dirty="0">
                <a:latin typeface="Corbel"/>
                <a:cs typeface="Corbel"/>
              </a:rPr>
              <a:t>every</a:t>
            </a:r>
            <a:r>
              <a:rPr sz="1400" spc="-30" dirty="0">
                <a:latin typeface="Corbel"/>
                <a:cs typeface="Corbel"/>
              </a:rPr>
              <a:t> </a:t>
            </a:r>
            <a:r>
              <a:rPr sz="1400" dirty="0">
                <a:latin typeface="Corbel"/>
                <a:cs typeface="Corbel"/>
              </a:rPr>
              <a:t>action,</a:t>
            </a:r>
            <a:r>
              <a:rPr sz="1400" spc="-30" dirty="0">
                <a:latin typeface="Corbel"/>
                <a:cs typeface="Corbel"/>
              </a:rPr>
              <a:t> </a:t>
            </a:r>
            <a:r>
              <a:rPr sz="1400" dirty="0">
                <a:latin typeface="Corbel"/>
                <a:cs typeface="Corbel"/>
              </a:rPr>
              <a:t>there</a:t>
            </a:r>
            <a:r>
              <a:rPr sz="1400" spc="-30"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an</a:t>
            </a:r>
            <a:r>
              <a:rPr sz="1400" spc="-35" dirty="0">
                <a:latin typeface="Corbel"/>
                <a:cs typeface="Corbel"/>
              </a:rPr>
              <a:t> </a:t>
            </a:r>
            <a:r>
              <a:rPr sz="1400" dirty="0">
                <a:latin typeface="Corbel"/>
                <a:cs typeface="Corbel"/>
              </a:rPr>
              <a:t>equal</a:t>
            </a:r>
            <a:r>
              <a:rPr sz="1400" spc="-35" dirty="0">
                <a:latin typeface="Corbel"/>
                <a:cs typeface="Corbel"/>
              </a:rPr>
              <a:t> </a:t>
            </a:r>
            <a:r>
              <a:rPr sz="1400" spc="-25" dirty="0">
                <a:latin typeface="Corbel"/>
                <a:cs typeface="Corbel"/>
              </a:rPr>
              <a:t>and </a:t>
            </a:r>
            <a:r>
              <a:rPr sz="1400" dirty="0">
                <a:latin typeface="Corbel"/>
                <a:cs typeface="Corbel"/>
              </a:rPr>
              <a:t>opposite</a:t>
            </a:r>
            <a:r>
              <a:rPr sz="1400" spc="-55" dirty="0">
                <a:latin typeface="Corbel"/>
                <a:cs typeface="Corbel"/>
              </a:rPr>
              <a:t> </a:t>
            </a:r>
            <a:r>
              <a:rPr sz="1400" spc="-10" dirty="0">
                <a:latin typeface="Corbel"/>
                <a:cs typeface="Corbel"/>
              </a:rPr>
              <a:t>reaction.”</a:t>
            </a:r>
            <a:endParaRPr sz="1400">
              <a:latin typeface="Corbel"/>
              <a:cs typeface="Corbel"/>
            </a:endParaRPr>
          </a:p>
        </p:txBody>
      </p:sp>
      <p:grpSp>
        <p:nvGrpSpPr>
          <p:cNvPr id="51" name="object 51"/>
          <p:cNvGrpSpPr/>
          <p:nvPr/>
        </p:nvGrpSpPr>
        <p:grpSpPr>
          <a:xfrm>
            <a:off x="2506877" y="306101"/>
            <a:ext cx="1304925" cy="957580"/>
            <a:chOff x="2506877" y="306101"/>
            <a:chExt cx="1304925" cy="957580"/>
          </a:xfrm>
        </p:grpSpPr>
        <p:sp>
          <p:nvSpPr>
            <p:cNvPr id="52" name="object 52"/>
            <p:cNvSpPr/>
            <p:nvPr/>
          </p:nvSpPr>
          <p:spPr>
            <a:xfrm>
              <a:off x="2967394" y="312451"/>
              <a:ext cx="838200" cy="379730"/>
            </a:xfrm>
            <a:custGeom>
              <a:avLst/>
              <a:gdLst/>
              <a:ahLst/>
              <a:cxnLst/>
              <a:rect l="l" t="t" r="r" b="b"/>
              <a:pathLst>
                <a:path w="838200" h="379730">
                  <a:moveTo>
                    <a:pt x="0" y="0"/>
                  </a:moveTo>
                  <a:lnTo>
                    <a:pt x="837779" y="0"/>
                  </a:lnTo>
                  <a:lnTo>
                    <a:pt x="837779" y="379344"/>
                  </a:lnTo>
                  <a:lnTo>
                    <a:pt x="0" y="379344"/>
                  </a:lnTo>
                  <a:lnTo>
                    <a:pt x="0" y="0"/>
                  </a:lnTo>
                  <a:close/>
                </a:path>
              </a:pathLst>
            </a:custGeom>
            <a:ln w="12700">
              <a:solidFill>
                <a:srgbClr val="7F7F7F"/>
              </a:solidFill>
            </a:ln>
          </p:spPr>
          <p:txBody>
            <a:bodyPr wrap="square" lIns="0" tIns="0" rIns="0" bIns="0" rtlCol="0"/>
            <a:lstStyle/>
            <a:p>
              <a:endParaRPr/>
            </a:p>
          </p:txBody>
        </p:sp>
        <p:sp>
          <p:nvSpPr>
            <p:cNvPr id="53" name="object 53"/>
            <p:cNvSpPr/>
            <p:nvPr/>
          </p:nvSpPr>
          <p:spPr>
            <a:xfrm>
              <a:off x="2506877" y="549470"/>
              <a:ext cx="499109" cy="714375"/>
            </a:xfrm>
            <a:custGeom>
              <a:avLst/>
              <a:gdLst/>
              <a:ahLst/>
              <a:cxnLst/>
              <a:rect l="l" t="t" r="r" b="b"/>
              <a:pathLst>
                <a:path w="499110" h="714375">
                  <a:moveTo>
                    <a:pt x="0" y="637830"/>
                  </a:moveTo>
                  <a:lnTo>
                    <a:pt x="37739" y="714209"/>
                  </a:lnTo>
                  <a:lnTo>
                    <a:pt x="66643" y="657076"/>
                  </a:lnTo>
                  <a:lnTo>
                    <a:pt x="34536" y="657076"/>
                  </a:lnTo>
                  <a:lnTo>
                    <a:pt x="31732" y="654246"/>
                  </a:lnTo>
                  <a:lnTo>
                    <a:pt x="31750" y="638040"/>
                  </a:lnTo>
                  <a:lnTo>
                    <a:pt x="44450" y="638040"/>
                  </a:lnTo>
                  <a:lnTo>
                    <a:pt x="0" y="637830"/>
                  </a:lnTo>
                  <a:close/>
                </a:path>
                <a:path w="499110" h="714375">
                  <a:moveTo>
                    <a:pt x="425594" y="50267"/>
                  </a:moveTo>
                  <a:lnTo>
                    <a:pt x="34731" y="268199"/>
                  </a:lnTo>
                  <a:lnTo>
                    <a:pt x="33487" y="270307"/>
                  </a:lnTo>
                  <a:lnTo>
                    <a:pt x="31751" y="637830"/>
                  </a:lnTo>
                  <a:lnTo>
                    <a:pt x="31732" y="654246"/>
                  </a:lnTo>
                  <a:lnTo>
                    <a:pt x="34536" y="657076"/>
                  </a:lnTo>
                  <a:lnTo>
                    <a:pt x="41516" y="657076"/>
                  </a:lnTo>
                  <a:lnTo>
                    <a:pt x="44372" y="654246"/>
                  </a:lnTo>
                  <a:lnTo>
                    <a:pt x="46149" y="278176"/>
                  </a:lnTo>
                  <a:lnTo>
                    <a:pt x="42918" y="278176"/>
                  </a:lnTo>
                  <a:lnTo>
                    <a:pt x="46175" y="272659"/>
                  </a:lnTo>
                  <a:lnTo>
                    <a:pt x="52812" y="272659"/>
                  </a:lnTo>
                  <a:lnTo>
                    <a:pt x="431778" y="61359"/>
                  </a:lnTo>
                  <a:lnTo>
                    <a:pt x="427567" y="56438"/>
                  </a:lnTo>
                  <a:lnTo>
                    <a:pt x="425594" y="50267"/>
                  </a:lnTo>
                  <a:close/>
                </a:path>
                <a:path w="499110" h="714375">
                  <a:moveTo>
                    <a:pt x="44450" y="638040"/>
                  </a:moveTo>
                  <a:lnTo>
                    <a:pt x="44372" y="654246"/>
                  </a:lnTo>
                  <a:lnTo>
                    <a:pt x="41516" y="657076"/>
                  </a:lnTo>
                  <a:lnTo>
                    <a:pt x="66643" y="657076"/>
                  </a:lnTo>
                  <a:lnTo>
                    <a:pt x="76198" y="638190"/>
                  </a:lnTo>
                  <a:lnTo>
                    <a:pt x="44450" y="638040"/>
                  </a:lnTo>
                  <a:close/>
                </a:path>
                <a:path w="499110" h="714375">
                  <a:moveTo>
                    <a:pt x="46175" y="272659"/>
                  </a:moveTo>
                  <a:lnTo>
                    <a:pt x="42918" y="278176"/>
                  </a:lnTo>
                  <a:lnTo>
                    <a:pt x="46158" y="276370"/>
                  </a:lnTo>
                  <a:lnTo>
                    <a:pt x="46175" y="272659"/>
                  </a:lnTo>
                  <a:close/>
                </a:path>
                <a:path w="499110" h="714375">
                  <a:moveTo>
                    <a:pt x="46158" y="276370"/>
                  </a:moveTo>
                  <a:lnTo>
                    <a:pt x="42918" y="278176"/>
                  </a:lnTo>
                  <a:lnTo>
                    <a:pt x="46149" y="278176"/>
                  </a:lnTo>
                  <a:lnTo>
                    <a:pt x="46158" y="276370"/>
                  </a:lnTo>
                  <a:close/>
                </a:path>
                <a:path w="499110" h="714375">
                  <a:moveTo>
                    <a:pt x="52812" y="272659"/>
                  </a:moveTo>
                  <a:lnTo>
                    <a:pt x="46175" y="272659"/>
                  </a:lnTo>
                  <a:lnTo>
                    <a:pt x="46158" y="276370"/>
                  </a:lnTo>
                  <a:lnTo>
                    <a:pt x="52812" y="272659"/>
                  </a:lnTo>
                  <a:close/>
                </a:path>
                <a:path w="499110" h="714375">
                  <a:moveTo>
                    <a:pt x="497732" y="30629"/>
                  </a:moveTo>
                  <a:lnTo>
                    <a:pt x="460814" y="30629"/>
                  </a:lnTo>
                  <a:lnTo>
                    <a:pt x="464681" y="31728"/>
                  </a:lnTo>
                  <a:lnTo>
                    <a:pt x="468097" y="37854"/>
                  </a:lnTo>
                  <a:lnTo>
                    <a:pt x="466999" y="41721"/>
                  </a:lnTo>
                  <a:lnTo>
                    <a:pt x="431778" y="61359"/>
                  </a:lnTo>
                  <a:lnTo>
                    <a:pt x="437404" y="67933"/>
                  </a:lnTo>
                  <a:lnTo>
                    <a:pt x="450433" y="74534"/>
                  </a:lnTo>
                  <a:lnTo>
                    <a:pt x="464987" y="75767"/>
                  </a:lnTo>
                  <a:lnTo>
                    <a:pt x="479398" y="71160"/>
                  </a:lnTo>
                  <a:lnTo>
                    <a:pt x="490850" y="61359"/>
                  </a:lnTo>
                  <a:lnTo>
                    <a:pt x="493367" y="56438"/>
                  </a:lnTo>
                  <a:lnTo>
                    <a:pt x="497493" y="48294"/>
                  </a:lnTo>
                  <a:lnTo>
                    <a:pt x="498727" y="33740"/>
                  </a:lnTo>
                  <a:lnTo>
                    <a:pt x="497732" y="30629"/>
                  </a:lnTo>
                  <a:close/>
                </a:path>
                <a:path w="499110" h="714375">
                  <a:moveTo>
                    <a:pt x="460814" y="30629"/>
                  </a:moveTo>
                  <a:lnTo>
                    <a:pt x="425594" y="50267"/>
                  </a:lnTo>
                  <a:lnTo>
                    <a:pt x="427567" y="56438"/>
                  </a:lnTo>
                  <a:lnTo>
                    <a:pt x="431778" y="61359"/>
                  </a:lnTo>
                  <a:lnTo>
                    <a:pt x="466999" y="41721"/>
                  </a:lnTo>
                  <a:lnTo>
                    <a:pt x="468097" y="37854"/>
                  </a:lnTo>
                  <a:lnTo>
                    <a:pt x="464681" y="31728"/>
                  </a:lnTo>
                  <a:lnTo>
                    <a:pt x="460814" y="30629"/>
                  </a:lnTo>
                  <a:close/>
                </a:path>
                <a:path w="499110" h="714375">
                  <a:moveTo>
                    <a:pt x="456701" y="0"/>
                  </a:moveTo>
                  <a:lnTo>
                    <a:pt x="442290" y="4607"/>
                  </a:lnTo>
                  <a:lnTo>
                    <a:pt x="430794" y="14444"/>
                  </a:lnTo>
                  <a:lnTo>
                    <a:pt x="424193" y="27473"/>
                  </a:lnTo>
                  <a:lnTo>
                    <a:pt x="422985" y="41721"/>
                  </a:lnTo>
                  <a:lnTo>
                    <a:pt x="422959" y="42027"/>
                  </a:lnTo>
                  <a:lnTo>
                    <a:pt x="425594" y="50267"/>
                  </a:lnTo>
                  <a:lnTo>
                    <a:pt x="460814" y="30629"/>
                  </a:lnTo>
                  <a:lnTo>
                    <a:pt x="497732" y="30629"/>
                  </a:lnTo>
                  <a:lnTo>
                    <a:pt x="494120" y="19329"/>
                  </a:lnTo>
                  <a:lnTo>
                    <a:pt x="484283" y="7834"/>
                  </a:lnTo>
                  <a:lnTo>
                    <a:pt x="471254" y="1233"/>
                  </a:lnTo>
                  <a:lnTo>
                    <a:pt x="456701" y="0"/>
                  </a:lnTo>
                  <a:close/>
                </a:path>
              </a:pathLst>
            </a:custGeom>
            <a:solidFill>
              <a:srgbClr val="7F7F7F"/>
            </a:solidFill>
          </p:spPr>
          <p:txBody>
            <a:bodyPr wrap="square" lIns="0" tIns="0" rIns="0" bIns="0" rtlCol="0"/>
            <a:lstStyle/>
            <a:p>
              <a:endParaRPr/>
            </a:p>
          </p:txBody>
        </p:sp>
      </p:grpSp>
      <p:sp>
        <p:nvSpPr>
          <p:cNvPr id="54" name="object 54"/>
          <p:cNvSpPr txBox="1"/>
          <p:nvPr/>
        </p:nvSpPr>
        <p:spPr>
          <a:xfrm>
            <a:off x="3046134" y="323595"/>
            <a:ext cx="568325" cy="330200"/>
          </a:xfrm>
          <a:prstGeom prst="rect">
            <a:avLst/>
          </a:prstGeom>
        </p:spPr>
        <p:txBody>
          <a:bodyPr vert="horz" wrap="square" lIns="0" tIns="12700" rIns="0" bIns="0" rtlCol="0">
            <a:spAutoFit/>
          </a:bodyPr>
          <a:lstStyle/>
          <a:p>
            <a:pPr marL="12700" marR="5080">
              <a:lnSpc>
                <a:spcPct val="100000"/>
              </a:lnSpc>
              <a:spcBef>
                <a:spcPts val="100"/>
              </a:spcBef>
            </a:pPr>
            <a:r>
              <a:rPr sz="1000" spc="-10" dirty="0">
                <a:solidFill>
                  <a:srgbClr val="595959"/>
                </a:solidFill>
                <a:latin typeface="Corbel"/>
                <a:cs typeface="Corbel"/>
              </a:rPr>
              <a:t>Rotorcraft</a:t>
            </a:r>
            <a:r>
              <a:rPr sz="1000" spc="500" dirty="0">
                <a:solidFill>
                  <a:srgbClr val="595959"/>
                </a:solidFill>
                <a:latin typeface="Corbel"/>
                <a:cs typeface="Corbel"/>
              </a:rPr>
              <a:t> </a:t>
            </a:r>
            <a:r>
              <a:rPr sz="1000" spc="-10" dirty="0">
                <a:solidFill>
                  <a:srgbClr val="595959"/>
                </a:solidFill>
                <a:latin typeface="Corbel"/>
                <a:cs typeface="Corbel"/>
              </a:rPr>
              <a:t>Reaction</a:t>
            </a:r>
            <a:endParaRPr sz="1000">
              <a:latin typeface="Corbel"/>
              <a:cs typeface="Corbel"/>
            </a:endParaRPr>
          </a:p>
        </p:txBody>
      </p:sp>
      <p:grpSp>
        <p:nvGrpSpPr>
          <p:cNvPr id="55" name="object 55"/>
          <p:cNvGrpSpPr/>
          <p:nvPr/>
        </p:nvGrpSpPr>
        <p:grpSpPr>
          <a:xfrm>
            <a:off x="3713596" y="1646081"/>
            <a:ext cx="850900" cy="673735"/>
            <a:chOff x="3713596" y="1646081"/>
            <a:chExt cx="850900" cy="673735"/>
          </a:xfrm>
        </p:grpSpPr>
        <p:sp>
          <p:nvSpPr>
            <p:cNvPr id="56" name="object 56"/>
            <p:cNvSpPr/>
            <p:nvPr/>
          </p:nvSpPr>
          <p:spPr>
            <a:xfrm>
              <a:off x="3719946" y="2027058"/>
              <a:ext cx="838200" cy="286385"/>
            </a:xfrm>
            <a:custGeom>
              <a:avLst/>
              <a:gdLst/>
              <a:ahLst/>
              <a:cxnLst/>
              <a:rect l="l" t="t" r="r" b="b"/>
              <a:pathLst>
                <a:path w="838200" h="286385">
                  <a:moveTo>
                    <a:pt x="0" y="0"/>
                  </a:moveTo>
                  <a:lnTo>
                    <a:pt x="837779" y="0"/>
                  </a:lnTo>
                  <a:lnTo>
                    <a:pt x="837779" y="285867"/>
                  </a:lnTo>
                  <a:lnTo>
                    <a:pt x="0" y="285867"/>
                  </a:lnTo>
                  <a:lnTo>
                    <a:pt x="0" y="0"/>
                  </a:lnTo>
                  <a:close/>
                </a:path>
              </a:pathLst>
            </a:custGeom>
            <a:ln w="12700">
              <a:solidFill>
                <a:srgbClr val="7F7F7F"/>
              </a:solidFill>
            </a:ln>
          </p:spPr>
          <p:txBody>
            <a:bodyPr wrap="square" lIns="0" tIns="0" rIns="0" bIns="0" rtlCol="0"/>
            <a:lstStyle/>
            <a:p>
              <a:endParaRPr/>
            </a:p>
          </p:txBody>
        </p:sp>
        <p:sp>
          <p:nvSpPr>
            <p:cNvPr id="57" name="object 57"/>
            <p:cNvSpPr/>
            <p:nvPr/>
          </p:nvSpPr>
          <p:spPr>
            <a:xfrm>
              <a:off x="4082514" y="1646081"/>
              <a:ext cx="161290" cy="425450"/>
            </a:xfrm>
            <a:custGeom>
              <a:avLst/>
              <a:gdLst/>
              <a:ahLst/>
              <a:cxnLst/>
              <a:rect l="l" t="t" r="r" b="b"/>
              <a:pathLst>
                <a:path w="161289" h="425450">
                  <a:moveTo>
                    <a:pt x="33091" y="349351"/>
                  </a:moveTo>
                  <a:lnTo>
                    <a:pt x="19210" y="353893"/>
                  </a:lnTo>
                  <a:lnTo>
                    <a:pt x="7740" y="363758"/>
                  </a:lnTo>
                  <a:lnTo>
                    <a:pt x="994" y="377301"/>
                  </a:lnTo>
                  <a:lnTo>
                    <a:pt x="126" y="390015"/>
                  </a:lnTo>
                  <a:lnTo>
                    <a:pt x="0" y="391873"/>
                  </a:lnTo>
                  <a:lnTo>
                    <a:pt x="4542" y="405754"/>
                  </a:lnTo>
                  <a:lnTo>
                    <a:pt x="14407" y="417225"/>
                  </a:lnTo>
                  <a:lnTo>
                    <a:pt x="27949" y="423971"/>
                  </a:lnTo>
                  <a:lnTo>
                    <a:pt x="42521" y="424965"/>
                  </a:lnTo>
                  <a:lnTo>
                    <a:pt x="56403" y="420423"/>
                  </a:lnTo>
                  <a:lnTo>
                    <a:pt x="67874" y="410557"/>
                  </a:lnTo>
                  <a:lnTo>
                    <a:pt x="74619" y="397015"/>
                  </a:lnTo>
                  <a:lnTo>
                    <a:pt x="74803" y="394323"/>
                  </a:lnTo>
                  <a:lnTo>
                    <a:pt x="36674" y="394323"/>
                  </a:lnTo>
                  <a:lnTo>
                    <a:pt x="31139" y="390015"/>
                  </a:lnTo>
                  <a:lnTo>
                    <a:pt x="30641" y="386026"/>
                  </a:lnTo>
                  <a:lnTo>
                    <a:pt x="55407" y="354202"/>
                  </a:lnTo>
                  <a:lnTo>
                    <a:pt x="47664" y="350345"/>
                  </a:lnTo>
                  <a:lnTo>
                    <a:pt x="33091" y="349351"/>
                  </a:lnTo>
                  <a:close/>
                </a:path>
                <a:path w="161289" h="425450">
                  <a:moveTo>
                    <a:pt x="55407" y="354202"/>
                  </a:moveTo>
                  <a:lnTo>
                    <a:pt x="30641" y="386026"/>
                  </a:lnTo>
                  <a:lnTo>
                    <a:pt x="31139" y="390015"/>
                  </a:lnTo>
                  <a:lnTo>
                    <a:pt x="36674" y="394323"/>
                  </a:lnTo>
                  <a:lnTo>
                    <a:pt x="40664" y="393825"/>
                  </a:lnTo>
                  <a:lnTo>
                    <a:pt x="65430" y="362002"/>
                  </a:lnTo>
                  <a:lnTo>
                    <a:pt x="61207" y="357090"/>
                  </a:lnTo>
                  <a:lnTo>
                    <a:pt x="55407" y="354202"/>
                  </a:lnTo>
                  <a:close/>
                </a:path>
                <a:path w="161289" h="425450">
                  <a:moveTo>
                    <a:pt x="65430" y="362002"/>
                  </a:moveTo>
                  <a:lnTo>
                    <a:pt x="40664" y="393825"/>
                  </a:lnTo>
                  <a:lnTo>
                    <a:pt x="36674" y="394323"/>
                  </a:lnTo>
                  <a:lnTo>
                    <a:pt x="74803" y="394323"/>
                  </a:lnTo>
                  <a:lnTo>
                    <a:pt x="75558" y="383258"/>
                  </a:lnTo>
                  <a:lnTo>
                    <a:pt x="75614" y="382443"/>
                  </a:lnTo>
                  <a:lnTo>
                    <a:pt x="71071" y="368562"/>
                  </a:lnTo>
                  <a:lnTo>
                    <a:pt x="65430" y="362002"/>
                  </a:lnTo>
                  <a:close/>
                </a:path>
                <a:path w="161289" h="425450">
                  <a:moveTo>
                    <a:pt x="146614" y="237004"/>
                  </a:moveTo>
                  <a:lnTo>
                    <a:pt x="55407" y="354202"/>
                  </a:lnTo>
                  <a:lnTo>
                    <a:pt x="61207" y="357090"/>
                  </a:lnTo>
                  <a:lnTo>
                    <a:pt x="65430" y="362002"/>
                  </a:lnTo>
                  <a:lnTo>
                    <a:pt x="159491" y="241138"/>
                  </a:lnTo>
                  <a:lnTo>
                    <a:pt x="159819" y="239800"/>
                  </a:lnTo>
                  <a:lnTo>
                    <a:pt x="147122" y="239800"/>
                  </a:lnTo>
                  <a:lnTo>
                    <a:pt x="146614" y="237004"/>
                  </a:lnTo>
                  <a:close/>
                </a:path>
                <a:path w="161289" h="425450">
                  <a:moveTo>
                    <a:pt x="148358" y="234764"/>
                  </a:moveTo>
                  <a:lnTo>
                    <a:pt x="146614" y="237004"/>
                  </a:lnTo>
                  <a:lnTo>
                    <a:pt x="147032" y="239307"/>
                  </a:lnTo>
                  <a:lnTo>
                    <a:pt x="147122" y="239800"/>
                  </a:lnTo>
                  <a:lnTo>
                    <a:pt x="148358" y="234764"/>
                  </a:lnTo>
                  <a:close/>
                </a:path>
                <a:path w="161289" h="425450">
                  <a:moveTo>
                    <a:pt x="159115" y="234764"/>
                  </a:moveTo>
                  <a:lnTo>
                    <a:pt x="148358" y="234764"/>
                  </a:lnTo>
                  <a:lnTo>
                    <a:pt x="147243" y="239307"/>
                  </a:lnTo>
                  <a:lnTo>
                    <a:pt x="147122" y="239800"/>
                  </a:lnTo>
                  <a:lnTo>
                    <a:pt x="159819" y="239800"/>
                  </a:lnTo>
                  <a:lnTo>
                    <a:pt x="159940" y="239307"/>
                  </a:lnTo>
                  <a:lnTo>
                    <a:pt x="159115" y="234764"/>
                  </a:lnTo>
                  <a:close/>
                </a:path>
                <a:path w="161289" h="425450">
                  <a:moveTo>
                    <a:pt x="129876" y="73837"/>
                  </a:moveTo>
                  <a:lnTo>
                    <a:pt x="117380" y="76107"/>
                  </a:lnTo>
                  <a:lnTo>
                    <a:pt x="146614" y="237004"/>
                  </a:lnTo>
                  <a:lnTo>
                    <a:pt x="148358" y="234764"/>
                  </a:lnTo>
                  <a:lnTo>
                    <a:pt x="159115" y="234764"/>
                  </a:lnTo>
                  <a:lnTo>
                    <a:pt x="129876" y="73837"/>
                  </a:lnTo>
                  <a:close/>
                </a:path>
                <a:path w="161289" h="425450">
                  <a:moveTo>
                    <a:pt x="110006" y="0"/>
                  </a:moveTo>
                  <a:lnTo>
                    <a:pt x="86142" y="81782"/>
                  </a:lnTo>
                  <a:lnTo>
                    <a:pt x="117380" y="76107"/>
                  </a:lnTo>
                  <a:lnTo>
                    <a:pt x="114483" y="60161"/>
                  </a:lnTo>
                  <a:lnTo>
                    <a:pt x="116773" y="56856"/>
                  </a:lnTo>
                  <a:lnTo>
                    <a:pt x="123673" y="55601"/>
                  </a:lnTo>
                  <a:lnTo>
                    <a:pt x="151697" y="55601"/>
                  </a:lnTo>
                  <a:lnTo>
                    <a:pt x="110006" y="0"/>
                  </a:lnTo>
                  <a:close/>
                </a:path>
                <a:path w="161289" h="425450">
                  <a:moveTo>
                    <a:pt x="123673" y="55601"/>
                  </a:moveTo>
                  <a:lnTo>
                    <a:pt x="116773" y="56856"/>
                  </a:lnTo>
                  <a:lnTo>
                    <a:pt x="114483" y="60161"/>
                  </a:lnTo>
                  <a:lnTo>
                    <a:pt x="117380" y="76107"/>
                  </a:lnTo>
                  <a:lnTo>
                    <a:pt x="129876" y="73837"/>
                  </a:lnTo>
                  <a:lnTo>
                    <a:pt x="126979" y="57891"/>
                  </a:lnTo>
                  <a:lnTo>
                    <a:pt x="123673" y="55601"/>
                  </a:lnTo>
                  <a:close/>
                </a:path>
                <a:path w="161289" h="425450">
                  <a:moveTo>
                    <a:pt x="151697" y="55601"/>
                  </a:moveTo>
                  <a:lnTo>
                    <a:pt x="123673" y="55601"/>
                  </a:lnTo>
                  <a:lnTo>
                    <a:pt x="126979" y="57891"/>
                  </a:lnTo>
                  <a:lnTo>
                    <a:pt x="129876" y="73837"/>
                  </a:lnTo>
                  <a:lnTo>
                    <a:pt x="161115" y="68162"/>
                  </a:lnTo>
                  <a:lnTo>
                    <a:pt x="151697" y="55601"/>
                  </a:lnTo>
                  <a:close/>
                </a:path>
              </a:pathLst>
            </a:custGeom>
            <a:solidFill>
              <a:srgbClr val="7F7F7F"/>
            </a:solidFill>
          </p:spPr>
          <p:txBody>
            <a:bodyPr wrap="square" lIns="0" tIns="0" rIns="0" bIns="0" rtlCol="0"/>
            <a:lstStyle/>
            <a:p>
              <a:endParaRPr/>
            </a:p>
          </p:txBody>
        </p:sp>
      </p:grpSp>
      <p:sp>
        <p:nvSpPr>
          <p:cNvPr id="58" name="object 58"/>
          <p:cNvSpPr txBox="1"/>
          <p:nvPr/>
        </p:nvSpPr>
        <p:spPr>
          <a:xfrm>
            <a:off x="3798686" y="2067052"/>
            <a:ext cx="54102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595959"/>
                </a:solidFill>
                <a:latin typeface="Corbel"/>
                <a:cs typeface="Corbel"/>
              </a:rPr>
              <a:t>Tail</a:t>
            </a:r>
            <a:r>
              <a:rPr sz="1000" spc="-20"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pic>
        <p:nvPicPr>
          <p:cNvPr id="59" name="object 59"/>
          <p:cNvPicPr/>
          <p:nvPr/>
        </p:nvPicPr>
        <p:blipFill>
          <a:blip r:embed="rId19" cstate="print"/>
          <a:stretch>
            <a:fillRect/>
          </a:stretch>
        </p:blipFill>
        <p:spPr>
          <a:xfrm>
            <a:off x="4376553" y="2717912"/>
            <a:ext cx="3667574" cy="1868990"/>
          </a:xfrm>
          <a:prstGeom prst="rect">
            <a:avLst/>
          </a:prstGeom>
        </p:spPr>
      </p:pic>
      <p:pic>
        <p:nvPicPr>
          <p:cNvPr id="60" name="object 60"/>
          <p:cNvPicPr/>
          <p:nvPr/>
        </p:nvPicPr>
        <p:blipFill>
          <a:blip r:embed="rId20" cstate="print"/>
          <a:stretch>
            <a:fillRect/>
          </a:stretch>
        </p:blipFill>
        <p:spPr>
          <a:xfrm>
            <a:off x="8185306" y="2700792"/>
            <a:ext cx="3629526" cy="1874521"/>
          </a:xfrm>
          <a:prstGeom prst="rect">
            <a:avLst/>
          </a:prstGeom>
        </p:spPr>
      </p:pic>
      <p:pic>
        <p:nvPicPr>
          <p:cNvPr id="61" name="object 61"/>
          <p:cNvPicPr/>
          <p:nvPr/>
        </p:nvPicPr>
        <p:blipFill>
          <a:blip r:embed="rId21" cstate="print"/>
          <a:stretch>
            <a:fillRect/>
          </a:stretch>
        </p:blipFill>
        <p:spPr>
          <a:xfrm>
            <a:off x="1128940" y="3126408"/>
            <a:ext cx="3106433" cy="1451102"/>
          </a:xfrm>
          <a:prstGeom prst="rect">
            <a:avLst/>
          </a:prstGeom>
        </p:spPr>
      </p:pic>
      <p:pic>
        <p:nvPicPr>
          <p:cNvPr id="62" name="object 62"/>
          <p:cNvPicPr/>
          <p:nvPr/>
        </p:nvPicPr>
        <p:blipFill>
          <a:blip r:embed="rId22" cstate="print"/>
          <a:stretch>
            <a:fillRect/>
          </a:stretch>
        </p:blipFill>
        <p:spPr>
          <a:xfrm>
            <a:off x="0" y="6497999"/>
            <a:ext cx="360000" cy="360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84960" y="914760"/>
            <a:ext cx="2098675" cy="3138170"/>
            <a:chOff x="1584960" y="914760"/>
            <a:chExt cx="2098675" cy="3138170"/>
          </a:xfrm>
        </p:grpSpPr>
        <p:pic>
          <p:nvPicPr>
            <p:cNvPr id="3" name="object 3"/>
            <p:cNvPicPr/>
            <p:nvPr/>
          </p:nvPicPr>
          <p:blipFill>
            <a:blip r:embed="rId2" cstate="print"/>
            <a:stretch>
              <a:fillRect/>
            </a:stretch>
          </p:blipFill>
          <p:spPr>
            <a:xfrm>
              <a:off x="1584960" y="1758695"/>
              <a:ext cx="2093976" cy="1560576"/>
            </a:xfrm>
            <a:prstGeom prst="rect">
              <a:avLst/>
            </a:prstGeom>
          </p:spPr>
        </p:pic>
        <p:pic>
          <p:nvPicPr>
            <p:cNvPr id="4" name="object 4"/>
            <p:cNvPicPr/>
            <p:nvPr/>
          </p:nvPicPr>
          <p:blipFill>
            <a:blip r:embed="rId3" cstate="print"/>
            <a:stretch>
              <a:fillRect/>
            </a:stretch>
          </p:blipFill>
          <p:spPr>
            <a:xfrm>
              <a:off x="1585884" y="914760"/>
              <a:ext cx="568656" cy="930654"/>
            </a:xfrm>
            <a:prstGeom prst="rect">
              <a:avLst/>
            </a:prstGeom>
          </p:spPr>
        </p:pic>
        <p:pic>
          <p:nvPicPr>
            <p:cNvPr id="5" name="object 5"/>
            <p:cNvPicPr/>
            <p:nvPr/>
          </p:nvPicPr>
          <p:blipFill>
            <a:blip r:embed="rId4" cstate="print"/>
            <a:stretch>
              <a:fillRect/>
            </a:stretch>
          </p:blipFill>
          <p:spPr>
            <a:xfrm>
              <a:off x="2351535" y="1100051"/>
              <a:ext cx="392620" cy="642560"/>
            </a:xfrm>
            <a:prstGeom prst="rect">
              <a:avLst/>
            </a:prstGeom>
          </p:spPr>
        </p:pic>
        <p:pic>
          <p:nvPicPr>
            <p:cNvPr id="6" name="object 6"/>
            <p:cNvPicPr/>
            <p:nvPr/>
          </p:nvPicPr>
          <p:blipFill>
            <a:blip r:embed="rId5" cstate="print"/>
            <a:stretch>
              <a:fillRect/>
            </a:stretch>
          </p:blipFill>
          <p:spPr>
            <a:xfrm>
              <a:off x="3191438" y="1015969"/>
              <a:ext cx="491732" cy="804763"/>
            </a:xfrm>
            <a:prstGeom prst="rect">
              <a:avLst/>
            </a:prstGeom>
          </p:spPr>
        </p:pic>
        <p:pic>
          <p:nvPicPr>
            <p:cNvPr id="7" name="object 7"/>
            <p:cNvPicPr/>
            <p:nvPr/>
          </p:nvPicPr>
          <p:blipFill>
            <a:blip r:embed="rId6" cstate="print"/>
            <a:stretch>
              <a:fillRect/>
            </a:stretch>
          </p:blipFill>
          <p:spPr>
            <a:xfrm>
              <a:off x="2414296" y="952341"/>
              <a:ext cx="593805" cy="985764"/>
            </a:xfrm>
            <a:prstGeom prst="rect">
              <a:avLst/>
            </a:prstGeom>
          </p:spPr>
        </p:pic>
        <p:pic>
          <p:nvPicPr>
            <p:cNvPr id="8" name="object 8"/>
            <p:cNvPicPr/>
            <p:nvPr/>
          </p:nvPicPr>
          <p:blipFill>
            <a:blip r:embed="rId7" cstate="print"/>
            <a:stretch>
              <a:fillRect/>
            </a:stretch>
          </p:blipFill>
          <p:spPr>
            <a:xfrm>
              <a:off x="2063409" y="2691909"/>
              <a:ext cx="1070799" cy="1360789"/>
            </a:xfrm>
            <a:prstGeom prst="rect">
              <a:avLst/>
            </a:prstGeom>
          </p:spPr>
        </p:pic>
        <p:pic>
          <p:nvPicPr>
            <p:cNvPr id="9" name="object 9"/>
            <p:cNvPicPr/>
            <p:nvPr/>
          </p:nvPicPr>
          <p:blipFill>
            <a:blip r:embed="rId8" cstate="print"/>
            <a:stretch>
              <a:fillRect/>
            </a:stretch>
          </p:blipFill>
          <p:spPr>
            <a:xfrm>
              <a:off x="2450592" y="1993391"/>
              <a:ext cx="240792" cy="252984"/>
            </a:xfrm>
            <a:prstGeom prst="rect">
              <a:avLst/>
            </a:prstGeom>
          </p:spPr>
        </p:pic>
      </p:grpSp>
      <p:grpSp>
        <p:nvGrpSpPr>
          <p:cNvPr id="10" name="object 10"/>
          <p:cNvGrpSpPr/>
          <p:nvPr/>
        </p:nvGrpSpPr>
        <p:grpSpPr>
          <a:xfrm>
            <a:off x="1861626" y="4560589"/>
            <a:ext cx="1459230" cy="1317625"/>
            <a:chOff x="1861626" y="4560589"/>
            <a:chExt cx="1459230" cy="1317625"/>
          </a:xfrm>
        </p:grpSpPr>
        <p:pic>
          <p:nvPicPr>
            <p:cNvPr id="11" name="object 11"/>
            <p:cNvPicPr/>
            <p:nvPr/>
          </p:nvPicPr>
          <p:blipFill>
            <a:blip r:embed="rId9" cstate="print"/>
            <a:stretch>
              <a:fillRect/>
            </a:stretch>
          </p:blipFill>
          <p:spPr>
            <a:xfrm>
              <a:off x="1861626" y="4560589"/>
              <a:ext cx="1459029" cy="1317550"/>
            </a:xfrm>
            <a:prstGeom prst="rect">
              <a:avLst/>
            </a:prstGeom>
          </p:spPr>
        </p:pic>
        <p:sp>
          <p:nvSpPr>
            <p:cNvPr id="12" name="object 12"/>
            <p:cNvSpPr/>
            <p:nvPr/>
          </p:nvSpPr>
          <p:spPr>
            <a:xfrm>
              <a:off x="2015274" y="4660239"/>
              <a:ext cx="1119505" cy="1101725"/>
            </a:xfrm>
            <a:custGeom>
              <a:avLst/>
              <a:gdLst/>
              <a:ahLst/>
              <a:cxnLst/>
              <a:rect l="l" t="t" r="r" b="b"/>
              <a:pathLst>
                <a:path w="1119505" h="1101725">
                  <a:moveTo>
                    <a:pt x="479983" y="237477"/>
                  </a:moveTo>
                  <a:lnTo>
                    <a:pt x="428612" y="219392"/>
                  </a:lnTo>
                  <a:lnTo>
                    <a:pt x="428244" y="200126"/>
                  </a:lnTo>
                  <a:lnTo>
                    <a:pt x="426161" y="181013"/>
                  </a:lnTo>
                  <a:lnTo>
                    <a:pt x="416915" y="143687"/>
                  </a:lnTo>
                  <a:lnTo>
                    <a:pt x="395465" y="98971"/>
                  </a:lnTo>
                  <a:lnTo>
                    <a:pt x="365429" y="61493"/>
                  </a:lnTo>
                  <a:lnTo>
                    <a:pt x="328434" y="32067"/>
                  </a:lnTo>
                  <a:lnTo>
                    <a:pt x="286118" y="11480"/>
                  </a:lnTo>
                  <a:lnTo>
                    <a:pt x="240131" y="520"/>
                  </a:lnTo>
                  <a:lnTo>
                    <a:pt x="192112" y="0"/>
                  </a:lnTo>
                  <a:lnTo>
                    <a:pt x="143687" y="10718"/>
                  </a:lnTo>
                  <a:lnTo>
                    <a:pt x="98971" y="32169"/>
                  </a:lnTo>
                  <a:lnTo>
                    <a:pt x="61493" y="62204"/>
                  </a:lnTo>
                  <a:lnTo>
                    <a:pt x="32067" y="99199"/>
                  </a:lnTo>
                  <a:lnTo>
                    <a:pt x="11480" y="141516"/>
                  </a:lnTo>
                  <a:lnTo>
                    <a:pt x="520" y="187502"/>
                  </a:lnTo>
                  <a:lnTo>
                    <a:pt x="0" y="235521"/>
                  </a:lnTo>
                  <a:lnTo>
                    <a:pt x="10718" y="283946"/>
                  </a:lnTo>
                  <a:lnTo>
                    <a:pt x="32169" y="328663"/>
                  </a:lnTo>
                  <a:lnTo>
                    <a:pt x="62204" y="366141"/>
                  </a:lnTo>
                  <a:lnTo>
                    <a:pt x="99199" y="395566"/>
                  </a:lnTo>
                  <a:lnTo>
                    <a:pt x="141516" y="416153"/>
                  </a:lnTo>
                  <a:lnTo>
                    <a:pt x="187502" y="427113"/>
                  </a:lnTo>
                  <a:lnTo>
                    <a:pt x="235521" y="427634"/>
                  </a:lnTo>
                  <a:lnTo>
                    <a:pt x="283946" y="416915"/>
                  </a:lnTo>
                  <a:lnTo>
                    <a:pt x="275882" y="393534"/>
                  </a:lnTo>
                  <a:lnTo>
                    <a:pt x="261480" y="397878"/>
                  </a:lnTo>
                  <a:lnTo>
                    <a:pt x="246811" y="401066"/>
                  </a:lnTo>
                  <a:lnTo>
                    <a:pt x="231940" y="403085"/>
                  </a:lnTo>
                  <a:lnTo>
                    <a:pt x="216928" y="403923"/>
                  </a:lnTo>
                  <a:lnTo>
                    <a:pt x="173253" y="399618"/>
                  </a:lnTo>
                  <a:lnTo>
                    <a:pt x="133007" y="385978"/>
                  </a:lnTo>
                  <a:lnTo>
                    <a:pt x="97332" y="364109"/>
                  </a:lnTo>
                  <a:lnTo>
                    <a:pt x="67411" y="335153"/>
                  </a:lnTo>
                  <a:lnTo>
                    <a:pt x="44399" y="300215"/>
                  </a:lnTo>
                  <a:lnTo>
                    <a:pt x="29438" y="260438"/>
                  </a:lnTo>
                  <a:lnTo>
                    <a:pt x="23710" y="216928"/>
                  </a:lnTo>
                  <a:lnTo>
                    <a:pt x="28016" y="173253"/>
                  </a:lnTo>
                  <a:lnTo>
                    <a:pt x="41656" y="133007"/>
                  </a:lnTo>
                  <a:lnTo>
                    <a:pt x="63525" y="97345"/>
                  </a:lnTo>
                  <a:lnTo>
                    <a:pt x="92481" y="67411"/>
                  </a:lnTo>
                  <a:lnTo>
                    <a:pt x="127419" y="44399"/>
                  </a:lnTo>
                  <a:lnTo>
                    <a:pt x="167195" y="29438"/>
                  </a:lnTo>
                  <a:lnTo>
                    <a:pt x="210705" y="23710"/>
                  </a:lnTo>
                  <a:lnTo>
                    <a:pt x="254381" y="28016"/>
                  </a:lnTo>
                  <a:lnTo>
                    <a:pt x="294627" y="41656"/>
                  </a:lnTo>
                  <a:lnTo>
                    <a:pt x="330288" y="63525"/>
                  </a:lnTo>
                  <a:lnTo>
                    <a:pt x="360222" y="92481"/>
                  </a:lnTo>
                  <a:lnTo>
                    <a:pt x="383235" y="127419"/>
                  </a:lnTo>
                  <a:lnTo>
                    <a:pt x="398195" y="167195"/>
                  </a:lnTo>
                  <a:lnTo>
                    <a:pt x="403923" y="210705"/>
                  </a:lnTo>
                  <a:lnTo>
                    <a:pt x="352640" y="192659"/>
                  </a:lnTo>
                  <a:lnTo>
                    <a:pt x="404825" y="281051"/>
                  </a:lnTo>
                  <a:lnTo>
                    <a:pt x="479983" y="237477"/>
                  </a:lnTo>
                  <a:close/>
                </a:path>
                <a:path w="1119505" h="1101725">
                  <a:moveTo>
                    <a:pt x="1119085" y="880237"/>
                  </a:moveTo>
                  <a:lnTo>
                    <a:pt x="1112342" y="832675"/>
                  </a:lnTo>
                  <a:lnTo>
                    <a:pt x="1094422" y="786434"/>
                  </a:lnTo>
                  <a:lnTo>
                    <a:pt x="1066469" y="745477"/>
                  </a:lnTo>
                  <a:lnTo>
                    <a:pt x="1031113" y="712978"/>
                  </a:lnTo>
                  <a:lnTo>
                    <a:pt x="990092" y="689470"/>
                  </a:lnTo>
                  <a:lnTo>
                    <a:pt x="945146" y="675513"/>
                  </a:lnTo>
                  <a:lnTo>
                    <a:pt x="898042" y="671639"/>
                  </a:lnTo>
                  <a:lnTo>
                    <a:pt x="850480" y="678383"/>
                  </a:lnTo>
                  <a:lnTo>
                    <a:pt x="804240" y="696290"/>
                  </a:lnTo>
                  <a:lnTo>
                    <a:pt x="815759" y="718172"/>
                  </a:lnTo>
                  <a:lnTo>
                    <a:pt x="839901" y="707542"/>
                  </a:lnTo>
                  <a:lnTo>
                    <a:pt x="865162" y="700379"/>
                  </a:lnTo>
                  <a:lnTo>
                    <a:pt x="891184" y="696772"/>
                  </a:lnTo>
                  <a:lnTo>
                    <a:pt x="917562" y="696785"/>
                  </a:lnTo>
                  <a:lnTo>
                    <a:pt x="960704" y="704850"/>
                  </a:lnTo>
                  <a:lnTo>
                    <a:pt x="999629" y="721918"/>
                  </a:lnTo>
                  <a:lnTo>
                    <a:pt x="1033272" y="746772"/>
                  </a:lnTo>
                  <a:lnTo>
                    <a:pt x="1060589" y="778205"/>
                  </a:lnTo>
                  <a:lnTo>
                    <a:pt x="1080503" y="814997"/>
                  </a:lnTo>
                  <a:lnTo>
                    <a:pt x="1091971" y="855916"/>
                  </a:lnTo>
                  <a:lnTo>
                    <a:pt x="1093939" y="899756"/>
                  </a:lnTo>
                  <a:lnTo>
                    <a:pt x="1085875" y="942898"/>
                  </a:lnTo>
                  <a:lnTo>
                    <a:pt x="1068806" y="981824"/>
                  </a:lnTo>
                  <a:lnTo>
                    <a:pt x="1043940" y="1015466"/>
                  </a:lnTo>
                  <a:lnTo>
                    <a:pt x="1012507" y="1042784"/>
                  </a:lnTo>
                  <a:lnTo>
                    <a:pt x="975728" y="1062697"/>
                  </a:lnTo>
                  <a:lnTo>
                    <a:pt x="934796" y="1074166"/>
                  </a:lnTo>
                  <a:lnTo>
                    <a:pt x="890955" y="1076134"/>
                  </a:lnTo>
                  <a:lnTo>
                    <a:pt x="847826" y="1068070"/>
                  </a:lnTo>
                  <a:lnTo>
                    <a:pt x="808901" y="1051001"/>
                  </a:lnTo>
                  <a:lnTo>
                    <a:pt x="775258" y="1026134"/>
                  </a:lnTo>
                  <a:lnTo>
                    <a:pt x="747941" y="994702"/>
                  </a:lnTo>
                  <a:lnTo>
                    <a:pt x="728014" y="957922"/>
                  </a:lnTo>
                  <a:lnTo>
                    <a:pt x="716546" y="916990"/>
                  </a:lnTo>
                  <a:lnTo>
                    <a:pt x="714590" y="873150"/>
                  </a:lnTo>
                  <a:lnTo>
                    <a:pt x="764133" y="895565"/>
                  </a:lnTo>
                  <a:lnTo>
                    <a:pt x="719759" y="802995"/>
                  </a:lnTo>
                  <a:lnTo>
                    <a:pt x="641134" y="839927"/>
                  </a:lnTo>
                  <a:lnTo>
                    <a:pt x="690753" y="862368"/>
                  </a:lnTo>
                  <a:lnTo>
                    <a:pt x="689546" y="894448"/>
                  </a:lnTo>
                  <a:lnTo>
                    <a:pt x="701319" y="957033"/>
                  </a:lnTo>
                  <a:lnTo>
                    <a:pt x="742061" y="1027442"/>
                  </a:lnTo>
                  <a:lnTo>
                    <a:pt x="777417" y="1059942"/>
                  </a:lnTo>
                  <a:lnTo>
                    <a:pt x="818438" y="1083437"/>
                  </a:lnTo>
                  <a:lnTo>
                    <a:pt x="863371" y="1097407"/>
                  </a:lnTo>
                  <a:lnTo>
                    <a:pt x="910488" y="1101280"/>
                  </a:lnTo>
                  <a:lnTo>
                    <a:pt x="958037" y="1094536"/>
                  </a:lnTo>
                  <a:lnTo>
                    <a:pt x="1004290" y="1076617"/>
                  </a:lnTo>
                  <a:lnTo>
                    <a:pt x="1045248" y="1048664"/>
                  </a:lnTo>
                  <a:lnTo>
                    <a:pt x="1077747" y="1013307"/>
                  </a:lnTo>
                  <a:lnTo>
                    <a:pt x="1101242" y="972286"/>
                  </a:lnTo>
                  <a:lnTo>
                    <a:pt x="1115212" y="927341"/>
                  </a:lnTo>
                  <a:lnTo>
                    <a:pt x="1119085" y="880237"/>
                  </a:lnTo>
                  <a:close/>
                </a:path>
              </a:pathLst>
            </a:custGeom>
            <a:solidFill>
              <a:srgbClr val="FF0000">
                <a:alpha val="50199"/>
              </a:srgbClr>
            </a:solidFill>
          </p:spPr>
          <p:txBody>
            <a:bodyPr wrap="square" lIns="0" tIns="0" rIns="0" bIns="0" rtlCol="0"/>
            <a:lstStyle/>
            <a:p>
              <a:endParaRPr/>
            </a:p>
          </p:txBody>
        </p:sp>
        <p:sp>
          <p:nvSpPr>
            <p:cNvPr id="13" name="object 13"/>
            <p:cNvSpPr/>
            <p:nvPr/>
          </p:nvSpPr>
          <p:spPr>
            <a:xfrm>
              <a:off x="2017445" y="4671961"/>
              <a:ext cx="1122680" cy="1084580"/>
            </a:xfrm>
            <a:custGeom>
              <a:avLst/>
              <a:gdLst/>
              <a:ahLst/>
              <a:cxnLst/>
              <a:rect l="l" t="t" r="r" b="b"/>
              <a:pathLst>
                <a:path w="1122680" h="1084579">
                  <a:moveTo>
                    <a:pt x="479920" y="843546"/>
                  </a:moveTo>
                  <a:lnTo>
                    <a:pt x="404253" y="800862"/>
                  </a:lnTo>
                  <a:lnTo>
                    <a:pt x="353110" y="889863"/>
                  </a:lnTo>
                  <a:lnTo>
                    <a:pt x="404177" y="871207"/>
                  </a:lnTo>
                  <a:lnTo>
                    <a:pt x="398957" y="914781"/>
                  </a:lnTo>
                  <a:lnTo>
                    <a:pt x="384467" y="954735"/>
                  </a:lnTo>
                  <a:lnTo>
                    <a:pt x="361861" y="989939"/>
                  </a:lnTo>
                  <a:lnTo>
                    <a:pt x="332282" y="1019251"/>
                  </a:lnTo>
                  <a:lnTo>
                    <a:pt x="296875" y="1041527"/>
                  </a:lnTo>
                  <a:lnTo>
                    <a:pt x="256781" y="1055649"/>
                  </a:lnTo>
                  <a:lnTo>
                    <a:pt x="213169" y="1060462"/>
                  </a:lnTo>
                  <a:lnTo>
                    <a:pt x="169595" y="1055243"/>
                  </a:lnTo>
                  <a:lnTo>
                    <a:pt x="129641" y="1040752"/>
                  </a:lnTo>
                  <a:lnTo>
                    <a:pt x="94437" y="1018146"/>
                  </a:lnTo>
                  <a:lnTo>
                    <a:pt x="65125" y="988568"/>
                  </a:lnTo>
                  <a:lnTo>
                    <a:pt x="42849" y="953160"/>
                  </a:lnTo>
                  <a:lnTo>
                    <a:pt x="28727" y="913066"/>
                  </a:lnTo>
                  <a:lnTo>
                    <a:pt x="23914" y="869454"/>
                  </a:lnTo>
                  <a:lnTo>
                    <a:pt x="29133" y="825881"/>
                  </a:lnTo>
                  <a:lnTo>
                    <a:pt x="43624" y="785926"/>
                  </a:lnTo>
                  <a:lnTo>
                    <a:pt x="66230" y="750722"/>
                  </a:lnTo>
                  <a:lnTo>
                    <a:pt x="95808" y="721410"/>
                  </a:lnTo>
                  <a:lnTo>
                    <a:pt x="131216" y="699135"/>
                  </a:lnTo>
                  <a:lnTo>
                    <a:pt x="171310" y="685012"/>
                  </a:lnTo>
                  <a:lnTo>
                    <a:pt x="214922" y="680199"/>
                  </a:lnTo>
                  <a:lnTo>
                    <a:pt x="229946" y="680859"/>
                  </a:lnTo>
                  <a:lnTo>
                    <a:pt x="244843" y="682701"/>
                  </a:lnTo>
                  <a:lnTo>
                    <a:pt x="259549" y="685723"/>
                  </a:lnTo>
                  <a:lnTo>
                    <a:pt x="273989" y="689889"/>
                  </a:lnTo>
                  <a:lnTo>
                    <a:pt x="281787" y="666432"/>
                  </a:lnTo>
                  <a:lnTo>
                    <a:pt x="233248" y="656285"/>
                  </a:lnTo>
                  <a:lnTo>
                    <a:pt x="185229" y="657364"/>
                  </a:lnTo>
                  <a:lnTo>
                    <a:pt x="139382" y="668858"/>
                  </a:lnTo>
                  <a:lnTo>
                    <a:pt x="97307" y="689940"/>
                  </a:lnTo>
                  <a:lnTo>
                    <a:pt x="60655" y="719797"/>
                  </a:lnTo>
                  <a:lnTo>
                    <a:pt x="31064" y="757618"/>
                  </a:lnTo>
                  <a:lnTo>
                    <a:pt x="10147" y="802589"/>
                  </a:lnTo>
                  <a:lnTo>
                    <a:pt x="0" y="851128"/>
                  </a:lnTo>
                  <a:lnTo>
                    <a:pt x="1079" y="899147"/>
                  </a:lnTo>
                  <a:lnTo>
                    <a:pt x="12573" y="945007"/>
                  </a:lnTo>
                  <a:lnTo>
                    <a:pt x="33655" y="987069"/>
                  </a:lnTo>
                  <a:lnTo>
                    <a:pt x="63512" y="1023721"/>
                  </a:lnTo>
                  <a:lnTo>
                    <a:pt x="101333" y="1053312"/>
                  </a:lnTo>
                  <a:lnTo>
                    <a:pt x="146304" y="1074229"/>
                  </a:lnTo>
                  <a:lnTo>
                    <a:pt x="194843" y="1084389"/>
                  </a:lnTo>
                  <a:lnTo>
                    <a:pt x="242862" y="1083297"/>
                  </a:lnTo>
                  <a:lnTo>
                    <a:pt x="288721" y="1071816"/>
                  </a:lnTo>
                  <a:lnTo>
                    <a:pt x="330784" y="1050721"/>
                  </a:lnTo>
                  <a:lnTo>
                    <a:pt x="367436" y="1020864"/>
                  </a:lnTo>
                  <a:lnTo>
                    <a:pt x="397027" y="983043"/>
                  </a:lnTo>
                  <a:lnTo>
                    <a:pt x="417957" y="938072"/>
                  </a:lnTo>
                  <a:lnTo>
                    <a:pt x="426758" y="900645"/>
                  </a:lnTo>
                  <a:lnTo>
                    <a:pt x="428752" y="862241"/>
                  </a:lnTo>
                  <a:lnTo>
                    <a:pt x="479920" y="843546"/>
                  </a:lnTo>
                  <a:close/>
                </a:path>
                <a:path w="1122680" h="1084579">
                  <a:moveTo>
                    <a:pt x="1122172" y="199567"/>
                  </a:moveTo>
                  <a:lnTo>
                    <a:pt x="1113701" y="153060"/>
                  </a:lnTo>
                  <a:lnTo>
                    <a:pt x="1095413" y="109702"/>
                  </a:lnTo>
                  <a:lnTo>
                    <a:pt x="1068006" y="71183"/>
                  </a:lnTo>
                  <a:lnTo>
                    <a:pt x="1032205" y="39179"/>
                  </a:lnTo>
                  <a:lnTo>
                    <a:pt x="988707" y="15367"/>
                  </a:lnTo>
                  <a:lnTo>
                    <a:pt x="940930" y="2070"/>
                  </a:lnTo>
                  <a:lnTo>
                    <a:pt x="892949" y="0"/>
                  </a:lnTo>
                  <a:lnTo>
                    <a:pt x="846429" y="8470"/>
                  </a:lnTo>
                  <a:lnTo>
                    <a:pt x="803084" y="26758"/>
                  </a:lnTo>
                  <a:lnTo>
                    <a:pt x="764552" y="54165"/>
                  </a:lnTo>
                  <a:lnTo>
                    <a:pt x="732548" y="89979"/>
                  </a:lnTo>
                  <a:lnTo>
                    <a:pt x="708736" y="133477"/>
                  </a:lnTo>
                  <a:lnTo>
                    <a:pt x="697496" y="170256"/>
                  </a:lnTo>
                  <a:lnTo>
                    <a:pt x="693000" y="208445"/>
                  </a:lnTo>
                  <a:lnTo>
                    <a:pt x="640727" y="223748"/>
                  </a:lnTo>
                  <a:lnTo>
                    <a:pt x="713435" y="271297"/>
                  </a:lnTo>
                  <a:lnTo>
                    <a:pt x="770280" y="185826"/>
                  </a:lnTo>
                  <a:lnTo>
                    <a:pt x="718108" y="201091"/>
                  </a:lnTo>
                  <a:lnTo>
                    <a:pt x="726160" y="157962"/>
                  </a:lnTo>
                  <a:lnTo>
                    <a:pt x="743242" y="119037"/>
                  </a:lnTo>
                  <a:lnTo>
                    <a:pt x="768096" y="85394"/>
                  </a:lnTo>
                  <a:lnTo>
                    <a:pt x="799528" y="58077"/>
                  </a:lnTo>
                  <a:lnTo>
                    <a:pt x="836320" y="38163"/>
                  </a:lnTo>
                  <a:lnTo>
                    <a:pt x="877239" y="26695"/>
                  </a:lnTo>
                  <a:lnTo>
                    <a:pt x="921080" y="24726"/>
                  </a:lnTo>
                  <a:lnTo>
                    <a:pt x="964222" y="32791"/>
                  </a:lnTo>
                  <a:lnTo>
                    <a:pt x="1003147" y="49860"/>
                  </a:lnTo>
                  <a:lnTo>
                    <a:pt x="1036789" y="74726"/>
                  </a:lnTo>
                  <a:lnTo>
                    <a:pt x="1064107" y="106159"/>
                  </a:lnTo>
                  <a:lnTo>
                    <a:pt x="1084021" y="142951"/>
                  </a:lnTo>
                  <a:lnTo>
                    <a:pt x="1095489" y="183870"/>
                  </a:lnTo>
                  <a:lnTo>
                    <a:pt x="1097445" y="227711"/>
                  </a:lnTo>
                  <a:lnTo>
                    <a:pt x="1089380" y="270852"/>
                  </a:lnTo>
                  <a:lnTo>
                    <a:pt x="1072311" y="309765"/>
                  </a:lnTo>
                  <a:lnTo>
                    <a:pt x="1047457" y="343420"/>
                  </a:lnTo>
                  <a:lnTo>
                    <a:pt x="1016025" y="370725"/>
                  </a:lnTo>
                  <a:lnTo>
                    <a:pt x="979233" y="390652"/>
                  </a:lnTo>
                  <a:lnTo>
                    <a:pt x="938314" y="402120"/>
                  </a:lnTo>
                  <a:lnTo>
                    <a:pt x="894473" y="404075"/>
                  </a:lnTo>
                  <a:lnTo>
                    <a:pt x="879525" y="402424"/>
                  </a:lnTo>
                  <a:lnTo>
                    <a:pt x="864781" y="399618"/>
                  </a:lnTo>
                  <a:lnTo>
                    <a:pt x="850303" y="395643"/>
                  </a:lnTo>
                  <a:lnTo>
                    <a:pt x="836155" y="390537"/>
                  </a:lnTo>
                  <a:lnTo>
                    <a:pt x="826846" y="413448"/>
                  </a:lnTo>
                  <a:lnTo>
                    <a:pt x="874623" y="426745"/>
                  </a:lnTo>
                  <a:lnTo>
                    <a:pt x="922604" y="428802"/>
                  </a:lnTo>
                  <a:lnTo>
                    <a:pt x="969111" y="420331"/>
                  </a:lnTo>
                  <a:lnTo>
                    <a:pt x="1012469" y="402043"/>
                  </a:lnTo>
                  <a:lnTo>
                    <a:pt x="1050988" y="374637"/>
                  </a:lnTo>
                  <a:lnTo>
                    <a:pt x="1083005" y="338836"/>
                  </a:lnTo>
                  <a:lnTo>
                    <a:pt x="1106817" y="295325"/>
                  </a:lnTo>
                  <a:lnTo>
                    <a:pt x="1120114" y="247561"/>
                  </a:lnTo>
                  <a:lnTo>
                    <a:pt x="1122172" y="199567"/>
                  </a:lnTo>
                  <a:close/>
                </a:path>
              </a:pathLst>
            </a:custGeom>
            <a:solidFill>
              <a:srgbClr val="0070C0">
                <a:alpha val="50199"/>
              </a:srgbClr>
            </a:solidFill>
          </p:spPr>
          <p:txBody>
            <a:bodyPr wrap="square" lIns="0" tIns="0" rIns="0" bIns="0" rtlCol="0"/>
            <a:lstStyle/>
            <a:p>
              <a:endParaRPr/>
            </a:p>
          </p:txBody>
        </p:sp>
        <p:pic>
          <p:nvPicPr>
            <p:cNvPr id="14" name="object 14"/>
            <p:cNvPicPr/>
            <p:nvPr/>
          </p:nvPicPr>
          <p:blipFill>
            <a:blip r:embed="rId10" cstate="print"/>
            <a:stretch>
              <a:fillRect/>
            </a:stretch>
          </p:blipFill>
          <p:spPr>
            <a:xfrm>
              <a:off x="2450591" y="5090160"/>
              <a:ext cx="252983" cy="256032"/>
            </a:xfrm>
            <a:prstGeom prst="rect">
              <a:avLst/>
            </a:prstGeom>
          </p:spPr>
        </p:pic>
      </p:grpSp>
      <p:grpSp>
        <p:nvGrpSpPr>
          <p:cNvPr id="15" name="object 15"/>
          <p:cNvGrpSpPr/>
          <p:nvPr/>
        </p:nvGrpSpPr>
        <p:grpSpPr>
          <a:xfrm>
            <a:off x="4597570" y="3801495"/>
            <a:ext cx="1188085" cy="1186180"/>
            <a:chOff x="4597570" y="3801495"/>
            <a:chExt cx="1188085" cy="1186180"/>
          </a:xfrm>
        </p:grpSpPr>
        <p:pic>
          <p:nvPicPr>
            <p:cNvPr id="16" name="object 16"/>
            <p:cNvPicPr/>
            <p:nvPr/>
          </p:nvPicPr>
          <p:blipFill>
            <a:blip r:embed="rId11" cstate="print"/>
            <a:stretch>
              <a:fillRect/>
            </a:stretch>
          </p:blipFill>
          <p:spPr>
            <a:xfrm>
              <a:off x="4603059" y="3801495"/>
              <a:ext cx="1182552" cy="1185796"/>
            </a:xfrm>
            <a:prstGeom prst="rect">
              <a:avLst/>
            </a:prstGeom>
          </p:spPr>
        </p:pic>
        <p:sp>
          <p:nvSpPr>
            <p:cNvPr id="17" name="object 17"/>
            <p:cNvSpPr/>
            <p:nvPr/>
          </p:nvSpPr>
          <p:spPr>
            <a:xfrm>
              <a:off x="4597565" y="3812997"/>
              <a:ext cx="1162685" cy="1144905"/>
            </a:xfrm>
            <a:custGeom>
              <a:avLst/>
              <a:gdLst/>
              <a:ahLst/>
              <a:cxnLst/>
              <a:rect l="l" t="t" r="r" b="b"/>
              <a:pathLst>
                <a:path w="1162685" h="1144904">
                  <a:moveTo>
                    <a:pt x="502297" y="259308"/>
                  </a:moveTo>
                  <a:lnTo>
                    <a:pt x="472313" y="248805"/>
                  </a:lnTo>
                  <a:lnTo>
                    <a:pt x="472440" y="225945"/>
                  </a:lnTo>
                  <a:lnTo>
                    <a:pt x="470357" y="203238"/>
                  </a:lnTo>
                  <a:lnTo>
                    <a:pt x="459701" y="158877"/>
                  </a:lnTo>
                  <a:lnTo>
                    <a:pt x="439597" y="115379"/>
                  </a:lnTo>
                  <a:lnTo>
                    <a:pt x="412064" y="77901"/>
                  </a:lnTo>
                  <a:lnTo>
                    <a:pt x="378333" y="47040"/>
                  </a:lnTo>
                  <a:lnTo>
                    <a:pt x="339610" y="23380"/>
                  </a:lnTo>
                  <a:lnTo>
                    <a:pt x="297078" y="7505"/>
                  </a:lnTo>
                  <a:lnTo>
                    <a:pt x="251980" y="0"/>
                  </a:lnTo>
                  <a:lnTo>
                    <a:pt x="205511" y="1460"/>
                  </a:lnTo>
                  <a:lnTo>
                    <a:pt x="158877" y="12484"/>
                  </a:lnTo>
                  <a:lnTo>
                    <a:pt x="115379" y="32588"/>
                  </a:lnTo>
                  <a:lnTo>
                    <a:pt x="77901" y="60109"/>
                  </a:lnTo>
                  <a:lnTo>
                    <a:pt x="47040" y="93840"/>
                  </a:lnTo>
                  <a:lnTo>
                    <a:pt x="23380" y="132575"/>
                  </a:lnTo>
                  <a:lnTo>
                    <a:pt x="7505" y="175094"/>
                  </a:lnTo>
                  <a:lnTo>
                    <a:pt x="0" y="220192"/>
                  </a:lnTo>
                  <a:lnTo>
                    <a:pt x="1460" y="266674"/>
                  </a:lnTo>
                  <a:lnTo>
                    <a:pt x="12484" y="313296"/>
                  </a:lnTo>
                  <a:lnTo>
                    <a:pt x="32588" y="356793"/>
                  </a:lnTo>
                  <a:lnTo>
                    <a:pt x="60109" y="394271"/>
                  </a:lnTo>
                  <a:lnTo>
                    <a:pt x="93840" y="425132"/>
                  </a:lnTo>
                  <a:lnTo>
                    <a:pt x="132575" y="448805"/>
                  </a:lnTo>
                  <a:lnTo>
                    <a:pt x="175094" y="464680"/>
                  </a:lnTo>
                  <a:lnTo>
                    <a:pt x="220192" y="472173"/>
                  </a:lnTo>
                  <a:lnTo>
                    <a:pt x="266661" y="470712"/>
                  </a:lnTo>
                  <a:lnTo>
                    <a:pt x="313296" y="459701"/>
                  </a:lnTo>
                  <a:lnTo>
                    <a:pt x="291071" y="395300"/>
                  </a:lnTo>
                  <a:lnTo>
                    <a:pt x="280352" y="398602"/>
                  </a:lnTo>
                  <a:lnTo>
                    <a:pt x="269443" y="401193"/>
                  </a:lnTo>
                  <a:lnTo>
                    <a:pt x="258394" y="403047"/>
                  </a:lnTo>
                  <a:lnTo>
                    <a:pt x="247230" y="404152"/>
                  </a:lnTo>
                  <a:lnTo>
                    <a:pt x="202158" y="401116"/>
                  </a:lnTo>
                  <a:lnTo>
                    <a:pt x="160883" y="386829"/>
                  </a:lnTo>
                  <a:lnTo>
                    <a:pt x="125120" y="362813"/>
                  </a:lnTo>
                  <a:lnTo>
                    <a:pt x="96596" y="330542"/>
                  </a:lnTo>
                  <a:lnTo>
                    <a:pt x="76987" y="291515"/>
                  </a:lnTo>
                  <a:lnTo>
                    <a:pt x="68021" y="247230"/>
                  </a:lnTo>
                  <a:lnTo>
                    <a:pt x="71056" y="202158"/>
                  </a:lnTo>
                  <a:lnTo>
                    <a:pt x="85344" y="160883"/>
                  </a:lnTo>
                  <a:lnTo>
                    <a:pt x="109372" y="125120"/>
                  </a:lnTo>
                  <a:lnTo>
                    <a:pt x="141643" y="96596"/>
                  </a:lnTo>
                  <a:lnTo>
                    <a:pt x="180670" y="76987"/>
                  </a:lnTo>
                  <a:lnTo>
                    <a:pt x="224942" y="68021"/>
                  </a:lnTo>
                  <a:lnTo>
                    <a:pt x="270027" y="71056"/>
                  </a:lnTo>
                  <a:lnTo>
                    <a:pt x="311289" y="85344"/>
                  </a:lnTo>
                  <a:lnTo>
                    <a:pt x="347052" y="109372"/>
                  </a:lnTo>
                  <a:lnTo>
                    <a:pt x="375589" y="141643"/>
                  </a:lnTo>
                  <a:lnTo>
                    <a:pt x="395185" y="180670"/>
                  </a:lnTo>
                  <a:lnTo>
                    <a:pt x="404152" y="224942"/>
                  </a:lnTo>
                  <a:lnTo>
                    <a:pt x="374878" y="214693"/>
                  </a:lnTo>
                  <a:lnTo>
                    <a:pt x="427215" y="303009"/>
                  </a:lnTo>
                  <a:lnTo>
                    <a:pt x="502297" y="259308"/>
                  </a:lnTo>
                  <a:close/>
                </a:path>
                <a:path w="1162685" h="1144904">
                  <a:moveTo>
                    <a:pt x="1162177" y="888771"/>
                  </a:moveTo>
                  <a:lnTo>
                    <a:pt x="1153706" y="843076"/>
                  </a:lnTo>
                  <a:lnTo>
                    <a:pt x="1135786" y="798664"/>
                  </a:lnTo>
                  <a:lnTo>
                    <a:pt x="1109345" y="758736"/>
                  </a:lnTo>
                  <a:lnTo>
                    <a:pt x="1076502" y="725868"/>
                  </a:lnTo>
                  <a:lnTo>
                    <a:pt x="1038504" y="700468"/>
                  </a:lnTo>
                  <a:lnTo>
                    <a:pt x="996670" y="682942"/>
                  </a:lnTo>
                  <a:lnTo>
                    <a:pt x="952258" y="673684"/>
                  </a:lnTo>
                  <a:lnTo>
                    <a:pt x="906576" y="673087"/>
                  </a:lnTo>
                  <a:lnTo>
                    <a:pt x="860882" y="681558"/>
                  </a:lnTo>
                  <a:lnTo>
                    <a:pt x="816483" y="699477"/>
                  </a:lnTo>
                  <a:lnTo>
                    <a:pt x="848067" y="759536"/>
                  </a:lnTo>
                  <a:lnTo>
                    <a:pt x="866394" y="751243"/>
                  </a:lnTo>
                  <a:lnTo>
                    <a:pt x="885520" y="745223"/>
                  </a:lnTo>
                  <a:lnTo>
                    <a:pt x="905230" y="741502"/>
                  </a:lnTo>
                  <a:lnTo>
                    <a:pt x="925309" y="740156"/>
                  </a:lnTo>
                  <a:lnTo>
                    <a:pt x="970165" y="745858"/>
                  </a:lnTo>
                  <a:lnTo>
                    <a:pt x="1010551" y="762558"/>
                  </a:lnTo>
                  <a:lnTo>
                    <a:pt x="1044867" y="788657"/>
                  </a:lnTo>
                  <a:lnTo>
                    <a:pt x="1071473" y="822591"/>
                  </a:lnTo>
                  <a:lnTo>
                    <a:pt x="1088758" y="862736"/>
                  </a:lnTo>
                  <a:lnTo>
                    <a:pt x="1095108" y="907503"/>
                  </a:lnTo>
                  <a:lnTo>
                    <a:pt x="1089406" y="952360"/>
                  </a:lnTo>
                  <a:lnTo>
                    <a:pt x="1072705" y="992746"/>
                  </a:lnTo>
                  <a:lnTo>
                    <a:pt x="1046607" y="1027061"/>
                  </a:lnTo>
                  <a:lnTo>
                    <a:pt x="1012672" y="1053668"/>
                  </a:lnTo>
                  <a:lnTo>
                    <a:pt x="972527" y="1070952"/>
                  </a:lnTo>
                  <a:lnTo>
                    <a:pt x="927760" y="1077302"/>
                  </a:lnTo>
                  <a:lnTo>
                    <a:pt x="882904" y="1071600"/>
                  </a:lnTo>
                  <a:lnTo>
                    <a:pt x="842518" y="1054900"/>
                  </a:lnTo>
                  <a:lnTo>
                    <a:pt x="808202" y="1028801"/>
                  </a:lnTo>
                  <a:lnTo>
                    <a:pt x="781596" y="994867"/>
                  </a:lnTo>
                  <a:lnTo>
                    <a:pt x="764311" y="954722"/>
                  </a:lnTo>
                  <a:lnTo>
                    <a:pt x="757961" y="909955"/>
                  </a:lnTo>
                  <a:lnTo>
                    <a:pt x="786726" y="921969"/>
                  </a:lnTo>
                  <a:lnTo>
                    <a:pt x="739660" y="830745"/>
                  </a:lnTo>
                  <a:lnTo>
                    <a:pt x="662139" y="869975"/>
                  </a:lnTo>
                  <a:lnTo>
                    <a:pt x="691591" y="882256"/>
                  </a:lnTo>
                  <a:lnTo>
                    <a:pt x="690270" y="917549"/>
                  </a:lnTo>
                  <a:lnTo>
                    <a:pt x="703224" y="986396"/>
                  </a:lnTo>
                  <a:lnTo>
                    <a:pt x="743724" y="1058722"/>
                  </a:lnTo>
                  <a:lnTo>
                    <a:pt x="776566" y="1091590"/>
                  </a:lnTo>
                  <a:lnTo>
                    <a:pt x="814565" y="1116977"/>
                  </a:lnTo>
                  <a:lnTo>
                    <a:pt x="856399" y="1134516"/>
                  </a:lnTo>
                  <a:lnTo>
                    <a:pt x="900811" y="1143774"/>
                  </a:lnTo>
                  <a:lnTo>
                    <a:pt x="946492" y="1144371"/>
                  </a:lnTo>
                  <a:lnTo>
                    <a:pt x="992187" y="1135900"/>
                  </a:lnTo>
                  <a:lnTo>
                    <a:pt x="1036599" y="1117981"/>
                  </a:lnTo>
                  <a:lnTo>
                    <a:pt x="1076528" y="1091539"/>
                  </a:lnTo>
                  <a:lnTo>
                    <a:pt x="1109395" y="1058697"/>
                  </a:lnTo>
                  <a:lnTo>
                    <a:pt x="1134783" y="1020699"/>
                  </a:lnTo>
                  <a:lnTo>
                    <a:pt x="1152321" y="978865"/>
                  </a:lnTo>
                  <a:lnTo>
                    <a:pt x="1161580" y="934453"/>
                  </a:lnTo>
                  <a:lnTo>
                    <a:pt x="1162177" y="888771"/>
                  </a:lnTo>
                  <a:close/>
                </a:path>
              </a:pathLst>
            </a:custGeom>
            <a:solidFill>
              <a:srgbClr val="FF0000">
                <a:alpha val="50199"/>
              </a:srgbClr>
            </a:solidFill>
          </p:spPr>
          <p:txBody>
            <a:bodyPr wrap="square" lIns="0" tIns="0" rIns="0" bIns="0" rtlCol="0"/>
            <a:lstStyle/>
            <a:p>
              <a:endParaRPr/>
            </a:p>
          </p:txBody>
        </p:sp>
        <p:sp>
          <p:nvSpPr>
            <p:cNvPr id="18" name="object 18"/>
            <p:cNvSpPr/>
            <p:nvPr/>
          </p:nvSpPr>
          <p:spPr>
            <a:xfrm>
              <a:off x="4622000" y="3846995"/>
              <a:ext cx="1122680" cy="1084580"/>
            </a:xfrm>
            <a:custGeom>
              <a:avLst/>
              <a:gdLst/>
              <a:ahLst/>
              <a:cxnLst/>
              <a:rect l="l" t="t" r="r" b="b"/>
              <a:pathLst>
                <a:path w="1122679" h="1084579">
                  <a:moveTo>
                    <a:pt x="479920" y="843546"/>
                  </a:moveTo>
                  <a:lnTo>
                    <a:pt x="404266" y="800849"/>
                  </a:lnTo>
                  <a:lnTo>
                    <a:pt x="353123" y="889863"/>
                  </a:lnTo>
                  <a:lnTo>
                    <a:pt x="404190" y="871207"/>
                  </a:lnTo>
                  <a:lnTo>
                    <a:pt x="398970" y="914781"/>
                  </a:lnTo>
                  <a:lnTo>
                    <a:pt x="384479" y="954735"/>
                  </a:lnTo>
                  <a:lnTo>
                    <a:pt x="361873" y="989939"/>
                  </a:lnTo>
                  <a:lnTo>
                    <a:pt x="332282" y="1019238"/>
                  </a:lnTo>
                  <a:lnTo>
                    <a:pt x="296875" y="1041527"/>
                  </a:lnTo>
                  <a:lnTo>
                    <a:pt x="256794" y="1055636"/>
                  </a:lnTo>
                  <a:lnTo>
                    <a:pt x="213169" y="1060462"/>
                  </a:lnTo>
                  <a:lnTo>
                    <a:pt x="169595" y="1055243"/>
                  </a:lnTo>
                  <a:lnTo>
                    <a:pt x="129641" y="1040752"/>
                  </a:lnTo>
                  <a:lnTo>
                    <a:pt x="94449" y="1018146"/>
                  </a:lnTo>
                  <a:lnTo>
                    <a:pt x="65138" y="988555"/>
                  </a:lnTo>
                  <a:lnTo>
                    <a:pt x="42862" y="953147"/>
                  </a:lnTo>
                  <a:lnTo>
                    <a:pt x="28740" y="913066"/>
                  </a:lnTo>
                  <a:lnTo>
                    <a:pt x="23914" y="869442"/>
                  </a:lnTo>
                  <a:lnTo>
                    <a:pt x="29146" y="825868"/>
                  </a:lnTo>
                  <a:lnTo>
                    <a:pt x="43637" y="785914"/>
                  </a:lnTo>
                  <a:lnTo>
                    <a:pt x="66243" y="750722"/>
                  </a:lnTo>
                  <a:lnTo>
                    <a:pt x="95821" y="721410"/>
                  </a:lnTo>
                  <a:lnTo>
                    <a:pt x="131229" y="699135"/>
                  </a:lnTo>
                  <a:lnTo>
                    <a:pt x="171310" y="685012"/>
                  </a:lnTo>
                  <a:lnTo>
                    <a:pt x="214934" y="680186"/>
                  </a:lnTo>
                  <a:lnTo>
                    <a:pt x="229958" y="680859"/>
                  </a:lnTo>
                  <a:lnTo>
                    <a:pt x="244856" y="682701"/>
                  </a:lnTo>
                  <a:lnTo>
                    <a:pt x="259562" y="685711"/>
                  </a:lnTo>
                  <a:lnTo>
                    <a:pt x="274002" y="689889"/>
                  </a:lnTo>
                  <a:lnTo>
                    <a:pt x="281800" y="666419"/>
                  </a:lnTo>
                  <a:lnTo>
                    <a:pt x="233260" y="656272"/>
                  </a:lnTo>
                  <a:lnTo>
                    <a:pt x="185242" y="657352"/>
                  </a:lnTo>
                  <a:lnTo>
                    <a:pt x="139382" y="668845"/>
                  </a:lnTo>
                  <a:lnTo>
                    <a:pt x="97320" y="689927"/>
                  </a:lnTo>
                  <a:lnTo>
                    <a:pt x="60667" y="719797"/>
                  </a:lnTo>
                  <a:lnTo>
                    <a:pt x="31064" y="757618"/>
                  </a:lnTo>
                  <a:lnTo>
                    <a:pt x="10147" y="802576"/>
                  </a:lnTo>
                  <a:lnTo>
                    <a:pt x="0" y="851128"/>
                  </a:lnTo>
                  <a:lnTo>
                    <a:pt x="1079" y="899134"/>
                  </a:lnTo>
                  <a:lnTo>
                    <a:pt x="12573" y="944994"/>
                  </a:lnTo>
                  <a:lnTo>
                    <a:pt x="33667" y="987069"/>
                  </a:lnTo>
                  <a:lnTo>
                    <a:pt x="63525" y="1023708"/>
                  </a:lnTo>
                  <a:lnTo>
                    <a:pt x="101346" y="1053312"/>
                  </a:lnTo>
                  <a:lnTo>
                    <a:pt x="146316" y="1074229"/>
                  </a:lnTo>
                  <a:lnTo>
                    <a:pt x="194856" y="1084376"/>
                  </a:lnTo>
                  <a:lnTo>
                    <a:pt x="242862" y="1083297"/>
                  </a:lnTo>
                  <a:lnTo>
                    <a:pt x="288721" y="1071803"/>
                  </a:lnTo>
                  <a:lnTo>
                    <a:pt x="330796" y="1050721"/>
                  </a:lnTo>
                  <a:lnTo>
                    <a:pt x="367436" y="1020864"/>
                  </a:lnTo>
                  <a:lnTo>
                    <a:pt x="397040" y="983030"/>
                  </a:lnTo>
                  <a:lnTo>
                    <a:pt x="417957" y="938072"/>
                  </a:lnTo>
                  <a:lnTo>
                    <a:pt x="426770" y="900633"/>
                  </a:lnTo>
                  <a:lnTo>
                    <a:pt x="428764" y="862228"/>
                  </a:lnTo>
                  <a:lnTo>
                    <a:pt x="479920" y="843546"/>
                  </a:lnTo>
                  <a:close/>
                </a:path>
                <a:path w="1122679" h="1084579">
                  <a:moveTo>
                    <a:pt x="1122184" y="199567"/>
                  </a:moveTo>
                  <a:lnTo>
                    <a:pt x="1113713" y="153060"/>
                  </a:lnTo>
                  <a:lnTo>
                    <a:pt x="1095425" y="109702"/>
                  </a:lnTo>
                  <a:lnTo>
                    <a:pt x="1068019" y="71183"/>
                  </a:lnTo>
                  <a:lnTo>
                    <a:pt x="1032217" y="39166"/>
                  </a:lnTo>
                  <a:lnTo>
                    <a:pt x="988707" y="15354"/>
                  </a:lnTo>
                  <a:lnTo>
                    <a:pt x="940943" y="2057"/>
                  </a:lnTo>
                  <a:lnTo>
                    <a:pt x="892949" y="0"/>
                  </a:lnTo>
                  <a:lnTo>
                    <a:pt x="846442" y="8470"/>
                  </a:lnTo>
                  <a:lnTo>
                    <a:pt x="803084" y="26758"/>
                  </a:lnTo>
                  <a:lnTo>
                    <a:pt x="764565" y="54165"/>
                  </a:lnTo>
                  <a:lnTo>
                    <a:pt x="732561" y="89966"/>
                  </a:lnTo>
                  <a:lnTo>
                    <a:pt x="708748" y="133464"/>
                  </a:lnTo>
                  <a:lnTo>
                    <a:pt x="697509" y="170243"/>
                  </a:lnTo>
                  <a:lnTo>
                    <a:pt x="693000" y="208445"/>
                  </a:lnTo>
                  <a:lnTo>
                    <a:pt x="640727" y="223735"/>
                  </a:lnTo>
                  <a:lnTo>
                    <a:pt x="713435" y="271284"/>
                  </a:lnTo>
                  <a:lnTo>
                    <a:pt x="770293" y="185813"/>
                  </a:lnTo>
                  <a:lnTo>
                    <a:pt x="718108" y="201091"/>
                  </a:lnTo>
                  <a:lnTo>
                    <a:pt x="726173" y="157949"/>
                  </a:lnTo>
                  <a:lnTo>
                    <a:pt x="743242" y="119037"/>
                  </a:lnTo>
                  <a:lnTo>
                    <a:pt x="768108" y="85382"/>
                  </a:lnTo>
                  <a:lnTo>
                    <a:pt x="799541" y="58077"/>
                  </a:lnTo>
                  <a:lnTo>
                    <a:pt x="836333" y="38150"/>
                  </a:lnTo>
                  <a:lnTo>
                    <a:pt x="877252" y="26682"/>
                  </a:lnTo>
                  <a:lnTo>
                    <a:pt x="921092" y="24726"/>
                  </a:lnTo>
                  <a:lnTo>
                    <a:pt x="964234" y="32791"/>
                  </a:lnTo>
                  <a:lnTo>
                    <a:pt x="1003147" y="49860"/>
                  </a:lnTo>
                  <a:lnTo>
                    <a:pt x="1036802" y="74726"/>
                  </a:lnTo>
                  <a:lnTo>
                    <a:pt x="1064107" y="106159"/>
                  </a:lnTo>
                  <a:lnTo>
                    <a:pt x="1084033" y="142938"/>
                  </a:lnTo>
                  <a:lnTo>
                    <a:pt x="1095502" y="183870"/>
                  </a:lnTo>
                  <a:lnTo>
                    <a:pt x="1097457" y="227711"/>
                  </a:lnTo>
                  <a:lnTo>
                    <a:pt x="1089393" y="270840"/>
                  </a:lnTo>
                  <a:lnTo>
                    <a:pt x="1072324" y="309765"/>
                  </a:lnTo>
                  <a:lnTo>
                    <a:pt x="1047457" y="343408"/>
                  </a:lnTo>
                  <a:lnTo>
                    <a:pt x="1016025" y="370725"/>
                  </a:lnTo>
                  <a:lnTo>
                    <a:pt x="979246" y="390639"/>
                  </a:lnTo>
                  <a:lnTo>
                    <a:pt x="938314" y="402107"/>
                  </a:lnTo>
                  <a:lnTo>
                    <a:pt x="894473" y="404063"/>
                  </a:lnTo>
                  <a:lnTo>
                    <a:pt x="879525" y="402424"/>
                  </a:lnTo>
                  <a:lnTo>
                    <a:pt x="864781" y="399605"/>
                  </a:lnTo>
                  <a:lnTo>
                    <a:pt x="850315" y="395643"/>
                  </a:lnTo>
                  <a:lnTo>
                    <a:pt x="836168" y="390537"/>
                  </a:lnTo>
                  <a:lnTo>
                    <a:pt x="826858" y="413435"/>
                  </a:lnTo>
                  <a:lnTo>
                    <a:pt x="874636" y="426732"/>
                  </a:lnTo>
                  <a:lnTo>
                    <a:pt x="922616" y="428802"/>
                  </a:lnTo>
                  <a:lnTo>
                    <a:pt x="969124" y="420331"/>
                  </a:lnTo>
                  <a:lnTo>
                    <a:pt x="1012482" y="402043"/>
                  </a:lnTo>
                  <a:lnTo>
                    <a:pt x="1051001" y="374637"/>
                  </a:lnTo>
                  <a:lnTo>
                    <a:pt x="1083005" y="338823"/>
                  </a:lnTo>
                  <a:lnTo>
                    <a:pt x="1106830" y="295325"/>
                  </a:lnTo>
                  <a:lnTo>
                    <a:pt x="1120127" y="247548"/>
                  </a:lnTo>
                  <a:lnTo>
                    <a:pt x="1122184" y="199567"/>
                  </a:lnTo>
                  <a:close/>
                </a:path>
              </a:pathLst>
            </a:custGeom>
            <a:solidFill>
              <a:srgbClr val="0070C0">
                <a:alpha val="50199"/>
              </a:srgbClr>
            </a:solidFill>
          </p:spPr>
          <p:txBody>
            <a:bodyPr wrap="square" lIns="0" tIns="0" rIns="0" bIns="0" rtlCol="0"/>
            <a:lstStyle/>
            <a:p>
              <a:endParaRPr/>
            </a:p>
          </p:txBody>
        </p:sp>
        <p:pic>
          <p:nvPicPr>
            <p:cNvPr id="19" name="object 19"/>
            <p:cNvPicPr/>
            <p:nvPr/>
          </p:nvPicPr>
          <p:blipFill>
            <a:blip r:embed="rId12" cstate="print"/>
            <a:stretch>
              <a:fillRect/>
            </a:stretch>
          </p:blipFill>
          <p:spPr>
            <a:xfrm>
              <a:off x="5065775" y="4267200"/>
              <a:ext cx="240791" cy="252983"/>
            </a:xfrm>
            <a:prstGeom prst="rect">
              <a:avLst/>
            </a:prstGeom>
          </p:spPr>
        </p:pic>
        <p:sp>
          <p:nvSpPr>
            <p:cNvPr id="20" name="object 20"/>
            <p:cNvSpPr/>
            <p:nvPr/>
          </p:nvSpPr>
          <p:spPr>
            <a:xfrm>
              <a:off x="4922747" y="4166987"/>
              <a:ext cx="481965" cy="434340"/>
            </a:xfrm>
            <a:custGeom>
              <a:avLst/>
              <a:gdLst/>
              <a:ahLst/>
              <a:cxnLst/>
              <a:rect l="l" t="t" r="r" b="b"/>
              <a:pathLst>
                <a:path w="481964" h="434339">
                  <a:moveTo>
                    <a:pt x="274234" y="0"/>
                  </a:moveTo>
                  <a:lnTo>
                    <a:pt x="225787" y="3273"/>
                  </a:lnTo>
                  <a:lnTo>
                    <a:pt x="179993" y="16964"/>
                  </a:lnTo>
                  <a:lnTo>
                    <a:pt x="138461" y="40173"/>
                  </a:lnTo>
                  <a:lnTo>
                    <a:pt x="102802" y="72001"/>
                  </a:lnTo>
                  <a:lnTo>
                    <a:pt x="74625" y="111548"/>
                  </a:lnTo>
                  <a:lnTo>
                    <a:pt x="55540" y="157913"/>
                  </a:lnTo>
                  <a:lnTo>
                    <a:pt x="48353" y="196025"/>
                  </a:lnTo>
                  <a:lnTo>
                    <a:pt x="47337" y="215390"/>
                  </a:lnTo>
                  <a:lnTo>
                    <a:pt x="48056" y="234807"/>
                  </a:lnTo>
                  <a:lnTo>
                    <a:pt x="0" y="254601"/>
                  </a:lnTo>
                  <a:lnTo>
                    <a:pt x="77327" y="294191"/>
                  </a:lnTo>
                  <a:lnTo>
                    <a:pt x="124825" y="203186"/>
                  </a:lnTo>
                  <a:lnTo>
                    <a:pt x="76895" y="222929"/>
                  </a:lnTo>
                  <a:lnTo>
                    <a:pt x="82042" y="172829"/>
                  </a:lnTo>
                  <a:lnTo>
                    <a:pt x="99561" y="127407"/>
                  </a:lnTo>
                  <a:lnTo>
                    <a:pt x="127720" y="88509"/>
                  </a:lnTo>
                  <a:lnTo>
                    <a:pt x="164787" y="57978"/>
                  </a:lnTo>
                  <a:lnTo>
                    <a:pt x="209027" y="37660"/>
                  </a:lnTo>
                  <a:lnTo>
                    <a:pt x="258709" y="29398"/>
                  </a:lnTo>
                  <a:lnTo>
                    <a:pt x="308809" y="34545"/>
                  </a:lnTo>
                  <a:lnTo>
                    <a:pt x="354230" y="52064"/>
                  </a:lnTo>
                  <a:lnTo>
                    <a:pt x="393129" y="80223"/>
                  </a:lnTo>
                  <a:lnTo>
                    <a:pt x="423660" y="117290"/>
                  </a:lnTo>
                  <a:lnTo>
                    <a:pt x="443978" y="161530"/>
                  </a:lnTo>
                  <a:lnTo>
                    <a:pt x="452239" y="211212"/>
                  </a:lnTo>
                  <a:lnTo>
                    <a:pt x="447093" y="261312"/>
                  </a:lnTo>
                  <a:lnTo>
                    <a:pt x="429573" y="306733"/>
                  </a:lnTo>
                  <a:lnTo>
                    <a:pt x="401414" y="345632"/>
                  </a:lnTo>
                  <a:lnTo>
                    <a:pt x="364348" y="376163"/>
                  </a:lnTo>
                  <a:lnTo>
                    <a:pt x="320107" y="396481"/>
                  </a:lnTo>
                  <a:lnTo>
                    <a:pt x="270426" y="404742"/>
                  </a:lnTo>
                  <a:lnTo>
                    <a:pt x="256008" y="404638"/>
                  </a:lnTo>
                  <a:lnTo>
                    <a:pt x="241662" y="403431"/>
                  </a:lnTo>
                  <a:lnTo>
                    <a:pt x="227450" y="401128"/>
                  </a:lnTo>
                  <a:lnTo>
                    <a:pt x="213436" y="397738"/>
                  </a:lnTo>
                  <a:lnTo>
                    <a:pt x="205411" y="426097"/>
                  </a:lnTo>
                  <a:lnTo>
                    <a:pt x="254901" y="434141"/>
                  </a:lnTo>
                  <a:lnTo>
                    <a:pt x="303348" y="430867"/>
                  </a:lnTo>
                  <a:lnTo>
                    <a:pt x="349142" y="417176"/>
                  </a:lnTo>
                  <a:lnTo>
                    <a:pt x="390673" y="393967"/>
                  </a:lnTo>
                  <a:lnTo>
                    <a:pt x="426332" y="362139"/>
                  </a:lnTo>
                  <a:lnTo>
                    <a:pt x="454509" y="322593"/>
                  </a:lnTo>
                  <a:lnTo>
                    <a:pt x="473594" y="276228"/>
                  </a:lnTo>
                  <a:lnTo>
                    <a:pt x="481638" y="226737"/>
                  </a:lnTo>
                  <a:lnTo>
                    <a:pt x="478364" y="178290"/>
                  </a:lnTo>
                  <a:lnTo>
                    <a:pt x="464673" y="132496"/>
                  </a:lnTo>
                  <a:lnTo>
                    <a:pt x="441464" y="90964"/>
                  </a:lnTo>
                  <a:lnTo>
                    <a:pt x="409637" y="55305"/>
                  </a:lnTo>
                  <a:lnTo>
                    <a:pt x="370090" y="27128"/>
                  </a:lnTo>
                  <a:lnTo>
                    <a:pt x="323725" y="8043"/>
                  </a:lnTo>
                  <a:lnTo>
                    <a:pt x="274234" y="0"/>
                  </a:lnTo>
                  <a:close/>
                </a:path>
              </a:pathLst>
            </a:custGeom>
            <a:solidFill>
              <a:srgbClr val="000000">
                <a:alpha val="50199"/>
              </a:srgbClr>
            </a:solidFill>
          </p:spPr>
          <p:txBody>
            <a:bodyPr wrap="square" lIns="0" tIns="0" rIns="0" bIns="0" rtlCol="0"/>
            <a:lstStyle/>
            <a:p>
              <a:endParaRPr/>
            </a:p>
          </p:txBody>
        </p:sp>
      </p:grpSp>
      <p:grpSp>
        <p:nvGrpSpPr>
          <p:cNvPr id="21" name="object 21"/>
          <p:cNvGrpSpPr/>
          <p:nvPr/>
        </p:nvGrpSpPr>
        <p:grpSpPr>
          <a:xfrm>
            <a:off x="7245095" y="3755135"/>
            <a:ext cx="1191895" cy="1219200"/>
            <a:chOff x="7245095" y="3755135"/>
            <a:chExt cx="1191895" cy="1219200"/>
          </a:xfrm>
        </p:grpSpPr>
        <p:pic>
          <p:nvPicPr>
            <p:cNvPr id="22" name="object 22"/>
            <p:cNvPicPr/>
            <p:nvPr/>
          </p:nvPicPr>
          <p:blipFill>
            <a:blip r:embed="rId13" cstate="print"/>
            <a:stretch>
              <a:fillRect/>
            </a:stretch>
          </p:blipFill>
          <p:spPr>
            <a:xfrm>
              <a:off x="7245095" y="3755135"/>
              <a:ext cx="1191768" cy="1219200"/>
            </a:xfrm>
            <a:prstGeom prst="rect">
              <a:avLst/>
            </a:prstGeom>
          </p:spPr>
        </p:pic>
        <p:sp>
          <p:nvSpPr>
            <p:cNvPr id="23" name="object 23"/>
            <p:cNvSpPr/>
            <p:nvPr/>
          </p:nvSpPr>
          <p:spPr>
            <a:xfrm>
              <a:off x="7275652" y="3807523"/>
              <a:ext cx="1136650" cy="1118870"/>
            </a:xfrm>
            <a:custGeom>
              <a:avLst/>
              <a:gdLst/>
              <a:ahLst/>
              <a:cxnLst/>
              <a:rect l="l" t="t" r="r" b="b"/>
              <a:pathLst>
                <a:path w="1136650" h="1118870">
                  <a:moveTo>
                    <a:pt x="479983" y="237477"/>
                  </a:moveTo>
                  <a:lnTo>
                    <a:pt x="428599" y="219392"/>
                  </a:lnTo>
                  <a:lnTo>
                    <a:pt x="428244" y="200126"/>
                  </a:lnTo>
                  <a:lnTo>
                    <a:pt x="426161" y="181013"/>
                  </a:lnTo>
                  <a:lnTo>
                    <a:pt x="416915" y="143687"/>
                  </a:lnTo>
                  <a:lnTo>
                    <a:pt x="395465" y="98971"/>
                  </a:lnTo>
                  <a:lnTo>
                    <a:pt x="365429" y="61493"/>
                  </a:lnTo>
                  <a:lnTo>
                    <a:pt x="328434" y="32067"/>
                  </a:lnTo>
                  <a:lnTo>
                    <a:pt x="286118" y="11480"/>
                  </a:lnTo>
                  <a:lnTo>
                    <a:pt x="240131" y="520"/>
                  </a:lnTo>
                  <a:lnTo>
                    <a:pt x="192100" y="0"/>
                  </a:lnTo>
                  <a:lnTo>
                    <a:pt x="143687" y="10718"/>
                  </a:lnTo>
                  <a:lnTo>
                    <a:pt x="98971" y="32169"/>
                  </a:lnTo>
                  <a:lnTo>
                    <a:pt x="61493" y="62204"/>
                  </a:lnTo>
                  <a:lnTo>
                    <a:pt x="32067" y="99199"/>
                  </a:lnTo>
                  <a:lnTo>
                    <a:pt x="11468" y="141516"/>
                  </a:lnTo>
                  <a:lnTo>
                    <a:pt x="520" y="187502"/>
                  </a:lnTo>
                  <a:lnTo>
                    <a:pt x="0" y="235521"/>
                  </a:lnTo>
                  <a:lnTo>
                    <a:pt x="10718" y="283946"/>
                  </a:lnTo>
                  <a:lnTo>
                    <a:pt x="32156" y="328663"/>
                  </a:lnTo>
                  <a:lnTo>
                    <a:pt x="62204" y="366128"/>
                  </a:lnTo>
                  <a:lnTo>
                    <a:pt x="99199" y="395566"/>
                  </a:lnTo>
                  <a:lnTo>
                    <a:pt x="141516" y="416153"/>
                  </a:lnTo>
                  <a:lnTo>
                    <a:pt x="187502" y="427113"/>
                  </a:lnTo>
                  <a:lnTo>
                    <a:pt x="235521" y="427621"/>
                  </a:lnTo>
                  <a:lnTo>
                    <a:pt x="283946" y="416915"/>
                  </a:lnTo>
                  <a:lnTo>
                    <a:pt x="275869" y="393534"/>
                  </a:lnTo>
                  <a:lnTo>
                    <a:pt x="261480" y="397878"/>
                  </a:lnTo>
                  <a:lnTo>
                    <a:pt x="246811" y="401066"/>
                  </a:lnTo>
                  <a:lnTo>
                    <a:pt x="231940" y="403085"/>
                  </a:lnTo>
                  <a:lnTo>
                    <a:pt x="216928" y="403923"/>
                  </a:lnTo>
                  <a:lnTo>
                    <a:pt x="173253" y="399618"/>
                  </a:lnTo>
                  <a:lnTo>
                    <a:pt x="133007" y="385965"/>
                  </a:lnTo>
                  <a:lnTo>
                    <a:pt x="97332" y="364109"/>
                  </a:lnTo>
                  <a:lnTo>
                    <a:pt x="67411" y="335153"/>
                  </a:lnTo>
                  <a:lnTo>
                    <a:pt x="44399" y="300215"/>
                  </a:lnTo>
                  <a:lnTo>
                    <a:pt x="29438" y="260438"/>
                  </a:lnTo>
                  <a:lnTo>
                    <a:pt x="23698" y="216928"/>
                  </a:lnTo>
                  <a:lnTo>
                    <a:pt x="28016" y="173253"/>
                  </a:lnTo>
                  <a:lnTo>
                    <a:pt x="41656" y="133007"/>
                  </a:lnTo>
                  <a:lnTo>
                    <a:pt x="63525" y="97332"/>
                  </a:lnTo>
                  <a:lnTo>
                    <a:pt x="92481" y="67411"/>
                  </a:lnTo>
                  <a:lnTo>
                    <a:pt x="127419" y="44399"/>
                  </a:lnTo>
                  <a:lnTo>
                    <a:pt x="167195" y="29438"/>
                  </a:lnTo>
                  <a:lnTo>
                    <a:pt x="210705" y="23698"/>
                  </a:lnTo>
                  <a:lnTo>
                    <a:pt x="254381" y="28016"/>
                  </a:lnTo>
                  <a:lnTo>
                    <a:pt x="294627" y="41656"/>
                  </a:lnTo>
                  <a:lnTo>
                    <a:pt x="330288" y="63525"/>
                  </a:lnTo>
                  <a:lnTo>
                    <a:pt x="360210" y="92481"/>
                  </a:lnTo>
                  <a:lnTo>
                    <a:pt x="383235" y="127419"/>
                  </a:lnTo>
                  <a:lnTo>
                    <a:pt x="398195" y="167195"/>
                  </a:lnTo>
                  <a:lnTo>
                    <a:pt x="403923" y="210705"/>
                  </a:lnTo>
                  <a:lnTo>
                    <a:pt x="352640" y="192646"/>
                  </a:lnTo>
                  <a:lnTo>
                    <a:pt x="404825" y="281051"/>
                  </a:lnTo>
                  <a:lnTo>
                    <a:pt x="479983" y="237477"/>
                  </a:lnTo>
                  <a:close/>
                </a:path>
                <a:path w="1136650" h="1118870">
                  <a:moveTo>
                    <a:pt x="1136497" y="866787"/>
                  </a:moveTo>
                  <a:lnTo>
                    <a:pt x="1128153" y="821753"/>
                  </a:lnTo>
                  <a:lnTo>
                    <a:pt x="1110488" y="777989"/>
                  </a:lnTo>
                  <a:lnTo>
                    <a:pt x="1084440" y="738632"/>
                  </a:lnTo>
                  <a:lnTo>
                    <a:pt x="1052055" y="706234"/>
                  </a:lnTo>
                  <a:lnTo>
                    <a:pt x="1014615" y="681202"/>
                  </a:lnTo>
                  <a:lnTo>
                    <a:pt x="973378" y="663930"/>
                  </a:lnTo>
                  <a:lnTo>
                    <a:pt x="929614" y="654799"/>
                  </a:lnTo>
                  <a:lnTo>
                    <a:pt x="884593" y="654215"/>
                  </a:lnTo>
                  <a:lnTo>
                    <a:pt x="839558" y="662559"/>
                  </a:lnTo>
                  <a:lnTo>
                    <a:pt x="795794" y="680224"/>
                  </a:lnTo>
                  <a:lnTo>
                    <a:pt x="824204" y="734237"/>
                  </a:lnTo>
                  <a:lnTo>
                    <a:pt x="843076" y="725716"/>
                  </a:lnTo>
                  <a:lnTo>
                    <a:pt x="862761" y="719556"/>
                  </a:lnTo>
                  <a:lnTo>
                    <a:pt x="883043" y="715784"/>
                  </a:lnTo>
                  <a:lnTo>
                    <a:pt x="903706" y="714463"/>
                  </a:lnTo>
                  <a:lnTo>
                    <a:pt x="949452" y="720471"/>
                  </a:lnTo>
                  <a:lnTo>
                    <a:pt x="990587" y="737666"/>
                  </a:lnTo>
                  <a:lnTo>
                    <a:pt x="1025486" y="764451"/>
                  </a:lnTo>
                  <a:lnTo>
                    <a:pt x="1052487" y="799172"/>
                  </a:lnTo>
                  <a:lnTo>
                    <a:pt x="1069949" y="840193"/>
                  </a:lnTo>
                  <a:lnTo>
                    <a:pt x="1076248" y="885901"/>
                  </a:lnTo>
                  <a:lnTo>
                    <a:pt x="1070254" y="931646"/>
                  </a:lnTo>
                  <a:lnTo>
                    <a:pt x="1053045" y="972781"/>
                  </a:lnTo>
                  <a:lnTo>
                    <a:pt x="1026261" y="1007681"/>
                  </a:lnTo>
                  <a:lnTo>
                    <a:pt x="991539" y="1034681"/>
                  </a:lnTo>
                  <a:lnTo>
                    <a:pt x="950518" y="1052156"/>
                  </a:lnTo>
                  <a:lnTo>
                    <a:pt x="904811" y="1058443"/>
                  </a:lnTo>
                  <a:lnTo>
                    <a:pt x="859078" y="1052449"/>
                  </a:lnTo>
                  <a:lnTo>
                    <a:pt x="817930" y="1035240"/>
                  </a:lnTo>
                  <a:lnTo>
                    <a:pt x="783043" y="1008456"/>
                  </a:lnTo>
                  <a:lnTo>
                    <a:pt x="756031" y="973734"/>
                  </a:lnTo>
                  <a:lnTo>
                    <a:pt x="738568" y="932713"/>
                  </a:lnTo>
                  <a:lnTo>
                    <a:pt x="732269" y="887006"/>
                  </a:lnTo>
                  <a:lnTo>
                    <a:pt x="764514" y="900303"/>
                  </a:lnTo>
                  <a:lnTo>
                    <a:pt x="717042" y="809282"/>
                  </a:lnTo>
                  <a:lnTo>
                    <a:pt x="639699" y="848855"/>
                  </a:lnTo>
                  <a:lnTo>
                    <a:pt x="672503" y="862368"/>
                  </a:lnTo>
                  <a:lnTo>
                    <a:pt x="671474" y="896658"/>
                  </a:lnTo>
                  <a:lnTo>
                    <a:pt x="684339" y="963472"/>
                  </a:lnTo>
                  <a:lnTo>
                    <a:pt x="724090" y="1034288"/>
                  </a:lnTo>
                  <a:lnTo>
                    <a:pt x="756462" y="1066673"/>
                  </a:lnTo>
                  <a:lnTo>
                    <a:pt x="793902" y="1091704"/>
                  </a:lnTo>
                  <a:lnTo>
                    <a:pt x="835139" y="1108976"/>
                  </a:lnTo>
                  <a:lnTo>
                    <a:pt x="878903" y="1118108"/>
                  </a:lnTo>
                  <a:lnTo>
                    <a:pt x="923937" y="1118692"/>
                  </a:lnTo>
                  <a:lnTo>
                    <a:pt x="968959" y="1110348"/>
                  </a:lnTo>
                  <a:lnTo>
                    <a:pt x="1012736" y="1092682"/>
                  </a:lnTo>
                  <a:lnTo>
                    <a:pt x="1052093" y="1066634"/>
                  </a:lnTo>
                  <a:lnTo>
                    <a:pt x="1084478" y="1034249"/>
                  </a:lnTo>
                  <a:lnTo>
                    <a:pt x="1109510" y="996810"/>
                  </a:lnTo>
                  <a:lnTo>
                    <a:pt x="1126782" y="955573"/>
                  </a:lnTo>
                  <a:lnTo>
                    <a:pt x="1135913" y="911809"/>
                  </a:lnTo>
                  <a:lnTo>
                    <a:pt x="1136497" y="866787"/>
                  </a:lnTo>
                  <a:close/>
                </a:path>
              </a:pathLst>
            </a:custGeom>
            <a:solidFill>
              <a:srgbClr val="FF0000">
                <a:alpha val="50199"/>
              </a:srgbClr>
            </a:solidFill>
          </p:spPr>
          <p:txBody>
            <a:bodyPr wrap="square" lIns="0" tIns="0" rIns="0" bIns="0" rtlCol="0"/>
            <a:lstStyle/>
            <a:p>
              <a:endParaRPr/>
            </a:p>
          </p:txBody>
        </p:sp>
        <p:sp>
          <p:nvSpPr>
            <p:cNvPr id="24" name="object 24"/>
            <p:cNvSpPr/>
            <p:nvPr/>
          </p:nvSpPr>
          <p:spPr>
            <a:xfrm>
              <a:off x="7258773" y="3819245"/>
              <a:ext cx="1141730" cy="1103630"/>
            </a:xfrm>
            <a:custGeom>
              <a:avLst/>
              <a:gdLst/>
              <a:ahLst/>
              <a:cxnLst/>
              <a:rect l="l" t="t" r="r" b="b"/>
              <a:pathLst>
                <a:path w="1141729" h="1103629">
                  <a:moveTo>
                    <a:pt x="500189" y="862164"/>
                  </a:moveTo>
                  <a:lnTo>
                    <a:pt x="427685" y="814298"/>
                  </a:lnTo>
                  <a:lnTo>
                    <a:pt x="370459" y="899515"/>
                  </a:lnTo>
                  <a:lnTo>
                    <a:pt x="403186" y="890092"/>
                  </a:lnTo>
                  <a:lnTo>
                    <a:pt x="391845" y="934605"/>
                  </a:lnTo>
                  <a:lnTo>
                    <a:pt x="369989" y="973239"/>
                  </a:lnTo>
                  <a:lnTo>
                    <a:pt x="339394" y="1004582"/>
                  </a:lnTo>
                  <a:lnTo>
                    <a:pt x="301879" y="1027176"/>
                  </a:lnTo>
                  <a:lnTo>
                    <a:pt x="259245" y="1039596"/>
                  </a:lnTo>
                  <a:lnTo>
                    <a:pt x="213334" y="1040422"/>
                  </a:lnTo>
                  <a:lnTo>
                    <a:pt x="168821" y="1029093"/>
                  </a:lnTo>
                  <a:lnTo>
                    <a:pt x="130175" y="1007224"/>
                  </a:lnTo>
                  <a:lnTo>
                    <a:pt x="98844" y="976630"/>
                  </a:lnTo>
                  <a:lnTo>
                    <a:pt x="76250" y="939114"/>
                  </a:lnTo>
                  <a:lnTo>
                    <a:pt x="63830" y="896493"/>
                  </a:lnTo>
                  <a:lnTo>
                    <a:pt x="63004" y="850569"/>
                  </a:lnTo>
                  <a:lnTo>
                    <a:pt x="74333" y="806056"/>
                  </a:lnTo>
                  <a:lnTo>
                    <a:pt x="96202" y="767410"/>
                  </a:lnTo>
                  <a:lnTo>
                    <a:pt x="126796" y="736079"/>
                  </a:lnTo>
                  <a:lnTo>
                    <a:pt x="164312" y="713486"/>
                  </a:lnTo>
                  <a:lnTo>
                    <a:pt x="206933" y="701065"/>
                  </a:lnTo>
                  <a:lnTo>
                    <a:pt x="252857" y="700239"/>
                  </a:lnTo>
                  <a:lnTo>
                    <a:pt x="261556" y="701471"/>
                  </a:lnTo>
                  <a:lnTo>
                    <a:pt x="270167" y="703160"/>
                  </a:lnTo>
                  <a:lnTo>
                    <a:pt x="278676" y="705281"/>
                  </a:lnTo>
                  <a:lnTo>
                    <a:pt x="287083" y="707834"/>
                  </a:lnTo>
                  <a:lnTo>
                    <a:pt x="306793" y="648487"/>
                  </a:lnTo>
                  <a:lnTo>
                    <a:pt x="260591" y="638136"/>
                  </a:lnTo>
                  <a:lnTo>
                    <a:pt x="214655" y="637235"/>
                  </a:lnTo>
                  <a:lnTo>
                    <a:pt x="170180" y="645160"/>
                  </a:lnTo>
                  <a:lnTo>
                    <a:pt x="128346" y="661352"/>
                  </a:lnTo>
                  <a:lnTo>
                    <a:pt x="90347" y="685177"/>
                  </a:lnTo>
                  <a:lnTo>
                    <a:pt x="57365" y="716064"/>
                  </a:lnTo>
                  <a:lnTo>
                    <a:pt x="30607" y="753414"/>
                  </a:lnTo>
                  <a:lnTo>
                    <a:pt x="11252" y="796620"/>
                  </a:lnTo>
                  <a:lnTo>
                    <a:pt x="901" y="842835"/>
                  </a:lnTo>
                  <a:lnTo>
                    <a:pt x="0" y="888771"/>
                  </a:lnTo>
                  <a:lnTo>
                    <a:pt x="7924" y="933246"/>
                  </a:lnTo>
                  <a:lnTo>
                    <a:pt x="24104" y="975080"/>
                  </a:lnTo>
                  <a:lnTo>
                    <a:pt x="47942" y="1013079"/>
                  </a:lnTo>
                  <a:lnTo>
                    <a:pt x="78828" y="1046048"/>
                  </a:lnTo>
                  <a:lnTo>
                    <a:pt x="116179" y="1072807"/>
                  </a:lnTo>
                  <a:lnTo>
                    <a:pt x="159385" y="1092174"/>
                  </a:lnTo>
                  <a:lnTo>
                    <a:pt x="205600" y="1102525"/>
                  </a:lnTo>
                  <a:lnTo>
                    <a:pt x="251536" y="1103426"/>
                  </a:lnTo>
                  <a:lnTo>
                    <a:pt x="296011" y="1095489"/>
                  </a:lnTo>
                  <a:lnTo>
                    <a:pt x="337845" y="1079309"/>
                  </a:lnTo>
                  <a:lnTo>
                    <a:pt x="375843" y="1055484"/>
                  </a:lnTo>
                  <a:lnTo>
                    <a:pt x="408813" y="1024597"/>
                  </a:lnTo>
                  <a:lnTo>
                    <a:pt x="435571" y="987247"/>
                  </a:lnTo>
                  <a:lnTo>
                    <a:pt x="454939" y="944029"/>
                  </a:lnTo>
                  <a:lnTo>
                    <a:pt x="466013" y="890143"/>
                  </a:lnTo>
                  <a:lnTo>
                    <a:pt x="466852" y="871766"/>
                  </a:lnTo>
                  <a:lnTo>
                    <a:pt x="500189" y="862164"/>
                  </a:lnTo>
                  <a:close/>
                </a:path>
                <a:path w="1141729" h="1103629">
                  <a:moveTo>
                    <a:pt x="1141222" y="199567"/>
                  </a:moveTo>
                  <a:lnTo>
                    <a:pt x="1132751" y="153060"/>
                  </a:lnTo>
                  <a:lnTo>
                    <a:pt x="1114463" y="109702"/>
                  </a:lnTo>
                  <a:lnTo>
                    <a:pt x="1087056" y="71183"/>
                  </a:lnTo>
                  <a:lnTo>
                    <a:pt x="1051255" y="39179"/>
                  </a:lnTo>
                  <a:lnTo>
                    <a:pt x="1007757" y="15367"/>
                  </a:lnTo>
                  <a:lnTo>
                    <a:pt x="959980" y="2057"/>
                  </a:lnTo>
                  <a:lnTo>
                    <a:pt x="911987" y="0"/>
                  </a:lnTo>
                  <a:lnTo>
                    <a:pt x="865479" y="8470"/>
                  </a:lnTo>
                  <a:lnTo>
                    <a:pt x="822121" y="26758"/>
                  </a:lnTo>
                  <a:lnTo>
                    <a:pt x="783602" y="54165"/>
                  </a:lnTo>
                  <a:lnTo>
                    <a:pt x="751598" y="89966"/>
                  </a:lnTo>
                  <a:lnTo>
                    <a:pt x="727786" y="133477"/>
                  </a:lnTo>
                  <a:lnTo>
                    <a:pt x="716546" y="170256"/>
                  </a:lnTo>
                  <a:lnTo>
                    <a:pt x="712038" y="208445"/>
                  </a:lnTo>
                  <a:lnTo>
                    <a:pt x="659765" y="223748"/>
                  </a:lnTo>
                  <a:lnTo>
                    <a:pt x="732472" y="271284"/>
                  </a:lnTo>
                  <a:lnTo>
                    <a:pt x="789330" y="185813"/>
                  </a:lnTo>
                  <a:lnTo>
                    <a:pt x="737146" y="201091"/>
                  </a:lnTo>
                  <a:lnTo>
                    <a:pt x="745210" y="157949"/>
                  </a:lnTo>
                  <a:lnTo>
                    <a:pt x="762279" y="119037"/>
                  </a:lnTo>
                  <a:lnTo>
                    <a:pt x="787146" y="85382"/>
                  </a:lnTo>
                  <a:lnTo>
                    <a:pt x="818578" y="58077"/>
                  </a:lnTo>
                  <a:lnTo>
                    <a:pt x="855370" y="38150"/>
                  </a:lnTo>
                  <a:lnTo>
                    <a:pt x="896289" y="26682"/>
                  </a:lnTo>
                  <a:lnTo>
                    <a:pt x="940130" y="24726"/>
                  </a:lnTo>
                  <a:lnTo>
                    <a:pt x="983272" y="32791"/>
                  </a:lnTo>
                  <a:lnTo>
                    <a:pt x="1022184" y="49860"/>
                  </a:lnTo>
                  <a:lnTo>
                    <a:pt x="1055839" y="74726"/>
                  </a:lnTo>
                  <a:lnTo>
                    <a:pt x="1083144" y="106159"/>
                  </a:lnTo>
                  <a:lnTo>
                    <a:pt x="1103071" y="142951"/>
                  </a:lnTo>
                  <a:lnTo>
                    <a:pt x="1114539" y="183870"/>
                  </a:lnTo>
                  <a:lnTo>
                    <a:pt x="1116495" y="227711"/>
                  </a:lnTo>
                  <a:lnTo>
                    <a:pt x="1108430" y="270852"/>
                  </a:lnTo>
                  <a:lnTo>
                    <a:pt x="1091361" y="309765"/>
                  </a:lnTo>
                  <a:lnTo>
                    <a:pt x="1066495" y="343420"/>
                  </a:lnTo>
                  <a:lnTo>
                    <a:pt x="1035062" y="370725"/>
                  </a:lnTo>
                  <a:lnTo>
                    <a:pt x="998283" y="390652"/>
                  </a:lnTo>
                  <a:lnTo>
                    <a:pt x="957351" y="402120"/>
                  </a:lnTo>
                  <a:lnTo>
                    <a:pt x="913511" y="404075"/>
                  </a:lnTo>
                  <a:lnTo>
                    <a:pt x="898563" y="402424"/>
                  </a:lnTo>
                  <a:lnTo>
                    <a:pt x="883818" y="399618"/>
                  </a:lnTo>
                  <a:lnTo>
                    <a:pt x="869353" y="395643"/>
                  </a:lnTo>
                  <a:lnTo>
                    <a:pt x="855205" y="390537"/>
                  </a:lnTo>
                  <a:lnTo>
                    <a:pt x="845896" y="413435"/>
                  </a:lnTo>
                  <a:lnTo>
                    <a:pt x="893673" y="426745"/>
                  </a:lnTo>
                  <a:lnTo>
                    <a:pt x="941654" y="428802"/>
                  </a:lnTo>
                  <a:lnTo>
                    <a:pt x="988161" y="420331"/>
                  </a:lnTo>
                  <a:lnTo>
                    <a:pt x="1031519" y="402043"/>
                  </a:lnTo>
                  <a:lnTo>
                    <a:pt x="1070038" y="374637"/>
                  </a:lnTo>
                  <a:lnTo>
                    <a:pt x="1102042" y="338836"/>
                  </a:lnTo>
                  <a:lnTo>
                    <a:pt x="1125867" y="295325"/>
                  </a:lnTo>
                  <a:lnTo>
                    <a:pt x="1139164" y="247561"/>
                  </a:lnTo>
                  <a:lnTo>
                    <a:pt x="1141222" y="199567"/>
                  </a:lnTo>
                  <a:close/>
                </a:path>
              </a:pathLst>
            </a:custGeom>
            <a:solidFill>
              <a:srgbClr val="0070C0">
                <a:alpha val="50199"/>
              </a:srgbClr>
            </a:solidFill>
          </p:spPr>
          <p:txBody>
            <a:bodyPr wrap="square" lIns="0" tIns="0" rIns="0" bIns="0" rtlCol="0"/>
            <a:lstStyle/>
            <a:p>
              <a:endParaRPr/>
            </a:p>
          </p:txBody>
        </p:sp>
        <p:pic>
          <p:nvPicPr>
            <p:cNvPr id="25" name="object 25"/>
            <p:cNvPicPr/>
            <p:nvPr/>
          </p:nvPicPr>
          <p:blipFill>
            <a:blip r:embed="rId14" cstate="print"/>
            <a:stretch>
              <a:fillRect/>
            </a:stretch>
          </p:blipFill>
          <p:spPr>
            <a:xfrm>
              <a:off x="7720583" y="4239767"/>
              <a:ext cx="240792" cy="256031"/>
            </a:xfrm>
            <a:prstGeom prst="rect">
              <a:avLst/>
            </a:prstGeom>
          </p:spPr>
        </p:pic>
      </p:grpSp>
      <p:grpSp>
        <p:nvGrpSpPr>
          <p:cNvPr id="26" name="object 26"/>
          <p:cNvGrpSpPr/>
          <p:nvPr/>
        </p:nvGrpSpPr>
        <p:grpSpPr>
          <a:xfrm>
            <a:off x="9918192" y="3800855"/>
            <a:ext cx="1195070" cy="1195070"/>
            <a:chOff x="9918192" y="3800855"/>
            <a:chExt cx="1195070" cy="1195070"/>
          </a:xfrm>
        </p:grpSpPr>
        <p:pic>
          <p:nvPicPr>
            <p:cNvPr id="27" name="object 27"/>
            <p:cNvPicPr/>
            <p:nvPr/>
          </p:nvPicPr>
          <p:blipFill>
            <a:blip r:embed="rId15" cstate="print"/>
            <a:stretch>
              <a:fillRect/>
            </a:stretch>
          </p:blipFill>
          <p:spPr>
            <a:xfrm>
              <a:off x="9918192" y="3800855"/>
              <a:ext cx="1194816" cy="1194816"/>
            </a:xfrm>
            <a:prstGeom prst="rect">
              <a:avLst/>
            </a:prstGeom>
          </p:spPr>
        </p:pic>
        <p:sp>
          <p:nvSpPr>
            <p:cNvPr id="28" name="object 28"/>
            <p:cNvSpPr/>
            <p:nvPr/>
          </p:nvSpPr>
          <p:spPr>
            <a:xfrm>
              <a:off x="9929216" y="3806469"/>
              <a:ext cx="1141730" cy="1123950"/>
            </a:xfrm>
            <a:custGeom>
              <a:avLst/>
              <a:gdLst/>
              <a:ahLst/>
              <a:cxnLst/>
              <a:rect l="l" t="t" r="r" b="b"/>
              <a:pathLst>
                <a:path w="1141729" h="1123950">
                  <a:moveTo>
                    <a:pt x="502399" y="256552"/>
                  </a:moveTo>
                  <a:lnTo>
                    <a:pt x="472198" y="246316"/>
                  </a:lnTo>
                  <a:lnTo>
                    <a:pt x="472122" y="224066"/>
                  </a:lnTo>
                  <a:lnTo>
                    <a:pt x="469963" y="201955"/>
                  </a:lnTo>
                  <a:lnTo>
                    <a:pt x="459473" y="158800"/>
                  </a:lnTo>
                  <a:lnTo>
                    <a:pt x="439369" y="115328"/>
                  </a:lnTo>
                  <a:lnTo>
                    <a:pt x="411861" y="77876"/>
                  </a:lnTo>
                  <a:lnTo>
                    <a:pt x="378155" y="47028"/>
                  </a:lnTo>
                  <a:lnTo>
                    <a:pt x="339432" y="23368"/>
                  </a:lnTo>
                  <a:lnTo>
                    <a:pt x="296938" y="7505"/>
                  </a:lnTo>
                  <a:lnTo>
                    <a:pt x="251853" y="0"/>
                  </a:lnTo>
                  <a:lnTo>
                    <a:pt x="205409" y="1473"/>
                  </a:lnTo>
                  <a:lnTo>
                    <a:pt x="158800" y="12484"/>
                  </a:lnTo>
                  <a:lnTo>
                    <a:pt x="115316" y="32575"/>
                  </a:lnTo>
                  <a:lnTo>
                    <a:pt x="77863" y="60083"/>
                  </a:lnTo>
                  <a:lnTo>
                    <a:pt x="47015" y="93802"/>
                  </a:lnTo>
                  <a:lnTo>
                    <a:pt x="23368" y="132511"/>
                  </a:lnTo>
                  <a:lnTo>
                    <a:pt x="7493" y="175018"/>
                  </a:lnTo>
                  <a:lnTo>
                    <a:pt x="0" y="220091"/>
                  </a:lnTo>
                  <a:lnTo>
                    <a:pt x="1460" y="266547"/>
                  </a:lnTo>
                  <a:lnTo>
                    <a:pt x="12471" y="313156"/>
                  </a:lnTo>
                  <a:lnTo>
                    <a:pt x="32562" y="356628"/>
                  </a:lnTo>
                  <a:lnTo>
                    <a:pt x="60083" y="394081"/>
                  </a:lnTo>
                  <a:lnTo>
                    <a:pt x="93789" y="424929"/>
                  </a:lnTo>
                  <a:lnTo>
                    <a:pt x="132511" y="448589"/>
                  </a:lnTo>
                  <a:lnTo>
                    <a:pt x="175006" y="464451"/>
                  </a:lnTo>
                  <a:lnTo>
                    <a:pt x="220091" y="471957"/>
                  </a:lnTo>
                  <a:lnTo>
                    <a:pt x="266534" y="470484"/>
                  </a:lnTo>
                  <a:lnTo>
                    <a:pt x="313143" y="459473"/>
                  </a:lnTo>
                  <a:lnTo>
                    <a:pt x="290982" y="395300"/>
                  </a:lnTo>
                  <a:lnTo>
                    <a:pt x="280657" y="398500"/>
                  </a:lnTo>
                  <a:lnTo>
                    <a:pt x="270141" y="401027"/>
                  </a:lnTo>
                  <a:lnTo>
                    <a:pt x="259499" y="402882"/>
                  </a:lnTo>
                  <a:lnTo>
                    <a:pt x="248742" y="404050"/>
                  </a:lnTo>
                  <a:lnTo>
                    <a:pt x="203606" y="401434"/>
                  </a:lnTo>
                  <a:lnTo>
                    <a:pt x="162166" y="387540"/>
                  </a:lnTo>
                  <a:lnTo>
                    <a:pt x="126161" y="363855"/>
                  </a:lnTo>
                  <a:lnTo>
                    <a:pt x="97294" y="331825"/>
                  </a:lnTo>
                  <a:lnTo>
                    <a:pt x="77304" y="292976"/>
                  </a:lnTo>
                  <a:lnTo>
                    <a:pt x="67906" y="248742"/>
                  </a:lnTo>
                  <a:lnTo>
                    <a:pt x="70510" y="203606"/>
                  </a:lnTo>
                  <a:lnTo>
                    <a:pt x="84404" y="162179"/>
                  </a:lnTo>
                  <a:lnTo>
                    <a:pt x="108102" y="126161"/>
                  </a:lnTo>
                  <a:lnTo>
                    <a:pt x="140119" y="97294"/>
                  </a:lnTo>
                  <a:lnTo>
                    <a:pt x="178981" y="77304"/>
                  </a:lnTo>
                  <a:lnTo>
                    <a:pt x="223202" y="67906"/>
                  </a:lnTo>
                  <a:lnTo>
                    <a:pt x="268338" y="70523"/>
                  </a:lnTo>
                  <a:lnTo>
                    <a:pt x="309778" y="84416"/>
                  </a:lnTo>
                  <a:lnTo>
                    <a:pt x="345782" y="108102"/>
                  </a:lnTo>
                  <a:lnTo>
                    <a:pt x="374650" y="140131"/>
                  </a:lnTo>
                  <a:lnTo>
                    <a:pt x="394639" y="178993"/>
                  </a:lnTo>
                  <a:lnTo>
                    <a:pt x="404037" y="223215"/>
                  </a:lnTo>
                  <a:lnTo>
                    <a:pt x="374548" y="213207"/>
                  </a:lnTo>
                  <a:lnTo>
                    <a:pt x="427748" y="301002"/>
                  </a:lnTo>
                  <a:lnTo>
                    <a:pt x="502399" y="256552"/>
                  </a:lnTo>
                  <a:close/>
                </a:path>
                <a:path w="1141729" h="1123950">
                  <a:moveTo>
                    <a:pt x="1141234" y="902398"/>
                  </a:moveTo>
                  <a:lnTo>
                    <a:pt x="1134491" y="854837"/>
                  </a:lnTo>
                  <a:lnTo>
                    <a:pt x="1116584" y="808596"/>
                  </a:lnTo>
                  <a:lnTo>
                    <a:pt x="1088631" y="767638"/>
                  </a:lnTo>
                  <a:lnTo>
                    <a:pt x="1053261" y="735139"/>
                  </a:lnTo>
                  <a:lnTo>
                    <a:pt x="1012240" y="711631"/>
                  </a:lnTo>
                  <a:lnTo>
                    <a:pt x="967308" y="697674"/>
                  </a:lnTo>
                  <a:lnTo>
                    <a:pt x="920191" y="693801"/>
                  </a:lnTo>
                  <a:lnTo>
                    <a:pt x="872642" y="700544"/>
                  </a:lnTo>
                  <a:lnTo>
                    <a:pt x="826401" y="718451"/>
                  </a:lnTo>
                  <a:lnTo>
                    <a:pt x="837907" y="740333"/>
                  </a:lnTo>
                  <a:lnTo>
                    <a:pt x="862050" y="729703"/>
                  </a:lnTo>
                  <a:lnTo>
                    <a:pt x="887323" y="722541"/>
                  </a:lnTo>
                  <a:lnTo>
                    <a:pt x="913333" y="718934"/>
                  </a:lnTo>
                  <a:lnTo>
                    <a:pt x="939723" y="718947"/>
                  </a:lnTo>
                  <a:lnTo>
                    <a:pt x="982865" y="727011"/>
                  </a:lnTo>
                  <a:lnTo>
                    <a:pt x="1021778" y="744080"/>
                  </a:lnTo>
                  <a:lnTo>
                    <a:pt x="1055433" y="768934"/>
                  </a:lnTo>
                  <a:lnTo>
                    <a:pt x="1082738" y="800366"/>
                  </a:lnTo>
                  <a:lnTo>
                    <a:pt x="1102664" y="837158"/>
                  </a:lnTo>
                  <a:lnTo>
                    <a:pt x="1114132" y="878078"/>
                  </a:lnTo>
                  <a:lnTo>
                    <a:pt x="1116088" y="921918"/>
                  </a:lnTo>
                  <a:lnTo>
                    <a:pt x="1108024" y="965060"/>
                  </a:lnTo>
                  <a:lnTo>
                    <a:pt x="1090955" y="1003985"/>
                  </a:lnTo>
                  <a:lnTo>
                    <a:pt x="1066101" y="1037628"/>
                  </a:lnTo>
                  <a:lnTo>
                    <a:pt x="1034669" y="1064945"/>
                  </a:lnTo>
                  <a:lnTo>
                    <a:pt x="997877" y="1084859"/>
                  </a:lnTo>
                  <a:lnTo>
                    <a:pt x="956957" y="1096327"/>
                  </a:lnTo>
                  <a:lnTo>
                    <a:pt x="913117" y="1098283"/>
                  </a:lnTo>
                  <a:lnTo>
                    <a:pt x="869975" y="1090231"/>
                  </a:lnTo>
                  <a:lnTo>
                    <a:pt x="831049" y="1073162"/>
                  </a:lnTo>
                  <a:lnTo>
                    <a:pt x="797407" y="1048296"/>
                  </a:lnTo>
                  <a:lnTo>
                    <a:pt x="770102" y="1016863"/>
                  </a:lnTo>
                  <a:lnTo>
                    <a:pt x="750176" y="980084"/>
                  </a:lnTo>
                  <a:lnTo>
                    <a:pt x="738708" y="939152"/>
                  </a:lnTo>
                  <a:lnTo>
                    <a:pt x="736752" y="895311"/>
                  </a:lnTo>
                  <a:lnTo>
                    <a:pt x="786282" y="917727"/>
                  </a:lnTo>
                  <a:lnTo>
                    <a:pt x="741921" y="825157"/>
                  </a:lnTo>
                  <a:lnTo>
                    <a:pt x="663282" y="862076"/>
                  </a:lnTo>
                  <a:lnTo>
                    <a:pt x="712914" y="884529"/>
                  </a:lnTo>
                  <a:lnTo>
                    <a:pt x="711708" y="916609"/>
                  </a:lnTo>
                  <a:lnTo>
                    <a:pt x="723480" y="979195"/>
                  </a:lnTo>
                  <a:lnTo>
                    <a:pt x="764209" y="1049604"/>
                  </a:lnTo>
                  <a:lnTo>
                    <a:pt x="799566" y="1082103"/>
                  </a:lnTo>
                  <a:lnTo>
                    <a:pt x="840587" y="1105598"/>
                  </a:lnTo>
                  <a:lnTo>
                    <a:pt x="885532" y="1119568"/>
                  </a:lnTo>
                  <a:lnTo>
                    <a:pt x="932649" y="1123442"/>
                  </a:lnTo>
                  <a:lnTo>
                    <a:pt x="980198" y="1116698"/>
                  </a:lnTo>
                  <a:lnTo>
                    <a:pt x="1026439" y="1098778"/>
                  </a:lnTo>
                  <a:lnTo>
                    <a:pt x="1067396" y="1070825"/>
                  </a:lnTo>
                  <a:lnTo>
                    <a:pt x="1099896" y="1035469"/>
                  </a:lnTo>
                  <a:lnTo>
                    <a:pt x="1123403" y="994448"/>
                  </a:lnTo>
                  <a:lnTo>
                    <a:pt x="1137361" y="949502"/>
                  </a:lnTo>
                  <a:lnTo>
                    <a:pt x="1141234" y="902398"/>
                  </a:lnTo>
                  <a:close/>
                </a:path>
              </a:pathLst>
            </a:custGeom>
            <a:solidFill>
              <a:srgbClr val="FF0000">
                <a:alpha val="50199"/>
              </a:srgbClr>
            </a:solidFill>
          </p:spPr>
          <p:txBody>
            <a:bodyPr wrap="square" lIns="0" tIns="0" rIns="0" bIns="0" rtlCol="0"/>
            <a:lstStyle/>
            <a:p>
              <a:endParaRPr/>
            </a:p>
          </p:txBody>
        </p:sp>
        <p:sp>
          <p:nvSpPr>
            <p:cNvPr id="29" name="object 29"/>
            <p:cNvSpPr/>
            <p:nvPr/>
          </p:nvSpPr>
          <p:spPr>
            <a:xfrm>
              <a:off x="9939236" y="3840352"/>
              <a:ext cx="1136650" cy="1099185"/>
            </a:xfrm>
            <a:custGeom>
              <a:avLst/>
              <a:gdLst/>
              <a:ahLst/>
              <a:cxnLst/>
              <a:rect l="l" t="t" r="r" b="b"/>
              <a:pathLst>
                <a:path w="1136650" h="1099185">
                  <a:moveTo>
                    <a:pt x="495388" y="860564"/>
                  </a:moveTo>
                  <a:lnTo>
                    <a:pt x="422605" y="813130"/>
                  </a:lnTo>
                  <a:lnTo>
                    <a:pt x="365887" y="898690"/>
                  </a:lnTo>
                  <a:lnTo>
                    <a:pt x="403504" y="887615"/>
                  </a:lnTo>
                  <a:lnTo>
                    <a:pt x="392645" y="933564"/>
                  </a:lnTo>
                  <a:lnTo>
                    <a:pt x="370865" y="973658"/>
                  </a:lnTo>
                  <a:lnTo>
                    <a:pt x="339979" y="1006398"/>
                  </a:lnTo>
                  <a:lnTo>
                    <a:pt x="301828" y="1030287"/>
                  </a:lnTo>
                  <a:lnTo>
                    <a:pt x="258241" y="1043813"/>
                  </a:lnTo>
                  <a:lnTo>
                    <a:pt x="211061" y="1045476"/>
                  </a:lnTo>
                  <a:lnTo>
                    <a:pt x="165125" y="1034630"/>
                  </a:lnTo>
                  <a:lnTo>
                    <a:pt x="125031" y="1012837"/>
                  </a:lnTo>
                  <a:lnTo>
                    <a:pt x="92278" y="981951"/>
                  </a:lnTo>
                  <a:lnTo>
                    <a:pt x="68389" y="943800"/>
                  </a:lnTo>
                  <a:lnTo>
                    <a:pt x="54864" y="900226"/>
                  </a:lnTo>
                  <a:lnTo>
                    <a:pt x="53213" y="853046"/>
                  </a:lnTo>
                  <a:lnTo>
                    <a:pt x="64058" y="807097"/>
                  </a:lnTo>
                  <a:lnTo>
                    <a:pt x="85839" y="767003"/>
                  </a:lnTo>
                  <a:lnTo>
                    <a:pt x="116725" y="734263"/>
                  </a:lnTo>
                  <a:lnTo>
                    <a:pt x="154876" y="710374"/>
                  </a:lnTo>
                  <a:lnTo>
                    <a:pt x="198462" y="696849"/>
                  </a:lnTo>
                  <a:lnTo>
                    <a:pt x="245643" y="695185"/>
                  </a:lnTo>
                  <a:lnTo>
                    <a:pt x="255346" y="696417"/>
                  </a:lnTo>
                  <a:lnTo>
                    <a:pt x="264972" y="698182"/>
                  </a:lnTo>
                  <a:lnTo>
                    <a:pt x="274472" y="700481"/>
                  </a:lnTo>
                  <a:lnTo>
                    <a:pt x="283845" y="703313"/>
                  </a:lnTo>
                  <a:lnTo>
                    <a:pt x="300558" y="653008"/>
                  </a:lnTo>
                  <a:lnTo>
                    <a:pt x="255295" y="642874"/>
                  </a:lnTo>
                  <a:lnTo>
                    <a:pt x="210286" y="641985"/>
                  </a:lnTo>
                  <a:lnTo>
                    <a:pt x="166712" y="649757"/>
                  </a:lnTo>
                  <a:lnTo>
                    <a:pt x="125742" y="665607"/>
                  </a:lnTo>
                  <a:lnTo>
                    <a:pt x="88519" y="688949"/>
                  </a:lnTo>
                  <a:lnTo>
                    <a:pt x="56210" y="719213"/>
                  </a:lnTo>
                  <a:lnTo>
                    <a:pt x="29997" y="755802"/>
                  </a:lnTo>
                  <a:lnTo>
                    <a:pt x="11023" y="798131"/>
                  </a:lnTo>
                  <a:lnTo>
                    <a:pt x="889" y="843394"/>
                  </a:lnTo>
                  <a:lnTo>
                    <a:pt x="0" y="888390"/>
                  </a:lnTo>
                  <a:lnTo>
                    <a:pt x="7772" y="931964"/>
                  </a:lnTo>
                  <a:lnTo>
                    <a:pt x="23622" y="972947"/>
                  </a:lnTo>
                  <a:lnTo>
                    <a:pt x="46977" y="1010170"/>
                  </a:lnTo>
                  <a:lnTo>
                    <a:pt x="77228" y="1042466"/>
                  </a:lnTo>
                  <a:lnTo>
                    <a:pt x="113817" y="1068692"/>
                  </a:lnTo>
                  <a:lnTo>
                    <a:pt x="156146" y="1087653"/>
                  </a:lnTo>
                  <a:lnTo>
                    <a:pt x="201409" y="1097788"/>
                  </a:lnTo>
                  <a:lnTo>
                    <a:pt x="246418" y="1098677"/>
                  </a:lnTo>
                  <a:lnTo>
                    <a:pt x="289991" y="1090904"/>
                  </a:lnTo>
                  <a:lnTo>
                    <a:pt x="330962" y="1075055"/>
                  </a:lnTo>
                  <a:lnTo>
                    <a:pt x="368185" y="1051712"/>
                  </a:lnTo>
                  <a:lnTo>
                    <a:pt x="400494" y="1021448"/>
                  </a:lnTo>
                  <a:lnTo>
                    <a:pt x="426707" y="984859"/>
                  </a:lnTo>
                  <a:lnTo>
                    <a:pt x="445681" y="942530"/>
                  </a:lnTo>
                  <a:lnTo>
                    <a:pt x="456526" y="889762"/>
                  </a:lnTo>
                  <a:lnTo>
                    <a:pt x="457352" y="871766"/>
                  </a:lnTo>
                  <a:lnTo>
                    <a:pt x="495388" y="860564"/>
                  </a:lnTo>
                  <a:close/>
                </a:path>
                <a:path w="1136650" h="1099185">
                  <a:moveTo>
                    <a:pt x="1136484" y="199567"/>
                  </a:moveTo>
                  <a:lnTo>
                    <a:pt x="1128014" y="153060"/>
                  </a:lnTo>
                  <a:lnTo>
                    <a:pt x="1109726" y="109702"/>
                  </a:lnTo>
                  <a:lnTo>
                    <a:pt x="1082319" y="71183"/>
                  </a:lnTo>
                  <a:lnTo>
                    <a:pt x="1046505" y="39179"/>
                  </a:lnTo>
                  <a:lnTo>
                    <a:pt x="1003007" y="15367"/>
                  </a:lnTo>
                  <a:lnTo>
                    <a:pt x="955230" y="2070"/>
                  </a:lnTo>
                  <a:lnTo>
                    <a:pt x="907249" y="0"/>
                  </a:lnTo>
                  <a:lnTo>
                    <a:pt x="860742" y="8470"/>
                  </a:lnTo>
                  <a:lnTo>
                    <a:pt x="817384" y="26758"/>
                  </a:lnTo>
                  <a:lnTo>
                    <a:pt x="778865" y="54165"/>
                  </a:lnTo>
                  <a:lnTo>
                    <a:pt x="746861" y="89979"/>
                  </a:lnTo>
                  <a:lnTo>
                    <a:pt x="723049" y="133477"/>
                  </a:lnTo>
                  <a:lnTo>
                    <a:pt x="711809" y="170256"/>
                  </a:lnTo>
                  <a:lnTo>
                    <a:pt x="707301" y="208445"/>
                  </a:lnTo>
                  <a:lnTo>
                    <a:pt x="655027" y="223748"/>
                  </a:lnTo>
                  <a:lnTo>
                    <a:pt x="727735" y="271297"/>
                  </a:lnTo>
                  <a:lnTo>
                    <a:pt x="784593" y="185826"/>
                  </a:lnTo>
                  <a:lnTo>
                    <a:pt x="732409" y="201091"/>
                  </a:lnTo>
                  <a:lnTo>
                    <a:pt x="740473" y="157962"/>
                  </a:lnTo>
                  <a:lnTo>
                    <a:pt x="757542" y="119037"/>
                  </a:lnTo>
                  <a:lnTo>
                    <a:pt x="782408" y="85394"/>
                  </a:lnTo>
                  <a:lnTo>
                    <a:pt x="813841" y="58077"/>
                  </a:lnTo>
                  <a:lnTo>
                    <a:pt x="850620" y="38163"/>
                  </a:lnTo>
                  <a:lnTo>
                    <a:pt x="891552" y="26695"/>
                  </a:lnTo>
                  <a:lnTo>
                    <a:pt x="935393" y="24726"/>
                  </a:lnTo>
                  <a:lnTo>
                    <a:pt x="978535" y="32791"/>
                  </a:lnTo>
                  <a:lnTo>
                    <a:pt x="1017447" y="49860"/>
                  </a:lnTo>
                  <a:lnTo>
                    <a:pt x="1051090" y="74726"/>
                  </a:lnTo>
                  <a:lnTo>
                    <a:pt x="1078407" y="106159"/>
                  </a:lnTo>
                  <a:lnTo>
                    <a:pt x="1098321" y="142951"/>
                  </a:lnTo>
                  <a:lnTo>
                    <a:pt x="1109789" y="183870"/>
                  </a:lnTo>
                  <a:lnTo>
                    <a:pt x="1111758" y="227711"/>
                  </a:lnTo>
                  <a:lnTo>
                    <a:pt x="1103693" y="270852"/>
                  </a:lnTo>
                  <a:lnTo>
                    <a:pt x="1086624" y="309765"/>
                  </a:lnTo>
                  <a:lnTo>
                    <a:pt x="1061758" y="343420"/>
                  </a:lnTo>
                  <a:lnTo>
                    <a:pt x="1030325" y="370725"/>
                  </a:lnTo>
                  <a:lnTo>
                    <a:pt x="993533" y="390652"/>
                  </a:lnTo>
                  <a:lnTo>
                    <a:pt x="952614" y="402120"/>
                  </a:lnTo>
                  <a:lnTo>
                    <a:pt x="908773" y="404075"/>
                  </a:lnTo>
                  <a:lnTo>
                    <a:pt x="893826" y="402424"/>
                  </a:lnTo>
                  <a:lnTo>
                    <a:pt x="879081" y="399618"/>
                  </a:lnTo>
                  <a:lnTo>
                    <a:pt x="864603" y="395643"/>
                  </a:lnTo>
                  <a:lnTo>
                    <a:pt x="850468" y="390537"/>
                  </a:lnTo>
                  <a:lnTo>
                    <a:pt x="841159" y="413448"/>
                  </a:lnTo>
                  <a:lnTo>
                    <a:pt x="888923" y="426745"/>
                  </a:lnTo>
                  <a:lnTo>
                    <a:pt x="936917" y="428802"/>
                  </a:lnTo>
                  <a:lnTo>
                    <a:pt x="983424" y="420331"/>
                  </a:lnTo>
                  <a:lnTo>
                    <a:pt x="1026782" y="402043"/>
                  </a:lnTo>
                  <a:lnTo>
                    <a:pt x="1065301" y="374637"/>
                  </a:lnTo>
                  <a:lnTo>
                    <a:pt x="1097305" y="338836"/>
                  </a:lnTo>
                  <a:lnTo>
                    <a:pt x="1121117" y="295325"/>
                  </a:lnTo>
                  <a:lnTo>
                    <a:pt x="1134414" y="247561"/>
                  </a:lnTo>
                  <a:lnTo>
                    <a:pt x="1136484" y="199567"/>
                  </a:lnTo>
                  <a:close/>
                </a:path>
              </a:pathLst>
            </a:custGeom>
            <a:solidFill>
              <a:srgbClr val="0070C0">
                <a:alpha val="50199"/>
              </a:srgbClr>
            </a:solidFill>
          </p:spPr>
          <p:txBody>
            <a:bodyPr wrap="square" lIns="0" tIns="0" rIns="0" bIns="0" rtlCol="0"/>
            <a:lstStyle/>
            <a:p>
              <a:endParaRPr/>
            </a:p>
          </p:txBody>
        </p:sp>
        <p:pic>
          <p:nvPicPr>
            <p:cNvPr id="30" name="object 30"/>
            <p:cNvPicPr/>
            <p:nvPr/>
          </p:nvPicPr>
          <p:blipFill>
            <a:blip r:embed="rId16" cstate="print"/>
            <a:stretch>
              <a:fillRect/>
            </a:stretch>
          </p:blipFill>
          <p:spPr>
            <a:xfrm>
              <a:off x="10387584" y="4267200"/>
              <a:ext cx="252983" cy="252983"/>
            </a:xfrm>
            <a:prstGeom prst="rect">
              <a:avLst/>
            </a:prstGeom>
          </p:spPr>
        </p:pic>
      </p:grpSp>
      <p:sp>
        <p:nvSpPr>
          <p:cNvPr id="31" name="object 31"/>
          <p:cNvSpPr txBox="1"/>
          <p:nvPr/>
        </p:nvSpPr>
        <p:spPr>
          <a:xfrm>
            <a:off x="6816368" y="5260339"/>
            <a:ext cx="2068830" cy="763270"/>
          </a:xfrm>
          <a:prstGeom prst="rect">
            <a:avLst/>
          </a:prstGeom>
        </p:spPr>
        <p:txBody>
          <a:bodyPr vert="horz" wrap="square" lIns="0" tIns="22860" rIns="0" bIns="0" rtlCol="0">
            <a:spAutoFit/>
          </a:bodyPr>
          <a:lstStyle/>
          <a:p>
            <a:pPr marL="12700" marR="5080" indent="-635" algn="ctr">
              <a:lnSpc>
                <a:spcPct val="99400"/>
              </a:lnSpc>
              <a:spcBef>
                <a:spcPts val="180"/>
              </a:spcBef>
            </a:pPr>
            <a:r>
              <a:rPr sz="1200" i="1" dirty="0">
                <a:latin typeface="Corbel"/>
                <a:cs typeface="Corbel"/>
              </a:rPr>
              <a:t>If</a:t>
            </a:r>
            <a:r>
              <a:rPr sz="1200" i="1" spc="-2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(2)</a:t>
            </a:r>
            <a:r>
              <a:rPr sz="1200" i="1" spc="-25" dirty="0">
                <a:latin typeface="Corbel"/>
                <a:cs typeface="Corbel"/>
              </a:rPr>
              <a:t> </a:t>
            </a:r>
            <a:r>
              <a:rPr sz="1200" i="1" dirty="0">
                <a:latin typeface="Corbel"/>
                <a:cs typeface="Corbel"/>
              </a:rPr>
              <a:t>rotors</a:t>
            </a:r>
            <a:r>
              <a:rPr sz="1200" i="1" spc="-25" dirty="0">
                <a:latin typeface="Corbel"/>
                <a:cs typeface="Corbel"/>
              </a:rPr>
              <a:t> </a:t>
            </a:r>
            <a:r>
              <a:rPr sz="1200" i="1" dirty="0">
                <a:latin typeface="Corbel"/>
                <a:cs typeface="Corbel"/>
              </a:rPr>
              <a:t>at</a:t>
            </a:r>
            <a:r>
              <a:rPr sz="1200" i="1" spc="-1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back</a:t>
            </a:r>
            <a:r>
              <a:rPr sz="1200" i="1" spc="-15" dirty="0">
                <a:latin typeface="Corbel"/>
                <a:cs typeface="Corbel"/>
              </a:rPr>
              <a:t> </a:t>
            </a:r>
            <a:r>
              <a:rPr sz="1200" i="1" spc="-25" dirty="0">
                <a:latin typeface="Corbel"/>
                <a:cs typeface="Corbel"/>
              </a:rPr>
              <a:t>are </a:t>
            </a:r>
            <a:r>
              <a:rPr sz="1200" i="1" dirty="0">
                <a:latin typeface="Corbel"/>
                <a:cs typeface="Corbel"/>
              </a:rPr>
              <a:t>spinning</a:t>
            </a:r>
            <a:r>
              <a:rPr sz="1200" i="1" spc="-35" dirty="0">
                <a:latin typeface="Corbel"/>
                <a:cs typeface="Corbel"/>
              </a:rPr>
              <a:t> </a:t>
            </a:r>
            <a:r>
              <a:rPr sz="1200" i="1" dirty="0">
                <a:latin typeface="Corbel"/>
                <a:cs typeface="Corbel"/>
              </a:rPr>
              <a:t>faster</a:t>
            </a:r>
            <a:r>
              <a:rPr sz="1200" i="1" spc="-30" dirty="0">
                <a:latin typeface="Corbel"/>
                <a:cs typeface="Corbel"/>
              </a:rPr>
              <a:t> </a:t>
            </a:r>
            <a:r>
              <a:rPr sz="1200" i="1" dirty="0">
                <a:latin typeface="Corbel"/>
                <a:cs typeface="Corbel"/>
              </a:rPr>
              <a:t>compare</a:t>
            </a:r>
            <a:r>
              <a:rPr sz="1200" i="1" spc="-35" dirty="0">
                <a:latin typeface="Corbel"/>
                <a:cs typeface="Corbel"/>
              </a:rPr>
              <a:t> </a:t>
            </a:r>
            <a:r>
              <a:rPr sz="1200" i="1" dirty="0">
                <a:latin typeface="Corbel"/>
                <a:cs typeface="Corbel"/>
              </a:rPr>
              <a:t>to</a:t>
            </a:r>
            <a:r>
              <a:rPr sz="1200" i="1" spc="-30" dirty="0">
                <a:latin typeface="Corbel"/>
                <a:cs typeface="Corbel"/>
              </a:rPr>
              <a:t> </a:t>
            </a:r>
            <a:r>
              <a:rPr sz="1200" i="1" dirty="0">
                <a:latin typeface="Corbel"/>
                <a:cs typeface="Corbel"/>
              </a:rPr>
              <a:t>the</a:t>
            </a:r>
            <a:r>
              <a:rPr sz="1200" i="1" spc="-35" dirty="0">
                <a:latin typeface="Corbel"/>
                <a:cs typeface="Corbel"/>
              </a:rPr>
              <a:t> </a:t>
            </a:r>
            <a:r>
              <a:rPr sz="1200" i="1" spc="-25" dirty="0">
                <a:latin typeface="Corbel"/>
                <a:cs typeface="Corbel"/>
              </a:rPr>
              <a:t>(2) </a:t>
            </a:r>
            <a:r>
              <a:rPr sz="1200" i="1" dirty="0">
                <a:latin typeface="Corbel"/>
                <a:cs typeface="Corbel"/>
              </a:rPr>
              <a:t>front</a:t>
            </a:r>
            <a:r>
              <a:rPr sz="1200" i="1" spc="-35" dirty="0">
                <a:latin typeface="Corbel"/>
                <a:cs typeface="Corbel"/>
              </a:rPr>
              <a:t> </a:t>
            </a:r>
            <a:r>
              <a:rPr sz="1200" i="1" dirty="0">
                <a:latin typeface="Corbel"/>
                <a:cs typeface="Corbel"/>
              </a:rPr>
              <a:t>rotors,</a:t>
            </a:r>
            <a:r>
              <a:rPr sz="1200" i="1" spc="-30"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15" dirty="0">
                <a:latin typeface="Corbel"/>
                <a:cs typeface="Corbel"/>
              </a:rPr>
              <a:t> </a:t>
            </a:r>
            <a:r>
              <a:rPr sz="1200" i="1" dirty="0">
                <a:latin typeface="Corbel"/>
                <a:cs typeface="Corbel"/>
              </a:rPr>
              <a:t>will</a:t>
            </a:r>
            <a:r>
              <a:rPr sz="1200" i="1" spc="-20" dirty="0">
                <a:latin typeface="Corbel"/>
                <a:cs typeface="Corbel"/>
              </a:rPr>
              <a:t> move </a:t>
            </a:r>
            <a:r>
              <a:rPr sz="1200" i="1" dirty="0">
                <a:latin typeface="Corbel"/>
                <a:cs typeface="Corbel"/>
              </a:rPr>
              <a:t>forward</a:t>
            </a:r>
            <a:r>
              <a:rPr sz="1200" i="1" spc="-30"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vice</a:t>
            </a:r>
            <a:r>
              <a:rPr sz="1200" i="1" spc="-25" dirty="0">
                <a:latin typeface="Corbel"/>
                <a:cs typeface="Corbel"/>
              </a:rPr>
              <a:t> </a:t>
            </a:r>
            <a:r>
              <a:rPr sz="1200" i="1" spc="-20" dirty="0">
                <a:latin typeface="Corbel"/>
                <a:cs typeface="Corbel"/>
              </a:rPr>
              <a:t>versa</a:t>
            </a:r>
            <a:endParaRPr sz="1200">
              <a:latin typeface="Corbel"/>
              <a:cs typeface="Corbel"/>
            </a:endParaRPr>
          </a:p>
        </p:txBody>
      </p:sp>
      <p:sp>
        <p:nvSpPr>
          <p:cNvPr id="32" name="object 32"/>
          <p:cNvSpPr txBox="1"/>
          <p:nvPr/>
        </p:nvSpPr>
        <p:spPr>
          <a:xfrm>
            <a:off x="9450287" y="5260339"/>
            <a:ext cx="2068830" cy="763270"/>
          </a:xfrm>
          <a:prstGeom prst="rect">
            <a:avLst/>
          </a:prstGeom>
        </p:spPr>
        <p:txBody>
          <a:bodyPr vert="horz" wrap="square" lIns="0" tIns="22860" rIns="0" bIns="0" rtlCol="0">
            <a:spAutoFit/>
          </a:bodyPr>
          <a:lstStyle/>
          <a:p>
            <a:pPr marL="12700" marR="5080" indent="-635" algn="ctr">
              <a:lnSpc>
                <a:spcPct val="99400"/>
              </a:lnSpc>
              <a:spcBef>
                <a:spcPts val="180"/>
              </a:spcBef>
            </a:pPr>
            <a:r>
              <a:rPr sz="1200" i="1" dirty="0">
                <a:latin typeface="Corbel"/>
                <a:cs typeface="Corbel"/>
              </a:rPr>
              <a:t>If</a:t>
            </a:r>
            <a:r>
              <a:rPr sz="1200" i="1" spc="-2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(2)</a:t>
            </a:r>
            <a:r>
              <a:rPr sz="1200" i="1" spc="-20" dirty="0">
                <a:latin typeface="Corbel"/>
                <a:cs typeface="Corbel"/>
              </a:rPr>
              <a:t> </a:t>
            </a:r>
            <a:r>
              <a:rPr sz="1200" i="1" dirty="0">
                <a:latin typeface="Corbel"/>
                <a:cs typeface="Corbel"/>
              </a:rPr>
              <a:t>rotors</a:t>
            </a:r>
            <a:r>
              <a:rPr sz="1200" i="1" spc="-25" dirty="0">
                <a:latin typeface="Corbel"/>
                <a:cs typeface="Corbel"/>
              </a:rPr>
              <a:t> </a:t>
            </a:r>
            <a:r>
              <a:rPr sz="1200" i="1" dirty="0">
                <a:latin typeface="Corbel"/>
                <a:cs typeface="Corbel"/>
              </a:rPr>
              <a:t>at</a:t>
            </a:r>
            <a:r>
              <a:rPr sz="1200" i="1" spc="-15" dirty="0">
                <a:latin typeface="Corbel"/>
                <a:cs typeface="Corbel"/>
              </a:rPr>
              <a:t> </a:t>
            </a:r>
            <a:r>
              <a:rPr sz="1200" i="1" dirty="0">
                <a:latin typeface="Corbel"/>
                <a:cs typeface="Corbel"/>
              </a:rPr>
              <a:t>the</a:t>
            </a:r>
            <a:r>
              <a:rPr sz="1200" i="1" spc="-15" dirty="0">
                <a:latin typeface="Corbel"/>
                <a:cs typeface="Corbel"/>
              </a:rPr>
              <a:t> </a:t>
            </a:r>
            <a:r>
              <a:rPr sz="1200" i="1" dirty="0">
                <a:latin typeface="Corbel"/>
                <a:cs typeface="Corbel"/>
              </a:rPr>
              <a:t>left</a:t>
            </a:r>
            <a:r>
              <a:rPr sz="1200" i="1" spc="-15" dirty="0">
                <a:latin typeface="Corbel"/>
                <a:cs typeface="Corbel"/>
              </a:rPr>
              <a:t> </a:t>
            </a:r>
            <a:r>
              <a:rPr sz="1200" i="1" spc="-25" dirty="0">
                <a:latin typeface="Corbel"/>
                <a:cs typeface="Corbel"/>
              </a:rPr>
              <a:t>are </a:t>
            </a:r>
            <a:r>
              <a:rPr sz="1200" i="1" dirty="0">
                <a:latin typeface="Corbel"/>
                <a:cs typeface="Corbel"/>
              </a:rPr>
              <a:t>spinning</a:t>
            </a:r>
            <a:r>
              <a:rPr sz="1200" i="1" spc="-35" dirty="0">
                <a:latin typeface="Corbel"/>
                <a:cs typeface="Corbel"/>
              </a:rPr>
              <a:t> </a:t>
            </a:r>
            <a:r>
              <a:rPr sz="1200" i="1" dirty="0">
                <a:latin typeface="Corbel"/>
                <a:cs typeface="Corbel"/>
              </a:rPr>
              <a:t>faster</a:t>
            </a:r>
            <a:r>
              <a:rPr sz="1200" i="1" spc="-30" dirty="0">
                <a:latin typeface="Corbel"/>
                <a:cs typeface="Corbel"/>
              </a:rPr>
              <a:t> </a:t>
            </a:r>
            <a:r>
              <a:rPr sz="1200" i="1" dirty="0">
                <a:latin typeface="Corbel"/>
                <a:cs typeface="Corbel"/>
              </a:rPr>
              <a:t>compare</a:t>
            </a:r>
            <a:r>
              <a:rPr sz="1200" i="1" spc="-35" dirty="0">
                <a:latin typeface="Corbel"/>
                <a:cs typeface="Corbel"/>
              </a:rPr>
              <a:t> </a:t>
            </a:r>
            <a:r>
              <a:rPr sz="1200" i="1" dirty="0">
                <a:latin typeface="Corbel"/>
                <a:cs typeface="Corbel"/>
              </a:rPr>
              <a:t>to</a:t>
            </a:r>
            <a:r>
              <a:rPr sz="1200" i="1" spc="-30" dirty="0">
                <a:latin typeface="Corbel"/>
                <a:cs typeface="Corbel"/>
              </a:rPr>
              <a:t> </a:t>
            </a:r>
            <a:r>
              <a:rPr sz="1200" i="1" dirty="0">
                <a:latin typeface="Corbel"/>
                <a:cs typeface="Corbel"/>
              </a:rPr>
              <a:t>the</a:t>
            </a:r>
            <a:r>
              <a:rPr sz="1200" i="1" spc="-35" dirty="0">
                <a:latin typeface="Corbel"/>
                <a:cs typeface="Corbel"/>
              </a:rPr>
              <a:t> </a:t>
            </a:r>
            <a:r>
              <a:rPr sz="1200" i="1" spc="-25" dirty="0">
                <a:latin typeface="Corbel"/>
                <a:cs typeface="Corbel"/>
              </a:rPr>
              <a:t>(2) </a:t>
            </a:r>
            <a:r>
              <a:rPr sz="1200" i="1" dirty="0">
                <a:latin typeface="Corbel"/>
                <a:cs typeface="Corbel"/>
              </a:rPr>
              <a:t>left</a:t>
            </a:r>
            <a:r>
              <a:rPr sz="1200" i="1" spc="-25" dirty="0">
                <a:latin typeface="Corbel"/>
                <a:cs typeface="Corbel"/>
              </a:rPr>
              <a:t> </a:t>
            </a:r>
            <a:r>
              <a:rPr sz="1200" i="1" dirty="0">
                <a:latin typeface="Corbel"/>
                <a:cs typeface="Corbel"/>
              </a:rPr>
              <a:t>rotors</a:t>
            </a:r>
            <a:r>
              <a:rPr sz="1200" i="1" spc="-25" dirty="0">
                <a:latin typeface="Corbel"/>
                <a:cs typeface="Corbel"/>
              </a:rPr>
              <a:t> </a:t>
            </a:r>
            <a:r>
              <a:rPr sz="1200" i="1" dirty="0">
                <a:latin typeface="Corbel"/>
                <a:cs typeface="Corbel"/>
              </a:rPr>
              <a:t>,</a:t>
            </a:r>
            <a:r>
              <a:rPr sz="1200" i="1" spc="-20"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10" dirty="0">
                <a:latin typeface="Corbel"/>
                <a:cs typeface="Corbel"/>
              </a:rPr>
              <a:t> </a:t>
            </a:r>
            <a:r>
              <a:rPr sz="1200" i="1" dirty="0">
                <a:latin typeface="Corbel"/>
                <a:cs typeface="Corbel"/>
              </a:rPr>
              <a:t>will</a:t>
            </a:r>
            <a:r>
              <a:rPr sz="1200" i="1" spc="-15" dirty="0">
                <a:latin typeface="Corbel"/>
                <a:cs typeface="Corbel"/>
              </a:rPr>
              <a:t> </a:t>
            </a:r>
            <a:r>
              <a:rPr sz="1200" i="1" dirty="0">
                <a:latin typeface="Corbel"/>
                <a:cs typeface="Corbel"/>
              </a:rPr>
              <a:t>move</a:t>
            </a:r>
            <a:r>
              <a:rPr sz="1200" i="1" spc="-15" dirty="0">
                <a:latin typeface="Corbel"/>
                <a:cs typeface="Corbel"/>
              </a:rPr>
              <a:t> </a:t>
            </a:r>
            <a:r>
              <a:rPr sz="1200" i="1" spc="-25" dirty="0">
                <a:latin typeface="Corbel"/>
                <a:cs typeface="Corbel"/>
              </a:rPr>
              <a:t>to</a:t>
            </a:r>
            <a:r>
              <a:rPr sz="1200" i="1" spc="500" dirty="0">
                <a:latin typeface="Corbel"/>
                <a:cs typeface="Corbel"/>
              </a:rPr>
              <a:t> </a:t>
            </a:r>
            <a:r>
              <a:rPr sz="1200" i="1" dirty="0">
                <a:latin typeface="Corbel"/>
                <a:cs typeface="Corbel"/>
              </a:rPr>
              <a:t>its</a:t>
            </a:r>
            <a:r>
              <a:rPr sz="1200" i="1" spc="-25" dirty="0">
                <a:latin typeface="Corbel"/>
                <a:cs typeface="Corbel"/>
              </a:rPr>
              <a:t> </a:t>
            </a:r>
            <a:r>
              <a:rPr sz="1200" i="1" dirty="0">
                <a:latin typeface="Corbel"/>
                <a:cs typeface="Corbel"/>
              </a:rPr>
              <a:t>righ</a:t>
            </a:r>
            <a:r>
              <a:rPr sz="1200" i="1" spc="-15" dirty="0">
                <a:latin typeface="Corbel"/>
                <a:cs typeface="Corbel"/>
              </a:rPr>
              <a:t> </a:t>
            </a:r>
            <a:r>
              <a:rPr sz="1200" i="1" dirty="0">
                <a:latin typeface="Corbel"/>
                <a:cs typeface="Corbel"/>
              </a:rPr>
              <a:t>and</a:t>
            </a:r>
            <a:r>
              <a:rPr sz="1200" i="1" spc="-25" dirty="0">
                <a:latin typeface="Corbel"/>
                <a:cs typeface="Corbel"/>
              </a:rPr>
              <a:t> </a:t>
            </a:r>
            <a:r>
              <a:rPr sz="1200" i="1" dirty="0">
                <a:latin typeface="Corbel"/>
                <a:cs typeface="Corbel"/>
              </a:rPr>
              <a:t>vice</a:t>
            </a:r>
            <a:r>
              <a:rPr sz="1200" i="1" spc="-15" dirty="0">
                <a:latin typeface="Corbel"/>
                <a:cs typeface="Corbel"/>
              </a:rPr>
              <a:t> </a:t>
            </a:r>
            <a:r>
              <a:rPr sz="1200" i="1" spc="-20" dirty="0">
                <a:latin typeface="Corbel"/>
                <a:cs typeface="Corbel"/>
              </a:rPr>
              <a:t>versa</a:t>
            </a:r>
            <a:endParaRPr sz="1200">
              <a:latin typeface="Corbel"/>
              <a:cs typeface="Corbel"/>
            </a:endParaRPr>
          </a:p>
        </p:txBody>
      </p:sp>
      <p:sp>
        <p:nvSpPr>
          <p:cNvPr id="33" name="object 33"/>
          <p:cNvSpPr txBox="1"/>
          <p:nvPr/>
        </p:nvSpPr>
        <p:spPr>
          <a:xfrm>
            <a:off x="4209133" y="5254244"/>
            <a:ext cx="1971039" cy="756920"/>
          </a:xfrm>
          <a:prstGeom prst="rect">
            <a:avLst/>
          </a:prstGeom>
        </p:spPr>
        <p:txBody>
          <a:bodyPr vert="horz" wrap="square" lIns="0" tIns="12700" rIns="0" bIns="0" rtlCol="0">
            <a:spAutoFit/>
          </a:bodyPr>
          <a:lstStyle/>
          <a:p>
            <a:pPr marL="12700" marR="5080" algn="ctr">
              <a:lnSpc>
                <a:spcPct val="100000"/>
              </a:lnSpc>
              <a:spcBef>
                <a:spcPts val="100"/>
              </a:spcBef>
            </a:pPr>
            <a:r>
              <a:rPr sz="1200" i="1" dirty="0">
                <a:latin typeface="Corbel"/>
                <a:cs typeface="Corbel"/>
              </a:rPr>
              <a:t>If</a:t>
            </a:r>
            <a:r>
              <a:rPr sz="1200" i="1" spc="-25" dirty="0">
                <a:latin typeface="Corbel"/>
                <a:cs typeface="Corbel"/>
              </a:rPr>
              <a:t> </a:t>
            </a:r>
            <a:r>
              <a:rPr sz="1200" i="1" dirty="0">
                <a:latin typeface="Corbel"/>
                <a:cs typeface="Corbel"/>
              </a:rPr>
              <a:t>the</a:t>
            </a:r>
            <a:r>
              <a:rPr sz="1200" i="1" spc="-10" dirty="0">
                <a:latin typeface="Corbel"/>
                <a:cs typeface="Corbel"/>
              </a:rPr>
              <a:t> (2)</a:t>
            </a:r>
            <a:r>
              <a:rPr sz="1200" i="1" spc="-60" dirty="0">
                <a:latin typeface="Corbel"/>
                <a:cs typeface="Corbel"/>
              </a:rPr>
              <a:t> </a:t>
            </a:r>
            <a:r>
              <a:rPr sz="1200" i="1" dirty="0">
                <a:latin typeface="Corbel"/>
                <a:cs typeface="Corbel"/>
              </a:rPr>
              <a:t>CW</a:t>
            </a:r>
            <a:r>
              <a:rPr sz="1200" i="1" spc="-20" dirty="0">
                <a:latin typeface="Corbel"/>
                <a:cs typeface="Corbel"/>
              </a:rPr>
              <a:t> </a:t>
            </a:r>
            <a:r>
              <a:rPr sz="1200" i="1" dirty="0">
                <a:latin typeface="Corbel"/>
                <a:cs typeface="Corbel"/>
              </a:rPr>
              <a:t>rotors</a:t>
            </a:r>
            <a:r>
              <a:rPr sz="1200" i="1" spc="-15" dirty="0">
                <a:latin typeface="Corbel"/>
                <a:cs typeface="Corbel"/>
              </a:rPr>
              <a:t> </a:t>
            </a:r>
            <a:r>
              <a:rPr sz="1200" i="1" dirty="0">
                <a:latin typeface="Corbel"/>
                <a:cs typeface="Corbel"/>
              </a:rPr>
              <a:t>are</a:t>
            </a:r>
            <a:r>
              <a:rPr sz="1200" i="1" spc="-10" dirty="0">
                <a:latin typeface="Corbel"/>
                <a:cs typeface="Corbel"/>
              </a:rPr>
              <a:t> spinning </a:t>
            </a:r>
            <a:r>
              <a:rPr sz="1200" i="1" dirty="0">
                <a:latin typeface="Corbel"/>
                <a:cs typeface="Corbel"/>
              </a:rPr>
              <a:t>faster</a:t>
            </a:r>
            <a:r>
              <a:rPr sz="1200" i="1" spc="-30" dirty="0">
                <a:latin typeface="Corbel"/>
                <a:cs typeface="Corbel"/>
              </a:rPr>
              <a:t> </a:t>
            </a:r>
            <a:r>
              <a:rPr sz="1200" i="1" dirty="0">
                <a:latin typeface="Corbel"/>
                <a:cs typeface="Corbel"/>
              </a:rPr>
              <a:t>compare</a:t>
            </a:r>
            <a:r>
              <a:rPr sz="1200" i="1" spc="-20" dirty="0">
                <a:latin typeface="Corbel"/>
                <a:cs typeface="Corbel"/>
              </a:rPr>
              <a:t> </a:t>
            </a:r>
            <a:r>
              <a:rPr sz="1200" i="1" dirty="0">
                <a:latin typeface="Corbel"/>
                <a:cs typeface="Corbel"/>
              </a:rPr>
              <a:t>to</a:t>
            </a:r>
            <a:r>
              <a:rPr sz="1200" i="1" spc="-20" dirty="0">
                <a:latin typeface="Corbel"/>
                <a:cs typeface="Corbel"/>
              </a:rPr>
              <a:t> </a:t>
            </a:r>
            <a:r>
              <a:rPr sz="1200" i="1" dirty="0">
                <a:latin typeface="Corbel"/>
                <a:cs typeface="Corbel"/>
              </a:rPr>
              <a:t>the</a:t>
            </a:r>
            <a:r>
              <a:rPr sz="1200" i="1" spc="-20" dirty="0">
                <a:latin typeface="Corbel"/>
                <a:cs typeface="Corbel"/>
              </a:rPr>
              <a:t> </a:t>
            </a:r>
            <a:r>
              <a:rPr sz="1200" i="1" spc="-10" dirty="0">
                <a:latin typeface="Corbel"/>
                <a:cs typeface="Corbel"/>
              </a:rPr>
              <a:t>(2)</a:t>
            </a:r>
            <a:r>
              <a:rPr sz="1200" i="1" spc="-60" dirty="0">
                <a:latin typeface="Corbel"/>
                <a:cs typeface="Corbel"/>
              </a:rPr>
              <a:t> </a:t>
            </a:r>
            <a:r>
              <a:rPr sz="1200" i="1" spc="-25" dirty="0">
                <a:latin typeface="Corbel"/>
                <a:cs typeface="Corbel"/>
              </a:rPr>
              <a:t>CCW </a:t>
            </a:r>
            <a:r>
              <a:rPr sz="1200" i="1" dirty="0">
                <a:latin typeface="Corbel"/>
                <a:cs typeface="Corbel"/>
              </a:rPr>
              <a:t>rotors,</a:t>
            </a:r>
            <a:r>
              <a:rPr sz="1200" i="1" spc="-30" dirty="0">
                <a:latin typeface="Corbel"/>
                <a:cs typeface="Corbel"/>
              </a:rPr>
              <a:t> </a:t>
            </a:r>
            <a:r>
              <a:rPr sz="1200" i="1" spc="-10" dirty="0">
                <a:latin typeface="Corbel"/>
                <a:cs typeface="Corbel"/>
              </a:rPr>
              <a:t>the</a:t>
            </a:r>
            <a:r>
              <a:rPr sz="1200" i="1" spc="-55" dirty="0">
                <a:latin typeface="Corbel"/>
                <a:cs typeface="Corbel"/>
              </a:rPr>
              <a:t> </a:t>
            </a:r>
            <a:r>
              <a:rPr sz="1200" i="1" dirty="0">
                <a:latin typeface="Corbel"/>
                <a:cs typeface="Corbel"/>
              </a:rPr>
              <a:t>UA</a:t>
            </a:r>
            <a:r>
              <a:rPr sz="1200" i="1" spc="-10" dirty="0">
                <a:latin typeface="Corbel"/>
                <a:cs typeface="Corbel"/>
              </a:rPr>
              <a:t> </a:t>
            </a:r>
            <a:r>
              <a:rPr sz="1200" i="1" dirty="0">
                <a:latin typeface="Corbel"/>
                <a:cs typeface="Corbel"/>
              </a:rPr>
              <a:t>will</a:t>
            </a:r>
            <a:r>
              <a:rPr sz="1200" i="1" spc="-15" dirty="0">
                <a:latin typeface="Corbel"/>
                <a:cs typeface="Corbel"/>
              </a:rPr>
              <a:t> </a:t>
            </a:r>
            <a:r>
              <a:rPr sz="1200" i="1" dirty="0">
                <a:latin typeface="Corbel"/>
                <a:cs typeface="Corbel"/>
              </a:rPr>
              <a:t>yaw</a:t>
            </a:r>
            <a:r>
              <a:rPr sz="1200" i="1" spc="-15" dirty="0">
                <a:latin typeface="Corbel"/>
                <a:cs typeface="Corbel"/>
              </a:rPr>
              <a:t> </a:t>
            </a:r>
            <a:r>
              <a:rPr sz="1200" i="1" dirty="0">
                <a:latin typeface="Corbel"/>
                <a:cs typeface="Corbel"/>
              </a:rPr>
              <a:t>to</a:t>
            </a:r>
            <a:r>
              <a:rPr sz="1200" i="1" spc="-15" dirty="0">
                <a:latin typeface="Corbel"/>
                <a:cs typeface="Corbel"/>
              </a:rPr>
              <a:t> </a:t>
            </a:r>
            <a:r>
              <a:rPr sz="1200" i="1" dirty="0">
                <a:latin typeface="Corbel"/>
                <a:cs typeface="Corbel"/>
              </a:rPr>
              <a:t>its</a:t>
            </a:r>
            <a:r>
              <a:rPr sz="1200" i="1" spc="-20" dirty="0">
                <a:latin typeface="Corbel"/>
                <a:cs typeface="Corbel"/>
              </a:rPr>
              <a:t> left </a:t>
            </a:r>
            <a:r>
              <a:rPr sz="1200" i="1" dirty="0">
                <a:latin typeface="Corbel"/>
                <a:cs typeface="Corbel"/>
              </a:rPr>
              <a:t>and</a:t>
            </a:r>
            <a:r>
              <a:rPr sz="1200" i="1" spc="-25" dirty="0">
                <a:latin typeface="Corbel"/>
                <a:cs typeface="Corbel"/>
              </a:rPr>
              <a:t> </a:t>
            </a:r>
            <a:r>
              <a:rPr sz="1200" i="1" dirty="0">
                <a:latin typeface="Corbel"/>
                <a:cs typeface="Corbel"/>
              </a:rPr>
              <a:t>vice</a:t>
            </a:r>
            <a:r>
              <a:rPr sz="1200" i="1" spc="-20" dirty="0">
                <a:latin typeface="Corbel"/>
                <a:cs typeface="Corbel"/>
              </a:rPr>
              <a:t> </a:t>
            </a:r>
            <a:r>
              <a:rPr sz="1200" i="1" spc="-10" dirty="0">
                <a:latin typeface="Corbel"/>
                <a:cs typeface="Corbel"/>
              </a:rPr>
              <a:t>versa</a:t>
            </a:r>
            <a:endParaRPr sz="1200">
              <a:latin typeface="Corbel"/>
              <a:cs typeface="Corbel"/>
            </a:endParaRPr>
          </a:p>
        </p:txBody>
      </p:sp>
      <p:grpSp>
        <p:nvGrpSpPr>
          <p:cNvPr id="34" name="object 34"/>
          <p:cNvGrpSpPr/>
          <p:nvPr/>
        </p:nvGrpSpPr>
        <p:grpSpPr>
          <a:xfrm>
            <a:off x="9328207" y="1368552"/>
            <a:ext cx="2047239" cy="1950720"/>
            <a:chOff x="9328207" y="1368552"/>
            <a:chExt cx="2047239" cy="1950720"/>
          </a:xfrm>
        </p:grpSpPr>
        <p:pic>
          <p:nvPicPr>
            <p:cNvPr id="35" name="object 35"/>
            <p:cNvPicPr/>
            <p:nvPr/>
          </p:nvPicPr>
          <p:blipFill>
            <a:blip r:embed="rId17" cstate="print"/>
            <a:stretch>
              <a:fillRect/>
            </a:stretch>
          </p:blipFill>
          <p:spPr>
            <a:xfrm>
              <a:off x="9424416" y="1368552"/>
              <a:ext cx="1950720" cy="1950720"/>
            </a:xfrm>
            <a:prstGeom prst="rect">
              <a:avLst/>
            </a:prstGeom>
          </p:spPr>
        </p:pic>
        <p:sp>
          <p:nvSpPr>
            <p:cNvPr id="36" name="object 36"/>
            <p:cNvSpPr/>
            <p:nvPr/>
          </p:nvSpPr>
          <p:spPr>
            <a:xfrm>
              <a:off x="10205341" y="2028266"/>
              <a:ext cx="476884" cy="153670"/>
            </a:xfrm>
            <a:custGeom>
              <a:avLst/>
              <a:gdLst/>
              <a:ahLst/>
              <a:cxnLst/>
              <a:rect l="l" t="t" r="r" b="b"/>
              <a:pathLst>
                <a:path w="476884" h="153669">
                  <a:moveTo>
                    <a:pt x="45107" y="127952"/>
                  </a:moveTo>
                  <a:lnTo>
                    <a:pt x="1903" y="140939"/>
                  </a:lnTo>
                  <a:lnTo>
                    <a:pt x="0" y="144480"/>
                  </a:lnTo>
                  <a:lnTo>
                    <a:pt x="2018" y="151197"/>
                  </a:lnTo>
                  <a:lnTo>
                    <a:pt x="5560" y="153101"/>
                  </a:lnTo>
                  <a:lnTo>
                    <a:pt x="48764" y="140115"/>
                  </a:lnTo>
                  <a:lnTo>
                    <a:pt x="50667" y="136574"/>
                  </a:lnTo>
                  <a:lnTo>
                    <a:pt x="48648" y="129856"/>
                  </a:lnTo>
                  <a:lnTo>
                    <a:pt x="45107" y="127952"/>
                  </a:lnTo>
                  <a:close/>
                </a:path>
                <a:path w="476884" h="153669">
                  <a:moveTo>
                    <a:pt x="130244" y="102362"/>
                  </a:moveTo>
                  <a:lnTo>
                    <a:pt x="87040" y="115349"/>
                  </a:lnTo>
                  <a:lnTo>
                    <a:pt x="85136" y="118889"/>
                  </a:lnTo>
                  <a:lnTo>
                    <a:pt x="87155" y="125606"/>
                  </a:lnTo>
                  <a:lnTo>
                    <a:pt x="90697" y="127510"/>
                  </a:lnTo>
                  <a:lnTo>
                    <a:pt x="133901" y="114524"/>
                  </a:lnTo>
                  <a:lnTo>
                    <a:pt x="135804" y="110982"/>
                  </a:lnTo>
                  <a:lnTo>
                    <a:pt x="133786" y="104265"/>
                  </a:lnTo>
                  <a:lnTo>
                    <a:pt x="130244" y="102362"/>
                  </a:lnTo>
                  <a:close/>
                </a:path>
                <a:path w="476884" h="153669">
                  <a:moveTo>
                    <a:pt x="215381" y="76771"/>
                  </a:moveTo>
                  <a:lnTo>
                    <a:pt x="172177" y="89757"/>
                  </a:lnTo>
                  <a:lnTo>
                    <a:pt x="170273" y="93299"/>
                  </a:lnTo>
                  <a:lnTo>
                    <a:pt x="172293" y="100016"/>
                  </a:lnTo>
                  <a:lnTo>
                    <a:pt x="175834" y="101920"/>
                  </a:lnTo>
                  <a:lnTo>
                    <a:pt x="219038" y="88934"/>
                  </a:lnTo>
                  <a:lnTo>
                    <a:pt x="220941" y="85392"/>
                  </a:lnTo>
                  <a:lnTo>
                    <a:pt x="218923" y="78675"/>
                  </a:lnTo>
                  <a:lnTo>
                    <a:pt x="215381" y="76771"/>
                  </a:lnTo>
                  <a:close/>
                </a:path>
                <a:path w="476884" h="153669">
                  <a:moveTo>
                    <a:pt x="300520" y="51180"/>
                  </a:moveTo>
                  <a:lnTo>
                    <a:pt x="257314" y="64166"/>
                  </a:lnTo>
                  <a:lnTo>
                    <a:pt x="255410" y="67708"/>
                  </a:lnTo>
                  <a:lnTo>
                    <a:pt x="257430" y="74425"/>
                  </a:lnTo>
                  <a:lnTo>
                    <a:pt x="260971" y="76329"/>
                  </a:lnTo>
                  <a:lnTo>
                    <a:pt x="304175" y="63343"/>
                  </a:lnTo>
                  <a:lnTo>
                    <a:pt x="306080" y="59801"/>
                  </a:lnTo>
                  <a:lnTo>
                    <a:pt x="304060" y="53084"/>
                  </a:lnTo>
                  <a:lnTo>
                    <a:pt x="300520" y="51180"/>
                  </a:lnTo>
                  <a:close/>
                </a:path>
                <a:path w="476884" h="153669">
                  <a:moveTo>
                    <a:pt x="385657" y="25590"/>
                  </a:moveTo>
                  <a:lnTo>
                    <a:pt x="342451" y="38576"/>
                  </a:lnTo>
                  <a:lnTo>
                    <a:pt x="340547" y="42117"/>
                  </a:lnTo>
                  <a:lnTo>
                    <a:pt x="342567" y="48835"/>
                  </a:lnTo>
                  <a:lnTo>
                    <a:pt x="346108" y="50739"/>
                  </a:lnTo>
                  <a:lnTo>
                    <a:pt x="389312" y="37752"/>
                  </a:lnTo>
                  <a:lnTo>
                    <a:pt x="391217" y="34211"/>
                  </a:lnTo>
                  <a:lnTo>
                    <a:pt x="389197" y="27494"/>
                  </a:lnTo>
                  <a:lnTo>
                    <a:pt x="385657" y="25590"/>
                  </a:lnTo>
                  <a:close/>
                </a:path>
                <a:path w="476884" h="153669">
                  <a:moveTo>
                    <a:pt x="470794" y="0"/>
                  </a:moveTo>
                  <a:lnTo>
                    <a:pt x="427588" y="12985"/>
                  </a:lnTo>
                  <a:lnTo>
                    <a:pt x="425684" y="16526"/>
                  </a:lnTo>
                  <a:lnTo>
                    <a:pt x="427704" y="23243"/>
                  </a:lnTo>
                  <a:lnTo>
                    <a:pt x="431245" y="25148"/>
                  </a:lnTo>
                  <a:lnTo>
                    <a:pt x="474449" y="12161"/>
                  </a:lnTo>
                  <a:lnTo>
                    <a:pt x="476354" y="8620"/>
                  </a:lnTo>
                  <a:lnTo>
                    <a:pt x="474334" y="1903"/>
                  </a:lnTo>
                  <a:lnTo>
                    <a:pt x="470794" y="0"/>
                  </a:lnTo>
                  <a:close/>
                </a:path>
              </a:pathLst>
            </a:custGeom>
            <a:solidFill>
              <a:srgbClr val="00B050">
                <a:alpha val="50199"/>
              </a:srgbClr>
            </a:solidFill>
          </p:spPr>
          <p:txBody>
            <a:bodyPr wrap="square" lIns="0" tIns="0" rIns="0" bIns="0" rtlCol="0"/>
            <a:lstStyle/>
            <a:p>
              <a:endParaRPr/>
            </a:p>
          </p:txBody>
        </p:sp>
        <p:pic>
          <p:nvPicPr>
            <p:cNvPr id="37" name="object 37"/>
            <p:cNvPicPr/>
            <p:nvPr/>
          </p:nvPicPr>
          <p:blipFill>
            <a:blip r:embed="rId18" cstate="print"/>
            <a:stretch>
              <a:fillRect/>
            </a:stretch>
          </p:blipFill>
          <p:spPr>
            <a:xfrm>
              <a:off x="10271760" y="2069592"/>
              <a:ext cx="164592" cy="164591"/>
            </a:xfrm>
            <a:prstGeom prst="rect">
              <a:avLst/>
            </a:prstGeom>
          </p:spPr>
        </p:pic>
        <p:sp>
          <p:nvSpPr>
            <p:cNvPr id="38" name="object 38"/>
            <p:cNvSpPr/>
            <p:nvPr/>
          </p:nvSpPr>
          <p:spPr>
            <a:xfrm>
              <a:off x="9340907" y="2178266"/>
              <a:ext cx="862965" cy="258445"/>
            </a:xfrm>
            <a:custGeom>
              <a:avLst/>
              <a:gdLst/>
              <a:ahLst/>
              <a:cxnLst/>
              <a:rect l="l" t="t" r="r" b="b"/>
              <a:pathLst>
                <a:path w="862965" h="258444">
                  <a:moveTo>
                    <a:pt x="0" y="257973"/>
                  </a:moveTo>
                  <a:lnTo>
                    <a:pt x="862772" y="0"/>
                  </a:lnTo>
                </a:path>
              </a:pathLst>
            </a:custGeom>
            <a:ln w="25400">
              <a:solidFill>
                <a:srgbClr val="00B050"/>
              </a:solidFill>
            </a:ln>
          </p:spPr>
          <p:txBody>
            <a:bodyPr wrap="square" lIns="0" tIns="0" rIns="0" bIns="0" rtlCol="0"/>
            <a:lstStyle/>
            <a:p>
              <a:endParaRPr/>
            </a:p>
          </p:txBody>
        </p:sp>
      </p:grpSp>
      <p:sp>
        <p:nvSpPr>
          <p:cNvPr id="39" name="object 39"/>
          <p:cNvSpPr txBox="1"/>
          <p:nvPr/>
        </p:nvSpPr>
        <p:spPr>
          <a:xfrm>
            <a:off x="9709028" y="2374900"/>
            <a:ext cx="723265" cy="330200"/>
          </a:xfrm>
          <a:prstGeom prst="rect">
            <a:avLst/>
          </a:prstGeom>
        </p:spPr>
        <p:txBody>
          <a:bodyPr vert="horz" wrap="square" lIns="0" tIns="12700" rIns="0" bIns="0" rtlCol="0">
            <a:spAutoFit/>
          </a:bodyPr>
          <a:lstStyle/>
          <a:p>
            <a:pPr marL="242570" marR="5080" indent="-230504">
              <a:lnSpc>
                <a:spcPct val="100000"/>
              </a:lnSpc>
              <a:spcBef>
                <a:spcPts val="100"/>
              </a:spcBef>
            </a:pPr>
            <a:r>
              <a:rPr sz="1000" b="1" spc="-10" dirty="0">
                <a:latin typeface="Corbel"/>
                <a:cs typeface="Corbel"/>
              </a:rPr>
              <a:t>Longitudinal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40" name="object 40"/>
          <p:cNvSpPr txBox="1"/>
          <p:nvPr/>
        </p:nvSpPr>
        <p:spPr>
          <a:xfrm>
            <a:off x="10381806" y="1898396"/>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41" name="object 41"/>
          <p:cNvGrpSpPr/>
          <p:nvPr/>
        </p:nvGrpSpPr>
        <p:grpSpPr>
          <a:xfrm>
            <a:off x="10741051" y="1610785"/>
            <a:ext cx="704215" cy="481330"/>
            <a:chOff x="10741051" y="1610785"/>
            <a:chExt cx="704215" cy="481330"/>
          </a:xfrm>
        </p:grpSpPr>
        <p:sp>
          <p:nvSpPr>
            <p:cNvPr id="42" name="object 42"/>
            <p:cNvSpPr/>
            <p:nvPr/>
          </p:nvSpPr>
          <p:spPr>
            <a:xfrm>
              <a:off x="10753751" y="1889483"/>
              <a:ext cx="406400" cy="122555"/>
            </a:xfrm>
            <a:custGeom>
              <a:avLst/>
              <a:gdLst/>
              <a:ahLst/>
              <a:cxnLst/>
              <a:rect l="l" t="t" r="r" b="b"/>
              <a:pathLst>
                <a:path w="406400" h="122555">
                  <a:moveTo>
                    <a:pt x="406158" y="0"/>
                  </a:moveTo>
                  <a:lnTo>
                    <a:pt x="0" y="122083"/>
                  </a:lnTo>
                </a:path>
              </a:pathLst>
            </a:custGeom>
            <a:ln w="25400">
              <a:solidFill>
                <a:srgbClr val="00B050"/>
              </a:solidFill>
            </a:ln>
          </p:spPr>
          <p:txBody>
            <a:bodyPr wrap="square" lIns="0" tIns="0" rIns="0" bIns="0" rtlCol="0"/>
            <a:lstStyle/>
            <a:p>
              <a:endParaRPr/>
            </a:p>
          </p:txBody>
        </p:sp>
        <p:pic>
          <p:nvPicPr>
            <p:cNvPr id="43" name="object 43"/>
            <p:cNvPicPr/>
            <p:nvPr/>
          </p:nvPicPr>
          <p:blipFill>
            <a:blip r:embed="rId19" cstate="print"/>
            <a:stretch>
              <a:fillRect/>
            </a:stretch>
          </p:blipFill>
          <p:spPr>
            <a:xfrm>
              <a:off x="10937201" y="1785833"/>
              <a:ext cx="422508" cy="305701"/>
            </a:xfrm>
            <a:prstGeom prst="rect">
              <a:avLst/>
            </a:prstGeom>
          </p:spPr>
        </p:pic>
        <p:pic>
          <p:nvPicPr>
            <p:cNvPr id="44" name="object 44"/>
            <p:cNvPicPr/>
            <p:nvPr/>
          </p:nvPicPr>
          <p:blipFill>
            <a:blip r:embed="rId20" cstate="print"/>
            <a:stretch>
              <a:fillRect/>
            </a:stretch>
          </p:blipFill>
          <p:spPr>
            <a:xfrm>
              <a:off x="10857279" y="1610785"/>
              <a:ext cx="587977" cy="357748"/>
            </a:xfrm>
            <a:prstGeom prst="rect">
              <a:avLst/>
            </a:prstGeom>
          </p:spPr>
        </p:pic>
      </p:grpSp>
      <p:grpSp>
        <p:nvGrpSpPr>
          <p:cNvPr id="45" name="object 45"/>
          <p:cNvGrpSpPr/>
          <p:nvPr/>
        </p:nvGrpSpPr>
        <p:grpSpPr>
          <a:xfrm>
            <a:off x="6903719" y="1423416"/>
            <a:ext cx="1950720" cy="1466215"/>
            <a:chOff x="6903719" y="1423416"/>
            <a:chExt cx="1950720" cy="1466215"/>
          </a:xfrm>
        </p:grpSpPr>
        <p:pic>
          <p:nvPicPr>
            <p:cNvPr id="46" name="object 46"/>
            <p:cNvPicPr/>
            <p:nvPr/>
          </p:nvPicPr>
          <p:blipFill>
            <a:blip r:embed="rId21" cstate="print"/>
            <a:stretch>
              <a:fillRect/>
            </a:stretch>
          </p:blipFill>
          <p:spPr>
            <a:xfrm>
              <a:off x="6903719" y="1423416"/>
              <a:ext cx="1950720" cy="1466088"/>
            </a:xfrm>
            <a:prstGeom prst="rect">
              <a:avLst/>
            </a:prstGeom>
          </p:spPr>
        </p:pic>
        <p:sp>
          <p:nvSpPr>
            <p:cNvPr id="47" name="object 47"/>
            <p:cNvSpPr/>
            <p:nvPr/>
          </p:nvSpPr>
          <p:spPr>
            <a:xfrm>
              <a:off x="7418422" y="2115698"/>
              <a:ext cx="579120" cy="98425"/>
            </a:xfrm>
            <a:custGeom>
              <a:avLst/>
              <a:gdLst/>
              <a:ahLst/>
              <a:cxnLst/>
              <a:rect l="l" t="t" r="r" b="b"/>
              <a:pathLst>
                <a:path w="579120" h="98425">
                  <a:moveTo>
                    <a:pt x="4265" y="0"/>
                  </a:moveTo>
                  <a:lnTo>
                    <a:pt x="1035" y="2392"/>
                  </a:lnTo>
                  <a:lnTo>
                    <a:pt x="0" y="9330"/>
                  </a:lnTo>
                  <a:lnTo>
                    <a:pt x="2392" y="12561"/>
                  </a:lnTo>
                  <a:lnTo>
                    <a:pt x="47014" y="19213"/>
                  </a:lnTo>
                  <a:lnTo>
                    <a:pt x="50245" y="16821"/>
                  </a:lnTo>
                  <a:lnTo>
                    <a:pt x="51278" y="9883"/>
                  </a:lnTo>
                  <a:lnTo>
                    <a:pt x="48886" y="6652"/>
                  </a:lnTo>
                  <a:lnTo>
                    <a:pt x="4265" y="0"/>
                  </a:lnTo>
                  <a:close/>
                </a:path>
                <a:path w="579120" h="98425">
                  <a:moveTo>
                    <a:pt x="92194" y="13108"/>
                  </a:moveTo>
                  <a:lnTo>
                    <a:pt x="88962" y="15501"/>
                  </a:lnTo>
                  <a:lnTo>
                    <a:pt x="87928" y="22439"/>
                  </a:lnTo>
                  <a:lnTo>
                    <a:pt x="90321" y="25670"/>
                  </a:lnTo>
                  <a:lnTo>
                    <a:pt x="134942" y="32322"/>
                  </a:lnTo>
                  <a:lnTo>
                    <a:pt x="138173" y="29930"/>
                  </a:lnTo>
                  <a:lnTo>
                    <a:pt x="139207" y="22992"/>
                  </a:lnTo>
                  <a:lnTo>
                    <a:pt x="136814" y="19761"/>
                  </a:lnTo>
                  <a:lnTo>
                    <a:pt x="92194" y="13108"/>
                  </a:lnTo>
                  <a:close/>
                </a:path>
                <a:path w="579120" h="98425">
                  <a:moveTo>
                    <a:pt x="180121" y="26217"/>
                  </a:moveTo>
                  <a:lnTo>
                    <a:pt x="176890" y="28610"/>
                  </a:lnTo>
                  <a:lnTo>
                    <a:pt x="175856" y="35547"/>
                  </a:lnTo>
                  <a:lnTo>
                    <a:pt x="178249" y="38779"/>
                  </a:lnTo>
                  <a:lnTo>
                    <a:pt x="222869" y="45431"/>
                  </a:lnTo>
                  <a:lnTo>
                    <a:pt x="226101" y="43039"/>
                  </a:lnTo>
                  <a:lnTo>
                    <a:pt x="227135" y="36101"/>
                  </a:lnTo>
                  <a:lnTo>
                    <a:pt x="224743" y="32870"/>
                  </a:lnTo>
                  <a:lnTo>
                    <a:pt x="180121" y="26217"/>
                  </a:lnTo>
                  <a:close/>
                </a:path>
                <a:path w="579120" h="98425">
                  <a:moveTo>
                    <a:pt x="268050" y="39326"/>
                  </a:moveTo>
                  <a:lnTo>
                    <a:pt x="264819" y="41719"/>
                  </a:lnTo>
                  <a:lnTo>
                    <a:pt x="263785" y="48656"/>
                  </a:lnTo>
                  <a:lnTo>
                    <a:pt x="266178" y="51888"/>
                  </a:lnTo>
                  <a:lnTo>
                    <a:pt x="310798" y="58540"/>
                  </a:lnTo>
                  <a:lnTo>
                    <a:pt x="314029" y="56147"/>
                  </a:lnTo>
                  <a:lnTo>
                    <a:pt x="315064" y="49209"/>
                  </a:lnTo>
                  <a:lnTo>
                    <a:pt x="312671" y="45979"/>
                  </a:lnTo>
                  <a:lnTo>
                    <a:pt x="268050" y="39326"/>
                  </a:lnTo>
                  <a:close/>
                </a:path>
                <a:path w="579120" h="98425">
                  <a:moveTo>
                    <a:pt x="355978" y="52435"/>
                  </a:moveTo>
                  <a:lnTo>
                    <a:pt x="352747" y="54828"/>
                  </a:lnTo>
                  <a:lnTo>
                    <a:pt x="351712" y="61765"/>
                  </a:lnTo>
                  <a:lnTo>
                    <a:pt x="354105" y="64997"/>
                  </a:lnTo>
                  <a:lnTo>
                    <a:pt x="398726" y="71649"/>
                  </a:lnTo>
                  <a:lnTo>
                    <a:pt x="401957" y="69256"/>
                  </a:lnTo>
                  <a:lnTo>
                    <a:pt x="402991" y="62318"/>
                  </a:lnTo>
                  <a:lnTo>
                    <a:pt x="400598" y="59088"/>
                  </a:lnTo>
                  <a:lnTo>
                    <a:pt x="355978" y="52435"/>
                  </a:lnTo>
                  <a:close/>
                </a:path>
                <a:path w="579120" h="98425">
                  <a:moveTo>
                    <a:pt x="443906" y="65544"/>
                  </a:moveTo>
                  <a:lnTo>
                    <a:pt x="440676" y="67937"/>
                  </a:lnTo>
                  <a:lnTo>
                    <a:pt x="439640" y="74874"/>
                  </a:lnTo>
                  <a:lnTo>
                    <a:pt x="442033" y="78105"/>
                  </a:lnTo>
                  <a:lnTo>
                    <a:pt x="486655" y="84758"/>
                  </a:lnTo>
                  <a:lnTo>
                    <a:pt x="489885" y="82365"/>
                  </a:lnTo>
                  <a:lnTo>
                    <a:pt x="490919" y="75427"/>
                  </a:lnTo>
                  <a:lnTo>
                    <a:pt x="488527" y="72196"/>
                  </a:lnTo>
                  <a:lnTo>
                    <a:pt x="443906" y="65544"/>
                  </a:lnTo>
                  <a:close/>
                </a:path>
                <a:path w="579120" h="98425">
                  <a:moveTo>
                    <a:pt x="531835" y="78653"/>
                  </a:moveTo>
                  <a:lnTo>
                    <a:pt x="528603" y="81046"/>
                  </a:lnTo>
                  <a:lnTo>
                    <a:pt x="527569" y="87983"/>
                  </a:lnTo>
                  <a:lnTo>
                    <a:pt x="529962" y="91213"/>
                  </a:lnTo>
                  <a:lnTo>
                    <a:pt x="574582" y="97866"/>
                  </a:lnTo>
                  <a:lnTo>
                    <a:pt x="577814" y="95473"/>
                  </a:lnTo>
                  <a:lnTo>
                    <a:pt x="578848" y="88536"/>
                  </a:lnTo>
                  <a:lnTo>
                    <a:pt x="576455" y="85305"/>
                  </a:lnTo>
                  <a:lnTo>
                    <a:pt x="531835" y="78653"/>
                  </a:lnTo>
                  <a:close/>
                </a:path>
              </a:pathLst>
            </a:custGeom>
            <a:solidFill>
              <a:srgbClr val="0070C0">
                <a:alpha val="50199"/>
              </a:srgbClr>
            </a:solidFill>
          </p:spPr>
          <p:txBody>
            <a:bodyPr wrap="square" lIns="0" tIns="0" rIns="0" bIns="0" rtlCol="0"/>
            <a:lstStyle/>
            <a:p>
              <a:endParaRPr/>
            </a:p>
          </p:txBody>
        </p:sp>
        <p:pic>
          <p:nvPicPr>
            <p:cNvPr id="48" name="object 48"/>
            <p:cNvPicPr/>
            <p:nvPr/>
          </p:nvPicPr>
          <p:blipFill>
            <a:blip r:embed="rId22" cstate="print"/>
            <a:stretch>
              <a:fillRect/>
            </a:stretch>
          </p:blipFill>
          <p:spPr>
            <a:xfrm>
              <a:off x="7744967" y="2118360"/>
              <a:ext cx="179831" cy="167639"/>
            </a:xfrm>
            <a:prstGeom prst="rect">
              <a:avLst/>
            </a:prstGeom>
          </p:spPr>
        </p:pic>
      </p:grpSp>
      <p:sp>
        <p:nvSpPr>
          <p:cNvPr id="49" name="object 49"/>
          <p:cNvSpPr txBox="1"/>
          <p:nvPr/>
        </p:nvSpPr>
        <p:spPr>
          <a:xfrm>
            <a:off x="6910947" y="2173732"/>
            <a:ext cx="413384" cy="330200"/>
          </a:xfrm>
          <a:prstGeom prst="rect">
            <a:avLst/>
          </a:prstGeom>
        </p:spPr>
        <p:txBody>
          <a:bodyPr vert="horz" wrap="square" lIns="0" tIns="12700" rIns="0" bIns="0" rtlCol="0">
            <a:spAutoFit/>
          </a:bodyPr>
          <a:lstStyle/>
          <a:p>
            <a:pPr marL="87630" marR="5080" indent="-75565">
              <a:lnSpc>
                <a:spcPct val="100000"/>
              </a:lnSpc>
              <a:spcBef>
                <a:spcPts val="100"/>
              </a:spcBef>
            </a:pPr>
            <a:r>
              <a:rPr sz="1000" b="1" spc="-10" dirty="0">
                <a:latin typeface="Corbel"/>
                <a:cs typeface="Corbel"/>
              </a:rPr>
              <a:t>Lateral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50" name="object 50"/>
          <p:cNvSpPr txBox="1"/>
          <p:nvPr/>
        </p:nvSpPr>
        <p:spPr>
          <a:xfrm>
            <a:off x="7860643" y="1953259"/>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51" name="object 51"/>
          <p:cNvGrpSpPr/>
          <p:nvPr/>
        </p:nvGrpSpPr>
        <p:grpSpPr>
          <a:xfrm>
            <a:off x="6586024" y="1976230"/>
            <a:ext cx="2570480" cy="828040"/>
            <a:chOff x="6586024" y="1976230"/>
            <a:chExt cx="2570480" cy="828040"/>
          </a:xfrm>
        </p:grpSpPr>
        <p:sp>
          <p:nvSpPr>
            <p:cNvPr id="52" name="object 52"/>
            <p:cNvSpPr/>
            <p:nvPr/>
          </p:nvSpPr>
          <p:spPr>
            <a:xfrm>
              <a:off x="8100975" y="2227878"/>
              <a:ext cx="984250" cy="156210"/>
            </a:xfrm>
            <a:custGeom>
              <a:avLst/>
              <a:gdLst/>
              <a:ahLst/>
              <a:cxnLst/>
              <a:rect l="l" t="t" r="r" b="b"/>
              <a:pathLst>
                <a:path w="984250" h="156210">
                  <a:moveTo>
                    <a:pt x="0" y="0"/>
                  </a:moveTo>
                  <a:lnTo>
                    <a:pt x="983687" y="156036"/>
                  </a:lnTo>
                </a:path>
              </a:pathLst>
            </a:custGeom>
            <a:ln w="25400">
              <a:solidFill>
                <a:srgbClr val="0070C0"/>
              </a:solidFill>
            </a:ln>
          </p:spPr>
          <p:txBody>
            <a:bodyPr wrap="square" lIns="0" tIns="0" rIns="0" bIns="0" rtlCol="0"/>
            <a:lstStyle/>
            <a:p>
              <a:endParaRPr/>
            </a:p>
          </p:txBody>
        </p:sp>
        <p:sp>
          <p:nvSpPr>
            <p:cNvPr id="53" name="object 53"/>
            <p:cNvSpPr/>
            <p:nvPr/>
          </p:nvSpPr>
          <p:spPr>
            <a:xfrm>
              <a:off x="6598724" y="1988930"/>
              <a:ext cx="785495" cy="125095"/>
            </a:xfrm>
            <a:custGeom>
              <a:avLst/>
              <a:gdLst/>
              <a:ahLst/>
              <a:cxnLst/>
              <a:rect l="l" t="t" r="r" b="b"/>
              <a:pathLst>
                <a:path w="785495" h="125094">
                  <a:moveTo>
                    <a:pt x="0" y="0"/>
                  </a:moveTo>
                  <a:lnTo>
                    <a:pt x="785421" y="125061"/>
                  </a:lnTo>
                </a:path>
              </a:pathLst>
            </a:custGeom>
            <a:ln w="25400">
              <a:solidFill>
                <a:srgbClr val="0070C0"/>
              </a:solidFill>
            </a:ln>
          </p:spPr>
          <p:txBody>
            <a:bodyPr wrap="square" lIns="0" tIns="0" rIns="0" bIns="0" rtlCol="0"/>
            <a:lstStyle/>
            <a:p>
              <a:endParaRPr/>
            </a:p>
          </p:txBody>
        </p:sp>
        <p:pic>
          <p:nvPicPr>
            <p:cNvPr id="54" name="object 54"/>
            <p:cNvPicPr/>
            <p:nvPr/>
          </p:nvPicPr>
          <p:blipFill>
            <a:blip r:embed="rId23" cstate="print"/>
            <a:stretch>
              <a:fillRect/>
            </a:stretch>
          </p:blipFill>
          <p:spPr>
            <a:xfrm>
              <a:off x="8558783" y="2209800"/>
              <a:ext cx="597407" cy="594360"/>
            </a:xfrm>
            <a:prstGeom prst="rect">
              <a:avLst/>
            </a:prstGeom>
          </p:spPr>
        </p:pic>
        <p:pic>
          <p:nvPicPr>
            <p:cNvPr id="55" name="object 55"/>
            <p:cNvPicPr/>
            <p:nvPr/>
          </p:nvPicPr>
          <p:blipFill>
            <a:blip r:embed="rId24" cstate="print"/>
            <a:stretch>
              <a:fillRect/>
            </a:stretch>
          </p:blipFill>
          <p:spPr>
            <a:xfrm>
              <a:off x="8573497" y="2098107"/>
              <a:ext cx="550616" cy="341761"/>
            </a:xfrm>
            <a:prstGeom prst="rect">
              <a:avLst/>
            </a:prstGeom>
          </p:spPr>
        </p:pic>
      </p:grpSp>
      <p:grpSp>
        <p:nvGrpSpPr>
          <p:cNvPr id="56" name="object 56"/>
          <p:cNvGrpSpPr/>
          <p:nvPr/>
        </p:nvGrpSpPr>
        <p:grpSpPr>
          <a:xfrm>
            <a:off x="4270247" y="1407770"/>
            <a:ext cx="1950720" cy="2006600"/>
            <a:chOff x="4270247" y="1407770"/>
            <a:chExt cx="1950720" cy="2006600"/>
          </a:xfrm>
        </p:grpSpPr>
        <p:pic>
          <p:nvPicPr>
            <p:cNvPr id="57" name="object 57"/>
            <p:cNvPicPr/>
            <p:nvPr/>
          </p:nvPicPr>
          <p:blipFill>
            <a:blip r:embed="rId25" cstate="print"/>
            <a:stretch>
              <a:fillRect/>
            </a:stretch>
          </p:blipFill>
          <p:spPr>
            <a:xfrm>
              <a:off x="4270247" y="1950719"/>
              <a:ext cx="1950720" cy="1463039"/>
            </a:xfrm>
            <a:prstGeom prst="rect">
              <a:avLst/>
            </a:prstGeom>
          </p:spPr>
        </p:pic>
        <p:sp>
          <p:nvSpPr>
            <p:cNvPr id="58" name="object 58"/>
            <p:cNvSpPr/>
            <p:nvPr/>
          </p:nvSpPr>
          <p:spPr>
            <a:xfrm>
              <a:off x="5177064" y="1981353"/>
              <a:ext cx="12700" cy="762000"/>
            </a:xfrm>
            <a:custGeom>
              <a:avLst/>
              <a:gdLst/>
              <a:ahLst/>
              <a:cxnLst/>
              <a:rect l="l" t="t" r="r" b="b"/>
              <a:pathLst>
                <a:path w="12700" h="762000">
                  <a:moveTo>
                    <a:pt x="9856" y="0"/>
                  </a:moveTo>
                  <a:lnTo>
                    <a:pt x="2843" y="0"/>
                  </a:lnTo>
                  <a:lnTo>
                    <a:pt x="0" y="2843"/>
                  </a:lnTo>
                  <a:lnTo>
                    <a:pt x="0" y="47957"/>
                  </a:lnTo>
                  <a:lnTo>
                    <a:pt x="2843" y="50800"/>
                  </a:lnTo>
                  <a:lnTo>
                    <a:pt x="9856" y="50800"/>
                  </a:lnTo>
                  <a:lnTo>
                    <a:pt x="12700" y="47957"/>
                  </a:lnTo>
                  <a:lnTo>
                    <a:pt x="12700" y="2843"/>
                  </a:lnTo>
                  <a:lnTo>
                    <a:pt x="9856" y="0"/>
                  </a:lnTo>
                  <a:close/>
                </a:path>
                <a:path w="12700" h="762000">
                  <a:moveTo>
                    <a:pt x="9857" y="88900"/>
                  </a:moveTo>
                  <a:lnTo>
                    <a:pt x="2843" y="88900"/>
                  </a:lnTo>
                  <a:lnTo>
                    <a:pt x="0" y="91743"/>
                  </a:lnTo>
                  <a:lnTo>
                    <a:pt x="0" y="136857"/>
                  </a:lnTo>
                  <a:lnTo>
                    <a:pt x="2843" y="139700"/>
                  </a:lnTo>
                  <a:lnTo>
                    <a:pt x="9857" y="139700"/>
                  </a:lnTo>
                  <a:lnTo>
                    <a:pt x="12700" y="136857"/>
                  </a:lnTo>
                  <a:lnTo>
                    <a:pt x="12700" y="91743"/>
                  </a:lnTo>
                  <a:lnTo>
                    <a:pt x="9857" y="88900"/>
                  </a:lnTo>
                  <a:close/>
                </a:path>
                <a:path w="12700" h="762000">
                  <a:moveTo>
                    <a:pt x="9857" y="177800"/>
                  </a:moveTo>
                  <a:lnTo>
                    <a:pt x="2843" y="177800"/>
                  </a:lnTo>
                  <a:lnTo>
                    <a:pt x="0" y="180643"/>
                  </a:lnTo>
                  <a:lnTo>
                    <a:pt x="0" y="225757"/>
                  </a:lnTo>
                  <a:lnTo>
                    <a:pt x="2843" y="228600"/>
                  </a:lnTo>
                  <a:lnTo>
                    <a:pt x="9857" y="228600"/>
                  </a:lnTo>
                  <a:lnTo>
                    <a:pt x="12700" y="225757"/>
                  </a:lnTo>
                  <a:lnTo>
                    <a:pt x="12700" y="180643"/>
                  </a:lnTo>
                  <a:lnTo>
                    <a:pt x="9857" y="177800"/>
                  </a:lnTo>
                  <a:close/>
                </a:path>
                <a:path w="12700" h="762000">
                  <a:moveTo>
                    <a:pt x="9857" y="266700"/>
                  </a:moveTo>
                  <a:lnTo>
                    <a:pt x="2843" y="266700"/>
                  </a:lnTo>
                  <a:lnTo>
                    <a:pt x="0" y="269543"/>
                  </a:lnTo>
                  <a:lnTo>
                    <a:pt x="0" y="314657"/>
                  </a:lnTo>
                  <a:lnTo>
                    <a:pt x="2843" y="317500"/>
                  </a:lnTo>
                  <a:lnTo>
                    <a:pt x="9857" y="317500"/>
                  </a:lnTo>
                  <a:lnTo>
                    <a:pt x="12700" y="314657"/>
                  </a:lnTo>
                  <a:lnTo>
                    <a:pt x="12700" y="269543"/>
                  </a:lnTo>
                  <a:lnTo>
                    <a:pt x="9857" y="266700"/>
                  </a:lnTo>
                  <a:close/>
                </a:path>
                <a:path w="12700" h="762000">
                  <a:moveTo>
                    <a:pt x="9857" y="355600"/>
                  </a:moveTo>
                  <a:lnTo>
                    <a:pt x="2843" y="355600"/>
                  </a:lnTo>
                  <a:lnTo>
                    <a:pt x="0" y="358443"/>
                  </a:lnTo>
                  <a:lnTo>
                    <a:pt x="0" y="403557"/>
                  </a:lnTo>
                  <a:lnTo>
                    <a:pt x="2843" y="406400"/>
                  </a:lnTo>
                  <a:lnTo>
                    <a:pt x="9857" y="406400"/>
                  </a:lnTo>
                  <a:lnTo>
                    <a:pt x="12700" y="403557"/>
                  </a:lnTo>
                  <a:lnTo>
                    <a:pt x="12700" y="358443"/>
                  </a:lnTo>
                  <a:lnTo>
                    <a:pt x="9857" y="355600"/>
                  </a:lnTo>
                  <a:close/>
                </a:path>
                <a:path w="12700" h="762000">
                  <a:moveTo>
                    <a:pt x="9857" y="444500"/>
                  </a:moveTo>
                  <a:lnTo>
                    <a:pt x="2843" y="444500"/>
                  </a:lnTo>
                  <a:lnTo>
                    <a:pt x="0" y="447343"/>
                  </a:lnTo>
                  <a:lnTo>
                    <a:pt x="1" y="492457"/>
                  </a:lnTo>
                  <a:lnTo>
                    <a:pt x="2843" y="495300"/>
                  </a:lnTo>
                  <a:lnTo>
                    <a:pt x="9857" y="495300"/>
                  </a:lnTo>
                  <a:lnTo>
                    <a:pt x="12701" y="492457"/>
                  </a:lnTo>
                  <a:lnTo>
                    <a:pt x="12700" y="447343"/>
                  </a:lnTo>
                  <a:lnTo>
                    <a:pt x="9857" y="444500"/>
                  </a:lnTo>
                  <a:close/>
                </a:path>
                <a:path w="12700" h="762000">
                  <a:moveTo>
                    <a:pt x="9857" y="533400"/>
                  </a:moveTo>
                  <a:lnTo>
                    <a:pt x="2843" y="533400"/>
                  </a:lnTo>
                  <a:lnTo>
                    <a:pt x="1" y="536243"/>
                  </a:lnTo>
                  <a:lnTo>
                    <a:pt x="1" y="581357"/>
                  </a:lnTo>
                  <a:lnTo>
                    <a:pt x="2843" y="584200"/>
                  </a:lnTo>
                  <a:lnTo>
                    <a:pt x="9857" y="584200"/>
                  </a:lnTo>
                  <a:lnTo>
                    <a:pt x="12701" y="581357"/>
                  </a:lnTo>
                  <a:lnTo>
                    <a:pt x="12701" y="536243"/>
                  </a:lnTo>
                  <a:lnTo>
                    <a:pt x="9857" y="533400"/>
                  </a:lnTo>
                  <a:close/>
                </a:path>
                <a:path w="12700" h="762000">
                  <a:moveTo>
                    <a:pt x="9857" y="622300"/>
                  </a:moveTo>
                  <a:lnTo>
                    <a:pt x="2843" y="622300"/>
                  </a:lnTo>
                  <a:lnTo>
                    <a:pt x="1" y="625143"/>
                  </a:lnTo>
                  <a:lnTo>
                    <a:pt x="1" y="670257"/>
                  </a:lnTo>
                  <a:lnTo>
                    <a:pt x="2843" y="673100"/>
                  </a:lnTo>
                  <a:lnTo>
                    <a:pt x="9857" y="673100"/>
                  </a:lnTo>
                  <a:lnTo>
                    <a:pt x="12701" y="670257"/>
                  </a:lnTo>
                  <a:lnTo>
                    <a:pt x="12701" y="625143"/>
                  </a:lnTo>
                  <a:lnTo>
                    <a:pt x="9857" y="622300"/>
                  </a:lnTo>
                  <a:close/>
                </a:path>
                <a:path w="12700" h="762000">
                  <a:moveTo>
                    <a:pt x="9857" y="711200"/>
                  </a:moveTo>
                  <a:lnTo>
                    <a:pt x="2843" y="711200"/>
                  </a:lnTo>
                  <a:lnTo>
                    <a:pt x="1" y="714043"/>
                  </a:lnTo>
                  <a:lnTo>
                    <a:pt x="1" y="759157"/>
                  </a:lnTo>
                  <a:lnTo>
                    <a:pt x="2843" y="762000"/>
                  </a:lnTo>
                  <a:lnTo>
                    <a:pt x="9857" y="762000"/>
                  </a:lnTo>
                  <a:lnTo>
                    <a:pt x="12701" y="759157"/>
                  </a:lnTo>
                  <a:lnTo>
                    <a:pt x="12701" y="714043"/>
                  </a:lnTo>
                  <a:lnTo>
                    <a:pt x="9857" y="711200"/>
                  </a:lnTo>
                  <a:close/>
                </a:path>
              </a:pathLst>
            </a:custGeom>
            <a:solidFill>
              <a:srgbClr val="FF0000">
                <a:alpha val="50199"/>
              </a:srgbClr>
            </a:solidFill>
          </p:spPr>
          <p:txBody>
            <a:bodyPr wrap="square" lIns="0" tIns="0" rIns="0" bIns="0" rtlCol="0"/>
            <a:lstStyle/>
            <a:p>
              <a:endParaRPr/>
            </a:p>
          </p:txBody>
        </p:sp>
        <p:pic>
          <p:nvPicPr>
            <p:cNvPr id="59" name="object 59"/>
            <p:cNvPicPr/>
            <p:nvPr/>
          </p:nvPicPr>
          <p:blipFill>
            <a:blip r:embed="rId18" cstate="print"/>
            <a:stretch>
              <a:fillRect/>
            </a:stretch>
          </p:blipFill>
          <p:spPr>
            <a:xfrm>
              <a:off x="5117591" y="2157983"/>
              <a:ext cx="164591" cy="164591"/>
            </a:xfrm>
            <a:prstGeom prst="rect">
              <a:avLst/>
            </a:prstGeom>
          </p:spPr>
        </p:pic>
        <p:sp>
          <p:nvSpPr>
            <p:cNvPr id="60" name="object 60"/>
            <p:cNvSpPr/>
            <p:nvPr/>
          </p:nvSpPr>
          <p:spPr>
            <a:xfrm>
              <a:off x="5183414" y="1407770"/>
              <a:ext cx="0" cy="534035"/>
            </a:xfrm>
            <a:custGeom>
              <a:avLst/>
              <a:gdLst/>
              <a:ahLst/>
              <a:cxnLst/>
              <a:rect l="l" t="t" r="r" b="b"/>
              <a:pathLst>
                <a:path h="534035">
                  <a:moveTo>
                    <a:pt x="0" y="0"/>
                  </a:moveTo>
                  <a:lnTo>
                    <a:pt x="1" y="533598"/>
                  </a:lnTo>
                </a:path>
              </a:pathLst>
            </a:custGeom>
            <a:ln w="25400">
              <a:solidFill>
                <a:srgbClr val="FF0000"/>
              </a:solidFill>
            </a:ln>
          </p:spPr>
          <p:txBody>
            <a:bodyPr wrap="square" lIns="0" tIns="0" rIns="0" bIns="0" rtlCol="0"/>
            <a:lstStyle/>
            <a:p>
              <a:endParaRPr/>
            </a:p>
          </p:txBody>
        </p:sp>
        <p:sp>
          <p:nvSpPr>
            <p:cNvPr id="61" name="object 61"/>
            <p:cNvSpPr/>
            <p:nvPr/>
          </p:nvSpPr>
          <p:spPr>
            <a:xfrm>
              <a:off x="5183414" y="2812661"/>
              <a:ext cx="0" cy="221615"/>
            </a:xfrm>
            <a:custGeom>
              <a:avLst/>
              <a:gdLst/>
              <a:ahLst/>
              <a:cxnLst/>
              <a:rect l="l" t="t" r="r" b="b"/>
              <a:pathLst>
                <a:path h="221614">
                  <a:moveTo>
                    <a:pt x="0" y="0"/>
                  </a:moveTo>
                  <a:lnTo>
                    <a:pt x="1" y="221435"/>
                  </a:lnTo>
                </a:path>
              </a:pathLst>
            </a:custGeom>
            <a:ln w="25400">
              <a:solidFill>
                <a:srgbClr val="FF0000"/>
              </a:solidFill>
            </a:ln>
          </p:spPr>
          <p:txBody>
            <a:bodyPr wrap="square" lIns="0" tIns="0" rIns="0" bIns="0" rtlCol="0"/>
            <a:lstStyle/>
            <a:p>
              <a:endParaRPr/>
            </a:p>
          </p:txBody>
        </p:sp>
      </p:grpSp>
      <p:sp>
        <p:nvSpPr>
          <p:cNvPr id="62" name="object 62"/>
          <p:cNvSpPr txBox="1"/>
          <p:nvPr/>
        </p:nvSpPr>
        <p:spPr>
          <a:xfrm>
            <a:off x="4959577" y="1070355"/>
            <a:ext cx="448309" cy="330200"/>
          </a:xfrm>
          <a:prstGeom prst="rect">
            <a:avLst/>
          </a:prstGeom>
        </p:spPr>
        <p:txBody>
          <a:bodyPr vert="horz" wrap="square" lIns="0" tIns="12700" rIns="0" bIns="0" rtlCol="0">
            <a:spAutoFit/>
          </a:bodyPr>
          <a:lstStyle/>
          <a:p>
            <a:pPr marL="105410" marR="5080" indent="-93345">
              <a:lnSpc>
                <a:spcPct val="100000"/>
              </a:lnSpc>
              <a:spcBef>
                <a:spcPts val="100"/>
              </a:spcBef>
            </a:pPr>
            <a:r>
              <a:rPr sz="1000" b="1" spc="-10" dirty="0">
                <a:latin typeface="Corbel"/>
                <a:cs typeface="Corbel"/>
              </a:rPr>
              <a:t>Vertical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63" name="object 63"/>
          <p:cNvSpPr txBox="1"/>
          <p:nvPr/>
        </p:nvSpPr>
        <p:spPr>
          <a:xfrm>
            <a:off x="5226025" y="1989835"/>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sp>
        <p:nvSpPr>
          <p:cNvPr id="64" name="object 64"/>
          <p:cNvSpPr txBox="1"/>
          <p:nvPr/>
        </p:nvSpPr>
        <p:spPr>
          <a:xfrm>
            <a:off x="3902086" y="3040379"/>
            <a:ext cx="2550795" cy="452120"/>
          </a:xfrm>
          <a:prstGeom prst="rect">
            <a:avLst/>
          </a:prstGeom>
        </p:spPr>
        <p:txBody>
          <a:bodyPr vert="horz" wrap="square" lIns="0" tIns="12700" rIns="0" bIns="0" rtlCol="0">
            <a:spAutoFit/>
          </a:bodyPr>
          <a:lstStyle/>
          <a:p>
            <a:pPr marL="419734" marR="5080" indent="-407670">
              <a:lnSpc>
                <a:spcPct val="100000"/>
              </a:lnSpc>
              <a:spcBef>
                <a:spcPts val="100"/>
              </a:spcBef>
            </a:pPr>
            <a:r>
              <a:rPr sz="1400" dirty="0">
                <a:latin typeface="Corbel"/>
                <a:cs typeface="Corbel"/>
              </a:rPr>
              <a:t>“For</a:t>
            </a:r>
            <a:r>
              <a:rPr sz="1400" spc="-30" dirty="0">
                <a:latin typeface="Corbel"/>
                <a:cs typeface="Corbel"/>
              </a:rPr>
              <a:t> </a:t>
            </a:r>
            <a:r>
              <a:rPr sz="1400" dirty="0">
                <a:latin typeface="Corbel"/>
                <a:cs typeface="Corbel"/>
              </a:rPr>
              <a:t>every</a:t>
            </a:r>
            <a:r>
              <a:rPr sz="1400" spc="-30" dirty="0">
                <a:latin typeface="Corbel"/>
                <a:cs typeface="Corbel"/>
              </a:rPr>
              <a:t> </a:t>
            </a:r>
            <a:r>
              <a:rPr sz="1400" dirty="0">
                <a:latin typeface="Corbel"/>
                <a:cs typeface="Corbel"/>
              </a:rPr>
              <a:t>action,</a:t>
            </a:r>
            <a:r>
              <a:rPr sz="1400" spc="-30" dirty="0">
                <a:latin typeface="Corbel"/>
                <a:cs typeface="Corbel"/>
              </a:rPr>
              <a:t> </a:t>
            </a:r>
            <a:r>
              <a:rPr sz="1400" dirty="0">
                <a:latin typeface="Corbel"/>
                <a:cs typeface="Corbel"/>
              </a:rPr>
              <a:t>there</a:t>
            </a:r>
            <a:r>
              <a:rPr sz="1400" spc="-30"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an</a:t>
            </a:r>
            <a:r>
              <a:rPr sz="1400" spc="-30" dirty="0">
                <a:latin typeface="Corbel"/>
                <a:cs typeface="Corbel"/>
              </a:rPr>
              <a:t> </a:t>
            </a:r>
            <a:r>
              <a:rPr sz="1400" spc="-20" dirty="0">
                <a:latin typeface="Corbel"/>
                <a:cs typeface="Corbel"/>
              </a:rPr>
              <a:t>equal </a:t>
            </a:r>
            <a:r>
              <a:rPr sz="1400" dirty="0">
                <a:latin typeface="Corbel"/>
                <a:cs typeface="Corbel"/>
              </a:rPr>
              <a:t>and</a:t>
            </a:r>
            <a:r>
              <a:rPr sz="1400" spc="-55" dirty="0">
                <a:latin typeface="Corbel"/>
                <a:cs typeface="Corbel"/>
              </a:rPr>
              <a:t> </a:t>
            </a:r>
            <a:r>
              <a:rPr sz="1400" dirty="0">
                <a:latin typeface="Corbel"/>
                <a:cs typeface="Corbel"/>
              </a:rPr>
              <a:t>opposite</a:t>
            </a:r>
            <a:r>
              <a:rPr sz="1400" spc="-45" dirty="0">
                <a:latin typeface="Corbel"/>
                <a:cs typeface="Corbel"/>
              </a:rPr>
              <a:t> </a:t>
            </a:r>
            <a:r>
              <a:rPr sz="1400" spc="-10" dirty="0">
                <a:latin typeface="Corbel"/>
                <a:cs typeface="Corbel"/>
              </a:rPr>
              <a:t>reaction.”</a:t>
            </a:r>
            <a:endParaRPr sz="1400">
              <a:latin typeface="Corbel"/>
              <a:cs typeface="Corbel"/>
            </a:endParaRPr>
          </a:p>
        </p:txBody>
      </p:sp>
      <p:grpSp>
        <p:nvGrpSpPr>
          <p:cNvPr id="65" name="object 65"/>
          <p:cNvGrpSpPr/>
          <p:nvPr/>
        </p:nvGrpSpPr>
        <p:grpSpPr>
          <a:xfrm>
            <a:off x="4790601" y="1224117"/>
            <a:ext cx="838835" cy="691515"/>
            <a:chOff x="4790601" y="1224117"/>
            <a:chExt cx="838835" cy="691515"/>
          </a:xfrm>
        </p:grpSpPr>
        <p:pic>
          <p:nvPicPr>
            <p:cNvPr id="66" name="object 66"/>
            <p:cNvPicPr/>
            <p:nvPr/>
          </p:nvPicPr>
          <p:blipFill>
            <a:blip r:embed="rId26" cstate="print"/>
            <a:stretch>
              <a:fillRect/>
            </a:stretch>
          </p:blipFill>
          <p:spPr>
            <a:xfrm>
              <a:off x="5071631" y="1224117"/>
              <a:ext cx="557653" cy="594100"/>
            </a:xfrm>
            <a:prstGeom prst="rect">
              <a:avLst/>
            </a:prstGeom>
          </p:spPr>
        </p:pic>
        <p:pic>
          <p:nvPicPr>
            <p:cNvPr id="67" name="object 67"/>
            <p:cNvPicPr/>
            <p:nvPr/>
          </p:nvPicPr>
          <p:blipFill>
            <a:blip r:embed="rId27" cstate="print"/>
            <a:stretch>
              <a:fillRect/>
            </a:stretch>
          </p:blipFill>
          <p:spPr>
            <a:xfrm>
              <a:off x="4790601" y="1268599"/>
              <a:ext cx="562059" cy="646844"/>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379394" y="1593640"/>
            <a:ext cx="3234690" cy="1581785"/>
            <a:chOff x="6379394" y="1593640"/>
            <a:chExt cx="3234690" cy="1581785"/>
          </a:xfrm>
        </p:grpSpPr>
        <p:pic>
          <p:nvPicPr>
            <p:cNvPr id="3" name="object 3"/>
            <p:cNvPicPr/>
            <p:nvPr/>
          </p:nvPicPr>
          <p:blipFill>
            <a:blip r:embed="rId2" cstate="print"/>
            <a:stretch>
              <a:fillRect/>
            </a:stretch>
          </p:blipFill>
          <p:spPr>
            <a:xfrm>
              <a:off x="6379394" y="1593640"/>
              <a:ext cx="3234371" cy="1581249"/>
            </a:xfrm>
            <a:prstGeom prst="rect">
              <a:avLst/>
            </a:prstGeom>
          </p:spPr>
        </p:pic>
        <p:pic>
          <p:nvPicPr>
            <p:cNvPr id="4" name="object 4"/>
            <p:cNvPicPr/>
            <p:nvPr/>
          </p:nvPicPr>
          <p:blipFill>
            <a:blip r:embed="rId3" cstate="print"/>
            <a:stretch>
              <a:fillRect/>
            </a:stretch>
          </p:blipFill>
          <p:spPr>
            <a:xfrm>
              <a:off x="7580376" y="2209799"/>
              <a:ext cx="164592" cy="164591"/>
            </a:xfrm>
            <a:prstGeom prst="rect">
              <a:avLst/>
            </a:prstGeom>
          </p:spPr>
        </p:pic>
      </p:grpSp>
      <p:sp>
        <p:nvSpPr>
          <p:cNvPr id="5" name="object 5"/>
          <p:cNvSpPr txBox="1"/>
          <p:nvPr/>
        </p:nvSpPr>
        <p:spPr>
          <a:xfrm>
            <a:off x="5588867" y="2161540"/>
            <a:ext cx="723265" cy="330200"/>
          </a:xfrm>
          <a:prstGeom prst="rect">
            <a:avLst/>
          </a:prstGeom>
        </p:spPr>
        <p:txBody>
          <a:bodyPr vert="horz" wrap="square" lIns="0" tIns="12700" rIns="0" bIns="0" rtlCol="0">
            <a:spAutoFit/>
          </a:bodyPr>
          <a:lstStyle/>
          <a:p>
            <a:pPr marL="242570" marR="5080" indent="-230504">
              <a:lnSpc>
                <a:spcPct val="100000"/>
              </a:lnSpc>
              <a:spcBef>
                <a:spcPts val="100"/>
              </a:spcBef>
            </a:pPr>
            <a:r>
              <a:rPr sz="1000" b="1" spc="-10" dirty="0">
                <a:latin typeface="Corbel"/>
                <a:cs typeface="Corbel"/>
              </a:rPr>
              <a:t>Longitudinal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6" name="object 6"/>
          <p:cNvSpPr txBox="1"/>
          <p:nvPr/>
        </p:nvSpPr>
        <p:spPr>
          <a:xfrm>
            <a:off x="7458096" y="1998979"/>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7" name="object 7"/>
          <p:cNvGrpSpPr/>
          <p:nvPr/>
        </p:nvGrpSpPr>
        <p:grpSpPr>
          <a:xfrm>
            <a:off x="5734941" y="1673085"/>
            <a:ext cx="4241800" cy="3756025"/>
            <a:chOff x="5734941" y="1673085"/>
            <a:chExt cx="4241800" cy="3756025"/>
          </a:xfrm>
        </p:grpSpPr>
        <p:sp>
          <p:nvSpPr>
            <p:cNvPr id="8" name="object 8"/>
            <p:cNvSpPr/>
            <p:nvPr/>
          </p:nvSpPr>
          <p:spPr>
            <a:xfrm>
              <a:off x="6509737" y="2109222"/>
              <a:ext cx="2849880" cy="412750"/>
            </a:xfrm>
            <a:custGeom>
              <a:avLst/>
              <a:gdLst/>
              <a:ahLst/>
              <a:cxnLst/>
              <a:rect l="l" t="t" r="r" b="b"/>
              <a:pathLst>
                <a:path w="2849879" h="412750">
                  <a:moveTo>
                    <a:pt x="4092" y="0"/>
                  </a:moveTo>
                  <a:lnTo>
                    <a:pt x="881" y="2419"/>
                  </a:lnTo>
                  <a:lnTo>
                    <a:pt x="339" y="6280"/>
                  </a:lnTo>
                  <a:lnTo>
                    <a:pt x="0" y="9490"/>
                  </a:lnTo>
                  <a:lnTo>
                    <a:pt x="2324" y="12576"/>
                  </a:lnTo>
                  <a:lnTo>
                    <a:pt x="46999" y="18856"/>
                  </a:lnTo>
                  <a:lnTo>
                    <a:pt x="50211" y="16437"/>
                  </a:lnTo>
                  <a:lnTo>
                    <a:pt x="51186" y="9490"/>
                  </a:lnTo>
                  <a:lnTo>
                    <a:pt x="48767" y="6280"/>
                  </a:lnTo>
                  <a:lnTo>
                    <a:pt x="4092" y="0"/>
                  </a:lnTo>
                  <a:close/>
                </a:path>
                <a:path w="2849879" h="412750">
                  <a:moveTo>
                    <a:pt x="92127" y="12374"/>
                  </a:moveTo>
                  <a:lnTo>
                    <a:pt x="88915" y="14794"/>
                  </a:lnTo>
                  <a:lnTo>
                    <a:pt x="88373" y="18655"/>
                  </a:lnTo>
                  <a:lnTo>
                    <a:pt x="88035" y="21866"/>
                  </a:lnTo>
                  <a:lnTo>
                    <a:pt x="90359" y="24951"/>
                  </a:lnTo>
                  <a:lnTo>
                    <a:pt x="135034" y="31231"/>
                  </a:lnTo>
                  <a:lnTo>
                    <a:pt x="138245" y="28812"/>
                  </a:lnTo>
                  <a:lnTo>
                    <a:pt x="139221" y="21866"/>
                  </a:lnTo>
                  <a:lnTo>
                    <a:pt x="136802" y="18655"/>
                  </a:lnTo>
                  <a:lnTo>
                    <a:pt x="92127" y="12374"/>
                  </a:lnTo>
                  <a:close/>
                </a:path>
                <a:path w="2849879" h="412750">
                  <a:moveTo>
                    <a:pt x="180161" y="24749"/>
                  </a:moveTo>
                  <a:lnTo>
                    <a:pt x="176950" y="27170"/>
                  </a:lnTo>
                  <a:lnTo>
                    <a:pt x="176408" y="31029"/>
                  </a:lnTo>
                  <a:lnTo>
                    <a:pt x="176069" y="34241"/>
                  </a:lnTo>
                  <a:lnTo>
                    <a:pt x="178393" y="37326"/>
                  </a:lnTo>
                  <a:lnTo>
                    <a:pt x="223068" y="43606"/>
                  </a:lnTo>
                  <a:lnTo>
                    <a:pt x="226280" y="41187"/>
                  </a:lnTo>
                  <a:lnTo>
                    <a:pt x="227255" y="34241"/>
                  </a:lnTo>
                  <a:lnTo>
                    <a:pt x="224836" y="31029"/>
                  </a:lnTo>
                  <a:lnTo>
                    <a:pt x="180161" y="24749"/>
                  </a:lnTo>
                  <a:close/>
                </a:path>
                <a:path w="2849879" h="412750">
                  <a:moveTo>
                    <a:pt x="268196" y="37125"/>
                  </a:moveTo>
                  <a:lnTo>
                    <a:pt x="264984" y="39545"/>
                  </a:lnTo>
                  <a:lnTo>
                    <a:pt x="264442" y="43404"/>
                  </a:lnTo>
                  <a:lnTo>
                    <a:pt x="264102" y="46616"/>
                  </a:lnTo>
                  <a:lnTo>
                    <a:pt x="266428" y="49701"/>
                  </a:lnTo>
                  <a:lnTo>
                    <a:pt x="311103" y="55981"/>
                  </a:lnTo>
                  <a:lnTo>
                    <a:pt x="314314" y="53562"/>
                  </a:lnTo>
                  <a:lnTo>
                    <a:pt x="315290" y="46616"/>
                  </a:lnTo>
                  <a:lnTo>
                    <a:pt x="312871" y="43404"/>
                  </a:lnTo>
                  <a:lnTo>
                    <a:pt x="268196" y="37125"/>
                  </a:lnTo>
                  <a:close/>
                </a:path>
                <a:path w="2849879" h="412750">
                  <a:moveTo>
                    <a:pt x="356230" y="49500"/>
                  </a:moveTo>
                  <a:lnTo>
                    <a:pt x="353019" y="51920"/>
                  </a:lnTo>
                  <a:lnTo>
                    <a:pt x="352477" y="55780"/>
                  </a:lnTo>
                  <a:lnTo>
                    <a:pt x="352138" y="58991"/>
                  </a:lnTo>
                  <a:lnTo>
                    <a:pt x="354462" y="62076"/>
                  </a:lnTo>
                  <a:lnTo>
                    <a:pt x="399137" y="68356"/>
                  </a:lnTo>
                  <a:lnTo>
                    <a:pt x="402349" y="65937"/>
                  </a:lnTo>
                  <a:lnTo>
                    <a:pt x="403324" y="58991"/>
                  </a:lnTo>
                  <a:lnTo>
                    <a:pt x="400905" y="55780"/>
                  </a:lnTo>
                  <a:lnTo>
                    <a:pt x="356230" y="49500"/>
                  </a:lnTo>
                  <a:close/>
                </a:path>
                <a:path w="2849879" h="412750">
                  <a:moveTo>
                    <a:pt x="444265" y="61875"/>
                  </a:moveTo>
                  <a:lnTo>
                    <a:pt x="441053" y="64295"/>
                  </a:lnTo>
                  <a:lnTo>
                    <a:pt x="440510" y="68155"/>
                  </a:lnTo>
                  <a:lnTo>
                    <a:pt x="440171" y="71366"/>
                  </a:lnTo>
                  <a:lnTo>
                    <a:pt x="442497" y="74451"/>
                  </a:lnTo>
                  <a:lnTo>
                    <a:pt x="487172" y="80731"/>
                  </a:lnTo>
                  <a:lnTo>
                    <a:pt x="490383" y="78312"/>
                  </a:lnTo>
                  <a:lnTo>
                    <a:pt x="491359" y="71366"/>
                  </a:lnTo>
                  <a:lnTo>
                    <a:pt x="488940" y="68155"/>
                  </a:lnTo>
                  <a:lnTo>
                    <a:pt x="444265" y="61875"/>
                  </a:lnTo>
                  <a:close/>
                </a:path>
                <a:path w="2849879" h="412750">
                  <a:moveTo>
                    <a:pt x="532299" y="74250"/>
                  </a:moveTo>
                  <a:lnTo>
                    <a:pt x="529088" y="76669"/>
                  </a:lnTo>
                  <a:lnTo>
                    <a:pt x="528546" y="80530"/>
                  </a:lnTo>
                  <a:lnTo>
                    <a:pt x="528206" y="83741"/>
                  </a:lnTo>
                  <a:lnTo>
                    <a:pt x="530531" y="86827"/>
                  </a:lnTo>
                  <a:lnTo>
                    <a:pt x="575206" y="93106"/>
                  </a:lnTo>
                  <a:lnTo>
                    <a:pt x="578416" y="90686"/>
                  </a:lnTo>
                  <a:lnTo>
                    <a:pt x="579393" y="83741"/>
                  </a:lnTo>
                  <a:lnTo>
                    <a:pt x="576974" y="80530"/>
                  </a:lnTo>
                  <a:lnTo>
                    <a:pt x="532299" y="74250"/>
                  </a:lnTo>
                  <a:close/>
                </a:path>
                <a:path w="2849879" h="412750">
                  <a:moveTo>
                    <a:pt x="620334" y="86625"/>
                  </a:moveTo>
                  <a:lnTo>
                    <a:pt x="617122" y="89044"/>
                  </a:lnTo>
                  <a:lnTo>
                    <a:pt x="616579" y="92905"/>
                  </a:lnTo>
                  <a:lnTo>
                    <a:pt x="616240" y="96116"/>
                  </a:lnTo>
                  <a:lnTo>
                    <a:pt x="618566" y="99202"/>
                  </a:lnTo>
                  <a:lnTo>
                    <a:pt x="663241" y="105481"/>
                  </a:lnTo>
                  <a:lnTo>
                    <a:pt x="666452" y="103061"/>
                  </a:lnTo>
                  <a:lnTo>
                    <a:pt x="667428" y="96116"/>
                  </a:lnTo>
                  <a:lnTo>
                    <a:pt x="665009" y="92905"/>
                  </a:lnTo>
                  <a:lnTo>
                    <a:pt x="620334" y="86625"/>
                  </a:lnTo>
                  <a:close/>
                </a:path>
                <a:path w="2849879" h="412750">
                  <a:moveTo>
                    <a:pt x="708368" y="99000"/>
                  </a:moveTo>
                  <a:lnTo>
                    <a:pt x="705157" y="101419"/>
                  </a:lnTo>
                  <a:lnTo>
                    <a:pt x="704615" y="105280"/>
                  </a:lnTo>
                  <a:lnTo>
                    <a:pt x="704275" y="108491"/>
                  </a:lnTo>
                  <a:lnTo>
                    <a:pt x="706600" y="111577"/>
                  </a:lnTo>
                  <a:lnTo>
                    <a:pt x="751275" y="117857"/>
                  </a:lnTo>
                  <a:lnTo>
                    <a:pt x="754485" y="115436"/>
                  </a:lnTo>
                  <a:lnTo>
                    <a:pt x="755462" y="108491"/>
                  </a:lnTo>
                  <a:lnTo>
                    <a:pt x="753043" y="105280"/>
                  </a:lnTo>
                  <a:lnTo>
                    <a:pt x="708368" y="99000"/>
                  </a:lnTo>
                  <a:close/>
                </a:path>
                <a:path w="2849879" h="412750">
                  <a:moveTo>
                    <a:pt x="796403" y="111375"/>
                  </a:moveTo>
                  <a:lnTo>
                    <a:pt x="793191" y="113794"/>
                  </a:lnTo>
                  <a:lnTo>
                    <a:pt x="792648" y="117655"/>
                  </a:lnTo>
                  <a:lnTo>
                    <a:pt x="792309" y="120865"/>
                  </a:lnTo>
                  <a:lnTo>
                    <a:pt x="794635" y="123952"/>
                  </a:lnTo>
                  <a:lnTo>
                    <a:pt x="839310" y="130232"/>
                  </a:lnTo>
                  <a:lnTo>
                    <a:pt x="842521" y="127812"/>
                  </a:lnTo>
                  <a:lnTo>
                    <a:pt x="843497" y="120865"/>
                  </a:lnTo>
                  <a:lnTo>
                    <a:pt x="841078" y="117655"/>
                  </a:lnTo>
                  <a:lnTo>
                    <a:pt x="796403" y="111375"/>
                  </a:lnTo>
                  <a:close/>
                </a:path>
                <a:path w="2849879" h="412750">
                  <a:moveTo>
                    <a:pt x="884437" y="123750"/>
                  </a:moveTo>
                  <a:lnTo>
                    <a:pt x="881226" y="126170"/>
                  </a:lnTo>
                  <a:lnTo>
                    <a:pt x="880684" y="130030"/>
                  </a:lnTo>
                  <a:lnTo>
                    <a:pt x="880344" y="133242"/>
                  </a:lnTo>
                  <a:lnTo>
                    <a:pt x="882669" y="136326"/>
                  </a:lnTo>
                  <a:lnTo>
                    <a:pt x="927344" y="142607"/>
                  </a:lnTo>
                  <a:lnTo>
                    <a:pt x="930554" y="140187"/>
                  </a:lnTo>
                  <a:lnTo>
                    <a:pt x="931531" y="133242"/>
                  </a:lnTo>
                  <a:lnTo>
                    <a:pt x="929112" y="130030"/>
                  </a:lnTo>
                  <a:lnTo>
                    <a:pt x="884437" y="123750"/>
                  </a:lnTo>
                  <a:close/>
                </a:path>
                <a:path w="2849879" h="412750">
                  <a:moveTo>
                    <a:pt x="972472" y="136124"/>
                  </a:moveTo>
                  <a:lnTo>
                    <a:pt x="969260" y="138545"/>
                  </a:lnTo>
                  <a:lnTo>
                    <a:pt x="968718" y="142405"/>
                  </a:lnTo>
                  <a:lnTo>
                    <a:pt x="968378" y="145616"/>
                  </a:lnTo>
                  <a:lnTo>
                    <a:pt x="970704" y="148701"/>
                  </a:lnTo>
                  <a:lnTo>
                    <a:pt x="1015379" y="154981"/>
                  </a:lnTo>
                  <a:lnTo>
                    <a:pt x="1018590" y="152562"/>
                  </a:lnTo>
                  <a:lnTo>
                    <a:pt x="1019566" y="145616"/>
                  </a:lnTo>
                  <a:lnTo>
                    <a:pt x="1017147" y="142405"/>
                  </a:lnTo>
                  <a:lnTo>
                    <a:pt x="972472" y="136124"/>
                  </a:lnTo>
                  <a:close/>
                </a:path>
                <a:path w="2849879" h="412750">
                  <a:moveTo>
                    <a:pt x="1060506" y="148501"/>
                  </a:moveTo>
                  <a:lnTo>
                    <a:pt x="1057295" y="150920"/>
                  </a:lnTo>
                  <a:lnTo>
                    <a:pt x="1056753" y="154779"/>
                  </a:lnTo>
                  <a:lnTo>
                    <a:pt x="1056413" y="157991"/>
                  </a:lnTo>
                  <a:lnTo>
                    <a:pt x="1058738" y="161076"/>
                  </a:lnTo>
                  <a:lnTo>
                    <a:pt x="1103413" y="167356"/>
                  </a:lnTo>
                  <a:lnTo>
                    <a:pt x="1106623" y="164937"/>
                  </a:lnTo>
                  <a:lnTo>
                    <a:pt x="1107600" y="157991"/>
                  </a:lnTo>
                  <a:lnTo>
                    <a:pt x="1105181" y="154779"/>
                  </a:lnTo>
                  <a:lnTo>
                    <a:pt x="1060506" y="148501"/>
                  </a:lnTo>
                  <a:close/>
                </a:path>
                <a:path w="2849879" h="412750">
                  <a:moveTo>
                    <a:pt x="1148541" y="160875"/>
                  </a:moveTo>
                  <a:lnTo>
                    <a:pt x="1145329" y="163295"/>
                  </a:lnTo>
                  <a:lnTo>
                    <a:pt x="1144786" y="167156"/>
                  </a:lnTo>
                  <a:lnTo>
                    <a:pt x="1144447" y="170366"/>
                  </a:lnTo>
                  <a:lnTo>
                    <a:pt x="1146772" y="173451"/>
                  </a:lnTo>
                  <a:lnTo>
                    <a:pt x="1191447" y="179731"/>
                  </a:lnTo>
                  <a:lnTo>
                    <a:pt x="1194659" y="177312"/>
                  </a:lnTo>
                  <a:lnTo>
                    <a:pt x="1195635" y="170366"/>
                  </a:lnTo>
                  <a:lnTo>
                    <a:pt x="1193215" y="167156"/>
                  </a:lnTo>
                  <a:lnTo>
                    <a:pt x="1148541" y="160875"/>
                  </a:lnTo>
                  <a:close/>
                </a:path>
                <a:path w="2849879" h="412750">
                  <a:moveTo>
                    <a:pt x="1236575" y="173250"/>
                  </a:moveTo>
                  <a:lnTo>
                    <a:pt x="1233364" y="175670"/>
                  </a:lnTo>
                  <a:lnTo>
                    <a:pt x="1232821" y="179531"/>
                  </a:lnTo>
                  <a:lnTo>
                    <a:pt x="1232482" y="182741"/>
                  </a:lnTo>
                  <a:lnTo>
                    <a:pt x="1234807" y="185826"/>
                  </a:lnTo>
                  <a:lnTo>
                    <a:pt x="1279482" y="192106"/>
                  </a:lnTo>
                  <a:lnTo>
                    <a:pt x="1282692" y="189687"/>
                  </a:lnTo>
                  <a:lnTo>
                    <a:pt x="1283669" y="182741"/>
                  </a:lnTo>
                  <a:lnTo>
                    <a:pt x="1281250" y="179531"/>
                  </a:lnTo>
                  <a:lnTo>
                    <a:pt x="1236575" y="173250"/>
                  </a:lnTo>
                  <a:close/>
                </a:path>
                <a:path w="2849879" h="412750">
                  <a:moveTo>
                    <a:pt x="1324609" y="185625"/>
                  </a:moveTo>
                  <a:lnTo>
                    <a:pt x="1321398" y="188045"/>
                  </a:lnTo>
                  <a:lnTo>
                    <a:pt x="1320855" y="191905"/>
                  </a:lnTo>
                  <a:lnTo>
                    <a:pt x="1320516" y="195116"/>
                  </a:lnTo>
                  <a:lnTo>
                    <a:pt x="1322841" y="198202"/>
                  </a:lnTo>
                  <a:lnTo>
                    <a:pt x="1367516" y="204481"/>
                  </a:lnTo>
                  <a:lnTo>
                    <a:pt x="1370728" y="202062"/>
                  </a:lnTo>
                  <a:lnTo>
                    <a:pt x="1371703" y="195116"/>
                  </a:lnTo>
                  <a:lnTo>
                    <a:pt x="1369284" y="191905"/>
                  </a:lnTo>
                  <a:lnTo>
                    <a:pt x="1324609" y="185625"/>
                  </a:lnTo>
                  <a:close/>
                </a:path>
                <a:path w="2849879" h="412750">
                  <a:moveTo>
                    <a:pt x="1412644" y="198000"/>
                  </a:moveTo>
                  <a:lnTo>
                    <a:pt x="1409432" y="200419"/>
                  </a:lnTo>
                  <a:lnTo>
                    <a:pt x="1408890" y="204280"/>
                  </a:lnTo>
                  <a:lnTo>
                    <a:pt x="1408551" y="207491"/>
                  </a:lnTo>
                  <a:lnTo>
                    <a:pt x="1410876" y="210577"/>
                  </a:lnTo>
                  <a:lnTo>
                    <a:pt x="1455551" y="216856"/>
                  </a:lnTo>
                  <a:lnTo>
                    <a:pt x="1458761" y="214436"/>
                  </a:lnTo>
                  <a:lnTo>
                    <a:pt x="1459738" y="207491"/>
                  </a:lnTo>
                  <a:lnTo>
                    <a:pt x="1457319" y="204280"/>
                  </a:lnTo>
                  <a:lnTo>
                    <a:pt x="1412644" y="198000"/>
                  </a:lnTo>
                  <a:close/>
                </a:path>
                <a:path w="2849879" h="412750">
                  <a:moveTo>
                    <a:pt x="1500678" y="210375"/>
                  </a:moveTo>
                  <a:lnTo>
                    <a:pt x="1497467" y="212794"/>
                  </a:lnTo>
                  <a:lnTo>
                    <a:pt x="1496924" y="216655"/>
                  </a:lnTo>
                  <a:lnTo>
                    <a:pt x="1496585" y="219866"/>
                  </a:lnTo>
                  <a:lnTo>
                    <a:pt x="1498910" y="222952"/>
                  </a:lnTo>
                  <a:lnTo>
                    <a:pt x="1543585" y="229232"/>
                  </a:lnTo>
                  <a:lnTo>
                    <a:pt x="1546797" y="226811"/>
                  </a:lnTo>
                  <a:lnTo>
                    <a:pt x="1547772" y="219866"/>
                  </a:lnTo>
                  <a:lnTo>
                    <a:pt x="1545353" y="216655"/>
                  </a:lnTo>
                  <a:lnTo>
                    <a:pt x="1500678" y="210375"/>
                  </a:lnTo>
                  <a:close/>
                </a:path>
                <a:path w="2849879" h="412750">
                  <a:moveTo>
                    <a:pt x="1588713" y="222750"/>
                  </a:moveTo>
                  <a:lnTo>
                    <a:pt x="1585501" y="225169"/>
                  </a:lnTo>
                  <a:lnTo>
                    <a:pt x="1584959" y="229030"/>
                  </a:lnTo>
                  <a:lnTo>
                    <a:pt x="1584620" y="232241"/>
                  </a:lnTo>
                  <a:lnTo>
                    <a:pt x="1586945" y="235327"/>
                  </a:lnTo>
                  <a:lnTo>
                    <a:pt x="1631620" y="241607"/>
                  </a:lnTo>
                  <a:lnTo>
                    <a:pt x="1634830" y="239187"/>
                  </a:lnTo>
                  <a:lnTo>
                    <a:pt x="1635807" y="232241"/>
                  </a:lnTo>
                  <a:lnTo>
                    <a:pt x="1633388" y="229030"/>
                  </a:lnTo>
                  <a:lnTo>
                    <a:pt x="1588713" y="222750"/>
                  </a:lnTo>
                  <a:close/>
                </a:path>
                <a:path w="2849879" h="412750">
                  <a:moveTo>
                    <a:pt x="1676747" y="235125"/>
                  </a:moveTo>
                  <a:lnTo>
                    <a:pt x="1673536" y="237544"/>
                  </a:lnTo>
                  <a:lnTo>
                    <a:pt x="1672993" y="241405"/>
                  </a:lnTo>
                  <a:lnTo>
                    <a:pt x="1672654" y="244617"/>
                  </a:lnTo>
                  <a:lnTo>
                    <a:pt x="1674979" y="247702"/>
                  </a:lnTo>
                  <a:lnTo>
                    <a:pt x="1719654" y="253982"/>
                  </a:lnTo>
                  <a:lnTo>
                    <a:pt x="1722866" y="251562"/>
                  </a:lnTo>
                  <a:lnTo>
                    <a:pt x="1723842" y="244617"/>
                  </a:lnTo>
                  <a:lnTo>
                    <a:pt x="1721422" y="241405"/>
                  </a:lnTo>
                  <a:lnTo>
                    <a:pt x="1676747" y="235125"/>
                  </a:lnTo>
                  <a:close/>
                </a:path>
                <a:path w="2849879" h="412750">
                  <a:moveTo>
                    <a:pt x="1764782" y="247500"/>
                  </a:moveTo>
                  <a:lnTo>
                    <a:pt x="1761570" y="249920"/>
                  </a:lnTo>
                  <a:lnTo>
                    <a:pt x="1761028" y="253780"/>
                  </a:lnTo>
                  <a:lnTo>
                    <a:pt x="1760689" y="256992"/>
                  </a:lnTo>
                  <a:lnTo>
                    <a:pt x="1763014" y="260076"/>
                  </a:lnTo>
                  <a:lnTo>
                    <a:pt x="1807689" y="266357"/>
                  </a:lnTo>
                  <a:lnTo>
                    <a:pt x="1810899" y="263937"/>
                  </a:lnTo>
                  <a:lnTo>
                    <a:pt x="1811876" y="256992"/>
                  </a:lnTo>
                  <a:lnTo>
                    <a:pt x="1809457" y="253780"/>
                  </a:lnTo>
                  <a:lnTo>
                    <a:pt x="1764782" y="247500"/>
                  </a:lnTo>
                  <a:close/>
                </a:path>
                <a:path w="2849879" h="412750">
                  <a:moveTo>
                    <a:pt x="1852816" y="259876"/>
                  </a:moveTo>
                  <a:lnTo>
                    <a:pt x="1849605" y="262295"/>
                  </a:lnTo>
                  <a:lnTo>
                    <a:pt x="1849062" y="266155"/>
                  </a:lnTo>
                  <a:lnTo>
                    <a:pt x="1848723" y="269367"/>
                  </a:lnTo>
                  <a:lnTo>
                    <a:pt x="1851048" y="272451"/>
                  </a:lnTo>
                  <a:lnTo>
                    <a:pt x="1895723" y="278731"/>
                  </a:lnTo>
                  <a:lnTo>
                    <a:pt x="1898935" y="276312"/>
                  </a:lnTo>
                  <a:lnTo>
                    <a:pt x="1899911" y="269367"/>
                  </a:lnTo>
                  <a:lnTo>
                    <a:pt x="1897491" y="266155"/>
                  </a:lnTo>
                  <a:lnTo>
                    <a:pt x="1852816" y="259876"/>
                  </a:lnTo>
                  <a:close/>
                </a:path>
                <a:path w="2849879" h="412750">
                  <a:moveTo>
                    <a:pt x="1940851" y="272251"/>
                  </a:moveTo>
                  <a:lnTo>
                    <a:pt x="1937639" y="274670"/>
                  </a:lnTo>
                  <a:lnTo>
                    <a:pt x="1937097" y="278531"/>
                  </a:lnTo>
                  <a:lnTo>
                    <a:pt x="1936758" y="281741"/>
                  </a:lnTo>
                  <a:lnTo>
                    <a:pt x="1939083" y="284826"/>
                  </a:lnTo>
                  <a:lnTo>
                    <a:pt x="1983758" y="291106"/>
                  </a:lnTo>
                  <a:lnTo>
                    <a:pt x="1986968" y="288687"/>
                  </a:lnTo>
                  <a:lnTo>
                    <a:pt x="1987945" y="281741"/>
                  </a:lnTo>
                  <a:lnTo>
                    <a:pt x="1985526" y="278531"/>
                  </a:lnTo>
                  <a:lnTo>
                    <a:pt x="1940851" y="272251"/>
                  </a:lnTo>
                  <a:close/>
                </a:path>
                <a:path w="2849879" h="412750">
                  <a:moveTo>
                    <a:pt x="2028885" y="284626"/>
                  </a:moveTo>
                  <a:lnTo>
                    <a:pt x="2025674" y="287045"/>
                  </a:lnTo>
                  <a:lnTo>
                    <a:pt x="2025131" y="290906"/>
                  </a:lnTo>
                  <a:lnTo>
                    <a:pt x="2024792" y="294116"/>
                  </a:lnTo>
                  <a:lnTo>
                    <a:pt x="2027117" y="297201"/>
                  </a:lnTo>
                  <a:lnTo>
                    <a:pt x="2071792" y="303481"/>
                  </a:lnTo>
                  <a:lnTo>
                    <a:pt x="2075004" y="301062"/>
                  </a:lnTo>
                  <a:lnTo>
                    <a:pt x="2075979" y="294116"/>
                  </a:lnTo>
                  <a:lnTo>
                    <a:pt x="2073560" y="290906"/>
                  </a:lnTo>
                  <a:lnTo>
                    <a:pt x="2028885" y="284626"/>
                  </a:lnTo>
                  <a:close/>
                </a:path>
                <a:path w="2849879" h="412750">
                  <a:moveTo>
                    <a:pt x="2116920" y="297000"/>
                  </a:moveTo>
                  <a:lnTo>
                    <a:pt x="2113708" y="299420"/>
                  </a:lnTo>
                  <a:lnTo>
                    <a:pt x="2113166" y="303281"/>
                  </a:lnTo>
                  <a:lnTo>
                    <a:pt x="2112827" y="306491"/>
                  </a:lnTo>
                  <a:lnTo>
                    <a:pt x="2115152" y="309577"/>
                  </a:lnTo>
                  <a:lnTo>
                    <a:pt x="2159827" y="315856"/>
                  </a:lnTo>
                  <a:lnTo>
                    <a:pt x="2163037" y="313437"/>
                  </a:lnTo>
                  <a:lnTo>
                    <a:pt x="2164014" y="306491"/>
                  </a:lnTo>
                  <a:lnTo>
                    <a:pt x="2161595" y="303281"/>
                  </a:lnTo>
                  <a:lnTo>
                    <a:pt x="2116920" y="297000"/>
                  </a:lnTo>
                  <a:close/>
                </a:path>
                <a:path w="2849879" h="412750">
                  <a:moveTo>
                    <a:pt x="2204954" y="309375"/>
                  </a:moveTo>
                  <a:lnTo>
                    <a:pt x="2201743" y="311795"/>
                  </a:lnTo>
                  <a:lnTo>
                    <a:pt x="2201200" y="315655"/>
                  </a:lnTo>
                  <a:lnTo>
                    <a:pt x="2200861" y="318866"/>
                  </a:lnTo>
                  <a:lnTo>
                    <a:pt x="2203186" y="321952"/>
                  </a:lnTo>
                  <a:lnTo>
                    <a:pt x="2247861" y="328231"/>
                  </a:lnTo>
                  <a:lnTo>
                    <a:pt x="2251073" y="325812"/>
                  </a:lnTo>
                  <a:lnTo>
                    <a:pt x="2252048" y="318866"/>
                  </a:lnTo>
                  <a:lnTo>
                    <a:pt x="2249629" y="315655"/>
                  </a:lnTo>
                  <a:lnTo>
                    <a:pt x="2204954" y="309375"/>
                  </a:lnTo>
                  <a:close/>
                </a:path>
                <a:path w="2849879" h="412750">
                  <a:moveTo>
                    <a:pt x="2292989" y="321750"/>
                  </a:moveTo>
                  <a:lnTo>
                    <a:pt x="2289777" y="324170"/>
                  </a:lnTo>
                  <a:lnTo>
                    <a:pt x="2289235" y="328030"/>
                  </a:lnTo>
                  <a:lnTo>
                    <a:pt x="2288896" y="331241"/>
                  </a:lnTo>
                  <a:lnTo>
                    <a:pt x="2291221" y="334327"/>
                  </a:lnTo>
                  <a:lnTo>
                    <a:pt x="2335896" y="340607"/>
                  </a:lnTo>
                  <a:lnTo>
                    <a:pt x="2339106" y="338187"/>
                  </a:lnTo>
                  <a:lnTo>
                    <a:pt x="2340083" y="331241"/>
                  </a:lnTo>
                  <a:lnTo>
                    <a:pt x="2337664" y="328030"/>
                  </a:lnTo>
                  <a:lnTo>
                    <a:pt x="2292989" y="321750"/>
                  </a:lnTo>
                  <a:close/>
                </a:path>
                <a:path w="2849879" h="412750">
                  <a:moveTo>
                    <a:pt x="2381023" y="334125"/>
                  </a:moveTo>
                  <a:lnTo>
                    <a:pt x="2377812" y="336544"/>
                  </a:lnTo>
                  <a:lnTo>
                    <a:pt x="2377269" y="340405"/>
                  </a:lnTo>
                  <a:lnTo>
                    <a:pt x="2376930" y="343616"/>
                  </a:lnTo>
                  <a:lnTo>
                    <a:pt x="2379255" y="346702"/>
                  </a:lnTo>
                  <a:lnTo>
                    <a:pt x="2423930" y="352982"/>
                  </a:lnTo>
                  <a:lnTo>
                    <a:pt x="2427141" y="350563"/>
                  </a:lnTo>
                  <a:lnTo>
                    <a:pt x="2428117" y="343616"/>
                  </a:lnTo>
                  <a:lnTo>
                    <a:pt x="2425698" y="340405"/>
                  </a:lnTo>
                  <a:lnTo>
                    <a:pt x="2381023" y="334125"/>
                  </a:lnTo>
                  <a:close/>
                </a:path>
                <a:path w="2849879" h="412750">
                  <a:moveTo>
                    <a:pt x="2469058" y="346500"/>
                  </a:moveTo>
                  <a:lnTo>
                    <a:pt x="2465846" y="348921"/>
                  </a:lnTo>
                  <a:lnTo>
                    <a:pt x="2465304" y="352780"/>
                  </a:lnTo>
                  <a:lnTo>
                    <a:pt x="2464965" y="355992"/>
                  </a:lnTo>
                  <a:lnTo>
                    <a:pt x="2467290" y="359077"/>
                  </a:lnTo>
                  <a:lnTo>
                    <a:pt x="2511965" y="365357"/>
                  </a:lnTo>
                  <a:lnTo>
                    <a:pt x="2515175" y="362938"/>
                  </a:lnTo>
                  <a:lnTo>
                    <a:pt x="2516152" y="355992"/>
                  </a:lnTo>
                  <a:lnTo>
                    <a:pt x="2513733" y="352780"/>
                  </a:lnTo>
                  <a:lnTo>
                    <a:pt x="2469058" y="346500"/>
                  </a:lnTo>
                  <a:close/>
                </a:path>
                <a:path w="2849879" h="412750">
                  <a:moveTo>
                    <a:pt x="2557092" y="358875"/>
                  </a:moveTo>
                  <a:lnTo>
                    <a:pt x="2553881" y="361295"/>
                  </a:lnTo>
                  <a:lnTo>
                    <a:pt x="2553338" y="365155"/>
                  </a:lnTo>
                  <a:lnTo>
                    <a:pt x="2552999" y="368367"/>
                  </a:lnTo>
                  <a:lnTo>
                    <a:pt x="2555324" y="371452"/>
                  </a:lnTo>
                  <a:lnTo>
                    <a:pt x="2599999" y="377732"/>
                  </a:lnTo>
                  <a:lnTo>
                    <a:pt x="2603210" y="375312"/>
                  </a:lnTo>
                  <a:lnTo>
                    <a:pt x="2604186" y="368367"/>
                  </a:lnTo>
                  <a:lnTo>
                    <a:pt x="2601766" y="365155"/>
                  </a:lnTo>
                  <a:lnTo>
                    <a:pt x="2557092" y="358875"/>
                  </a:lnTo>
                  <a:close/>
                </a:path>
                <a:path w="2849879" h="412750">
                  <a:moveTo>
                    <a:pt x="2645127" y="371251"/>
                  </a:moveTo>
                  <a:lnTo>
                    <a:pt x="2641915" y="373670"/>
                  </a:lnTo>
                  <a:lnTo>
                    <a:pt x="2641373" y="377530"/>
                  </a:lnTo>
                  <a:lnTo>
                    <a:pt x="2641034" y="380742"/>
                  </a:lnTo>
                  <a:lnTo>
                    <a:pt x="2643359" y="383827"/>
                  </a:lnTo>
                  <a:lnTo>
                    <a:pt x="2688034" y="390107"/>
                  </a:lnTo>
                  <a:lnTo>
                    <a:pt x="2691244" y="387687"/>
                  </a:lnTo>
                  <a:lnTo>
                    <a:pt x="2692221" y="380742"/>
                  </a:lnTo>
                  <a:lnTo>
                    <a:pt x="2689802" y="377530"/>
                  </a:lnTo>
                  <a:lnTo>
                    <a:pt x="2645127" y="371251"/>
                  </a:lnTo>
                  <a:close/>
                </a:path>
                <a:path w="2849879" h="412750">
                  <a:moveTo>
                    <a:pt x="2733161" y="383626"/>
                  </a:moveTo>
                  <a:lnTo>
                    <a:pt x="2729950" y="386045"/>
                  </a:lnTo>
                  <a:lnTo>
                    <a:pt x="2729407" y="389906"/>
                  </a:lnTo>
                  <a:lnTo>
                    <a:pt x="2729068" y="393117"/>
                  </a:lnTo>
                  <a:lnTo>
                    <a:pt x="2731393" y="396201"/>
                  </a:lnTo>
                  <a:lnTo>
                    <a:pt x="2776068" y="402482"/>
                  </a:lnTo>
                  <a:lnTo>
                    <a:pt x="2779279" y="400062"/>
                  </a:lnTo>
                  <a:lnTo>
                    <a:pt x="2780255" y="393117"/>
                  </a:lnTo>
                  <a:lnTo>
                    <a:pt x="2777835" y="389906"/>
                  </a:lnTo>
                  <a:lnTo>
                    <a:pt x="2733161" y="383626"/>
                  </a:lnTo>
                  <a:close/>
                </a:path>
                <a:path w="2849879" h="412750">
                  <a:moveTo>
                    <a:pt x="2821196" y="396001"/>
                  </a:moveTo>
                  <a:lnTo>
                    <a:pt x="2817984" y="398420"/>
                  </a:lnTo>
                  <a:lnTo>
                    <a:pt x="2817009" y="405366"/>
                  </a:lnTo>
                  <a:lnTo>
                    <a:pt x="2819428" y="408576"/>
                  </a:lnTo>
                  <a:lnTo>
                    <a:pt x="2845689" y="412268"/>
                  </a:lnTo>
                  <a:lnTo>
                    <a:pt x="2848900" y="409849"/>
                  </a:lnTo>
                  <a:lnTo>
                    <a:pt x="2849876" y="402903"/>
                  </a:lnTo>
                  <a:lnTo>
                    <a:pt x="2847457" y="399693"/>
                  </a:lnTo>
                  <a:lnTo>
                    <a:pt x="2821196" y="396001"/>
                  </a:lnTo>
                  <a:close/>
                </a:path>
              </a:pathLst>
            </a:custGeom>
            <a:solidFill>
              <a:srgbClr val="00B050">
                <a:alpha val="50199"/>
              </a:srgbClr>
            </a:solidFill>
          </p:spPr>
          <p:txBody>
            <a:bodyPr wrap="square" lIns="0" tIns="0" rIns="0" bIns="0" rtlCol="0"/>
            <a:lstStyle/>
            <a:p>
              <a:endParaRPr/>
            </a:p>
          </p:txBody>
        </p:sp>
        <p:sp>
          <p:nvSpPr>
            <p:cNvPr id="9" name="object 9"/>
            <p:cNvSpPr/>
            <p:nvPr/>
          </p:nvSpPr>
          <p:spPr>
            <a:xfrm>
              <a:off x="9377805" y="2514714"/>
              <a:ext cx="586105" cy="83820"/>
            </a:xfrm>
            <a:custGeom>
              <a:avLst/>
              <a:gdLst/>
              <a:ahLst/>
              <a:cxnLst/>
              <a:rect l="l" t="t" r="r" b="b"/>
              <a:pathLst>
                <a:path w="586104" h="83819">
                  <a:moveTo>
                    <a:pt x="0" y="0"/>
                  </a:moveTo>
                  <a:lnTo>
                    <a:pt x="585926" y="83375"/>
                  </a:lnTo>
                </a:path>
              </a:pathLst>
            </a:custGeom>
            <a:ln w="25400">
              <a:solidFill>
                <a:srgbClr val="00B050"/>
              </a:solidFill>
            </a:ln>
          </p:spPr>
          <p:txBody>
            <a:bodyPr wrap="square" lIns="0" tIns="0" rIns="0" bIns="0" rtlCol="0"/>
            <a:lstStyle/>
            <a:p>
              <a:endParaRPr/>
            </a:p>
          </p:txBody>
        </p:sp>
        <p:sp>
          <p:nvSpPr>
            <p:cNvPr id="10" name="object 10"/>
            <p:cNvSpPr/>
            <p:nvPr/>
          </p:nvSpPr>
          <p:spPr>
            <a:xfrm>
              <a:off x="5897398" y="2029432"/>
              <a:ext cx="619125" cy="86995"/>
            </a:xfrm>
            <a:custGeom>
              <a:avLst/>
              <a:gdLst/>
              <a:ahLst/>
              <a:cxnLst/>
              <a:rect l="l" t="t" r="r" b="b"/>
              <a:pathLst>
                <a:path w="619125" h="86994">
                  <a:moveTo>
                    <a:pt x="0" y="0"/>
                  </a:moveTo>
                  <a:lnTo>
                    <a:pt x="619019" y="86567"/>
                  </a:lnTo>
                </a:path>
              </a:pathLst>
            </a:custGeom>
            <a:ln w="25400">
              <a:solidFill>
                <a:srgbClr val="00B050"/>
              </a:solidFill>
            </a:ln>
          </p:spPr>
          <p:txBody>
            <a:bodyPr wrap="square" lIns="0" tIns="0" rIns="0" bIns="0" rtlCol="0"/>
            <a:lstStyle/>
            <a:p>
              <a:endParaRPr/>
            </a:p>
          </p:txBody>
        </p:sp>
        <p:pic>
          <p:nvPicPr>
            <p:cNvPr id="11" name="object 11"/>
            <p:cNvPicPr/>
            <p:nvPr/>
          </p:nvPicPr>
          <p:blipFill>
            <a:blip r:embed="rId4" cstate="print"/>
            <a:stretch>
              <a:fillRect/>
            </a:stretch>
          </p:blipFill>
          <p:spPr>
            <a:xfrm>
              <a:off x="5734941" y="1858156"/>
              <a:ext cx="448607" cy="437992"/>
            </a:xfrm>
            <a:prstGeom prst="rect">
              <a:avLst/>
            </a:prstGeom>
          </p:spPr>
        </p:pic>
        <p:pic>
          <p:nvPicPr>
            <p:cNvPr id="12" name="object 12"/>
            <p:cNvPicPr/>
            <p:nvPr/>
          </p:nvPicPr>
          <p:blipFill>
            <a:blip r:embed="rId5" cstate="print"/>
            <a:stretch>
              <a:fillRect/>
            </a:stretch>
          </p:blipFill>
          <p:spPr>
            <a:xfrm>
              <a:off x="5756725" y="1673085"/>
              <a:ext cx="586176" cy="565252"/>
            </a:xfrm>
            <a:prstGeom prst="rect">
              <a:avLst/>
            </a:prstGeom>
          </p:spPr>
        </p:pic>
        <p:pic>
          <p:nvPicPr>
            <p:cNvPr id="13" name="object 13"/>
            <p:cNvPicPr/>
            <p:nvPr/>
          </p:nvPicPr>
          <p:blipFill>
            <a:blip r:embed="rId2" cstate="print"/>
            <a:stretch>
              <a:fillRect/>
            </a:stretch>
          </p:blipFill>
          <p:spPr>
            <a:xfrm>
              <a:off x="6342902" y="3847799"/>
              <a:ext cx="3234372" cy="1581249"/>
            </a:xfrm>
            <a:prstGeom prst="rect">
              <a:avLst/>
            </a:prstGeom>
          </p:spPr>
        </p:pic>
        <p:pic>
          <p:nvPicPr>
            <p:cNvPr id="14" name="object 14"/>
            <p:cNvPicPr/>
            <p:nvPr/>
          </p:nvPicPr>
          <p:blipFill>
            <a:blip r:embed="rId6" cstate="print"/>
            <a:stretch>
              <a:fillRect/>
            </a:stretch>
          </p:blipFill>
          <p:spPr>
            <a:xfrm>
              <a:off x="7543800" y="4456176"/>
              <a:ext cx="164592" cy="176783"/>
            </a:xfrm>
            <a:prstGeom prst="rect">
              <a:avLst/>
            </a:prstGeom>
          </p:spPr>
        </p:pic>
      </p:grpSp>
      <p:sp>
        <p:nvSpPr>
          <p:cNvPr id="15" name="object 15"/>
          <p:cNvSpPr txBox="1"/>
          <p:nvPr/>
        </p:nvSpPr>
        <p:spPr>
          <a:xfrm>
            <a:off x="8307889" y="3603244"/>
            <a:ext cx="413384" cy="330200"/>
          </a:xfrm>
          <a:prstGeom prst="rect">
            <a:avLst/>
          </a:prstGeom>
        </p:spPr>
        <p:txBody>
          <a:bodyPr vert="horz" wrap="square" lIns="0" tIns="12700" rIns="0" bIns="0" rtlCol="0">
            <a:spAutoFit/>
          </a:bodyPr>
          <a:lstStyle/>
          <a:p>
            <a:pPr marL="87630" marR="5080" indent="-75565">
              <a:lnSpc>
                <a:spcPct val="100000"/>
              </a:lnSpc>
              <a:spcBef>
                <a:spcPts val="100"/>
              </a:spcBef>
            </a:pPr>
            <a:r>
              <a:rPr sz="1000" b="1" spc="-10" dirty="0">
                <a:latin typeface="Corbel"/>
                <a:cs typeface="Corbel"/>
              </a:rPr>
              <a:t>Lateral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16" name="object 16"/>
          <p:cNvSpPr txBox="1"/>
          <p:nvPr/>
        </p:nvSpPr>
        <p:spPr>
          <a:xfrm>
            <a:off x="7421605" y="4254500"/>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17" name="object 17"/>
          <p:cNvGrpSpPr/>
          <p:nvPr/>
        </p:nvGrpSpPr>
        <p:grpSpPr>
          <a:xfrm>
            <a:off x="6791607" y="3589703"/>
            <a:ext cx="2795270" cy="1576705"/>
            <a:chOff x="6791607" y="3589703"/>
            <a:chExt cx="2795270" cy="1576705"/>
          </a:xfrm>
        </p:grpSpPr>
        <p:sp>
          <p:nvSpPr>
            <p:cNvPr id="18" name="object 18"/>
            <p:cNvSpPr/>
            <p:nvPr/>
          </p:nvSpPr>
          <p:spPr>
            <a:xfrm>
              <a:off x="7091169" y="4363001"/>
              <a:ext cx="713740" cy="566420"/>
            </a:xfrm>
            <a:custGeom>
              <a:avLst/>
              <a:gdLst/>
              <a:ahLst/>
              <a:cxnLst/>
              <a:rect l="l" t="t" r="r" b="b"/>
              <a:pathLst>
                <a:path w="713740" h="566420">
                  <a:moveTo>
                    <a:pt x="35878" y="528401"/>
                  </a:moveTo>
                  <a:lnTo>
                    <a:pt x="469" y="556356"/>
                  </a:lnTo>
                  <a:lnTo>
                    <a:pt x="0" y="560350"/>
                  </a:lnTo>
                  <a:lnTo>
                    <a:pt x="4345" y="565854"/>
                  </a:lnTo>
                  <a:lnTo>
                    <a:pt x="8340" y="566324"/>
                  </a:lnTo>
                  <a:lnTo>
                    <a:pt x="43747" y="538369"/>
                  </a:lnTo>
                  <a:lnTo>
                    <a:pt x="44217" y="534376"/>
                  </a:lnTo>
                  <a:lnTo>
                    <a:pt x="39871" y="528871"/>
                  </a:lnTo>
                  <a:lnTo>
                    <a:pt x="35878" y="528401"/>
                  </a:lnTo>
                  <a:close/>
                </a:path>
                <a:path w="713740" h="566420">
                  <a:moveTo>
                    <a:pt x="105652" y="473313"/>
                  </a:moveTo>
                  <a:lnTo>
                    <a:pt x="70244" y="501268"/>
                  </a:lnTo>
                  <a:lnTo>
                    <a:pt x="69775" y="505261"/>
                  </a:lnTo>
                  <a:lnTo>
                    <a:pt x="74121" y="510767"/>
                  </a:lnTo>
                  <a:lnTo>
                    <a:pt x="78113" y="511237"/>
                  </a:lnTo>
                  <a:lnTo>
                    <a:pt x="113522" y="483280"/>
                  </a:lnTo>
                  <a:lnTo>
                    <a:pt x="113992" y="479287"/>
                  </a:lnTo>
                  <a:lnTo>
                    <a:pt x="109646" y="473783"/>
                  </a:lnTo>
                  <a:lnTo>
                    <a:pt x="105652" y="473313"/>
                  </a:lnTo>
                  <a:close/>
                </a:path>
                <a:path w="713740" h="566420">
                  <a:moveTo>
                    <a:pt x="175427" y="418224"/>
                  </a:moveTo>
                  <a:lnTo>
                    <a:pt x="140018" y="446180"/>
                  </a:lnTo>
                  <a:lnTo>
                    <a:pt x="139550" y="450174"/>
                  </a:lnTo>
                  <a:lnTo>
                    <a:pt x="143896" y="455678"/>
                  </a:lnTo>
                  <a:lnTo>
                    <a:pt x="147888" y="456148"/>
                  </a:lnTo>
                  <a:lnTo>
                    <a:pt x="183297" y="428193"/>
                  </a:lnTo>
                  <a:lnTo>
                    <a:pt x="183767" y="424200"/>
                  </a:lnTo>
                  <a:lnTo>
                    <a:pt x="179420" y="418694"/>
                  </a:lnTo>
                  <a:lnTo>
                    <a:pt x="175427" y="418224"/>
                  </a:lnTo>
                  <a:close/>
                </a:path>
                <a:path w="713740" h="566420">
                  <a:moveTo>
                    <a:pt x="245202" y="363137"/>
                  </a:moveTo>
                  <a:lnTo>
                    <a:pt x="209793" y="391092"/>
                  </a:lnTo>
                  <a:lnTo>
                    <a:pt x="209323" y="395085"/>
                  </a:lnTo>
                  <a:lnTo>
                    <a:pt x="213671" y="400591"/>
                  </a:lnTo>
                  <a:lnTo>
                    <a:pt x="217664" y="401060"/>
                  </a:lnTo>
                  <a:lnTo>
                    <a:pt x="253071" y="373104"/>
                  </a:lnTo>
                  <a:lnTo>
                    <a:pt x="253541" y="369111"/>
                  </a:lnTo>
                  <a:lnTo>
                    <a:pt x="249195" y="363607"/>
                  </a:lnTo>
                  <a:lnTo>
                    <a:pt x="245202" y="363137"/>
                  </a:lnTo>
                  <a:close/>
                </a:path>
                <a:path w="713740" h="566420">
                  <a:moveTo>
                    <a:pt x="314976" y="308048"/>
                  </a:moveTo>
                  <a:lnTo>
                    <a:pt x="279568" y="336003"/>
                  </a:lnTo>
                  <a:lnTo>
                    <a:pt x="279099" y="339998"/>
                  </a:lnTo>
                  <a:lnTo>
                    <a:pt x="283444" y="345502"/>
                  </a:lnTo>
                  <a:lnTo>
                    <a:pt x="287437" y="345972"/>
                  </a:lnTo>
                  <a:lnTo>
                    <a:pt x="322846" y="318016"/>
                  </a:lnTo>
                  <a:lnTo>
                    <a:pt x="323316" y="314024"/>
                  </a:lnTo>
                  <a:lnTo>
                    <a:pt x="318970" y="308518"/>
                  </a:lnTo>
                  <a:lnTo>
                    <a:pt x="314976" y="308048"/>
                  </a:lnTo>
                  <a:close/>
                </a:path>
                <a:path w="713740" h="566420">
                  <a:moveTo>
                    <a:pt x="384751" y="252961"/>
                  </a:moveTo>
                  <a:lnTo>
                    <a:pt x="349342" y="280916"/>
                  </a:lnTo>
                  <a:lnTo>
                    <a:pt x="348874" y="284909"/>
                  </a:lnTo>
                  <a:lnTo>
                    <a:pt x="353220" y="290414"/>
                  </a:lnTo>
                  <a:lnTo>
                    <a:pt x="357212" y="290884"/>
                  </a:lnTo>
                  <a:lnTo>
                    <a:pt x="392621" y="262928"/>
                  </a:lnTo>
                  <a:lnTo>
                    <a:pt x="393091" y="258935"/>
                  </a:lnTo>
                  <a:lnTo>
                    <a:pt x="388744" y="253429"/>
                  </a:lnTo>
                  <a:lnTo>
                    <a:pt x="384751" y="252961"/>
                  </a:lnTo>
                  <a:close/>
                </a:path>
                <a:path w="713740" h="566420">
                  <a:moveTo>
                    <a:pt x="454526" y="197872"/>
                  </a:moveTo>
                  <a:lnTo>
                    <a:pt x="419117" y="225827"/>
                  </a:lnTo>
                  <a:lnTo>
                    <a:pt x="418647" y="229821"/>
                  </a:lnTo>
                  <a:lnTo>
                    <a:pt x="422995" y="235325"/>
                  </a:lnTo>
                  <a:lnTo>
                    <a:pt x="426987" y="235795"/>
                  </a:lnTo>
                  <a:lnTo>
                    <a:pt x="462395" y="207840"/>
                  </a:lnTo>
                  <a:lnTo>
                    <a:pt x="462865" y="203847"/>
                  </a:lnTo>
                  <a:lnTo>
                    <a:pt x="458519" y="198342"/>
                  </a:lnTo>
                  <a:lnTo>
                    <a:pt x="454526" y="197872"/>
                  </a:lnTo>
                  <a:close/>
                </a:path>
                <a:path w="713740" h="566420">
                  <a:moveTo>
                    <a:pt x="524300" y="142784"/>
                  </a:moveTo>
                  <a:lnTo>
                    <a:pt x="488892" y="170740"/>
                  </a:lnTo>
                  <a:lnTo>
                    <a:pt x="488422" y="174732"/>
                  </a:lnTo>
                  <a:lnTo>
                    <a:pt x="492768" y="180238"/>
                  </a:lnTo>
                  <a:lnTo>
                    <a:pt x="496761" y="180708"/>
                  </a:lnTo>
                  <a:lnTo>
                    <a:pt x="532170" y="152751"/>
                  </a:lnTo>
                  <a:lnTo>
                    <a:pt x="532640" y="148758"/>
                  </a:lnTo>
                  <a:lnTo>
                    <a:pt x="528294" y="143253"/>
                  </a:lnTo>
                  <a:lnTo>
                    <a:pt x="524300" y="142784"/>
                  </a:lnTo>
                  <a:close/>
                </a:path>
                <a:path w="713740" h="566420">
                  <a:moveTo>
                    <a:pt x="594075" y="87696"/>
                  </a:moveTo>
                  <a:lnTo>
                    <a:pt x="558666" y="115651"/>
                  </a:lnTo>
                  <a:lnTo>
                    <a:pt x="558198" y="119645"/>
                  </a:lnTo>
                  <a:lnTo>
                    <a:pt x="562543" y="125149"/>
                  </a:lnTo>
                  <a:lnTo>
                    <a:pt x="566536" y="125619"/>
                  </a:lnTo>
                  <a:lnTo>
                    <a:pt x="601945" y="97664"/>
                  </a:lnTo>
                  <a:lnTo>
                    <a:pt x="602415" y="93671"/>
                  </a:lnTo>
                  <a:lnTo>
                    <a:pt x="598068" y="88165"/>
                  </a:lnTo>
                  <a:lnTo>
                    <a:pt x="594075" y="87696"/>
                  </a:lnTo>
                  <a:close/>
                </a:path>
                <a:path w="713740" h="566420">
                  <a:moveTo>
                    <a:pt x="663850" y="32608"/>
                  </a:moveTo>
                  <a:lnTo>
                    <a:pt x="628441" y="60563"/>
                  </a:lnTo>
                  <a:lnTo>
                    <a:pt x="627971" y="64556"/>
                  </a:lnTo>
                  <a:lnTo>
                    <a:pt x="632319" y="70062"/>
                  </a:lnTo>
                  <a:lnTo>
                    <a:pt x="636311" y="70531"/>
                  </a:lnTo>
                  <a:lnTo>
                    <a:pt x="671719" y="42575"/>
                  </a:lnTo>
                  <a:lnTo>
                    <a:pt x="672189" y="38582"/>
                  </a:lnTo>
                  <a:lnTo>
                    <a:pt x="667843" y="33077"/>
                  </a:lnTo>
                  <a:lnTo>
                    <a:pt x="663850" y="32608"/>
                  </a:lnTo>
                  <a:close/>
                </a:path>
                <a:path w="713740" h="566420">
                  <a:moveTo>
                    <a:pt x="705152" y="0"/>
                  </a:moveTo>
                  <a:lnTo>
                    <a:pt x="698216" y="5474"/>
                  </a:lnTo>
                  <a:lnTo>
                    <a:pt x="697746" y="9467"/>
                  </a:lnTo>
                  <a:lnTo>
                    <a:pt x="702092" y="14973"/>
                  </a:lnTo>
                  <a:lnTo>
                    <a:pt x="706085" y="15443"/>
                  </a:lnTo>
                  <a:lnTo>
                    <a:pt x="713021" y="9968"/>
                  </a:lnTo>
                  <a:lnTo>
                    <a:pt x="713491" y="5974"/>
                  </a:lnTo>
                  <a:lnTo>
                    <a:pt x="709145" y="469"/>
                  </a:lnTo>
                  <a:lnTo>
                    <a:pt x="705152" y="0"/>
                  </a:lnTo>
                  <a:close/>
                </a:path>
              </a:pathLst>
            </a:custGeom>
            <a:solidFill>
              <a:srgbClr val="0070C0">
                <a:alpha val="50199"/>
              </a:srgbClr>
            </a:solidFill>
          </p:spPr>
          <p:txBody>
            <a:bodyPr wrap="square" lIns="0" tIns="0" rIns="0" bIns="0" rtlCol="0"/>
            <a:lstStyle/>
            <a:p>
              <a:endParaRPr/>
            </a:p>
          </p:txBody>
        </p:sp>
        <p:sp>
          <p:nvSpPr>
            <p:cNvPr id="19" name="object 19"/>
            <p:cNvSpPr/>
            <p:nvPr/>
          </p:nvSpPr>
          <p:spPr>
            <a:xfrm>
              <a:off x="7797504" y="4002425"/>
              <a:ext cx="466090" cy="368300"/>
            </a:xfrm>
            <a:custGeom>
              <a:avLst/>
              <a:gdLst/>
              <a:ahLst/>
              <a:cxnLst/>
              <a:rect l="l" t="t" r="r" b="b"/>
              <a:pathLst>
                <a:path w="466090" h="368300">
                  <a:moveTo>
                    <a:pt x="0" y="367732"/>
                  </a:moveTo>
                  <a:lnTo>
                    <a:pt x="465770" y="0"/>
                  </a:lnTo>
                </a:path>
              </a:pathLst>
            </a:custGeom>
            <a:ln w="38100">
              <a:solidFill>
                <a:srgbClr val="0070C0"/>
              </a:solidFill>
            </a:ln>
          </p:spPr>
          <p:txBody>
            <a:bodyPr wrap="square" lIns="0" tIns="0" rIns="0" bIns="0" rtlCol="0"/>
            <a:lstStyle/>
            <a:p>
              <a:endParaRPr/>
            </a:p>
          </p:txBody>
        </p:sp>
        <p:sp>
          <p:nvSpPr>
            <p:cNvPr id="20" name="object 20"/>
            <p:cNvSpPr/>
            <p:nvPr/>
          </p:nvSpPr>
          <p:spPr>
            <a:xfrm>
              <a:off x="6799545" y="4956123"/>
              <a:ext cx="255904" cy="202565"/>
            </a:xfrm>
            <a:custGeom>
              <a:avLst/>
              <a:gdLst/>
              <a:ahLst/>
              <a:cxnLst/>
              <a:rect l="l" t="t" r="r" b="b"/>
              <a:pathLst>
                <a:path w="255904" h="202564">
                  <a:moveTo>
                    <a:pt x="255777" y="0"/>
                  </a:moveTo>
                  <a:lnTo>
                    <a:pt x="0" y="201939"/>
                  </a:lnTo>
                </a:path>
              </a:pathLst>
            </a:custGeom>
            <a:ln w="15875">
              <a:solidFill>
                <a:srgbClr val="0070C0"/>
              </a:solidFill>
            </a:ln>
          </p:spPr>
          <p:txBody>
            <a:bodyPr wrap="square" lIns="0" tIns="0" rIns="0" bIns="0" rtlCol="0"/>
            <a:lstStyle/>
            <a:p>
              <a:endParaRPr/>
            </a:p>
          </p:txBody>
        </p:sp>
        <p:pic>
          <p:nvPicPr>
            <p:cNvPr id="21" name="object 21"/>
            <p:cNvPicPr/>
            <p:nvPr/>
          </p:nvPicPr>
          <p:blipFill>
            <a:blip r:embed="rId7" cstate="print"/>
            <a:stretch>
              <a:fillRect/>
            </a:stretch>
          </p:blipFill>
          <p:spPr>
            <a:xfrm>
              <a:off x="8069608" y="3753576"/>
              <a:ext cx="530058" cy="579078"/>
            </a:xfrm>
            <a:prstGeom prst="rect">
              <a:avLst/>
            </a:prstGeom>
          </p:spPr>
        </p:pic>
        <p:pic>
          <p:nvPicPr>
            <p:cNvPr id="22" name="object 22"/>
            <p:cNvPicPr/>
            <p:nvPr/>
          </p:nvPicPr>
          <p:blipFill>
            <a:blip r:embed="rId8" cstate="print"/>
            <a:stretch>
              <a:fillRect/>
            </a:stretch>
          </p:blipFill>
          <p:spPr>
            <a:xfrm>
              <a:off x="7903790" y="3638504"/>
              <a:ext cx="525069" cy="639099"/>
            </a:xfrm>
            <a:prstGeom prst="rect">
              <a:avLst/>
            </a:prstGeom>
          </p:spPr>
        </p:pic>
        <p:sp>
          <p:nvSpPr>
            <p:cNvPr id="23" name="object 23"/>
            <p:cNvSpPr/>
            <p:nvPr/>
          </p:nvSpPr>
          <p:spPr>
            <a:xfrm>
              <a:off x="9326104" y="3589703"/>
              <a:ext cx="260350" cy="897890"/>
            </a:xfrm>
            <a:custGeom>
              <a:avLst/>
              <a:gdLst/>
              <a:ahLst/>
              <a:cxnLst/>
              <a:rect l="l" t="t" r="r" b="b"/>
              <a:pathLst>
                <a:path w="260350" h="897889">
                  <a:moveTo>
                    <a:pt x="31747" y="821394"/>
                  </a:moveTo>
                  <a:lnTo>
                    <a:pt x="0" y="821723"/>
                  </a:lnTo>
                  <a:lnTo>
                    <a:pt x="38884" y="897525"/>
                  </a:lnTo>
                  <a:lnTo>
                    <a:pt x="66706" y="840414"/>
                  </a:lnTo>
                  <a:lnTo>
                    <a:pt x="34787" y="840414"/>
                  </a:lnTo>
                  <a:lnTo>
                    <a:pt x="31915" y="837601"/>
                  </a:lnTo>
                  <a:lnTo>
                    <a:pt x="31877" y="833963"/>
                  </a:lnTo>
                  <a:lnTo>
                    <a:pt x="31751" y="821723"/>
                  </a:lnTo>
                  <a:lnTo>
                    <a:pt x="31747" y="821394"/>
                  </a:lnTo>
                  <a:close/>
                </a:path>
                <a:path w="260350" h="897889">
                  <a:moveTo>
                    <a:pt x="44447" y="821263"/>
                  </a:moveTo>
                  <a:lnTo>
                    <a:pt x="31747" y="821394"/>
                  </a:lnTo>
                  <a:lnTo>
                    <a:pt x="31751" y="821723"/>
                  </a:lnTo>
                  <a:lnTo>
                    <a:pt x="31877" y="833963"/>
                  </a:lnTo>
                  <a:lnTo>
                    <a:pt x="31915" y="837601"/>
                  </a:lnTo>
                  <a:lnTo>
                    <a:pt x="34787" y="840414"/>
                  </a:lnTo>
                  <a:lnTo>
                    <a:pt x="41731" y="840414"/>
                  </a:lnTo>
                  <a:lnTo>
                    <a:pt x="44615" y="837469"/>
                  </a:lnTo>
                  <a:lnTo>
                    <a:pt x="44578" y="833963"/>
                  </a:lnTo>
                  <a:lnTo>
                    <a:pt x="44451" y="821723"/>
                  </a:lnTo>
                  <a:lnTo>
                    <a:pt x="44447" y="821263"/>
                  </a:lnTo>
                  <a:close/>
                </a:path>
                <a:path w="260350" h="897889">
                  <a:moveTo>
                    <a:pt x="76196" y="820935"/>
                  </a:moveTo>
                  <a:lnTo>
                    <a:pt x="44447" y="821263"/>
                  </a:lnTo>
                  <a:lnTo>
                    <a:pt x="44451" y="821723"/>
                  </a:lnTo>
                  <a:lnTo>
                    <a:pt x="44578" y="833963"/>
                  </a:lnTo>
                  <a:lnTo>
                    <a:pt x="44615" y="837469"/>
                  </a:lnTo>
                  <a:lnTo>
                    <a:pt x="41731" y="840414"/>
                  </a:lnTo>
                  <a:lnTo>
                    <a:pt x="66706" y="840414"/>
                  </a:lnTo>
                  <a:lnTo>
                    <a:pt x="76196" y="820935"/>
                  </a:lnTo>
                  <a:close/>
                </a:path>
                <a:path w="260350" h="897889">
                  <a:moveTo>
                    <a:pt x="185181" y="32492"/>
                  </a:moveTo>
                  <a:lnTo>
                    <a:pt x="26438" y="35722"/>
                  </a:lnTo>
                  <a:lnTo>
                    <a:pt x="23663" y="38583"/>
                  </a:lnTo>
                  <a:lnTo>
                    <a:pt x="31742" y="820935"/>
                  </a:lnTo>
                  <a:lnTo>
                    <a:pt x="31747" y="821394"/>
                  </a:lnTo>
                  <a:lnTo>
                    <a:pt x="44447" y="821263"/>
                  </a:lnTo>
                  <a:lnTo>
                    <a:pt x="36753" y="76184"/>
                  </a:lnTo>
                  <a:lnTo>
                    <a:pt x="36632" y="64479"/>
                  </a:lnTo>
                  <a:lnTo>
                    <a:pt x="36505" y="52205"/>
                  </a:lnTo>
                  <a:lnTo>
                    <a:pt x="36465" y="48348"/>
                  </a:lnTo>
                  <a:lnTo>
                    <a:pt x="30177" y="48348"/>
                  </a:lnTo>
                  <a:lnTo>
                    <a:pt x="36272" y="42066"/>
                  </a:lnTo>
                  <a:lnTo>
                    <a:pt x="36399" y="41935"/>
                  </a:lnTo>
                  <a:lnTo>
                    <a:pt x="184714" y="41935"/>
                  </a:lnTo>
                  <a:lnTo>
                    <a:pt x="184029" y="38867"/>
                  </a:lnTo>
                  <a:lnTo>
                    <a:pt x="185181" y="32492"/>
                  </a:lnTo>
                  <a:close/>
                </a:path>
                <a:path w="260350" h="897889">
                  <a:moveTo>
                    <a:pt x="258968" y="31743"/>
                  </a:moveTo>
                  <a:lnTo>
                    <a:pt x="225571" y="31743"/>
                  </a:lnTo>
                  <a:lnTo>
                    <a:pt x="228398" y="34456"/>
                  </a:lnTo>
                  <a:lnTo>
                    <a:pt x="228423" y="35722"/>
                  </a:lnTo>
                  <a:lnTo>
                    <a:pt x="228540" y="41469"/>
                  </a:lnTo>
                  <a:lnTo>
                    <a:pt x="225688" y="44441"/>
                  </a:lnTo>
                  <a:lnTo>
                    <a:pt x="222250" y="44441"/>
                  </a:lnTo>
                  <a:lnTo>
                    <a:pt x="185440" y="45190"/>
                  </a:lnTo>
                  <a:lnTo>
                    <a:pt x="187324" y="53633"/>
                  </a:lnTo>
                  <a:lnTo>
                    <a:pt x="195733" y="65575"/>
                  </a:lnTo>
                  <a:lnTo>
                    <a:pt x="208007" y="73492"/>
                  </a:lnTo>
                  <a:lnTo>
                    <a:pt x="222896" y="76184"/>
                  </a:lnTo>
                  <a:lnTo>
                    <a:pt x="237662" y="72889"/>
                  </a:lnTo>
                  <a:lnTo>
                    <a:pt x="249604" y="64479"/>
                  </a:lnTo>
                  <a:lnTo>
                    <a:pt x="257521" y="52205"/>
                  </a:lnTo>
                  <a:lnTo>
                    <a:pt x="259932" y="38867"/>
                  </a:lnTo>
                  <a:lnTo>
                    <a:pt x="259983" y="38583"/>
                  </a:lnTo>
                  <a:lnTo>
                    <a:pt x="260096" y="37962"/>
                  </a:lnTo>
                  <a:lnTo>
                    <a:pt x="260212" y="37317"/>
                  </a:lnTo>
                  <a:lnTo>
                    <a:pt x="258968" y="31743"/>
                  </a:lnTo>
                  <a:close/>
                </a:path>
                <a:path w="260350" h="897889">
                  <a:moveTo>
                    <a:pt x="36399" y="41935"/>
                  </a:moveTo>
                  <a:lnTo>
                    <a:pt x="30301" y="48220"/>
                  </a:lnTo>
                  <a:lnTo>
                    <a:pt x="30177" y="48348"/>
                  </a:lnTo>
                  <a:lnTo>
                    <a:pt x="36464" y="48220"/>
                  </a:lnTo>
                  <a:lnTo>
                    <a:pt x="36399" y="41935"/>
                  </a:lnTo>
                  <a:close/>
                </a:path>
                <a:path w="260350" h="897889">
                  <a:moveTo>
                    <a:pt x="36464" y="48220"/>
                  </a:moveTo>
                  <a:lnTo>
                    <a:pt x="30177" y="48348"/>
                  </a:lnTo>
                  <a:lnTo>
                    <a:pt x="36465" y="48348"/>
                  </a:lnTo>
                  <a:lnTo>
                    <a:pt x="36464" y="48220"/>
                  </a:lnTo>
                  <a:close/>
                </a:path>
                <a:path w="260350" h="897889">
                  <a:moveTo>
                    <a:pt x="184714" y="41935"/>
                  </a:moveTo>
                  <a:lnTo>
                    <a:pt x="36399" y="41935"/>
                  </a:lnTo>
                  <a:lnTo>
                    <a:pt x="36464" y="48220"/>
                  </a:lnTo>
                  <a:lnTo>
                    <a:pt x="185440" y="45190"/>
                  </a:lnTo>
                  <a:lnTo>
                    <a:pt x="184743" y="42066"/>
                  </a:lnTo>
                  <a:lnTo>
                    <a:pt x="184714" y="41935"/>
                  </a:lnTo>
                  <a:close/>
                </a:path>
                <a:path w="260350" h="897889">
                  <a:moveTo>
                    <a:pt x="225571" y="31743"/>
                  </a:moveTo>
                  <a:lnTo>
                    <a:pt x="221992" y="31743"/>
                  </a:lnTo>
                  <a:lnTo>
                    <a:pt x="185181" y="32492"/>
                  </a:lnTo>
                  <a:lnTo>
                    <a:pt x="184309" y="37317"/>
                  </a:lnTo>
                  <a:lnTo>
                    <a:pt x="184192" y="37962"/>
                  </a:lnTo>
                  <a:lnTo>
                    <a:pt x="184080" y="38583"/>
                  </a:lnTo>
                  <a:lnTo>
                    <a:pt x="184029" y="38867"/>
                  </a:lnTo>
                  <a:lnTo>
                    <a:pt x="185440" y="45190"/>
                  </a:lnTo>
                  <a:lnTo>
                    <a:pt x="222250" y="44441"/>
                  </a:lnTo>
                  <a:lnTo>
                    <a:pt x="225688" y="44441"/>
                  </a:lnTo>
                  <a:lnTo>
                    <a:pt x="228540" y="41469"/>
                  </a:lnTo>
                  <a:lnTo>
                    <a:pt x="228423" y="35722"/>
                  </a:lnTo>
                  <a:lnTo>
                    <a:pt x="228398" y="34456"/>
                  </a:lnTo>
                  <a:lnTo>
                    <a:pt x="225571" y="31743"/>
                  </a:lnTo>
                  <a:close/>
                </a:path>
                <a:path w="260350" h="897889">
                  <a:moveTo>
                    <a:pt x="221345" y="0"/>
                  </a:moveTo>
                  <a:lnTo>
                    <a:pt x="206579" y="3295"/>
                  </a:lnTo>
                  <a:lnTo>
                    <a:pt x="194637" y="11704"/>
                  </a:lnTo>
                  <a:lnTo>
                    <a:pt x="186720" y="23979"/>
                  </a:lnTo>
                  <a:lnTo>
                    <a:pt x="185181" y="32492"/>
                  </a:lnTo>
                  <a:lnTo>
                    <a:pt x="221992" y="31743"/>
                  </a:lnTo>
                  <a:lnTo>
                    <a:pt x="258968" y="31743"/>
                  </a:lnTo>
                  <a:lnTo>
                    <a:pt x="256917" y="22551"/>
                  </a:lnTo>
                  <a:lnTo>
                    <a:pt x="248507" y="10609"/>
                  </a:lnTo>
                  <a:lnTo>
                    <a:pt x="236233" y="2691"/>
                  </a:lnTo>
                  <a:lnTo>
                    <a:pt x="221345" y="0"/>
                  </a:lnTo>
                  <a:close/>
                </a:path>
              </a:pathLst>
            </a:custGeom>
            <a:solidFill>
              <a:srgbClr val="7F7F7F"/>
            </a:solidFill>
          </p:spPr>
          <p:txBody>
            <a:bodyPr wrap="square" lIns="0" tIns="0" rIns="0" bIns="0" rtlCol="0"/>
            <a:lstStyle/>
            <a:p>
              <a:endParaRPr/>
            </a:p>
          </p:txBody>
        </p:sp>
      </p:grpSp>
      <p:sp>
        <p:nvSpPr>
          <p:cNvPr id="24" name="object 24"/>
          <p:cNvSpPr txBox="1"/>
          <p:nvPr/>
        </p:nvSpPr>
        <p:spPr>
          <a:xfrm>
            <a:off x="9562639" y="3488266"/>
            <a:ext cx="1313180" cy="286385"/>
          </a:xfrm>
          <a:prstGeom prst="rect">
            <a:avLst/>
          </a:prstGeom>
          <a:ln w="12701">
            <a:solidFill>
              <a:srgbClr val="7F7F7F"/>
            </a:solidFill>
          </a:ln>
        </p:spPr>
        <p:txBody>
          <a:bodyPr vert="horz" wrap="square" lIns="0" tIns="54610" rIns="0" bIns="0" rtlCol="0">
            <a:spAutoFit/>
          </a:bodyPr>
          <a:lstStyle/>
          <a:p>
            <a:pPr marL="91440">
              <a:lnSpc>
                <a:spcPct val="100000"/>
              </a:lnSpc>
              <a:spcBef>
                <a:spcPts val="430"/>
              </a:spcBef>
            </a:pPr>
            <a:r>
              <a:rPr sz="1000" dirty="0">
                <a:solidFill>
                  <a:srgbClr val="595959"/>
                </a:solidFill>
                <a:latin typeface="Corbel"/>
                <a:cs typeface="Corbel"/>
              </a:rPr>
              <a:t>Elevons</a:t>
            </a:r>
            <a:r>
              <a:rPr sz="1000" spc="-25" dirty="0">
                <a:solidFill>
                  <a:srgbClr val="595959"/>
                </a:solidFill>
                <a:latin typeface="Corbel"/>
                <a:cs typeface="Corbel"/>
              </a:rPr>
              <a:t> </a:t>
            </a:r>
            <a:r>
              <a:rPr sz="1000" dirty="0">
                <a:solidFill>
                  <a:srgbClr val="595959"/>
                </a:solidFill>
                <a:latin typeface="Corbel"/>
                <a:cs typeface="Corbel"/>
              </a:rPr>
              <a:t>or</a:t>
            </a:r>
            <a:r>
              <a:rPr sz="1000" spc="-15" dirty="0">
                <a:solidFill>
                  <a:srgbClr val="595959"/>
                </a:solidFill>
                <a:latin typeface="Corbel"/>
                <a:cs typeface="Corbel"/>
              </a:rPr>
              <a:t> </a:t>
            </a:r>
            <a:r>
              <a:rPr sz="1000" spc="-10" dirty="0">
                <a:solidFill>
                  <a:srgbClr val="595959"/>
                </a:solidFill>
                <a:latin typeface="Corbel"/>
                <a:cs typeface="Corbel"/>
              </a:rPr>
              <a:t>tailerons</a:t>
            </a:r>
            <a:endParaRPr sz="1000">
              <a:latin typeface="Corbel"/>
              <a:cs typeface="Corbel"/>
            </a:endParaRPr>
          </a:p>
        </p:txBody>
      </p:sp>
      <p:sp>
        <p:nvSpPr>
          <p:cNvPr id="25" name="object 25"/>
          <p:cNvSpPr txBox="1"/>
          <p:nvPr/>
        </p:nvSpPr>
        <p:spPr>
          <a:xfrm>
            <a:off x="9676924" y="3855211"/>
            <a:ext cx="1800225" cy="1122680"/>
          </a:xfrm>
          <a:prstGeom prst="rect">
            <a:avLst/>
          </a:prstGeom>
        </p:spPr>
        <p:txBody>
          <a:bodyPr vert="horz" wrap="square" lIns="0" tIns="12700" rIns="0" bIns="0" rtlCol="0">
            <a:spAutoFit/>
          </a:bodyPr>
          <a:lstStyle/>
          <a:p>
            <a:pPr marL="12700" marR="5080">
              <a:lnSpc>
                <a:spcPct val="100000"/>
              </a:lnSpc>
              <a:spcBef>
                <a:spcPts val="100"/>
              </a:spcBef>
            </a:pPr>
            <a:r>
              <a:rPr sz="1200" b="1" i="1" dirty="0">
                <a:latin typeface="Corbel"/>
                <a:cs typeface="Corbel"/>
              </a:rPr>
              <a:t>Elevons</a:t>
            </a:r>
            <a:r>
              <a:rPr sz="1200" b="1" i="1" spc="-50" dirty="0">
                <a:latin typeface="Corbel"/>
                <a:cs typeface="Corbel"/>
              </a:rPr>
              <a:t> </a:t>
            </a:r>
            <a:r>
              <a:rPr sz="1200" i="1" dirty="0">
                <a:latin typeface="Corbel"/>
                <a:cs typeface="Corbel"/>
              </a:rPr>
              <a:t>or</a:t>
            </a:r>
            <a:r>
              <a:rPr sz="1200" i="1" spc="-35" dirty="0">
                <a:latin typeface="Corbel"/>
                <a:cs typeface="Corbel"/>
              </a:rPr>
              <a:t> </a:t>
            </a:r>
            <a:r>
              <a:rPr sz="1200" b="1" i="1" dirty="0">
                <a:latin typeface="Corbel"/>
                <a:cs typeface="Corbel"/>
              </a:rPr>
              <a:t>tailerons</a:t>
            </a:r>
            <a:r>
              <a:rPr sz="1200" b="1" i="1" spc="-50" dirty="0">
                <a:latin typeface="Corbel"/>
                <a:cs typeface="Corbel"/>
              </a:rPr>
              <a:t> </a:t>
            </a:r>
            <a:r>
              <a:rPr sz="1200" i="1" spc="-25" dirty="0">
                <a:latin typeface="Corbel"/>
                <a:cs typeface="Corbel"/>
              </a:rPr>
              <a:t>are </a:t>
            </a:r>
            <a:r>
              <a:rPr sz="1200" i="1" dirty="0">
                <a:latin typeface="Corbel"/>
                <a:cs typeface="Corbel"/>
              </a:rPr>
              <a:t>aircraft</a:t>
            </a:r>
            <a:r>
              <a:rPr sz="1200" i="1" spc="-40" dirty="0">
                <a:latin typeface="Corbel"/>
                <a:cs typeface="Corbel"/>
              </a:rPr>
              <a:t> </a:t>
            </a:r>
            <a:r>
              <a:rPr sz="1200" i="1" dirty="0">
                <a:latin typeface="Corbel"/>
                <a:cs typeface="Corbel"/>
              </a:rPr>
              <a:t>control</a:t>
            </a:r>
            <a:r>
              <a:rPr sz="1200" i="1" spc="-40" dirty="0">
                <a:latin typeface="Corbel"/>
                <a:cs typeface="Corbel"/>
              </a:rPr>
              <a:t> </a:t>
            </a:r>
            <a:r>
              <a:rPr sz="1200" i="1" dirty="0">
                <a:latin typeface="Corbel"/>
                <a:cs typeface="Corbel"/>
              </a:rPr>
              <a:t>surfaces</a:t>
            </a:r>
            <a:r>
              <a:rPr sz="1200" i="1" spc="-40" dirty="0">
                <a:latin typeface="Corbel"/>
                <a:cs typeface="Corbel"/>
              </a:rPr>
              <a:t> </a:t>
            </a:r>
            <a:r>
              <a:rPr sz="1200" i="1" spc="-20" dirty="0">
                <a:latin typeface="Corbel"/>
                <a:cs typeface="Corbel"/>
              </a:rPr>
              <a:t>that </a:t>
            </a:r>
            <a:r>
              <a:rPr sz="1200" i="1" dirty="0">
                <a:latin typeface="Corbel"/>
                <a:cs typeface="Corbel"/>
              </a:rPr>
              <a:t>combine</a:t>
            </a:r>
            <a:r>
              <a:rPr sz="1200" i="1" spc="-30"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functions</a:t>
            </a:r>
            <a:r>
              <a:rPr sz="1200" i="1" spc="-35" dirty="0">
                <a:latin typeface="Corbel"/>
                <a:cs typeface="Corbel"/>
              </a:rPr>
              <a:t> </a:t>
            </a:r>
            <a:r>
              <a:rPr sz="1200" i="1" dirty="0">
                <a:latin typeface="Corbel"/>
                <a:cs typeface="Corbel"/>
              </a:rPr>
              <a:t>of</a:t>
            </a:r>
            <a:r>
              <a:rPr sz="1200" i="1" spc="-35" dirty="0">
                <a:latin typeface="Corbel"/>
                <a:cs typeface="Corbel"/>
              </a:rPr>
              <a:t> </a:t>
            </a:r>
            <a:r>
              <a:rPr sz="1200" i="1" spc="-25" dirty="0">
                <a:latin typeface="Corbel"/>
                <a:cs typeface="Corbel"/>
              </a:rPr>
              <a:t>the </a:t>
            </a:r>
            <a:r>
              <a:rPr sz="1200" i="1" dirty="0">
                <a:latin typeface="Corbel"/>
                <a:cs typeface="Corbel"/>
              </a:rPr>
              <a:t>elevator</a:t>
            </a:r>
            <a:r>
              <a:rPr sz="1200" i="1" spc="-35" dirty="0">
                <a:latin typeface="Corbel"/>
                <a:cs typeface="Corbel"/>
              </a:rPr>
              <a:t> </a:t>
            </a:r>
            <a:r>
              <a:rPr sz="1200" i="1" dirty="0">
                <a:latin typeface="Corbel"/>
                <a:cs typeface="Corbel"/>
              </a:rPr>
              <a:t>(used</a:t>
            </a:r>
            <a:r>
              <a:rPr sz="1200" i="1" spc="-45" dirty="0">
                <a:latin typeface="Corbel"/>
                <a:cs typeface="Corbel"/>
              </a:rPr>
              <a:t> </a:t>
            </a:r>
            <a:r>
              <a:rPr sz="1200" i="1" dirty="0">
                <a:latin typeface="Corbel"/>
                <a:cs typeface="Corbel"/>
              </a:rPr>
              <a:t>for</a:t>
            </a:r>
            <a:r>
              <a:rPr sz="1200" i="1" spc="-30" dirty="0">
                <a:latin typeface="Corbel"/>
                <a:cs typeface="Corbel"/>
              </a:rPr>
              <a:t> </a:t>
            </a:r>
            <a:r>
              <a:rPr sz="1200" i="1" spc="-20" dirty="0">
                <a:latin typeface="Corbel"/>
                <a:cs typeface="Corbel"/>
              </a:rPr>
              <a:t>pitch </a:t>
            </a:r>
            <a:r>
              <a:rPr sz="1200" i="1" dirty="0">
                <a:latin typeface="Corbel"/>
                <a:cs typeface="Corbel"/>
              </a:rPr>
              <a:t>control)</a:t>
            </a:r>
            <a:r>
              <a:rPr sz="1200" i="1" spc="-3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the</a:t>
            </a:r>
            <a:r>
              <a:rPr sz="1200" i="1" spc="-25" dirty="0">
                <a:latin typeface="Corbel"/>
                <a:cs typeface="Corbel"/>
              </a:rPr>
              <a:t> </a:t>
            </a:r>
            <a:r>
              <a:rPr sz="1200" i="1" dirty="0">
                <a:latin typeface="Corbel"/>
                <a:cs typeface="Corbel"/>
              </a:rPr>
              <a:t>aileron</a:t>
            </a:r>
            <a:r>
              <a:rPr sz="1200" i="1" spc="-25" dirty="0">
                <a:latin typeface="Corbel"/>
                <a:cs typeface="Corbel"/>
              </a:rPr>
              <a:t> </a:t>
            </a:r>
            <a:r>
              <a:rPr sz="1200" i="1" spc="-10" dirty="0">
                <a:latin typeface="Corbel"/>
                <a:cs typeface="Corbel"/>
              </a:rPr>
              <a:t>(used </a:t>
            </a:r>
            <a:r>
              <a:rPr sz="1200" i="1" dirty="0">
                <a:latin typeface="Corbel"/>
                <a:cs typeface="Corbel"/>
              </a:rPr>
              <a:t>for</a:t>
            </a:r>
            <a:r>
              <a:rPr sz="1200" i="1" spc="-20" dirty="0">
                <a:latin typeface="Corbel"/>
                <a:cs typeface="Corbel"/>
              </a:rPr>
              <a:t> </a:t>
            </a:r>
            <a:r>
              <a:rPr sz="1200" i="1" dirty="0">
                <a:latin typeface="Corbel"/>
                <a:cs typeface="Corbel"/>
              </a:rPr>
              <a:t>roll</a:t>
            </a:r>
            <a:r>
              <a:rPr sz="1200" i="1" spc="-25" dirty="0">
                <a:latin typeface="Corbel"/>
                <a:cs typeface="Corbel"/>
              </a:rPr>
              <a:t> </a:t>
            </a:r>
            <a:r>
              <a:rPr sz="1200" i="1" spc="-10" dirty="0">
                <a:latin typeface="Corbel"/>
                <a:cs typeface="Corbel"/>
              </a:rPr>
              <a:t>control).</a:t>
            </a:r>
            <a:endParaRPr sz="1200">
              <a:latin typeface="Corbel"/>
              <a:cs typeface="Corbel"/>
            </a:endParaRPr>
          </a:p>
        </p:txBody>
      </p:sp>
      <p:sp>
        <p:nvSpPr>
          <p:cNvPr id="26" name="object 26"/>
          <p:cNvSpPr/>
          <p:nvPr/>
        </p:nvSpPr>
        <p:spPr>
          <a:xfrm>
            <a:off x="9314405" y="2328226"/>
            <a:ext cx="272415" cy="1337945"/>
          </a:xfrm>
          <a:custGeom>
            <a:avLst/>
            <a:gdLst/>
            <a:ahLst/>
            <a:cxnLst/>
            <a:rect l="l" t="t" r="r" b="b"/>
            <a:pathLst>
              <a:path w="272415" h="1337945">
                <a:moveTo>
                  <a:pt x="270665" y="1293219"/>
                </a:moveTo>
                <a:lnTo>
                  <a:pt x="237268" y="1293219"/>
                </a:lnTo>
                <a:lnTo>
                  <a:pt x="240094" y="1295933"/>
                </a:lnTo>
                <a:lnTo>
                  <a:pt x="240116" y="1296995"/>
                </a:lnTo>
                <a:lnTo>
                  <a:pt x="240237" y="1302945"/>
                </a:lnTo>
                <a:lnTo>
                  <a:pt x="237384" y="1305916"/>
                </a:lnTo>
                <a:lnTo>
                  <a:pt x="233946" y="1305916"/>
                </a:lnTo>
                <a:lnTo>
                  <a:pt x="197135" y="1306665"/>
                </a:lnTo>
                <a:lnTo>
                  <a:pt x="199019" y="1315109"/>
                </a:lnTo>
                <a:lnTo>
                  <a:pt x="207429" y="1327051"/>
                </a:lnTo>
                <a:lnTo>
                  <a:pt x="219703" y="1334968"/>
                </a:lnTo>
                <a:lnTo>
                  <a:pt x="234591" y="1337660"/>
                </a:lnTo>
                <a:lnTo>
                  <a:pt x="249358" y="1334365"/>
                </a:lnTo>
                <a:lnTo>
                  <a:pt x="261300" y="1325955"/>
                </a:lnTo>
                <a:lnTo>
                  <a:pt x="269217" y="1313681"/>
                </a:lnTo>
                <a:lnTo>
                  <a:pt x="271792" y="1299438"/>
                </a:lnTo>
                <a:lnTo>
                  <a:pt x="271909" y="1298793"/>
                </a:lnTo>
                <a:lnTo>
                  <a:pt x="270665" y="1293219"/>
                </a:lnTo>
                <a:close/>
              </a:path>
              <a:path w="272415" h="1337945">
                <a:moveTo>
                  <a:pt x="41571" y="57158"/>
                </a:moveTo>
                <a:lnTo>
                  <a:pt x="34536" y="57158"/>
                </a:lnTo>
                <a:lnTo>
                  <a:pt x="31701" y="60011"/>
                </a:lnTo>
                <a:lnTo>
                  <a:pt x="35271" y="1261475"/>
                </a:lnTo>
                <a:lnTo>
                  <a:pt x="35401" y="1305198"/>
                </a:lnTo>
                <a:lnTo>
                  <a:pt x="40171" y="1309860"/>
                </a:lnTo>
                <a:lnTo>
                  <a:pt x="197135" y="1306665"/>
                </a:lnTo>
                <a:lnTo>
                  <a:pt x="196419" y="1303458"/>
                </a:lnTo>
                <a:lnTo>
                  <a:pt x="48096" y="1303458"/>
                </a:lnTo>
                <a:lnTo>
                  <a:pt x="41616" y="1297127"/>
                </a:lnTo>
                <a:lnTo>
                  <a:pt x="48076" y="1296995"/>
                </a:lnTo>
                <a:lnTo>
                  <a:pt x="44450" y="76313"/>
                </a:lnTo>
                <a:lnTo>
                  <a:pt x="44401" y="60011"/>
                </a:lnTo>
                <a:lnTo>
                  <a:pt x="41571" y="57158"/>
                </a:lnTo>
                <a:close/>
              </a:path>
              <a:path w="272415" h="1337945">
                <a:moveTo>
                  <a:pt x="237268" y="1293219"/>
                </a:moveTo>
                <a:lnTo>
                  <a:pt x="233687" y="1293219"/>
                </a:lnTo>
                <a:lnTo>
                  <a:pt x="196877" y="1293968"/>
                </a:lnTo>
                <a:lnTo>
                  <a:pt x="195724" y="1300342"/>
                </a:lnTo>
                <a:lnTo>
                  <a:pt x="197135" y="1306665"/>
                </a:lnTo>
                <a:lnTo>
                  <a:pt x="233946" y="1305916"/>
                </a:lnTo>
                <a:lnTo>
                  <a:pt x="237384" y="1305916"/>
                </a:lnTo>
                <a:lnTo>
                  <a:pt x="240237" y="1302945"/>
                </a:lnTo>
                <a:lnTo>
                  <a:pt x="240116" y="1296995"/>
                </a:lnTo>
                <a:lnTo>
                  <a:pt x="240094" y="1295933"/>
                </a:lnTo>
                <a:lnTo>
                  <a:pt x="237268" y="1293219"/>
                </a:lnTo>
                <a:close/>
              </a:path>
              <a:path w="272415" h="1337945">
                <a:moveTo>
                  <a:pt x="48076" y="1296995"/>
                </a:moveTo>
                <a:lnTo>
                  <a:pt x="41616" y="1297127"/>
                </a:lnTo>
                <a:lnTo>
                  <a:pt x="48096" y="1303458"/>
                </a:lnTo>
                <a:lnTo>
                  <a:pt x="48076" y="1296995"/>
                </a:lnTo>
                <a:close/>
              </a:path>
              <a:path w="272415" h="1337945">
                <a:moveTo>
                  <a:pt x="196877" y="1293968"/>
                </a:moveTo>
                <a:lnTo>
                  <a:pt x="48076" y="1296995"/>
                </a:lnTo>
                <a:lnTo>
                  <a:pt x="48096" y="1303458"/>
                </a:lnTo>
                <a:lnTo>
                  <a:pt x="196419" y="1303458"/>
                </a:lnTo>
                <a:lnTo>
                  <a:pt x="195724" y="1300342"/>
                </a:lnTo>
                <a:lnTo>
                  <a:pt x="196877" y="1293968"/>
                </a:lnTo>
                <a:close/>
              </a:path>
              <a:path w="272415" h="1337945">
                <a:moveTo>
                  <a:pt x="233042" y="1261475"/>
                </a:moveTo>
                <a:lnTo>
                  <a:pt x="218276" y="1264770"/>
                </a:lnTo>
                <a:lnTo>
                  <a:pt x="206334" y="1273180"/>
                </a:lnTo>
                <a:lnTo>
                  <a:pt x="198416" y="1285454"/>
                </a:lnTo>
                <a:lnTo>
                  <a:pt x="196877" y="1293968"/>
                </a:lnTo>
                <a:lnTo>
                  <a:pt x="233687" y="1293219"/>
                </a:lnTo>
                <a:lnTo>
                  <a:pt x="270665" y="1293219"/>
                </a:lnTo>
                <a:lnTo>
                  <a:pt x="268614" y="1284027"/>
                </a:lnTo>
                <a:lnTo>
                  <a:pt x="260204" y="1272085"/>
                </a:lnTo>
                <a:lnTo>
                  <a:pt x="247930" y="1264167"/>
                </a:lnTo>
                <a:lnTo>
                  <a:pt x="233042" y="1261475"/>
                </a:lnTo>
                <a:close/>
              </a:path>
              <a:path w="272415" h="1337945">
                <a:moveTo>
                  <a:pt x="37873" y="0"/>
                </a:moveTo>
                <a:lnTo>
                  <a:pt x="0" y="76313"/>
                </a:lnTo>
                <a:lnTo>
                  <a:pt x="31749" y="76313"/>
                </a:lnTo>
                <a:lnTo>
                  <a:pt x="31701" y="60011"/>
                </a:lnTo>
                <a:lnTo>
                  <a:pt x="34536" y="57158"/>
                </a:lnTo>
                <a:lnTo>
                  <a:pt x="66665" y="57158"/>
                </a:lnTo>
                <a:lnTo>
                  <a:pt x="37873" y="0"/>
                </a:lnTo>
                <a:close/>
              </a:path>
              <a:path w="272415" h="1337945">
                <a:moveTo>
                  <a:pt x="66665" y="57158"/>
                </a:moveTo>
                <a:lnTo>
                  <a:pt x="41571" y="57158"/>
                </a:lnTo>
                <a:lnTo>
                  <a:pt x="44401" y="60011"/>
                </a:lnTo>
                <a:lnTo>
                  <a:pt x="44450" y="76313"/>
                </a:lnTo>
                <a:lnTo>
                  <a:pt x="76313" y="76313"/>
                </a:lnTo>
                <a:lnTo>
                  <a:pt x="66665" y="57158"/>
                </a:lnTo>
                <a:close/>
              </a:path>
            </a:pathLst>
          </a:custGeom>
          <a:solidFill>
            <a:srgbClr val="7F7F7F"/>
          </a:solidFill>
        </p:spPr>
        <p:txBody>
          <a:bodyPr wrap="square" lIns="0" tIns="0" rIns="0" bIns="0" rtlCol="0"/>
          <a:lstStyle/>
          <a:p>
            <a:endParaRPr/>
          </a:p>
        </p:txBody>
      </p:sp>
      <p:grpSp>
        <p:nvGrpSpPr>
          <p:cNvPr id="27" name="object 27"/>
          <p:cNvGrpSpPr/>
          <p:nvPr/>
        </p:nvGrpSpPr>
        <p:grpSpPr>
          <a:xfrm>
            <a:off x="1871078" y="2844289"/>
            <a:ext cx="3234690" cy="1581785"/>
            <a:chOff x="1871078" y="2844289"/>
            <a:chExt cx="3234690" cy="1581785"/>
          </a:xfrm>
        </p:grpSpPr>
        <p:pic>
          <p:nvPicPr>
            <p:cNvPr id="28" name="object 28"/>
            <p:cNvPicPr/>
            <p:nvPr/>
          </p:nvPicPr>
          <p:blipFill>
            <a:blip r:embed="rId2" cstate="print"/>
            <a:stretch>
              <a:fillRect/>
            </a:stretch>
          </p:blipFill>
          <p:spPr>
            <a:xfrm>
              <a:off x="1871078" y="2844289"/>
              <a:ext cx="3234371" cy="1581249"/>
            </a:xfrm>
            <a:prstGeom prst="rect">
              <a:avLst/>
            </a:prstGeom>
          </p:spPr>
        </p:pic>
        <p:pic>
          <p:nvPicPr>
            <p:cNvPr id="29" name="object 29"/>
            <p:cNvPicPr/>
            <p:nvPr/>
          </p:nvPicPr>
          <p:blipFill>
            <a:blip r:embed="rId9" cstate="print"/>
            <a:stretch>
              <a:fillRect/>
            </a:stretch>
          </p:blipFill>
          <p:spPr>
            <a:xfrm>
              <a:off x="3072383" y="3453383"/>
              <a:ext cx="164592" cy="176783"/>
            </a:xfrm>
            <a:prstGeom prst="rect">
              <a:avLst/>
            </a:prstGeom>
          </p:spPr>
        </p:pic>
      </p:grpSp>
      <p:sp>
        <p:nvSpPr>
          <p:cNvPr id="30" name="object 30"/>
          <p:cNvSpPr txBox="1"/>
          <p:nvPr/>
        </p:nvSpPr>
        <p:spPr>
          <a:xfrm>
            <a:off x="2902986" y="2173732"/>
            <a:ext cx="448309" cy="330200"/>
          </a:xfrm>
          <a:prstGeom prst="rect">
            <a:avLst/>
          </a:prstGeom>
        </p:spPr>
        <p:txBody>
          <a:bodyPr vert="horz" wrap="square" lIns="0" tIns="12700" rIns="0" bIns="0" rtlCol="0">
            <a:spAutoFit/>
          </a:bodyPr>
          <a:lstStyle/>
          <a:p>
            <a:pPr marL="105410" marR="5080" indent="-93345">
              <a:lnSpc>
                <a:spcPct val="100000"/>
              </a:lnSpc>
              <a:spcBef>
                <a:spcPts val="100"/>
              </a:spcBef>
            </a:pPr>
            <a:r>
              <a:rPr sz="1000" b="1" spc="-10" dirty="0">
                <a:latin typeface="Corbel"/>
                <a:cs typeface="Corbel"/>
              </a:rPr>
              <a:t>Vertical</a:t>
            </a:r>
            <a:r>
              <a:rPr sz="1000" b="1" spc="500" dirty="0">
                <a:latin typeface="Corbel"/>
                <a:cs typeface="Corbel"/>
              </a:rPr>
              <a:t> </a:t>
            </a:r>
            <a:r>
              <a:rPr sz="1000" b="1" spc="-20" dirty="0">
                <a:latin typeface="Corbel"/>
                <a:cs typeface="Corbel"/>
              </a:rPr>
              <a:t>Axis</a:t>
            </a:r>
            <a:endParaRPr sz="1000">
              <a:latin typeface="Corbel"/>
              <a:cs typeface="Corbel"/>
            </a:endParaRPr>
          </a:p>
        </p:txBody>
      </p:sp>
      <p:sp>
        <p:nvSpPr>
          <p:cNvPr id="31" name="object 31"/>
          <p:cNvSpPr txBox="1"/>
          <p:nvPr/>
        </p:nvSpPr>
        <p:spPr>
          <a:xfrm>
            <a:off x="2949781" y="3251708"/>
            <a:ext cx="217170" cy="208279"/>
          </a:xfrm>
          <a:prstGeom prst="rect">
            <a:avLst/>
          </a:prstGeom>
        </p:spPr>
        <p:txBody>
          <a:bodyPr vert="horz" wrap="square" lIns="0" tIns="12700" rIns="0" bIns="0" rtlCol="0">
            <a:spAutoFit/>
          </a:bodyPr>
          <a:lstStyle/>
          <a:p>
            <a:pPr marL="12700">
              <a:lnSpc>
                <a:spcPct val="100000"/>
              </a:lnSpc>
              <a:spcBef>
                <a:spcPts val="100"/>
              </a:spcBef>
            </a:pPr>
            <a:r>
              <a:rPr sz="1200" b="1" spc="-25" dirty="0">
                <a:latin typeface="Corbel"/>
                <a:cs typeface="Corbel"/>
              </a:rPr>
              <a:t>CG</a:t>
            </a:r>
            <a:endParaRPr sz="1200">
              <a:latin typeface="Corbel"/>
              <a:cs typeface="Corbel"/>
            </a:endParaRPr>
          </a:p>
        </p:txBody>
      </p:sp>
      <p:grpSp>
        <p:nvGrpSpPr>
          <p:cNvPr id="32" name="object 32"/>
          <p:cNvGrpSpPr/>
          <p:nvPr/>
        </p:nvGrpSpPr>
        <p:grpSpPr>
          <a:xfrm>
            <a:off x="3128191" y="2693775"/>
            <a:ext cx="1962150" cy="2038985"/>
            <a:chOff x="3128191" y="2693775"/>
            <a:chExt cx="1962150" cy="2038985"/>
          </a:xfrm>
        </p:grpSpPr>
        <p:sp>
          <p:nvSpPr>
            <p:cNvPr id="33" name="object 33"/>
            <p:cNvSpPr/>
            <p:nvPr/>
          </p:nvSpPr>
          <p:spPr>
            <a:xfrm>
              <a:off x="3134541" y="2992567"/>
              <a:ext cx="12700" cy="1028700"/>
            </a:xfrm>
            <a:custGeom>
              <a:avLst/>
              <a:gdLst/>
              <a:ahLst/>
              <a:cxnLst/>
              <a:rect l="l" t="t" r="r" b="b"/>
              <a:pathLst>
                <a:path w="12700" h="1028700">
                  <a:moveTo>
                    <a:pt x="9857" y="0"/>
                  </a:moveTo>
                  <a:lnTo>
                    <a:pt x="2843" y="0"/>
                  </a:lnTo>
                  <a:lnTo>
                    <a:pt x="0" y="2843"/>
                  </a:lnTo>
                  <a:lnTo>
                    <a:pt x="0" y="47956"/>
                  </a:lnTo>
                  <a:lnTo>
                    <a:pt x="2843" y="50800"/>
                  </a:lnTo>
                  <a:lnTo>
                    <a:pt x="9857" y="50800"/>
                  </a:lnTo>
                  <a:lnTo>
                    <a:pt x="12700" y="47956"/>
                  </a:lnTo>
                  <a:lnTo>
                    <a:pt x="12700" y="2843"/>
                  </a:lnTo>
                  <a:lnTo>
                    <a:pt x="9857" y="0"/>
                  </a:lnTo>
                  <a:close/>
                </a:path>
                <a:path w="12700" h="1028700">
                  <a:moveTo>
                    <a:pt x="9857" y="88900"/>
                  </a:moveTo>
                  <a:lnTo>
                    <a:pt x="2843" y="88900"/>
                  </a:lnTo>
                  <a:lnTo>
                    <a:pt x="0" y="91743"/>
                  </a:lnTo>
                  <a:lnTo>
                    <a:pt x="0" y="136856"/>
                  </a:lnTo>
                  <a:lnTo>
                    <a:pt x="2843" y="139700"/>
                  </a:lnTo>
                  <a:lnTo>
                    <a:pt x="9857" y="139700"/>
                  </a:lnTo>
                  <a:lnTo>
                    <a:pt x="12700" y="136856"/>
                  </a:lnTo>
                  <a:lnTo>
                    <a:pt x="12700" y="91743"/>
                  </a:lnTo>
                  <a:lnTo>
                    <a:pt x="9857" y="88900"/>
                  </a:lnTo>
                  <a:close/>
                </a:path>
                <a:path w="12700" h="1028700">
                  <a:moveTo>
                    <a:pt x="9857" y="177800"/>
                  </a:moveTo>
                  <a:lnTo>
                    <a:pt x="2843" y="177800"/>
                  </a:lnTo>
                  <a:lnTo>
                    <a:pt x="0" y="180643"/>
                  </a:lnTo>
                  <a:lnTo>
                    <a:pt x="0" y="225756"/>
                  </a:lnTo>
                  <a:lnTo>
                    <a:pt x="2843" y="228600"/>
                  </a:lnTo>
                  <a:lnTo>
                    <a:pt x="9857" y="228600"/>
                  </a:lnTo>
                  <a:lnTo>
                    <a:pt x="12700" y="225756"/>
                  </a:lnTo>
                  <a:lnTo>
                    <a:pt x="12700" y="180643"/>
                  </a:lnTo>
                  <a:lnTo>
                    <a:pt x="9857" y="177800"/>
                  </a:lnTo>
                  <a:close/>
                </a:path>
                <a:path w="12700" h="1028700">
                  <a:moveTo>
                    <a:pt x="9857" y="266700"/>
                  </a:moveTo>
                  <a:lnTo>
                    <a:pt x="2843" y="266700"/>
                  </a:lnTo>
                  <a:lnTo>
                    <a:pt x="0" y="269543"/>
                  </a:lnTo>
                  <a:lnTo>
                    <a:pt x="0" y="314656"/>
                  </a:lnTo>
                  <a:lnTo>
                    <a:pt x="2843" y="317500"/>
                  </a:lnTo>
                  <a:lnTo>
                    <a:pt x="9857" y="317500"/>
                  </a:lnTo>
                  <a:lnTo>
                    <a:pt x="12700" y="314656"/>
                  </a:lnTo>
                  <a:lnTo>
                    <a:pt x="12700" y="269543"/>
                  </a:lnTo>
                  <a:lnTo>
                    <a:pt x="9857" y="266700"/>
                  </a:lnTo>
                  <a:close/>
                </a:path>
                <a:path w="12700" h="1028700">
                  <a:moveTo>
                    <a:pt x="9857" y="355600"/>
                  </a:moveTo>
                  <a:lnTo>
                    <a:pt x="2843" y="355600"/>
                  </a:lnTo>
                  <a:lnTo>
                    <a:pt x="0" y="358443"/>
                  </a:lnTo>
                  <a:lnTo>
                    <a:pt x="0" y="403556"/>
                  </a:lnTo>
                  <a:lnTo>
                    <a:pt x="2843" y="406400"/>
                  </a:lnTo>
                  <a:lnTo>
                    <a:pt x="9857" y="406400"/>
                  </a:lnTo>
                  <a:lnTo>
                    <a:pt x="12700" y="403556"/>
                  </a:lnTo>
                  <a:lnTo>
                    <a:pt x="12700" y="358443"/>
                  </a:lnTo>
                  <a:lnTo>
                    <a:pt x="9857" y="355600"/>
                  </a:lnTo>
                  <a:close/>
                </a:path>
                <a:path w="12700" h="1028700">
                  <a:moveTo>
                    <a:pt x="9857" y="444500"/>
                  </a:moveTo>
                  <a:lnTo>
                    <a:pt x="2843" y="444500"/>
                  </a:lnTo>
                  <a:lnTo>
                    <a:pt x="0" y="447343"/>
                  </a:lnTo>
                  <a:lnTo>
                    <a:pt x="0" y="492456"/>
                  </a:lnTo>
                  <a:lnTo>
                    <a:pt x="2843" y="495300"/>
                  </a:lnTo>
                  <a:lnTo>
                    <a:pt x="9857" y="495300"/>
                  </a:lnTo>
                  <a:lnTo>
                    <a:pt x="12700" y="492456"/>
                  </a:lnTo>
                  <a:lnTo>
                    <a:pt x="12700" y="447343"/>
                  </a:lnTo>
                  <a:lnTo>
                    <a:pt x="9857" y="444500"/>
                  </a:lnTo>
                  <a:close/>
                </a:path>
                <a:path w="12700" h="1028700">
                  <a:moveTo>
                    <a:pt x="9857" y="533400"/>
                  </a:moveTo>
                  <a:lnTo>
                    <a:pt x="2843" y="533400"/>
                  </a:lnTo>
                  <a:lnTo>
                    <a:pt x="1" y="536243"/>
                  </a:lnTo>
                  <a:lnTo>
                    <a:pt x="1" y="581356"/>
                  </a:lnTo>
                  <a:lnTo>
                    <a:pt x="2843" y="584200"/>
                  </a:lnTo>
                  <a:lnTo>
                    <a:pt x="9857" y="584200"/>
                  </a:lnTo>
                  <a:lnTo>
                    <a:pt x="12701" y="581356"/>
                  </a:lnTo>
                  <a:lnTo>
                    <a:pt x="12701" y="536243"/>
                  </a:lnTo>
                  <a:lnTo>
                    <a:pt x="9857" y="533400"/>
                  </a:lnTo>
                  <a:close/>
                </a:path>
                <a:path w="12700" h="1028700">
                  <a:moveTo>
                    <a:pt x="9857" y="622300"/>
                  </a:moveTo>
                  <a:lnTo>
                    <a:pt x="2843" y="622300"/>
                  </a:lnTo>
                  <a:lnTo>
                    <a:pt x="1" y="625143"/>
                  </a:lnTo>
                  <a:lnTo>
                    <a:pt x="1" y="670256"/>
                  </a:lnTo>
                  <a:lnTo>
                    <a:pt x="2843" y="673100"/>
                  </a:lnTo>
                  <a:lnTo>
                    <a:pt x="9857" y="673100"/>
                  </a:lnTo>
                  <a:lnTo>
                    <a:pt x="12701" y="670256"/>
                  </a:lnTo>
                  <a:lnTo>
                    <a:pt x="12701" y="625143"/>
                  </a:lnTo>
                  <a:lnTo>
                    <a:pt x="9857" y="622300"/>
                  </a:lnTo>
                  <a:close/>
                </a:path>
                <a:path w="12700" h="1028700">
                  <a:moveTo>
                    <a:pt x="9857" y="711200"/>
                  </a:moveTo>
                  <a:lnTo>
                    <a:pt x="2843" y="711200"/>
                  </a:lnTo>
                  <a:lnTo>
                    <a:pt x="1" y="714043"/>
                  </a:lnTo>
                  <a:lnTo>
                    <a:pt x="1" y="759156"/>
                  </a:lnTo>
                  <a:lnTo>
                    <a:pt x="2843" y="762000"/>
                  </a:lnTo>
                  <a:lnTo>
                    <a:pt x="9857" y="762000"/>
                  </a:lnTo>
                  <a:lnTo>
                    <a:pt x="12701" y="759156"/>
                  </a:lnTo>
                  <a:lnTo>
                    <a:pt x="12701" y="714043"/>
                  </a:lnTo>
                  <a:lnTo>
                    <a:pt x="9857" y="711200"/>
                  </a:lnTo>
                  <a:close/>
                </a:path>
                <a:path w="12700" h="1028700">
                  <a:moveTo>
                    <a:pt x="9857" y="800100"/>
                  </a:moveTo>
                  <a:lnTo>
                    <a:pt x="2843" y="800100"/>
                  </a:lnTo>
                  <a:lnTo>
                    <a:pt x="1" y="802943"/>
                  </a:lnTo>
                  <a:lnTo>
                    <a:pt x="1" y="848056"/>
                  </a:lnTo>
                  <a:lnTo>
                    <a:pt x="2843" y="850900"/>
                  </a:lnTo>
                  <a:lnTo>
                    <a:pt x="9857" y="850900"/>
                  </a:lnTo>
                  <a:lnTo>
                    <a:pt x="12701" y="848056"/>
                  </a:lnTo>
                  <a:lnTo>
                    <a:pt x="12701" y="802943"/>
                  </a:lnTo>
                  <a:lnTo>
                    <a:pt x="9857" y="800100"/>
                  </a:lnTo>
                  <a:close/>
                </a:path>
                <a:path w="12700" h="1028700">
                  <a:moveTo>
                    <a:pt x="9857" y="889000"/>
                  </a:moveTo>
                  <a:lnTo>
                    <a:pt x="2843" y="889000"/>
                  </a:lnTo>
                  <a:lnTo>
                    <a:pt x="1" y="891843"/>
                  </a:lnTo>
                  <a:lnTo>
                    <a:pt x="1" y="936956"/>
                  </a:lnTo>
                  <a:lnTo>
                    <a:pt x="2843" y="939800"/>
                  </a:lnTo>
                  <a:lnTo>
                    <a:pt x="9857" y="939800"/>
                  </a:lnTo>
                  <a:lnTo>
                    <a:pt x="12701" y="936956"/>
                  </a:lnTo>
                  <a:lnTo>
                    <a:pt x="12701" y="891843"/>
                  </a:lnTo>
                  <a:lnTo>
                    <a:pt x="9857" y="889000"/>
                  </a:lnTo>
                  <a:close/>
                </a:path>
                <a:path w="12700" h="1028700">
                  <a:moveTo>
                    <a:pt x="9857" y="977900"/>
                  </a:moveTo>
                  <a:lnTo>
                    <a:pt x="2843" y="977900"/>
                  </a:lnTo>
                  <a:lnTo>
                    <a:pt x="1" y="980743"/>
                  </a:lnTo>
                  <a:lnTo>
                    <a:pt x="1" y="1025856"/>
                  </a:lnTo>
                  <a:lnTo>
                    <a:pt x="2843" y="1028700"/>
                  </a:lnTo>
                  <a:lnTo>
                    <a:pt x="9857" y="1028700"/>
                  </a:lnTo>
                  <a:lnTo>
                    <a:pt x="12701" y="1025856"/>
                  </a:lnTo>
                  <a:lnTo>
                    <a:pt x="12701" y="980743"/>
                  </a:lnTo>
                  <a:lnTo>
                    <a:pt x="9857" y="977900"/>
                  </a:lnTo>
                  <a:close/>
                </a:path>
              </a:pathLst>
            </a:custGeom>
            <a:solidFill>
              <a:srgbClr val="FF0000">
                <a:alpha val="50199"/>
              </a:srgbClr>
            </a:solidFill>
          </p:spPr>
          <p:txBody>
            <a:bodyPr wrap="square" lIns="0" tIns="0" rIns="0" bIns="0" rtlCol="0"/>
            <a:lstStyle/>
            <a:p>
              <a:endParaRPr/>
            </a:p>
          </p:txBody>
        </p:sp>
        <p:sp>
          <p:nvSpPr>
            <p:cNvPr id="34" name="object 34"/>
            <p:cNvSpPr/>
            <p:nvPr/>
          </p:nvSpPr>
          <p:spPr>
            <a:xfrm>
              <a:off x="3140891" y="2706475"/>
              <a:ext cx="0" cy="292735"/>
            </a:xfrm>
            <a:custGeom>
              <a:avLst/>
              <a:gdLst/>
              <a:ahLst/>
              <a:cxnLst/>
              <a:rect l="l" t="t" r="r" b="b"/>
              <a:pathLst>
                <a:path h="292735">
                  <a:moveTo>
                    <a:pt x="0" y="0"/>
                  </a:moveTo>
                  <a:lnTo>
                    <a:pt x="1" y="292441"/>
                  </a:lnTo>
                </a:path>
              </a:pathLst>
            </a:custGeom>
            <a:ln w="25400">
              <a:solidFill>
                <a:srgbClr val="FF0000"/>
              </a:solidFill>
            </a:ln>
          </p:spPr>
          <p:txBody>
            <a:bodyPr wrap="square" lIns="0" tIns="0" rIns="0" bIns="0" rtlCol="0"/>
            <a:lstStyle/>
            <a:p>
              <a:endParaRPr/>
            </a:p>
          </p:txBody>
        </p:sp>
        <p:sp>
          <p:nvSpPr>
            <p:cNvPr id="35" name="object 35"/>
            <p:cNvSpPr/>
            <p:nvPr/>
          </p:nvSpPr>
          <p:spPr>
            <a:xfrm>
              <a:off x="3140891" y="4053582"/>
              <a:ext cx="0" cy="372110"/>
            </a:xfrm>
            <a:custGeom>
              <a:avLst/>
              <a:gdLst/>
              <a:ahLst/>
              <a:cxnLst/>
              <a:rect l="l" t="t" r="r" b="b"/>
              <a:pathLst>
                <a:path h="372110">
                  <a:moveTo>
                    <a:pt x="0" y="371956"/>
                  </a:moveTo>
                  <a:lnTo>
                    <a:pt x="1" y="0"/>
                  </a:lnTo>
                </a:path>
              </a:pathLst>
            </a:custGeom>
            <a:ln w="25400">
              <a:solidFill>
                <a:srgbClr val="FF0000"/>
              </a:solidFill>
            </a:ln>
          </p:spPr>
          <p:txBody>
            <a:bodyPr wrap="square" lIns="0" tIns="0" rIns="0" bIns="0" rtlCol="0"/>
            <a:lstStyle/>
            <a:p>
              <a:endParaRPr/>
            </a:p>
          </p:txBody>
        </p:sp>
        <p:pic>
          <p:nvPicPr>
            <p:cNvPr id="36" name="object 36"/>
            <p:cNvPicPr/>
            <p:nvPr/>
          </p:nvPicPr>
          <p:blipFill>
            <a:blip r:embed="rId10" cstate="print"/>
            <a:stretch>
              <a:fillRect/>
            </a:stretch>
          </p:blipFill>
          <p:spPr>
            <a:xfrm>
              <a:off x="4404360" y="3758184"/>
              <a:ext cx="685800" cy="673607"/>
            </a:xfrm>
            <a:prstGeom prst="rect">
              <a:avLst/>
            </a:prstGeom>
          </p:spPr>
        </p:pic>
        <p:pic>
          <p:nvPicPr>
            <p:cNvPr id="37" name="object 37"/>
            <p:cNvPicPr/>
            <p:nvPr/>
          </p:nvPicPr>
          <p:blipFill>
            <a:blip r:embed="rId11" cstate="print"/>
            <a:stretch>
              <a:fillRect/>
            </a:stretch>
          </p:blipFill>
          <p:spPr>
            <a:xfrm>
              <a:off x="3949128" y="3953965"/>
              <a:ext cx="358884" cy="256153"/>
            </a:xfrm>
            <a:prstGeom prst="rect">
              <a:avLst/>
            </a:prstGeom>
          </p:spPr>
        </p:pic>
        <p:sp>
          <p:nvSpPr>
            <p:cNvPr id="38" name="object 38"/>
            <p:cNvSpPr/>
            <p:nvPr/>
          </p:nvSpPr>
          <p:spPr>
            <a:xfrm>
              <a:off x="3885483" y="4440114"/>
              <a:ext cx="838200" cy="286385"/>
            </a:xfrm>
            <a:custGeom>
              <a:avLst/>
              <a:gdLst/>
              <a:ahLst/>
              <a:cxnLst/>
              <a:rect l="l" t="t" r="r" b="b"/>
              <a:pathLst>
                <a:path w="838200" h="286385">
                  <a:moveTo>
                    <a:pt x="0" y="0"/>
                  </a:moveTo>
                  <a:lnTo>
                    <a:pt x="837779" y="0"/>
                  </a:lnTo>
                  <a:lnTo>
                    <a:pt x="837779" y="285867"/>
                  </a:lnTo>
                  <a:lnTo>
                    <a:pt x="0" y="285867"/>
                  </a:lnTo>
                  <a:lnTo>
                    <a:pt x="0" y="0"/>
                  </a:lnTo>
                  <a:close/>
                </a:path>
              </a:pathLst>
            </a:custGeom>
            <a:ln w="12700">
              <a:solidFill>
                <a:srgbClr val="7F7F7F"/>
              </a:solidFill>
            </a:ln>
          </p:spPr>
          <p:txBody>
            <a:bodyPr wrap="square" lIns="0" tIns="0" rIns="0" bIns="0" rtlCol="0"/>
            <a:lstStyle/>
            <a:p>
              <a:endParaRPr/>
            </a:p>
          </p:txBody>
        </p:sp>
        <p:sp>
          <p:nvSpPr>
            <p:cNvPr id="39" name="object 39"/>
            <p:cNvSpPr/>
            <p:nvPr/>
          </p:nvSpPr>
          <p:spPr>
            <a:xfrm>
              <a:off x="4248052" y="4116287"/>
              <a:ext cx="215900" cy="368300"/>
            </a:xfrm>
            <a:custGeom>
              <a:avLst/>
              <a:gdLst/>
              <a:ahLst/>
              <a:cxnLst/>
              <a:rect l="l" t="t" r="r" b="b"/>
              <a:pathLst>
                <a:path w="215900" h="368300">
                  <a:moveTo>
                    <a:pt x="33091" y="292201"/>
                  </a:moveTo>
                  <a:lnTo>
                    <a:pt x="19210" y="296743"/>
                  </a:lnTo>
                  <a:lnTo>
                    <a:pt x="7739" y="306608"/>
                  </a:lnTo>
                  <a:lnTo>
                    <a:pt x="994" y="320151"/>
                  </a:lnTo>
                  <a:lnTo>
                    <a:pt x="126" y="332865"/>
                  </a:lnTo>
                  <a:lnTo>
                    <a:pt x="0" y="334723"/>
                  </a:lnTo>
                  <a:lnTo>
                    <a:pt x="4542" y="348604"/>
                  </a:lnTo>
                  <a:lnTo>
                    <a:pt x="14407" y="360075"/>
                  </a:lnTo>
                  <a:lnTo>
                    <a:pt x="27949" y="366821"/>
                  </a:lnTo>
                  <a:lnTo>
                    <a:pt x="42522" y="367815"/>
                  </a:lnTo>
                  <a:lnTo>
                    <a:pt x="56403" y="363273"/>
                  </a:lnTo>
                  <a:lnTo>
                    <a:pt x="67874" y="353407"/>
                  </a:lnTo>
                  <a:lnTo>
                    <a:pt x="74619" y="339865"/>
                  </a:lnTo>
                  <a:lnTo>
                    <a:pt x="74803" y="337173"/>
                  </a:lnTo>
                  <a:lnTo>
                    <a:pt x="36673" y="337173"/>
                  </a:lnTo>
                  <a:lnTo>
                    <a:pt x="31139" y="332865"/>
                  </a:lnTo>
                  <a:lnTo>
                    <a:pt x="30641" y="328875"/>
                  </a:lnTo>
                  <a:lnTo>
                    <a:pt x="55407" y="297052"/>
                  </a:lnTo>
                  <a:lnTo>
                    <a:pt x="47663" y="293195"/>
                  </a:lnTo>
                  <a:lnTo>
                    <a:pt x="33091" y="292201"/>
                  </a:lnTo>
                  <a:close/>
                </a:path>
                <a:path w="215900" h="368300">
                  <a:moveTo>
                    <a:pt x="55407" y="297052"/>
                  </a:moveTo>
                  <a:lnTo>
                    <a:pt x="30641" y="328875"/>
                  </a:lnTo>
                  <a:lnTo>
                    <a:pt x="31139" y="332865"/>
                  </a:lnTo>
                  <a:lnTo>
                    <a:pt x="36673" y="337173"/>
                  </a:lnTo>
                  <a:lnTo>
                    <a:pt x="40664" y="336675"/>
                  </a:lnTo>
                  <a:lnTo>
                    <a:pt x="65430" y="304852"/>
                  </a:lnTo>
                  <a:lnTo>
                    <a:pt x="61206" y="299940"/>
                  </a:lnTo>
                  <a:lnTo>
                    <a:pt x="55407" y="297052"/>
                  </a:lnTo>
                  <a:close/>
                </a:path>
                <a:path w="215900" h="368300">
                  <a:moveTo>
                    <a:pt x="65430" y="304852"/>
                  </a:moveTo>
                  <a:lnTo>
                    <a:pt x="40664" y="336675"/>
                  </a:lnTo>
                  <a:lnTo>
                    <a:pt x="36673" y="337173"/>
                  </a:lnTo>
                  <a:lnTo>
                    <a:pt x="74803" y="337173"/>
                  </a:lnTo>
                  <a:lnTo>
                    <a:pt x="75558" y="326108"/>
                  </a:lnTo>
                  <a:lnTo>
                    <a:pt x="75614" y="325293"/>
                  </a:lnTo>
                  <a:lnTo>
                    <a:pt x="71071" y="311412"/>
                  </a:lnTo>
                  <a:lnTo>
                    <a:pt x="65430" y="304852"/>
                  </a:lnTo>
                  <a:close/>
                </a:path>
                <a:path w="215900" h="368300">
                  <a:moveTo>
                    <a:pt x="147502" y="178715"/>
                  </a:moveTo>
                  <a:lnTo>
                    <a:pt x="55407" y="297052"/>
                  </a:lnTo>
                  <a:lnTo>
                    <a:pt x="61206" y="299940"/>
                  </a:lnTo>
                  <a:lnTo>
                    <a:pt x="65430" y="304852"/>
                  </a:lnTo>
                  <a:lnTo>
                    <a:pt x="158944" y="184689"/>
                  </a:lnTo>
                  <a:lnTo>
                    <a:pt x="159344" y="183851"/>
                  </a:lnTo>
                  <a:lnTo>
                    <a:pt x="160226" y="180072"/>
                  </a:lnTo>
                  <a:lnTo>
                    <a:pt x="147185" y="180072"/>
                  </a:lnTo>
                  <a:lnTo>
                    <a:pt x="147502" y="178715"/>
                  </a:lnTo>
                  <a:close/>
                </a:path>
                <a:path w="215900" h="368300">
                  <a:moveTo>
                    <a:pt x="148359" y="177614"/>
                  </a:moveTo>
                  <a:lnTo>
                    <a:pt x="147502" y="178715"/>
                  </a:lnTo>
                  <a:lnTo>
                    <a:pt x="147185" y="180072"/>
                  </a:lnTo>
                  <a:lnTo>
                    <a:pt x="148359" y="177614"/>
                  </a:lnTo>
                  <a:close/>
                </a:path>
                <a:path w="215900" h="368300">
                  <a:moveTo>
                    <a:pt x="160799" y="177614"/>
                  </a:moveTo>
                  <a:lnTo>
                    <a:pt x="148359" y="177614"/>
                  </a:lnTo>
                  <a:lnTo>
                    <a:pt x="147185" y="180072"/>
                  </a:lnTo>
                  <a:lnTo>
                    <a:pt x="160226" y="180072"/>
                  </a:lnTo>
                  <a:lnTo>
                    <a:pt x="160799" y="177614"/>
                  </a:lnTo>
                  <a:close/>
                </a:path>
                <a:path w="215900" h="368300">
                  <a:moveTo>
                    <a:pt x="172227" y="72763"/>
                  </a:moveTo>
                  <a:lnTo>
                    <a:pt x="147502" y="178715"/>
                  </a:lnTo>
                  <a:lnTo>
                    <a:pt x="148359" y="177614"/>
                  </a:lnTo>
                  <a:lnTo>
                    <a:pt x="160799" y="177614"/>
                  </a:lnTo>
                  <a:lnTo>
                    <a:pt x="184594" y="75649"/>
                  </a:lnTo>
                  <a:lnTo>
                    <a:pt x="172227" y="72763"/>
                  </a:lnTo>
                  <a:close/>
                </a:path>
                <a:path w="215900" h="368300">
                  <a:moveTo>
                    <a:pt x="208826" y="54857"/>
                  </a:moveTo>
                  <a:lnTo>
                    <a:pt x="179325" y="54857"/>
                  </a:lnTo>
                  <a:lnTo>
                    <a:pt x="186155" y="56451"/>
                  </a:lnTo>
                  <a:lnTo>
                    <a:pt x="188277" y="59866"/>
                  </a:lnTo>
                  <a:lnTo>
                    <a:pt x="184594" y="75649"/>
                  </a:lnTo>
                  <a:lnTo>
                    <a:pt x="215514" y="82864"/>
                  </a:lnTo>
                  <a:lnTo>
                    <a:pt x="208826" y="54857"/>
                  </a:lnTo>
                  <a:close/>
                </a:path>
                <a:path w="215900" h="368300">
                  <a:moveTo>
                    <a:pt x="179325" y="54857"/>
                  </a:moveTo>
                  <a:lnTo>
                    <a:pt x="175910" y="56981"/>
                  </a:lnTo>
                  <a:lnTo>
                    <a:pt x="172227" y="72763"/>
                  </a:lnTo>
                  <a:lnTo>
                    <a:pt x="184594" y="75649"/>
                  </a:lnTo>
                  <a:lnTo>
                    <a:pt x="188277" y="59866"/>
                  </a:lnTo>
                  <a:lnTo>
                    <a:pt x="186155" y="56451"/>
                  </a:lnTo>
                  <a:lnTo>
                    <a:pt x="179325" y="54857"/>
                  </a:lnTo>
                  <a:close/>
                </a:path>
                <a:path w="215900" h="368300">
                  <a:moveTo>
                    <a:pt x="195727" y="0"/>
                  </a:moveTo>
                  <a:lnTo>
                    <a:pt x="141307" y="65548"/>
                  </a:lnTo>
                  <a:lnTo>
                    <a:pt x="172227" y="72763"/>
                  </a:lnTo>
                  <a:lnTo>
                    <a:pt x="175910" y="56981"/>
                  </a:lnTo>
                  <a:lnTo>
                    <a:pt x="179325" y="54857"/>
                  </a:lnTo>
                  <a:lnTo>
                    <a:pt x="208826" y="54857"/>
                  </a:lnTo>
                  <a:lnTo>
                    <a:pt x="195727" y="0"/>
                  </a:lnTo>
                  <a:close/>
                </a:path>
              </a:pathLst>
            </a:custGeom>
            <a:solidFill>
              <a:srgbClr val="7F7F7F"/>
            </a:solidFill>
          </p:spPr>
          <p:txBody>
            <a:bodyPr wrap="square" lIns="0" tIns="0" rIns="0" bIns="0" rtlCol="0"/>
            <a:lstStyle/>
            <a:p>
              <a:endParaRPr/>
            </a:p>
          </p:txBody>
        </p:sp>
      </p:grpSp>
      <p:sp>
        <p:nvSpPr>
          <p:cNvPr id="40" name="object 40"/>
          <p:cNvSpPr txBox="1"/>
          <p:nvPr/>
        </p:nvSpPr>
        <p:spPr>
          <a:xfrm>
            <a:off x="3964223" y="4481067"/>
            <a:ext cx="54102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595959"/>
                </a:solidFill>
                <a:latin typeface="Corbel"/>
                <a:cs typeface="Corbel"/>
              </a:rPr>
              <a:t>Tail</a:t>
            </a:r>
            <a:r>
              <a:rPr sz="1000" spc="-20" dirty="0">
                <a:solidFill>
                  <a:srgbClr val="595959"/>
                </a:solidFill>
                <a:latin typeface="Corbel"/>
                <a:cs typeface="Corbel"/>
              </a:rPr>
              <a:t> </a:t>
            </a:r>
            <a:r>
              <a:rPr sz="1000" spc="-10" dirty="0">
                <a:solidFill>
                  <a:srgbClr val="595959"/>
                </a:solidFill>
                <a:latin typeface="Corbel"/>
                <a:cs typeface="Corbel"/>
              </a:rPr>
              <a:t>Rotor</a:t>
            </a:r>
            <a:endParaRPr sz="1000">
              <a:latin typeface="Corbel"/>
              <a:cs typeface="Corbel"/>
            </a:endParaRPr>
          </a:p>
        </p:txBody>
      </p:sp>
      <p:sp>
        <p:nvSpPr>
          <p:cNvPr id="41" name="object 41"/>
          <p:cNvSpPr/>
          <p:nvPr/>
        </p:nvSpPr>
        <p:spPr>
          <a:xfrm>
            <a:off x="4713885" y="2973621"/>
            <a:ext cx="270510" cy="308610"/>
          </a:xfrm>
          <a:custGeom>
            <a:avLst/>
            <a:gdLst/>
            <a:ahLst/>
            <a:cxnLst/>
            <a:rect l="l" t="t" r="r" b="b"/>
            <a:pathLst>
              <a:path w="270510" h="308610">
                <a:moveTo>
                  <a:pt x="0" y="223404"/>
                </a:moveTo>
                <a:lnTo>
                  <a:pt x="8721" y="308150"/>
                </a:lnTo>
                <a:lnTo>
                  <a:pt x="65226" y="255925"/>
                </a:lnTo>
                <a:lnTo>
                  <a:pt x="32193" y="255925"/>
                </a:lnTo>
                <a:lnTo>
                  <a:pt x="25631" y="253447"/>
                </a:lnTo>
                <a:lnTo>
                  <a:pt x="23976" y="249783"/>
                </a:lnTo>
                <a:lnTo>
                  <a:pt x="29702" y="234621"/>
                </a:lnTo>
                <a:lnTo>
                  <a:pt x="0" y="223404"/>
                </a:lnTo>
                <a:close/>
              </a:path>
              <a:path w="270510" h="308610">
                <a:moveTo>
                  <a:pt x="29702" y="234621"/>
                </a:moveTo>
                <a:lnTo>
                  <a:pt x="23976" y="249783"/>
                </a:lnTo>
                <a:lnTo>
                  <a:pt x="25631" y="253447"/>
                </a:lnTo>
                <a:lnTo>
                  <a:pt x="32193" y="255925"/>
                </a:lnTo>
                <a:lnTo>
                  <a:pt x="35857" y="254270"/>
                </a:lnTo>
                <a:lnTo>
                  <a:pt x="41583" y="239108"/>
                </a:lnTo>
                <a:lnTo>
                  <a:pt x="29702" y="234621"/>
                </a:lnTo>
                <a:close/>
              </a:path>
              <a:path w="270510" h="308610">
                <a:moveTo>
                  <a:pt x="41583" y="239108"/>
                </a:moveTo>
                <a:lnTo>
                  <a:pt x="35857" y="254270"/>
                </a:lnTo>
                <a:lnTo>
                  <a:pt x="32193" y="255925"/>
                </a:lnTo>
                <a:lnTo>
                  <a:pt x="65226" y="255925"/>
                </a:lnTo>
                <a:lnTo>
                  <a:pt x="71285" y="250325"/>
                </a:lnTo>
                <a:lnTo>
                  <a:pt x="41583" y="239108"/>
                </a:lnTo>
                <a:close/>
              </a:path>
              <a:path w="270510" h="308610">
                <a:moveTo>
                  <a:pt x="194803" y="32906"/>
                </a:moveTo>
                <a:lnTo>
                  <a:pt x="106469" y="35723"/>
                </a:lnTo>
                <a:lnTo>
                  <a:pt x="104204" y="37343"/>
                </a:lnTo>
                <a:lnTo>
                  <a:pt x="29702" y="234621"/>
                </a:lnTo>
                <a:lnTo>
                  <a:pt x="41583" y="239108"/>
                </a:lnTo>
                <a:lnTo>
                  <a:pt x="113629" y="48334"/>
                </a:lnTo>
                <a:lnTo>
                  <a:pt x="109440" y="48334"/>
                </a:lnTo>
                <a:lnTo>
                  <a:pt x="114905" y="44427"/>
                </a:lnTo>
                <a:lnTo>
                  <a:pt x="194932" y="44427"/>
                </a:lnTo>
                <a:lnTo>
                  <a:pt x="193724" y="39295"/>
                </a:lnTo>
                <a:lnTo>
                  <a:pt x="194803" y="32906"/>
                </a:lnTo>
                <a:close/>
              </a:path>
              <a:path w="270510" h="308610">
                <a:moveTo>
                  <a:pt x="268678" y="31733"/>
                </a:moveTo>
                <a:lnTo>
                  <a:pt x="235227" y="31733"/>
                </a:lnTo>
                <a:lnTo>
                  <a:pt x="238041" y="34372"/>
                </a:lnTo>
                <a:lnTo>
                  <a:pt x="238152" y="37877"/>
                </a:lnTo>
                <a:lnTo>
                  <a:pt x="238264" y="41382"/>
                </a:lnTo>
                <a:lnTo>
                  <a:pt x="235407" y="44427"/>
                </a:lnTo>
                <a:lnTo>
                  <a:pt x="232007" y="44427"/>
                </a:lnTo>
                <a:lnTo>
                  <a:pt x="195208" y="45600"/>
                </a:lnTo>
                <a:lnTo>
                  <a:pt x="197189" y="54022"/>
                </a:lnTo>
                <a:lnTo>
                  <a:pt x="205736" y="65866"/>
                </a:lnTo>
                <a:lnTo>
                  <a:pt x="218101" y="73640"/>
                </a:lnTo>
                <a:lnTo>
                  <a:pt x="233019" y="76160"/>
                </a:lnTo>
                <a:lnTo>
                  <a:pt x="247746" y="72695"/>
                </a:lnTo>
                <a:lnTo>
                  <a:pt x="259591" y="64148"/>
                </a:lnTo>
                <a:lnTo>
                  <a:pt x="267366" y="51783"/>
                </a:lnTo>
                <a:lnTo>
                  <a:pt x="269715" y="37877"/>
                </a:lnTo>
                <a:lnTo>
                  <a:pt x="269805" y="37343"/>
                </a:lnTo>
                <a:lnTo>
                  <a:pt x="269886" y="36865"/>
                </a:lnTo>
                <a:lnTo>
                  <a:pt x="268678" y="31733"/>
                </a:lnTo>
                <a:close/>
              </a:path>
              <a:path w="270510" h="308610">
                <a:moveTo>
                  <a:pt x="115104" y="44427"/>
                </a:moveTo>
                <a:lnTo>
                  <a:pt x="114905" y="44427"/>
                </a:lnTo>
                <a:lnTo>
                  <a:pt x="109440" y="48334"/>
                </a:lnTo>
                <a:lnTo>
                  <a:pt x="113680" y="48199"/>
                </a:lnTo>
                <a:lnTo>
                  <a:pt x="115104" y="44427"/>
                </a:lnTo>
                <a:close/>
              </a:path>
              <a:path w="270510" h="308610">
                <a:moveTo>
                  <a:pt x="113680" y="48199"/>
                </a:moveTo>
                <a:lnTo>
                  <a:pt x="109440" y="48334"/>
                </a:lnTo>
                <a:lnTo>
                  <a:pt x="113629" y="48334"/>
                </a:lnTo>
                <a:lnTo>
                  <a:pt x="113680" y="48199"/>
                </a:lnTo>
                <a:close/>
              </a:path>
              <a:path w="270510" h="308610">
                <a:moveTo>
                  <a:pt x="194932" y="44427"/>
                </a:moveTo>
                <a:lnTo>
                  <a:pt x="115104" y="44427"/>
                </a:lnTo>
                <a:lnTo>
                  <a:pt x="113680" y="48199"/>
                </a:lnTo>
                <a:lnTo>
                  <a:pt x="195208" y="45600"/>
                </a:lnTo>
                <a:lnTo>
                  <a:pt x="194932" y="44427"/>
                </a:lnTo>
                <a:close/>
              </a:path>
              <a:path w="270510" h="308610">
                <a:moveTo>
                  <a:pt x="235227" y="31733"/>
                </a:moveTo>
                <a:lnTo>
                  <a:pt x="231603" y="31733"/>
                </a:lnTo>
                <a:lnTo>
                  <a:pt x="194803" y="32906"/>
                </a:lnTo>
                <a:lnTo>
                  <a:pt x="193724" y="39295"/>
                </a:lnTo>
                <a:lnTo>
                  <a:pt x="195208" y="45600"/>
                </a:lnTo>
                <a:lnTo>
                  <a:pt x="232007" y="44427"/>
                </a:lnTo>
                <a:lnTo>
                  <a:pt x="235407" y="44427"/>
                </a:lnTo>
                <a:lnTo>
                  <a:pt x="238264" y="41382"/>
                </a:lnTo>
                <a:lnTo>
                  <a:pt x="238152" y="37877"/>
                </a:lnTo>
                <a:lnTo>
                  <a:pt x="238041" y="34372"/>
                </a:lnTo>
                <a:lnTo>
                  <a:pt x="235227" y="31733"/>
                </a:lnTo>
                <a:close/>
              </a:path>
              <a:path w="270510" h="308610">
                <a:moveTo>
                  <a:pt x="230591" y="0"/>
                </a:moveTo>
                <a:lnTo>
                  <a:pt x="215864" y="3465"/>
                </a:lnTo>
                <a:lnTo>
                  <a:pt x="204019" y="12011"/>
                </a:lnTo>
                <a:lnTo>
                  <a:pt x="196244" y="24376"/>
                </a:lnTo>
                <a:lnTo>
                  <a:pt x="194803" y="32906"/>
                </a:lnTo>
                <a:lnTo>
                  <a:pt x="231603" y="31733"/>
                </a:lnTo>
                <a:lnTo>
                  <a:pt x="268678" y="31733"/>
                </a:lnTo>
                <a:lnTo>
                  <a:pt x="266421" y="22138"/>
                </a:lnTo>
                <a:lnTo>
                  <a:pt x="257874" y="10294"/>
                </a:lnTo>
                <a:lnTo>
                  <a:pt x="245509" y="2519"/>
                </a:lnTo>
                <a:lnTo>
                  <a:pt x="230591" y="0"/>
                </a:lnTo>
                <a:close/>
              </a:path>
            </a:pathLst>
          </a:custGeom>
          <a:solidFill>
            <a:srgbClr val="7F7F7F"/>
          </a:solidFill>
        </p:spPr>
        <p:txBody>
          <a:bodyPr wrap="square" lIns="0" tIns="0" rIns="0" bIns="0" rtlCol="0"/>
          <a:lstStyle/>
          <a:p>
            <a:endParaRPr/>
          </a:p>
        </p:txBody>
      </p:sp>
      <p:sp>
        <p:nvSpPr>
          <p:cNvPr id="42" name="object 42"/>
          <p:cNvSpPr txBox="1"/>
          <p:nvPr/>
        </p:nvSpPr>
        <p:spPr>
          <a:xfrm>
            <a:off x="4954889" y="2872172"/>
            <a:ext cx="838200" cy="286385"/>
          </a:xfrm>
          <a:prstGeom prst="rect">
            <a:avLst/>
          </a:prstGeom>
          <a:ln w="12700">
            <a:solidFill>
              <a:srgbClr val="7F7F7F"/>
            </a:solidFill>
          </a:ln>
        </p:spPr>
        <p:txBody>
          <a:bodyPr vert="horz" wrap="square" lIns="0" tIns="54610" rIns="0" bIns="0" rtlCol="0">
            <a:spAutoFit/>
          </a:bodyPr>
          <a:lstStyle/>
          <a:p>
            <a:pPr marL="90805">
              <a:lnSpc>
                <a:spcPct val="100000"/>
              </a:lnSpc>
              <a:spcBef>
                <a:spcPts val="430"/>
              </a:spcBef>
            </a:pPr>
            <a:r>
              <a:rPr sz="1000" spc="-10" dirty="0">
                <a:solidFill>
                  <a:srgbClr val="595959"/>
                </a:solidFill>
                <a:latin typeface="Corbel"/>
                <a:cs typeface="Corbel"/>
              </a:rPr>
              <a:t>Rudder</a:t>
            </a:r>
            <a:endParaRPr sz="1000">
              <a:latin typeface="Corbel"/>
              <a:cs typeface="Corbel"/>
            </a:endParaRPr>
          </a:p>
        </p:txBody>
      </p:sp>
      <p:grpSp>
        <p:nvGrpSpPr>
          <p:cNvPr id="43" name="object 43"/>
          <p:cNvGrpSpPr/>
          <p:nvPr/>
        </p:nvGrpSpPr>
        <p:grpSpPr>
          <a:xfrm>
            <a:off x="1069973" y="2339816"/>
            <a:ext cx="2495550" cy="2091055"/>
            <a:chOff x="1069973" y="2339816"/>
            <a:chExt cx="2495550" cy="2091055"/>
          </a:xfrm>
        </p:grpSpPr>
        <p:pic>
          <p:nvPicPr>
            <p:cNvPr id="44" name="object 44"/>
            <p:cNvPicPr/>
            <p:nvPr/>
          </p:nvPicPr>
          <p:blipFill>
            <a:blip r:embed="rId12" cstate="print"/>
            <a:stretch>
              <a:fillRect/>
            </a:stretch>
          </p:blipFill>
          <p:spPr>
            <a:xfrm>
              <a:off x="3007392" y="2339816"/>
              <a:ext cx="557653" cy="594099"/>
            </a:xfrm>
            <a:prstGeom prst="rect">
              <a:avLst/>
            </a:prstGeom>
          </p:spPr>
        </p:pic>
        <p:pic>
          <p:nvPicPr>
            <p:cNvPr id="45" name="object 45"/>
            <p:cNvPicPr/>
            <p:nvPr/>
          </p:nvPicPr>
          <p:blipFill>
            <a:blip r:embed="rId13" cstate="print"/>
            <a:stretch>
              <a:fillRect/>
            </a:stretch>
          </p:blipFill>
          <p:spPr>
            <a:xfrm>
              <a:off x="2726362" y="2384296"/>
              <a:ext cx="562059" cy="646844"/>
            </a:xfrm>
            <a:prstGeom prst="rect">
              <a:avLst/>
            </a:prstGeom>
          </p:spPr>
        </p:pic>
        <p:sp>
          <p:nvSpPr>
            <p:cNvPr id="46" name="object 46"/>
            <p:cNvSpPr/>
            <p:nvPr/>
          </p:nvSpPr>
          <p:spPr>
            <a:xfrm>
              <a:off x="1076323" y="4078955"/>
              <a:ext cx="1116965" cy="345440"/>
            </a:xfrm>
            <a:custGeom>
              <a:avLst/>
              <a:gdLst/>
              <a:ahLst/>
              <a:cxnLst/>
              <a:rect l="l" t="t" r="r" b="b"/>
              <a:pathLst>
                <a:path w="1116964" h="345439">
                  <a:moveTo>
                    <a:pt x="1116395" y="0"/>
                  </a:moveTo>
                  <a:lnTo>
                    <a:pt x="0" y="0"/>
                  </a:lnTo>
                  <a:lnTo>
                    <a:pt x="0" y="345052"/>
                  </a:lnTo>
                  <a:lnTo>
                    <a:pt x="1116395" y="345052"/>
                  </a:lnTo>
                  <a:lnTo>
                    <a:pt x="1116395" y="0"/>
                  </a:lnTo>
                  <a:close/>
                </a:path>
              </a:pathLst>
            </a:custGeom>
            <a:ln w="12700">
              <a:solidFill>
                <a:srgbClr val="7F7F7F"/>
              </a:solidFill>
            </a:ln>
          </p:spPr>
          <p:txBody>
            <a:bodyPr wrap="square" lIns="0" tIns="0" rIns="0" bIns="0" rtlCol="0"/>
            <a:lstStyle/>
            <a:p>
              <a:endParaRPr/>
            </a:p>
          </p:txBody>
        </p:sp>
        <p:sp>
          <p:nvSpPr>
            <p:cNvPr id="47" name="object 47"/>
            <p:cNvSpPr/>
            <p:nvPr/>
          </p:nvSpPr>
          <p:spPr>
            <a:xfrm>
              <a:off x="2154445" y="4046641"/>
              <a:ext cx="812165" cy="335280"/>
            </a:xfrm>
            <a:custGeom>
              <a:avLst/>
              <a:gdLst/>
              <a:ahLst/>
              <a:cxnLst/>
              <a:rect l="l" t="t" r="r" b="b"/>
              <a:pathLst>
                <a:path w="812164" h="335279">
                  <a:moveTo>
                    <a:pt x="74976" y="286443"/>
                  </a:moveTo>
                  <a:lnTo>
                    <a:pt x="74452" y="292900"/>
                  </a:lnTo>
                  <a:lnTo>
                    <a:pt x="71464" y="298648"/>
                  </a:lnTo>
                  <a:lnTo>
                    <a:pt x="197829" y="335004"/>
                  </a:lnTo>
                  <a:lnTo>
                    <a:pt x="199533" y="334824"/>
                  </a:lnTo>
                  <a:lnTo>
                    <a:pt x="221925" y="322845"/>
                  </a:lnTo>
                  <a:lnTo>
                    <a:pt x="195000" y="322845"/>
                  </a:lnTo>
                  <a:lnTo>
                    <a:pt x="197273" y="321629"/>
                  </a:lnTo>
                  <a:lnTo>
                    <a:pt x="74976" y="286443"/>
                  </a:lnTo>
                  <a:close/>
                </a:path>
                <a:path w="812164" h="335279">
                  <a:moveTo>
                    <a:pt x="197273" y="321629"/>
                  </a:moveTo>
                  <a:lnTo>
                    <a:pt x="195000" y="322845"/>
                  </a:lnTo>
                  <a:lnTo>
                    <a:pt x="199750" y="322342"/>
                  </a:lnTo>
                  <a:lnTo>
                    <a:pt x="197273" y="321629"/>
                  </a:lnTo>
                  <a:close/>
                </a:path>
                <a:path w="812164" h="335279">
                  <a:moveTo>
                    <a:pt x="741783" y="30344"/>
                  </a:moveTo>
                  <a:lnTo>
                    <a:pt x="197273" y="321629"/>
                  </a:lnTo>
                  <a:lnTo>
                    <a:pt x="199750" y="322342"/>
                  </a:lnTo>
                  <a:lnTo>
                    <a:pt x="195000" y="322845"/>
                  </a:lnTo>
                  <a:lnTo>
                    <a:pt x="221925" y="322845"/>
                  </a:lnTo>
                  <a:lnTo>
                    <a:pt x="747773" y="41542"/>
                  </a:lnTo>
                  <a:lnTo>
                    <a:pt x="741783" y="30344"/>
                  </a:lnTo>
                  <a:close/>
                </a:path>
                <a:path w="812164" h="335279">
                  <a:moveTo>
                    <a:pt x="33291" y="244528"/>
                  </a:moveTo>
                  <a:lnTo>
                    <a:pt x="19395" y="249026"/>
                  </a:lnTo>
                  <a:lnTo>
                    <a:pt x="8200" y="258407"/>
                  </a:lnTo>
                  <a:lnTo>
                    <a:pt x="1223" y="271832"/>
                  </a:lnTo>
                  <a:lnTo>
                    <a:pt x="37" y="286443"/>
                  </a:lnTo>
                  <a:lnTo>
                    <a:pt x="0" y="286912"/>
                  </a:lnTo>
                  <a:lnTo>
                    <a:pt x="4498" y="300808"/>
                  </a:lnTo>
                  <a:lnTo>
                    <a:pt x="13878" y="312003"/>
                  </a:lnTo>
                  <a:lnTo>
                    <a:pt x="27302" y="318980"/>
                  </a:lnTo>
                  <a:lnTo>
                    <a:pt x="42382" y="320203"/>
                  </a:lnTo>
                  <a:lnTo>
                    <a:pt x="56279" y="315705"/>
                  </a:lnTo>
                  <a:lnTo>
                    <a:pt x="67474" y="306324"/>
                  </a:lnTo>
                  <a:lnTo>
                    <a:pt x="71464" y="298648"/>
                  </a:lnTo>
                  <a:lnTo>
                    <a:pt x="32711" y="287498"/>
                  </a:lnTo>
                  <a:lnTo>
                    <a:pt x="30765" y="283980"/>
                  </a:lnTo>
                  <a:lnTo>
                    <a:pt x="32705" y="277239"/>
                  </a:lnTo>
                  <a:lnTo>
                    <a:pt x="36222" y="275294"/>
                  </a:lnTo>
                  <a:lnTo>
                    <a:pt x="74857" y="275294"/>
                  </a:lnTo>
                  <a:lnTo>
                    <a:pt x="71176" y="263924"/>
                  </a:lnTo>
                  <a:lnTo>
                    <a:pt x="61795" y="252729"/>
                  </a:lnTo>
                  <a:lnTo>
                    <a:pt x="48371" y="245751"/>
                  </a:lnTo>
                  <a:lnTo>
                    <a:pt x="33291" y="244528"/>
                  </a:lnTo>
                  <a:close/>
                </a:path>
                <a:path w="812164" h="335279">
                  <a:moveTo>
                    <a:pt x="36222" y="275294"/>
                  </a:moveTo>
                  <a:lnTo>
                    <a:pt x="32705" y="277239"/>
                  </a:lnTo>
                  <a:lnTo>
                    <a:pt x="30765" y="283980"/>
                  </a:lnTo>
                  <a:lnTo>
                    <a:pt x="32711" y="287498"/>
                  </a:lnTo>
                  <a:lnTo>
                    <a:pt x="71464" y="298648"/>
                  </a:lnTo>
                  <a:lnTo>
                    <a:pt x="74452" y="292900"/>
                  </a:lnTo>
                  <a:lnTo>
                    <a:pt x="74811" y="288469"/>
                  </a:lnTo>
                  <a:lnTo>
                    <a:pt x="74938" y="286912"/>
                  </a:lnTo>
                  <a:lnTo>
                    <a:pt x="74976" y="286443"/>
                  </a:lnTo>
                  <a:lnTo>
                    <a:pt x="36222" y="275294"/>
                  </a:lnTo>
                  <a:close/>
                </a:path>
                <a:path w="812164" h="335279">
                  <a:moveTo>
                    <a:pt x="74857" y="275294"/>
                  </a:moveTo>
                  <a:lnTo>
                    <a:pt x="36222" y="275294"/>
                  </a:lnTo>
                  <a:lnTo>
                    <a:pt x="74976" y="286443"/>
                  </a:lnTo>
                  <a:lnTo>
                    <a:pt x="75675" y="277820"/>
                  </a:lnTo>
                  <a:lnTo>
                    <a:pt x="74857" y="275294"/>
                  </a:lnTo>
                  <a:close/>
                </a:path>
                <a:path w="812164" h="335279">
                  <a:moveTo>
                    <a:pt x="795902" y="22699"/>
                  </a:moveTo>
                  <a:lnTo>
                    <a:pt x="756074" y="22699"/>
                  </a:lnTo>
                  <a:lnTo>
                    <a:pt x="759922" y="23865"/>
                  </a:lnTo>
                  <a:lnTo>
                    <a:pt x="763230" y="30050"/>
                  </a:lnTo>
                  <a:lnTo>
                    <a:pt x="762064" y="33897"/>
                  </a:lnTo>
                  <a:lnTo>
                    <a:pt x="747773" y="41542"/>
                  </a:lnTo>
                  <a:lnTo>
                    <a:pt x="762750" y="69538"/>
                  </a:lnTo>
                  <a:lnTo>
                    <a:pt x="795902" y="22699"/>
                  </a:lnTo>
                  <a:close/>
                </a:path>
                <a:path w="812164" h="335279">
                  <a:moveTo>
                    <a:pt x="756074" y="22699"/>
                  </a:moveTo>
                  <a:lnTo>
                    <a:pt x="741783" y="30344"/>
                  </a:lnTo>
                  <a:lnTo>
                    <a:pt x="747773" y="41542"/>
                  </a:lnTo>
                  <a:lnTo>
                    <a:pt x="762064" y="33897"/>
                  </a:lnTo>
                  <a:lnTo>
                    <a:pt x="763141" y="30344"/>
                  </a:lnTo>
                  <a:lnTo>
                    <a:pt x="763230" y="30050"/>
                  </a:lnTo>
                  <a:lnTo>
                    <a:pt x="759922" y="23865"/>
                  </a:lnTo>
                  <a:lnTo>
                    <a:pt x="756074" y="22699"/>
                  </a:lnTo>
                  <a:close/>
                </a:path>
                <a:path w="812164" h="335279">
                  <a:moveTo>
                    <a:pt x="811969" y="0"/>
                  </a:moveTo>
                  <a:lnTo>
                    <a:pt x="726807" y="2348"/>
                  </a:lnTo>
                  <a:lnTo>
                    <a:pt x="741783" y="30344"/>
                  </a:lnTo>
                  <a:lnTo>
                    <a:pt x="756074" y="22699"/>
                  </a:lnTo>
                  <a:lnTo>
                    <a:pt x="795902" y="22699"/>
                  </a:lnTo>
                  <a:lnTo>
                    <a:pt x="811969" y="0"/>
                  </a:lnTo>
                  <a:close/>
                </a:path>
              </a:pathLst>
            </a:custGeom>
            <a:solidFill>
              <a:srgbClr val="7F7F7F"/>
            </a:solidFill>
          </p:spPr>
          <p:txBody>
            <a:bodyPr wrap="square" lIns="0" tIns="0" rIns="0" bIns="0" rtlCol="0"/>
            <a:lstStyle/>
            <a:p>
              <a:endParaRPr/>
            </a:p>
          </p:txBody>
        </p:sp>
      </p:grpSp>
      <p:sp>
        <p:nvSpPr>
          <p:cNvPr id="48" name="object 48"/>
          <p:cNvSpPr txBox="1"/>
          <p:nvPr/>
        </p:nvSpPr>
        <p:spPr>
          <a:xfrm>
            <a:off x="1302732" y="4148835"/>
            <a:ext cx="66421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595959"/>
                </a:solidFill>
                <a:latin typeface="Corbel"/>
                <a:cs typeface="Corbel"/>
              </a:rPr>
              <a:t>Main</a:t>
            </a:r>
            <a:r>
              <a:rPr sz="1000" spc="-25" dirty="0">
                <a:solidFill>
                  <a:srgbClr val="595959"/>
                </a:solidFill>
                <a:latin typeface="Corbel"/>
                <a:cs typeface="Corbel"/>
              </a:rPr>
              <a:t> </a:t>
            </a:r>
            <a:r>
              <a:rPr sz="1000" spc="-10" dirty="0">
                <a:solidFill>
                  <a:srgbClr val="595959"/>
                </a:solidFill>
                <a:latin typeface="Corbel"/>
                <a:cs typeface="Corbel"/>
              </a:rPr>
              <a:t>Rotors</a:t>
            </a:r>
            <a:endParaRPr sz="1000">
              <a:latin typeface="Corbel"/>
              <a:cs typeface="Corbe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3" cstate="print"/>
          <a:stretch>
            <a:fillRect/>
          </a:stretch>
        </p:blipFill>
        <p:spPr>
          <a:xfrm>
            <a:off x="1417319" y="566927"/>
            <a:ext cx="6486144"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spc="-10" dirty="0"/>
              <a:t>020</a:t>
            </a:r>
            <a:r>
              <a:rPr spc="-55" dirty="0"/>
              <a:t> </a:t>
            </a:r>
            <a:r>
              <a:rPr dirty="0"/>
              <a:t>02</a:t>
            </a:r>
            <a:r>
              <a:rPr spc="-40" dirty="0"/>
              <a:t> </a:t>
            </a:r>
            <a:r>
              <a:rPr spc="-10" dirty="0"/>
              <a:t>03:</a:t>
            </a:r>
            <a:r>
              <a:rPr spc="-90" dirty="0"/>
              <a:t> </a:t>
            </a:r>
            <a:r>
              <a:rPr dirty="0"/>
              <a:t>Understand</a:t>
            </a:r>
            <a:r>
              <a:rPr spc="-40" dirty="0"/>
              <a:t> </a:t>
            </a:r>
            <a:r>
              <a:rPr dirty="0"/>
              <a:t>the</a:t>
            </a:r>
            <a:r>
              <a:rPr spc="-45" dirty="0"/>
              <a:t> </a:t>
            </a:r>
            <a:r>
              <a:rPr dirty="0"/>
              <a:t>purpose</a:t>
            </a:r>
            <a:r>
              <a:rPr spc="-40" dirty="0"/>
              <a:t> </a:t>
            </a:r>
            <a:r>
              <a:rPr dirty="0"/>
              <a:t>of</a:t>
            </a:r>
            <a:r>
              <a:rPr spc="-40" dirty="0"/>
              <a:t> </a:t>
            </a:r>
            <a:r>
              <a:rPr dirty="0"/>
              <a:t>trimming</a:t>
            </a:r>
            <a:r>
              <a:rPr spc="-40" dirty="0"/>
              <a:t> </a:t>
            </a:r>
            <a:r>
              <a:rPr dirty="0"/>
              <a:t>the</a:t>
            </a:r>
            <a:r>
              <a:rPr spc="-40" dirty="0"/>
              <a:t> </a:t>
            </a:r>
            <a:r>
              <a:rPr spc="-10" dirty="0"/>
              <a:t>aircraft</a:t>
            </a:r>
          </a:p>
        </p:txBody>
      </p:sp>
      <p:sp>
        <p:nvSpPr>
          <p:cNvPr id="5" name="object 5"/>
          <p:cNvSpPr txBox="1"/>
          <p:nvPr/>
        </p:nvSpPr>
        <p:spPr>
          <a:xfrm>
            <a:off x="1563051" y="1274571"/>
            <a:ext cx="9653905" cy="985519"/>
          </a:xfrm>
          <a:prstGeom prst="rect">
            <a:avLst/>
          </a:prstGeom>
        </p:spPr>
        <p:txBody>
          <a:bodyPr vert="horz" wrap="square" lIns="0" tIns="22860" rIns="0" bIns="0" rtlCol="0">
            <a:spAutoFit/>
          </a:bodyPr>
          <a:lstStyle/>
          <a:p>
            <a:pPr marL="12700" marR="5080">
              <a:lnSpc>
                <a:spcPts val="1900"/>
              </a:lnSpc>
              <a:spcBef>
                <a:spcPts val="180"/>
              </a:spcBef>
            </a:pPr>
            <a:r>
              <a:rPr sz="1600" spc="-10" dirty="0">
                <a:latin typeface="Corbel"/>
                <a:cs typeface="Corbel"/>
              </a:rPr>
              <a:t>Trimming</a:t>
            </a:r>
            <a:r>
              <a:rPr sz="1600" spc="-25" dirty="0">
                <a:latin typeface="Corbel"/>
                <a:cs typeface="Corbel"/>
              </a:rPr>
              <a:t> </a:t>
            </a:r>
            <a:r>
              <a:rPr sz="1600" dirty="0">
                <a:latin typeface="Corbel"/>
                <a:cs typeface="Corbel"/>
              </a:rPr>
              <a:t>controls</a:t>
            </a:r>
            <a:r>
              <a:rPr sz="1600" spc="-25" dirty="0">
                <a:latin typeface="Corbel"/>
                <a:cs typeface="Corbel"/>
              </a:rPr>
              <a:t> </a:t>
            </a:r>
            <a:r>
              <a:rPr sz="1600" dirty="0">
                <a:latin typeface="Corbel"/>
                <a:cs typeface="Corbel"/>
              </a:rPr>
              <a:t>allow</a:t>
            </a:r>
            <a:r>
              <a:rPr sz="1600" spc="-30"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pilot</a:t>
            </a:r>
            <a:r>
              <a:rPr sz="1600" spc="-2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balance</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lift</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drag</a:t>
            </a:r>
            <a:r>
              <a:rPr sz="1600" spc="-25" dirty="0">
                <a:latin typeface="Corbel"/>
                <a:cs typeface="Corbel"/>
              </a:rPr>
              <a:t> </a:t>
            </a:r>
            <a:r>
              <a:rPr sz="1600" dirty="0">
                <a:latin typeface="Corbel"/>
                <a:cs typeface="Corbel"/>
              </a:rPr>
              <a:t>being</a:t>
            </a:r>
            <a:r>
              <a:rPr sz="1600" spc="-25" dirty="0">
                <a:latin typeface="Corbel"/>
                <a:cs typeface="Corbel"/>
              </a:rPr>
              <a:t> </a:t>
            </a:r>
            <a:r>
              <a:rPr sz="1600" dirty="0">
                <a:latin typeface="Corbel"/>
                <a:cs typeface="Corbel"/>
              </a:rPr>
              <a:t>produced</a:t>
            </a:r>
            <a:r>
              <a:rPr sz="1600" spc="-20" dirty="0">
                <a:latin typeface="Corbel"/>
                <a:cs typeface="Corbel"/>
              </a:rPr>
              <a:t> </a:t>
            </a:r>
            <a:r>
              <a:rPr sz="1600" dirty="0">
                <a:latin typeface="Corbel"/>
                <a:cs typeface="Corbel"/>
              </a:rPr>
              <a:t>by</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wings</a:t>
            </a:r>
            <a:r>
              <a:rPr sz="1600" spc="-25" dirty="0">
                <a:latin typeface="Corbel"/>
                <a:cs typeface="Corbel"/>
              </a:rPr>
              <a:t> </a:t>
            </a:r>
            <a:r>
              <a:rPr sz="1600" dirty="0">
                <a:latin typeface="Corbel"/>
                <a:cs typeface="Corbel"/>
              </a:rPr>
              <a:t>and</a:t>
            </a:r>
            <a:r>
              <a:rPr sz="1600" spc="-20" dirty="0">
                <a:latin typeface="Corbel"/>
                <a:cs typeface="Corbel"/>
              </a:rPr>
              <a:t> </a:t>
            </a:r>
            <a:r>
              <a:rPr sz="1600" dirty="0">
                <a:latin typeface="Corbel"/>
                <a:cs typeface="Corbel"/>
              </a:rPr>
              <a:t>control</a:t>
            </a:r>
            <a:r>
              <a:rPr sz="1600" spc="-20" dirty="0">
                <a:latin typeface="Corbel"/>
                <a:cs typeface="Corbel"/>
              </a:rPr>
              <a:t> </a:t>
            </a:r>
            <a:r>
              <a:rPr sz="1600" dirty="0">
                <a:latin typeface="Corbel"/>
                <a:cs typeface="Corbel"/>
              </a:rPr>
              <a:t>surfaces</a:t>
            </a:r>
            <a:r>
              <a:rPr sz="1600" spc="-25" dirty="0">
                <a:latin typeface="Corbel"/>
                <a:cs typeface="Corbel"/>
              </a:rPr>
              <a:t> </a:t>
            </a:r>
            <a:r>
              <a:rPr sz="1600" dirty="0">
                <a:latin typeface="Corbel"/>
                <a:cs typeface="Corbel"/>
              </a:rPr>
              <a:t>over</a:t>
            </a:r>
            <a:r>
              <a:rPr sz="1600" spc="-25" dirty="0">
                <a:latin typeface="Corbel"/>
                <a:cs typeface="Corbel"/>
              </a:rPr>
              <a:t> </a:t>
            </a:r>
            <a:r>
              <a:rPr sz="1600" spc="-50" dirty="0">
                <a:latin typeface="Corbel"/>
                <a:cs typeface="Corbel"/>
              </a:rPr>
              <a:t>a </a:t>
            </a:r>
            <a:r>
              <a:rPr sz="1600" dirty="0">
                <a:latin typeface="Corbel"/>
                <a:cs typeface="Corbel"/>
              </a:rPr>
              <a:t>wide</a:t>
            </a:r>
            <a:r>
              <a:rPr sz="1600" spc="-45" dirty="0">
                <a:latin typeface="Corbel"/>
                <a:cs typeface="Corbel"/>
              </a:rPr>
              <a:t> </a:t>
            </a:r>
            <a:r>
              <a:rPr sz="1600" dirty="0">
                <a:latin typeface="Corbel"/>
                <a:cs typeface="Corbel"/>
              </a:rPr>
              <a:t>range</a:t>
            </a:r>
            <a:r>
              <a:rPr sz="1600" spc="-2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load</a:t>
            </a:r>
            <a:r>
              <a:rPr sz="1600" spc="-25" dirty="0">
                <a:latin typeface="Corbel"/>
                <a:cs typeface="Corbel"/>
              </a:rPr>
              <a:t> </a:t>
            </a:r>
            <a:r>
              <a:rPr sz="1600" dirty="0">
                <a:latin typeface="Corbel"/>
                <a:cs typeface="Corbel"/>
              </a:rPr>
              <a:t>and</a:t>
            </a:r>
            <a:r>
              <a:rPr sz="1600" spc="-20" dirty="0">
                <a:latin typeface="Corbel"/>
                <a:cs typeface="Corbel"/>
              </a:rPr>
              <a:t> </a:t>
            </a:r>
            <a:r>
              <a:rPr sz="1600" spc="-10" dirty="0">
                <a:latin typeface="Corbel"/>
                <a:cs typeface="Corbel"/>
              </a:rPr>
              <a:t>airspeed.</a:t>
            </a:r>
            <a:r>
              <a:rPr sz="1600" spc="-105" dirty="0">
                <a:latin typeface="Corbel"/>
                <a:cs typeface="Corbel"/>
              </a:rPr>
              <a:t> </a:t>
            </a:r>
            <a:r>
              <a:rPr sz="1600" dirty="0">
                <a:latin typeface="Corbel"/>
                <a:cs typeface="Corbel"/>
              </a:rPr>
              <a:t>This</a:t>
            </a:r>
            <a:r>
              <a:rPr sz="1600" spc="-25" dirty="0">
                <a:latin typeface="Corbel"/>
                <a:cs typeface="Corbel"/>
              </a:rPr>
              <a:t> </a:t>
            </a:r>
            <a:r>
              <a:rPr sz="1600" dirty="0">
                <a:latin typeface="Corbel"/>
                <a:cs typeface="Corbel"/>
              </a:rPr>
              <a:t>reduces</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effort</a:t>
            </a:r>
            <a:r>
              <a:rPr sz="1600" spc="-30" dirty="0">
                <a:latin typeface="Corbel"/>
                <a:cs typeface="Corbel"/>
              </a:rPr>
              <a:t> </a:t>
            </a:r>
            <a:r>
              <a:rPr sz="1600" dirty="0">
                <a:latin typeface="Corbel"/>
                <a:cs typeface="Corbel"/>
              </a:rPr>
              <a:t>required</a:t>
            </a:r>
            <a:r>
              <a:rPr sz="1600" spc="-2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adjust</a:t>
            </a:r>
            <a:r>
              <a:rPr sz="1600" spc="-30"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maintain</a:t>
            </a:r>
            <a:r>
              <a:rPr sz="1600" spc="-1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desired</a:t>
            </a:r>
            <a:r>
              <a:rPr sz="1600" spc="-20" dirty="0">
                <a:latin typeface="Corbel"/>
                <a:cs typeface="Corbel"/>
              </a:rPr>
              <a:t> </a:t>
            </a:r>
            <a:r>
              <a:rPr sz="1600" dirty="0">
                <a:latin typeface="Corbel"/>
                <a:cs typeface="Corbel"/>
              </a:rPr>
              <a:t>flight</a:t>
            </a:r>
            <a:r>
              <a:rPr sz="1600" spc="-30" dirty="0">
                <a:latin typeface="Corbel"/>
                <a:cs typeface="Corbel"/>
              </a:rPr>
              <a:t> </a:t>
            </a:r>
            <a:r>
              <a:rPr sz="1600" spc="-10" dirty="0">
                <a:latin typeface="Corbel"/>
                <a:cs typeface="Corbel"/>
              </a:rPr>
              <a:t>attitude.</a:t>
            </a:r>
            <a:endParaRPr sz="1600" dirty="0">
              <a:latin typeface="Corbel"/>
              <a:cs typeface="Corbel"/>
            </a:endParaRPr>
          </a:p>
          <a:p>
            <a:pPr marL="290195">
              <a:lnSpc>
                <a:spcPct val="100000"/>
              </a:lnSpc>
              <a:spcBef>
                <a:spcPts val="1760"/>
              </a:spcBef>
              <a:tabLst>
                <a:tab pos="1225550" algn="l"/>
                <a:tab pos="1797050" algn="l"/>
                <a:tab pos="2733675" algn="l"/>
                <a:tab pos="3211195" algn="l"/>
                <a:tab pos="4008120" algn="l"/>
              </a:tabLst>
            </a:pPr>
            <a:r>
              <a:rPr sz="1600" b="1" u="sng" spc="-10" dirty="0">
                <a:uFill>
                  <a:solidFill>
                    <a:srgbClr val="000000"/>
                  </a:solidFill>
                </a:uFill>
                <a:latin typeface="Corbel"/>
                <a:cs typeface="Corbel"/>
              </a:rPr>
              <a:t>Elevator</a:t>
            </a:r>
            <a:r>
              <a:rPr sz="1600" b="1" u="sng" dirty="0">
                <a:uFill>
                  <a:solidFill>
                    <a:srgbClr val="000000"/>
                  </a:solidFill>
                </a:uFill>
                <a:latin typeface="Corbel"/>
                <a:cs typeface="Corbel"/>
              </a:rPr>
              <a:t>	</a:t>
            </a:r>
            <a:r>
              <a:rPr sz="1600" b="1" u="sng" spc="-20" dirty="0">
                <a:uFill>
                  <a:solidFill>
                    <a:srgbClr val="000000"/>
                  </a:solidFill>
                </a:uFill>
                <a:latin typeface="Corbel"/>
                <a:cs typeface="Corbel"/>
              </a:rPr>
              <a:t>trim</a:t>
            </a:r>
            <a:r>
              <a:rPr sz="1600" b="1" dirty="0">
                <a:latin typeface="Corbel"/>
                <a:cs typeface="Corbel"/>
              </a:rPr>
              <a:t>	</a:t>
            </a:r>
            <a:r>
              <a:rPr sz="1600" spc="-10" dirty="0">
                <a:latin typeface="Corbel"/>
                <a:cs typeface="Corbel"/>
              </a:rPr>
              <a:t>balances</a:t>
            </a:r>
            <a:r>
              <a:rPr sz="1600" dirty="0">
                <a:latin typeface="Corbel"/>
                <a:cs typeface="Corbel"/>
              </a:rPr>
              <a:t>	</a:t>
            </a:r>
            <a:r>
              <a:rPr sz="1600" spc="-25" dirty="0">
                <a:latin typeface="Corbel"/>
                <a:cs typeface="Corbel"/>
              </a:rPr>
              <a:t>the</a:t>
            </a:r>
            <a:r>
              <a:rPr sz="1600" dirty="0">
                <a:latin typeface="Corbel"/>
                <a:cs typeface="Corbel"/>
              </a:rPr>
              <a:t>	</a:t>
            </a:r>
            <a:r>
              <a:rPr sz="1600" spc="-10" dirty="0">
                <a:latin typeface="Corbel"/>
                <a:cs typeface="Corbel"/>
              </a:rPr>
              <a:t>control</a:t>
            </a:r>
            <a:r>
              <a:rPr sz="1600" dirty="0">
                <a:latin typeface="Corbel"/>
                <a:cs typeface="Corbel"/>
              </a:rPr>
              <a:t>	</a:t>
            </a:r>
            <a:r>
              <a:rPr sz="1600" spc="-10" dirty="0">
                <a:latin typeface="Corbel"/>
                <a:cs typeface="Corbel"/>
              </a:rPr>
              <a:t>force</a:t>
            </a:r>
            <a:endParaRPr sz="1600" dirty="0">
              <a:latin typeface="Corbel"/>
              <a:cs typeface="Corbel"/>
            </a:endParaRPr>
          </a:p>
        </p:txBody>
      </p:sp>
      <p:sp>
        <p:nvSpPr>
          <p:cNvPr id="6" name="object 6"/>
          <p:cNvSpPr txBox="1"/>
          <p:nvPr/>
        </p:nvSpPr>
        <p:spPr>
          <a:xfrm>
            <a:off x="1840863" y="2179828"/>
            <a:ext cx="4175760" cy="2671445"/>
          </a:xfrm>
          <a:prstGeom prst="rect">
            <a:avLst/>
          </a:prstGeom>
        </p:spPr>
        <p:txBody>
          <a:bodyPr vert="horz" wrap="square" lIns="0" tIns="64135" rIns="0" bIns="0" rtlCol="0">
            <a:spAutoFit/>
          </a:bodyPr>
          <a:lstStyle/>
          <a:p>
            <a:pPr marL="12700" marR="5080" algn="just">
              <a:lnSpc>
                <a:spcPct val="78700"/>
              </a:lnSpc>
              <a:spcBef>
                <a:spcPts val="505"/>
              </a:spcBef>
            </a:pPr>
            <a:r>
              <a:rPr sz="1600" dirty="0">
                <a:latin typeface="Corbel"/>
                <a:cs typeface="Corbel"/>
              </a:rPr>
              <a:t>necessary</a:t>
            </a:r>
            <a:r>
              <a:rPr sz="1600" spc="300" dirty="0">
                <a:latin typeface="Corbel"/>
                <a:cs typeface="Corbel"/>
              </a:rPr>
              <a:t> </a:t>
            </a:r>
            <a:r>
              <a:rPr sz="1600" dirty="0">
                <a:latin typeface="Corbel"/>
                <a:cs typeface="Corbel"/>
              </a:rPr>
              <a:t>to</a:t>
            </a:r>
            <a:r>
              <a:rPr sz="1600" spc="310" dirty="0">
                <a:latin typeface="Corbel"/>
                <a:cs typeface="Corbel"/>
              </a:rPr>
              <a:t> </a:t>
            </a:r>
            <a:r>
              <a:rPr sz="1600" dirty="0">
                <a:latin typeface="Corbel"/>
                <a:cs typeface="Corbel"/>
              </a:rPr>
              <a:t>maintain</a:t>
            </a:r>
            <a:r>
              <a:rPr sz="1600" spc="315" dirty="0">
                <a:latin typeface="Corbel"/>
                <a:cs typeface="Corbel"/>
              </a:rPr>
              <a:t> </a:t>
            </a:r>
            <a:r>
              <a:rPr sz="1600" dirty="0">
                <a:latin typeface="Corbel"/>
                <a:cs typeface="Corbel"/>
              </a:rPr>
              <a:t>the</a:t>
            </a:r>
            <a:r>
              <a:rPr sz="1600" spc="315" dirty="0">
                <a:latin typeface="Corbel"/>
                <a:cs typeface="Corbel"/>
              </a:rPr>
              <a:t> </a:t>
            </a:r>
            <a:r>
              <a:rPr sz="1600" dirty="0">
                <a:latin typeface="Corbel"/>
                <a:cs typeface="Corbel"/>
              </a:rPr>
              <a:t>correct</a:t>
            </a:r>
            <a:r>
              <a:rPr sz="1600" spc="305" dirty="0">
                <a:latin typeface="Corbel"/>
                <a:cs typeface="Corbel"/>
              </a:rPr>
              <a:t> </a:t>
            </a:r>
            <a:r>
              <a:rPr sz="1600" spc="-10" dirty="0">
                <a:latin typeface="Corbel"/>
                <a:cs typeface="Corbel"/>
              </a:rPr>
              <a:t>aerodynamic </a:t>
            </a:r>
            <a:r>
              <a:rPr sz="1600" dirty="0">
                <a:latin typeface="Corbel"/>
                <a:cs typeface="Corbel"/>
              </a:rPr>
              <a:t>force</a:t>
            </a:r>
            <a:r>
              <a:rPr sz="1600" spc="-25" dirty="0">
                <a:latin typeface="Corbel"/>
                <a:cs typeface="Corbel"/>
              </a:rPr>
              <a:t> </a:t>
            </a:r>
            <a:r>
              <a:rPr sz="1600" dirty="0">
                <a:latin typeface="Corbel"/>
                <a:cs typeface="Corbel"/>
              </a:rPr>
              <a:t>on</a:t>
            </a:r>
            <a:r>
              <a:rPr sz="1600" spc="-1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tail</a:t>
            </a:r>
            <a:r>
              <a:rPr sz="1600" spc="-2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balance</a:t>
            </a:r>
            <a:r>
              <a:rPr sz="1600" spc="-15" dirty="0">
                <a:latin typeface="Corbel"/>
                <a:cs typeface="Corbel"/>
              </a:rPr>
              <a:t> </a:t>
            </a:r>
            <a:r>
              <a:rPr sz="1600" dirty="0">
                <a:latin typeface="Corbel"/>
                <a:cs typeface="Corbel"/>
              </a:rPr>
              <a:t>the</a:t>
            </a:r>
            <a:r>
              <a:rPr sz="1600" spc="-20" dirty="0">
                <a:latin typeface="Corbel"/>
                <a:cs typeface="Corbel"/>
              </a:rPr>
              <a:t> </a:t>
            </a:r>
            <a:r>
              <a:rPr sz="1600" spc="-10" dirty="0">
                <a:latin typeface="Corbel"/>
                <a:cs typeface="Corbel"/>
              </a:rPr>
              <a:t>aircraft.</a:t>
            </a:r>
            <a:endParaRPr sz="1600" dirty="0">
              <a:latin typeface="Corbel"/>
              <a:cs typeface="Corbel"/>
            </a:endParaRPr>
          </a:p>
          <a:p>
            <a:pPr marL="12700" marR="5715" algn="just">
              <a:lnSpc>
                <a:spcPct val="80400"/>
              </a:lnSpc>
              <a:spcBef>
                <a:spcPts val="955"/>
              </a:spcBef>
            </a:pPr>
            <a:r>
              <a:rPr sz="1600" spc="-10" dirty="0">
                <a:latin typeface="Corbel"/>
                <a:cs typeface="Corbel"/>
              </a:rPr>
              <a:t>Trimming</a:t>
            </a:r>
            <a:r>
              <a:rPr sz="1600" spc="25" dirty="0">
                <a:latin typeface="Corbel"/>
                <a:cs typeface="Corbel"/>
              </a:rPr>
              <a:t> </a:t>
            </a:r>
            <a:r>
              <a:rPr sz="1600" dirty="0">
                <a:latin typeface="Corbel"/>
                <a:cs typeface="Corbel"/>
              </a:rPr>
              <a:t>tail</a:t>
            </a:r>
            <a:r>
              <a:rPr sz="1600" spc="30" dirty="0">
                <a:latin typeface="Corbel"/>
                <a:cs typeface="Corbel"/>
              </a:rPr>
              <a:t> </a:t>
            </a:r>
            <a:r>
              <a:rPr sz="1600" dirty="0">
                <a:latin typeface="Corbel"/>
                <a:cs typeface="Corbel"/>
              </a:rPr>
              <a:t>plane,</a:t>
            </a:r>
            <a:r>
              <a:rPr sz="1600" spc="30" dirty="0">
                <a:latin typeface="Corbel"/>
                <a:cs typeface="Corbel"/>
              </a:rPr>
              <a:t> </a:t>
            </a:r>
            <a:r>
              <a:rPr sz="1600" dirty="0">
                <a:latin typeface="Corbel"/>
                <a:cs typeface="Corbel"/>
              </a:rPr>
              <a:t>except</a:t>
            </a:r>
            <a:r>
              <a:rPr sz="1600" spc="25" dirty="0">
                <a:latin typeface="Corbel"/>
                <a:cs typeface="Corbel"/>
              </a:rPr>
              <a:t> </a:t>
            </a:r>
            <a:r>
              <a:rPr sz="1600" dirty="0">
                <a:latin typeface="Corbel"/>
                <a:cs typeface="Corbel"/>
              </a:rPr>
              <a:t>for</a:t>
            </a:r>
            <a:r>
              <a:rPr sz="1600" spc="30" dirty="0">
                <a:latin typeface="Corbel"/>
                <a:cs typeface="Corbel"/>
              </a:rPr>
              <a:t> </a:t>
            </a:r>
            <a:r>
              <a:rPr sz="1600" dirty="0">
                <a:latin typeface="Corbel"/>
                <a:cs typeface="Corbel"/>
              </a:rPr>
              <a:t>very</a:t>
            </a:r>
            <a:r>
              <a:rPr sz="1600" spc="25" dirty="0">
                <a:latin typeface="Corbel"/>
                <a:cs typeface="Corbel"/>
              </a:rPr>
              <a:t> </a:t>
            </a:r>
            <a:r>
              <a:rPr sz="1600" dirty="0">
                <a:latin typeface="Corbel"/>
                <a:cs typeface="Corbel"/>
              </a:rPr>
              <a:t>light</a:t>
            </a:r>
            <a:r>
              <a:rPr sz="1600" spc="25" dirty="0">
                <a:latin typeface="Corbel"/>
                <a:cs typeface="Corbel"/>
              </a:rPr>
              <a:t> </a:t>
            </a:r>
            <a:r>
              <a:rPr sz="1600" spc="-10" dirty="0">
                <a:latin typeface="Corbel"/>
                <a:cs typeface="Corbel"/>
              </a:rPr>
              <a:t>aircraft, </a:t>
            </a:r>
            <a:r>
              <a:rPr sz="1600" dirty="0">
                <a:latin typeface="Corbel"/>
                <a:cs typeface="Corbel"/>
              </a:rPr>
              <a:t>trim</a:t>
            </a:r>
            <a:r>
              <a:rPr sz="1600" spc="155" dirty="0">
                <a:latin typeface="Corbel"/>
                <a:cs typeface="Corbel"/>
              </a:rPr>
              <a:t> </a:t>
            </a:r>
            <a:r>
              <a:rPr sz="1600" dirty="0">
                <a:latin typeface="Corbel"/>
                <a:cs typeface="Corbel"/>
              </a:rPr>
              <a:t>tabs</a:t>
            </a:r>
            <a:r>
              <a:rPr sz="1600" spc="165" dirty="0">
                <a:latin typeface="Corbel"/>
                <a:cs typeface="Corbel"/>
              </a:rPr>
              <a:t> </a:t>
            </a:r>
            <a:r>
              <a:rPr sz="1600" dirty="0">
                <a:latin typeface="Corbel"/>
                <a:cs typeface="Corbel"/>
              </a:rPr>
              <a:t>on</a:t>
            </a:r>
            <a:r>
              <a:rPr sz="1600" spc="165" dirty="0">
                <a:latin typeface="Corbel"/>
                <a:cs typeface="Corbel"/>
              </a:rPr>
              <a:t> </a:t>
            </a:r>
            <a:r>
              <a:rPr sz="1600" dirty="0">
                <a:latin typeface="Corbel"/>
                <a:cs typeface="Corbel"/>
              </a:rPr>
              <a:t>the</a:t>
            </a:r>
            <a:r>
              <a:rPr sz="1600" spc="165" dirty="0">
                <a:latin typeface="Corbel"/>
                <a:cs typeface="Corbel"/>
              </a:rPr>
              <a:t> </a:t>
            </a:r>
            <a:r>
              <a:rPr sz="1600" dirty="0">
                <a:latin typeface="Corbel"/>
                <a:cs typeface="Corbel"/>
              </a:rPr>
              <a:t>elevators</a:t>
            </a:r>
            <a:r>
              <a:rPr sz="1600" spc="160" dirty="0">
                <a:latin typeface="Corbel"/>
                <a:cs typeface="Corbel"/>
              </a:rPr>
              <a:t> </a:t>
            </a:r>
            <a:r>
              <a:rPr sz="1600" dirty="0">
                <a:latin typeface="Corbel"/>
                <a:cs typeface="Corbel"/>
              </a:rPr>
              <a:t>are</a:t>
            </a:r>
            <a:r>
              <a:rPr sz="1600" spc="165" dirty="0">
                <a:latin typeface="Corbel"/>
                <a:cs typeface="Corbel"/>
              </a:rPr>
              <a:t> </a:t>
            </a:r>
            <a:r>
              <a:rPr sz="1600" dirty="0">
                <a:latin typeface="Corbel"/>
                <a:cs typeface="Corbel"/>
              </a:rPr>
              <a:t>unable</a:t>
            </a:r>
            <a:r>
              <a:rPr sz="1600" spc="160" dirty="0">
                <a:latin typeface="Corbel"/>
                <a:cs typeface="Corbel"/>
              </a:rPr>
              <a:t> </a:t>
            </a:r>
            <a:r>
              <a:rPr sz="1600" dirty="0">
                <a:latin typeface="Corbel"/>
                <a:cs typeface="Corbel"/>
              </a:rPr>
              <a:t>to</a:t>
            </a:r>
            <a:r>
              <a:rPr sz="1600" spc="155" dirty="0">
                <a:latin typeface="Corbel"/>
                <a:cs typeface="Corbel"/>
              </a:rPr>
              <a:t> </a:t>
            </a:r>
            <a:r>
              <a:rPr sz="1600" spc="-10" dirty="0">
                <a:latin typeface="Corbel"/>
                <a:cs typeface="Corbel"/>
              </a:rPr>
              <a:t>provide </a:t>
            </a:r>
            <a:r>
              <a:rPr sz="1600" dirty="0">
                <a:latin typeface="Corbel"/>
                <a:cs typeface="Corbel"/>
              </a:rPr>
              <a:t>the</a:t>
            </a:r>
            <a:r>
              <a:rPr sz="1600" spc="-25" dirty="0">
                <a:latin typeface="Corbel"/>
                <a:cs typeface="Corbel"/>
              </a:rPr>
              <a:t> </a:t>
            </a:r>
            <a:r>
              <a:rPr sz="1600" dirty="0">
                <a:latin typeface="Corbel"/>
                <a:cs typeface="Corbel"/>
              </a:rPr>
              <a:t>force</a:t>
            </a:r>
            <a:r>
              <a:rPr sz="1600" spc="-2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range</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motion</a:t>
            </a:r>
            <a:r>
              <a:rPr sz="1600" spc="-25" dirty="0">
                <a:latin typeface="Corbel"/>
                <a:cs typeface="Corbel"/>
              </a:rPr>
              <a:t> </a:t>
            </a:r>
            <a:r>
              <a:rPr sz="1600" dirty="0">
                <a:latin typeface="Corbel"/>
                <a:cs typeface="Corbel"/>
              </a:rPr>
              <a:t>desired.</a:t>
            </a:r>
            <a:r>
              <a:rPr sz="1600" spc="-25" dirty="0">
                <a:latin typeface="Corbel"/>
                <a:cs typeface="Corbel"/>
              </a:rPr>
              <a:t> </a:t>
            </a:r>
            <a:r>
              <a:rPr sz="1600" spc="-20" dirty="0">
                <a:latin typeface="Corbel"/>
                <a:cs typeface="Corbel"/>
              </a:rPr>
              <a:t>To</a:t>
            </a:r>
            <a:r>
              <a:rPr sz="1600" spc="-25" dirty="0">
                <a:latin typeface="Corbel"/>
                <a:cs typeface="Corbel"/>
              </a:rPr>
              <a:t> </a:t>
            </a:r>
            <a:r>
              <a:rPr sz="1600" spc="-10" dirty="0">
                <a:latin typeface="Corbel"/>
                <a:cs typeface="Corbel"/>
              </a:rPr>
              <a:t>provide </a:t>
            </a:r>
            <a:r>
              <a:rPr sz="1600" dirty="0">
                <a:latin typeface="Corbel"/>
                <a:cs typeface="Corbel"/>
              </a:rPr>
              <a:t>the</a:t>
            </a:r>
            <a:r>
              <a:rPr sz="1600" spc="254" dirty="0">
                <a:latin typeface="Corbel"/>
                <a:cs typeface="Corbel"/>
              </a:rPr>
              <a:t> </a:t>
            </a:r>
            <a:r>
              <a:rPr sz="1600" dirty="0">
                <a:latin typeface="Corbel"/>
                <a:cs typeface="Corbel"/>
              </a:rPr>
              <a:t>appropriate</a:t>
            </a:r>
            <a:r>
              <a:rPr sz="1600" spc="265" dirty="0">
                <a:latin typeface="Corbel"/>
                <a:cs typeface="Corbel"/>
              </a:rPr>
              <a:t> </a:t>
            </a:r>
            <a:r>
              <a:rPr sz="1600" dirty="0">
                <a:latin typeface="Corbel"/>
                <a:cs typeface="Corbel"/>
              </a:rPr>
              <a:t>trim</a:t>
            </a:r>
            <a:r>
              <a:rPr sz="1600" spc="250" dirty="0">
                <a:latin typeface="Corbel"/>
                <a:cs typeface="Corbel"/>
              </a:rPr>
              <a:t> </a:t>
            </a:r>
            <a:r>
              <a:rPr sz="1600" dirty="0">
                <a:latin typeface="Corbel"/>
                <a:cs typeface="Corbel"/>
              </a:rPr>
              <a:t>force</a:t>
            </a:r>
            <a:r>
              <a:rPr sz="1600" spc="260" dirty="0">
                <a:latin typeface="Corbel"/>
                <a:cs typeface="Corbel"/>
              </a:rPr>
              <a:t> </a:t>
            </a:r>
            <a:r>
              <a:rPr sz="1600" dirty="0">
                <a:latin typeface="Corbel"/>
                <a:cs typeface="Corbel"/>
              </a:rPr>
              <a:t>the</a:t>
            </a:r>
            <a:r>
              <a:rPr sz="1600" spc="254" dirty="0">
                <a:latin typeface="Corbel"/>
                <a:cs typeface="Corbel"/>
              </a:rPr>
              <a:t> </a:t>
            </a:r>
            <a:r>
              <a:rPr sz="1600" dirty="0">
                <a:latin typeface="Corbel"/>
                <a:cs typeface="Corbel"/>
              </a:rPr>
              <a:t>entire</a:t>
            </a:r>
            <a:r>
              <a:rPr sz="1600" spc="265" dirty="0">
                <a:latin typeface="Corbel"/>
                <a:cs typeface="Corbel"/>
              </a:rPr>
              <a:t> </a:t>
            </a:r>
            <a:r>
              <a:rPr sz="1600" spc="-10" dirty="0">
                <a:latin typeface="Corbel"/>
                <a:cs typeface="Corbel"/>
              </a:rPr>
              <a:t>horizontal </a:t>
            </a:r>
            <a:r>
              <a:rPr sz="1600" dirty="0">
                <a:latin typeface="Corbel"/>
                <a:cs typeface="Corbel"/>
              </a:rPr>
              <a:t>tail</a:t>
            </a:r>
            <a:r>
              <a:rPr sz="1600" spc="65" dirty="0">
                <a:latin typeface="Corbel"/>
                <a:cs typeface="Corbel"/>
              </a:rPr>
              <a:t> </a:t>
            </a:r>
            <a:r>
              <a:rPr sz="1600" dirty="0">
                <a:latin typeface="Corbel"/>
                <a:cs typeface="Corbel"/>
              </a:rPr>
              <a:t>plane</a:t>
            </a:r>
            <a:r>
              <a:rPr sz="1600" spc="70" dirty="0">
                <a:latin typeface="Corbel"/>
                <a:cs typeface="Corbel"/>
              </a:rPr>
              <a:t> </a:t>
            </a:r>
            <a:r>
              <a:rPr sz="1600" dirty="0">
                <a:latin typeface="Corbel"/>
                <a:cs typeface="Corbel"/>
              </a:rPr>
              <a:t>is</a:t>
            </a:r>
            <a:r>
              <a:rPr sz="1600" spc="65" dirty="0">
                <a:latin typeface="Corbel"/>
                <a:cs typeface="Corbel"/>
              </a:rPr>
              <a:t> </a:t>
            </a:r>
            <a:r>
              <a:rPr sz="1600" dirty="0">
                <a:latin typeface="Corbel"/>
                <a:cs typeface="Corbel"/>
              </a:rPr>
              <a:t>made</a:t>
            </a:r>
            <a:r>
              <a:rPr sz="1600" spc="70" dirty="0">
                <a:latin typeface="Corbel"/>
                <a:cs typeface="Corbel"/>
              </a:rPr>
              <a:t> </a:t>
            </a:r>
            <a:r>
              <a:rPr sz="1600" dirty="0">
                <a:latin typeface="Corbel"/>
                <a:cs typeface="Corbel"/>
              </a:rPr>
              <a:t>adjustable</a:t>
            </a:r>
            <a:r>
              <a:rPr sz="1600" spc="70" dirty="0">
                <a:latin typeface="Corbel"/>
                <a:cs typeface="Corbel"/>
              </a:rPr>
              <a:t> </a:t>
            </a:r>
            <a:r>
              <a:rPr sz="1600" dirty="0">
                <a:latin typeface="Corbel"/>
                <a:cs typeface="Corbel"/>
              </a:rPr>
              <a:t>in</a:t>
            </a:r>
            <a:r>
              <a:rPr sz="1600" spc="70" dirty="0">
                <a:latin typeface="Corbel"/>
                <a:cs typeface="Corbel"/>
              </a:rPr>
              <a:t> </a:t>
            </a:r>
            <a:r>
              <a:rPr sz="1600" dirty="0">
                <a:latin typeface="Corbel"/>
                <a:cs typeface="Corbel"/>
              </a:rPr>
              <a:t>pitch.</a:t>
            </a:r>
            <a:r>
              <a:rPr sz="1600" spc="70" dirty="0">
                <a:latin typeface="Corbel"/>
                <a:cs typeface="Corbel"/>
              </a:rPr>
              <a:t> </a:t>
            </a:r>
            <a:r>
              <a:rPr sz="1600" dirty="0">
                <a:latin typeface="Corbel"/>
                <a:cs typeface="Corbel"/>
              </a:rPr>
              <a:t>This</a:t>
            </a:r>
            <a:r>
              <a:rPr sz="1600" spc="65" dirty="0">
                <a:latin typeface="Corbel"/>
                <a:cs typeface="Corbel"/>
              </a:rPr>
              <a:t> </a:t>
            </a:r>
            <a:r>
              <a:rPr sz="1600" spc="-10" dirty="0">
                <a:latin typeface="Corbel"/>
                <a:cs typeface="Corbel"/>
              </a:rPr>
              <a:t>allows </a:t>
            </a:r>
            <a:r>
              <a:rPr sz="1600" dirty="0">
                <a:latin typeface="Corbel"/>
                <a:cs typeface="Corbel"/>
              </a:rPr>
              <a:t>the</a:t>
            </a:r>
            <a:r>
              <a:rPr sz="1600" spc="355" dirty="0">
                <a:latin typeface="Corbel"/>
                <a:cs typeface="Corbel"/>
              </a:rPr>
              <a:t> </a:t>
            </a:r>
            <a:r>
              <a:rPr sz="1600" dirty="0">
                <a:latin typeface="Corbel"/>
                <a:cs typeface="Corbel"/>
              </a:rPr>
              <a:t>pilot</a:t>
            </a:r>
            <a:r>
              <a:rPr sz="1600" spc="345" dirty="0">
                <a:latin typeface="Corbel"/>
                <a:cs typeface="Corbel"/>
              </a:rPr>
              <a:t> </a:t>
            </a:r>
            <a:r>
              <a:rPr sz="1600" dirty="0">
                <a:latin typeface="Corbel"/>
                <a:cs typeface="Corbel"/>
              </a:rPr>
              <a:t>to</a:t>
            </a:r>
            <a:r>
              <a:rPr sz="1600" spc="345" dirty="0">
                <a:latin typeface="Corbel"/>
                <a:cs typeface="Corbel"/>
              </a:rPr>
              <a:t> </a:t>
            </a:r>
            <a:r>
              <a:rPr sz="1600" dirty="0">
                <a:latin typeface="Corbel"/>
                <a:cs typeface="Corbel"/>
              </a:rPr>
              <a:t>select</a:t>
            </a:r>
            <a:r>
              <a:rPr sz="1600" spc="350" dirty="0">
                <a:latin typeface="Corbel"/>
                <a:cs typeface="Corbel"/>
              </a:rPr>
              <a:t> </a:t>
            </a:r>
            <a:r>
              <a:rPr sz="1600" dirty="0">
                <a:latin typeface="Corbel"/>
                <a:cs typeface="Corbel"/>
              </a:rPr>
              <a:t>exactly</a:t>
            </a:r>
            <a:r>
              <a:rPr sz="1600" spc="355" dirty="0">
                <a:latin typeface="Corbel"/>
                <a:cs typeface="Corbel"/>
              </a:rPr>
              <a:t> </a:t>
            </a:r>
            <a:r>
              <a:rPr sz="1600" dirty="0">
                <a:latin typeface="Corbel"/>
                <a:cs typeface="Corbel"/>
              </a:rPr>
              <a:t>the</a:t>
            </a:r>
            <a:r>
              <a:rPr sz="1600" spc="355" dirty="0">
                <a:latin typeface="Corbel"/>
                <a:cs typeface="Corbel"/>
              </a:rPr>
              <a:t> </a:t>
            </a:r>
            <a:r>
              <a:rPr sz="1600" dirty="0">
                <a:latin typeface="Corbel"/>
                <a:cs typeface="Corbel"/>
              </a:rPr>
              <a:t>right</a:t>
            </a:r>
            <a:r>
              <a:rPr sz="1600" spc="345" dirty="0">
                <a:latin typeface="Corbel"/>
                <a:cs typeface="Corbel"/>
              </a:rPr>
              <a:t> </a:t>
            </a:r>
            <a:r>
              <a:rPr sz="1600" dirty="0">
                <a:latin typeface="Corbel"/>
                <a:cs typeface="Corbel"/>
              </a:rPr>
              <a:t>amount</a:t>
            </a:r>
            <a:r>
              <a:rPr sz="1600" spc="345" dirty="0">
                <a:latin typeface="Corbel"/>
                <a:cs typeface="Corbel"/>
              </a:rPr>
              <a:t> </a:t>
            </a:r>
            <a:r>
              <a:rPr sz="1600" spc="-25" dirty="0">
                <a:latin typeface="Corbel"/>
                <a:cs typeface="Corbel"/>
              </a:rPr>
              <a:t>of </a:t>
            </a:r>
            <a:r>
              <a:rPr sz="1600" dirty="0">
                <a:latin typeface="Corbel"/>
                <a:cs typeface="Corbel"/>
              </a:rPr>
              <a:t>positive</a:t>
            </a:r>
            <a:r>
              <a:rPr sz="1600" spc="135" dirty="0">
                <a:latin typeface="Corbel"/>
                <a:cs typeface="Corbel"/>
              </a:rPr>
              <a:t> </a:t>
            </a:r>
            <a:r>
              <a:rPr sz="1600" dirty="0">
                <a:latin typeface="Corbel"/>
                <a:cs typeface="Corbel"/>
              </a:rPr>
              <a:t>or</a:t>
            </a:r>
            <a:r>
              <a:rPr sz="1600" spc="130" dirty="0">
                <a:latin typeface="Corbel"/>
                <a:cs typeface="Corbel"/>
              </a:rPr>
              <a:t> </a:t>
            </a:r>
            <a:r>
              <a:rPr sz="1600" dirty="0">
                <a:latin typeface="Corbel"/>
                <a:cs typeface="Corbel"/>
              </a:rPr>
              <a:t>negative</a:t>
            </a:r>
            <a:r>
              <a:rPr sz="1600" spc="130" dirty="0">
                <a:latin typeface="Corbel"/>
                <a:cs typeface="Corbel"/>
              </a:rPr>
              <a:t> </a:t>
            </a:r>
            <a:r>
              <a:rPr sz="1600" dirty="0">
                <a:latin typeface="Corbel"/>
                <a:cs typeface="Corbel"/>
              </a:rPr>
              <a:t>lift</a:t>
            </a:r>
            <a:r>
              <a:rPr sz="1600" spc="125" dirty="0">
                <a:latin typeface="Corbel"/>
                <a:cs typeface="Corbel"/>
              </a:rPr>
              <a:t> </a:t>
            </a:r>
            <a:r>
              <a:rPr sz="1600" dirty="0">
                <a:latin typeface="Corbel"/>
                <a:cs typeface="Corbel"/>
              </a:rPr>
              <a:t>from</a:t>
            </a:r>
            <a:r>
              <a:rPr sz="1600" spc="125" dirty="0">
                <a:latin typeface="Corbel"/>
                <a:cs typeface="Corbel"/>
              </a:rPr>
              <a:t> </a:t>
            </a:r>
            <a:r>
              <a:rPr sz="1600" dirty="0">
                <a:latin typeface="Corbel"/>
                <a:cs typeface="Corbel"/>
              </a:rPr>
              <a:t>the</a:t>
            </a:r>
            <a:r>
              <a:rPr sz="1600" spc="140" dirty="0">
                <a:latin typeface="Corbel"/>
                <a:cs typeface="Corbel"/>
              </a:rPr>
              <a:t> </a:t>
            </a:r>
            <a:r>
              <a:rPr sz="1600" dirty="0">
                <a:latin typeface="Corbel"/>
                <a:cs typeface="Corbel"/>
              </a:rPr>
              <a:t>tail</a:t>
            </a:r>
            <a:r>
              <a:rPr sz="1600" spc="140" dirty="0">
                <a:latin typeface="Corbel"/>
                <a:cs typeface="Corbel"/>
              </a:rPr>
              <a:t> </a:t>
            </a:r>
            <a:r>
              <a:rPr sz="1600" dirty="0">
                <a:latin typeface="Corbel"/>
                <a:cs typeface="Corbel"/>
              </a:rPr>
              <a:t>plane</a:t>
            </a:r>
            <a:r>
              <a:rPr sz="1600" spc="135" dirty="0">
                <a:latin typeface="Corbel"/>
                <a:cs typeface="Corbel"/>
              </a:rPr>
              <a:t> </a:t>
            </a:r>
            <a:r>
              <a:rPr sz="1600" spc="-10" dirty="0">
                <a:latin typeface="Corbel"/>
                <a:cs typeface="Corbel"/>
              </a:rPr>
              <a:t>while </a:t>
            </a:r>
            <a:r>
              <a:rPr sz="1600" dirty="0">
                <a:latin typeface="Corbel"/>
                <a:cs typeface="Corbel"/>
              </a:rPr>
              <a:t>reducing</a:t>
            </a:r>
            <a:r>
              <a:rPr sz="1600" spc="-30" dirty="0">
                <a:latin typeface="Corbel"/>
                <a:cs typeface="Corbel"/>
              </a:rPr>
              <a:t> </a:t>
            </a:r>
            <a:r>
              <a:rPr sz="1600" dirty="0">
                <a:latin typeface="Corbel"/>
                <a:cs typeface="Corbel"/>
              </a:rPr>
              <a:t>drag</a:t>
            </a:r>
            <a:r>
              <a:rPr sz="1600" spc="-25" dirty="0">
                <a:latin typeface="Corbel"/>
                <a:cs typeface="Corbel"/>
              </a:rPr>
              <a:t> </a:t>
            </a:r>
            <a:r>
              <a:rPr sz="1600" dirty="0">
                <a:latin typeface="Corbel"/>
                <a:cs typeface="Corbel"/>
              </a:rPr>
              <a:t>from</a:t>
            </a:r>
            <a:r>
              <a:rPr sz="1600" spc="-25" dirty="0">
                <a:latin typeface="Corbel"/>
                <a:cs typeface="Corbel"/>
              </a:rPr>
              <a:t> </a:t>
            </a:r>
            <a:r>
              <a:rPr sz="1600" dirty="0">
                <a:latin typeface="Corbel"/>
                <a:cs typeface="Corbel"/>
              </a:rPr>
              <a:t>the</a:t>
            </a:r>
            <a:r>
              <a:rPr sz="1600" spc="-25" dirty="0">
                <a:latin typeface="Corbel"/>
                <a:cs typeface="Corbel"/>
              </a:rPr>
              <a:t> </a:t>
            </a:r>
            <a:r>
              <a:rPr sz="1600" spc="-10" dirty="0">
                <a:latin typeface="Corbel"/>
                <a:cs typeface="Corbel"/>
              </a:rPr>
              <a:t>elevators</a:t>
            </a:r>
            <a:endParaRPr sz="1600" dirty="0">
              <a:latin typeface="Corbel"/>
              <a:cs typeface="Corbel"/>
            </a:endParaRPr>
          </a:p>
          <a:p>
            <a:pPr marL="12700" marR="5715" algn="just">
              <a:lnSpc>
                <a:spcPts val="1610"/>
              </a:lnSpc>
              <a:spcBef>
                <a:spcPts val="890"/>
              </a:spcBef>
            </a:pPr>
            <a:r>
              <a:rPr sz="1600" b="1" u="sng" dirty="0">
                <a:uFill>
                  <a:solidFill>
                    <a:srgbClr val="000000"/>
                  </a:solidFill>
                </a:uFill>
                <a:latin typeface="Corbel"/>
                <a:cs typeface="Corbel"/>
              </a:rPr>
              <a:t>Rudder</a:t>
            </a:r>
            <a:r>
              <a:rPr sz="1600" b="1" u="sng" spc="285" dirty="0">
                <a:uFill>
                  <a:solidFill>
                    <a:srgbClr val="000000"/>
                  </a:solidFill>
                </a:uFill>
                <a:latin typeface="Corbel"/>
                <a:cs typeface="Corbel"/>
              </a:rPr>
              <a:t> </a:t>
            </a:r>
            <a:r>
              <a:rPr sz="1600" b="1" u="sng" dirty="0">
                <a:uFill>
                  <a:solidFill>
                    <a:srgbClr val="000000"/>
                  </a:solidFill>
                </a:uFill>
                <a:latin typeface="Corbel"/>
                <a:cs typeface="Corbel"/>
              </a:rPr>
              <a:t>and</a:t>
            </a:r>
            <a:r>
              <a:rPr sz="1600" b="1" u="sng" spc="280" dirty="0">
                <a:uFill>
                  <a:solidFill>
                    <a:srgbClr val="000000"/>
                  </a:solidFill>
                </a:uFill>
                <a:latin typeface="Corbel"/>
                <a:cs typeface="Corbel"/>
              </a:rPr>
              <a:t> </a:t>
            </a:r>
            <a:r>
              <a:rPr sz="1600" b="1" u="sng" dirty="0">
                <a:uFill>
                  <a:solidFill>
                    <a:srgbClr val="000000"/>
                  </a:solidFill>
                </a:uFill>
                <a:latin typeface="Corbel"/>
                <a:cs typeface="Corbel"/>
              </a:rPr>
              <a:t>aileron</a:t>
            </a:r>
            <a:r>
              <a:rPr sz="1600" b="1" u="sng" spc="285" dirty="0">
                <a:uFill>
                  <a:solidFill>
                    <a:srgbClr val="000000"/>
                  </a:solidFill>
                </a:uFill>
                <a:latin typeface="Corbel"/>
                <a:cs typeface="Corbel"/>
              </a:rPr>
              <a:t> </a:t>
            </a:r>
            <a:r>
              <a:rPr sz="1600" b="1" u="sng" dirty="0">
                <a:uFill>
                  <a:solidFill>
                    <a:srgbClr val="000000"/>
                  </a:solidFill>
                </a:uFill>
                <a:latin typeface="Corbel"/>
                <a:cs typeface="Corbel"/>
              </a:rPr>
              <a:t>trim</a:t>
            </a:r>
            <a:r>
              <a:rPr sz="1600" b="1" spc="280" dirty="0">
                <a:latin typeface="Corbel"/>
                <a:cs typeface="Corbel"/>
              </a:rPr>
              <a:t> </a:t>
            </a:r>
            <a:r>
              <a:rPr sz="1600" dirty="0">
                <a:latin typeface="Corbel"/>
                <a:cs typeface="Corbel"/>
              </a:rPr>
              <a:t>The</a:t>
            </a:r>
            <a:r>
              <a:rPr sz="1600" spc="305" dirty="0">
                <a:latin typeface="Corbel"/>
                <a:cs typeface="Corbel"/>
              </a:rPr>
              <a:t> </a:t>
            </a:r>
            <a:r>
              <a:rPr sz="1600" dirty="0">
                <a:latin typeface="Corbel"/>
                <a:cs typeface="Corbel"/>
              </a:rPr>
              <a:t>rudder</a:t>
            </a:r>
            <a:r>
              <a:rPr sz="1600" spc="305" dirty="0">
                <a:latin typeface="Corbel"/>
                <a:cs typeface="Corbel"/>
              </a:rPr>
              <a:t> </a:t>
            </a:r>
            <a:r>
              <a:rPr sz="1600" dirty="0">
                <a:latin typeface="Corbel"/>
                <a:cs typeface="Corbel"/>
              </a:rPr>
              <a:t>trim</a:t>
            </a:r>
            <a:r>
              <a:rPr sz="1600" spc="300" dirty="0">
                <a:latin typeface="Corbel"/>
                <a:cs typeface="Corbel"/>
              </a:rPr>
              <a:t> </a:t>
            </a:r>
            <a:r>
              <a:rPr sz="1600" dirty="0">
                <a:latin typeface="Corbel"/>
                <a:cs typeface="Corbel"/>
              </a:rPr>
              <a:t>is</a:t>
            </a:r>
            <a:r>
              <a:rPr sz="1600" spc="305" dirty="0">
                <a:latin typeface="Corbel"/>
                <a:cs typeface="Corbel"/>
              </a:rPr>
              <a:t> </a:t>
            </a:r>
            <a:r>
              <a:rPr sz="1600" spc="-25" dirty="0">
                <a:latin typeface="Corbel"/>
                <a:cs typeface="Corbel"/>
              </a:rPr>
              <a:t>to </a:t>
            </a:r>
            <a:r>
              <a:rPr sz="1600" dirty="0">
                <a:latin typeface="Corbel"/>
                <a:cs typeface="Corbel"/>
              </a:rPr>
              <a:t>counter</a:t>
            </a:r>
            <a:r>
              <a:rPr sz="1600" spc="35" dirty="0">
                <a:latin typeface="Corbel"/>
                <a:cs typeface="Corbel"/>
              </a:rPr>
              <a:t> </a:t>
            </a:r>
            <a:r>
              <a:rPr sz="1600" dirty="0">
                <a:latin typeface="Corbel"/>
                <a:cs typeface="Corbel"/>
              </a:rPr>
              <a:t>any</a:t>
            </a:r>
            <a:r>
              <a:rPr sz="1600" spc="35" dirty="0">
                <a:latin typeface="Corbel"/>
                <a:cs typeface="Corbel"/>
              </a:rPr>
              <a:t> </a:t>
            </a:r>
            <a:r>
              <a:rPr sz="1600" dirty="0">
                <a:latin typeface="Corbel"/>
                <a:cs typeface="Corbel"/>
              </a:rPr>
              <a:t>asymmetric</a:t>
            </a:r>
            <a:r>
              <a:rPr sz="1600" spc="40" dirty="0">
                <a:latin typeface="Corbel"/>
                <a:cs typeface="Corbel"/>
              </a:rPr>
              <a:t> </a:t>
            </a:r>
            <a:r>
              <a:rPr sz="1600" dirty="0">
                <a:latin typeface="Corbel"/>
                <a:cs typeface="Corbel"/>
              </a:rPr>
              <a:t>thrust</a:t>
            </a:r>
            <a:r>
              <a:rPr sz="1600" spc="35" dirty="0">
                <a:latin typeface="Corbel"/>
                <a:cs typeface="Corbel"/>
              </a:rPr>
              <a:t> </a:t>
            </a:r>
            <a:r>
              <a:rPr sz="1600" dirty="0">
                <a:latin typeface="Corbel"/>
                <a:cs typeface="Corbel"/>
              </a:rPr>
              <a:t>from</a:t>
            </a:r>
            <a:r>
              <a:rPr sz="1600" spc="40" dirty="0">
                <a:latin typeface="Corbel"/>
                <a:cs typeface="Corbel"/>
              </a:rPr>
              <a:t> </a:t>
            </a:r>
            <a:r>
              <a:rPr sz="1600" dirty="0">
                <a:latin typeface="Corbel"/>
                <a:cs typeface="Corbel"/>
              </a:rPr>
              <a:t>the</a:t>
            </a:r>
            <a:r>
              <a:rPr sz="1600" spc="40" dirty="0">
                <a:latin typeface="Corbel"/>
                <a:cs typeface="Corbel"/>
              </a:rPr>
              <a:t> </a:t>
            </a:r>
            <a:r>
              <a:rPr sz="1600" spc="-10" dirty="0">
                <a:latin typeface="Corbel"/>
                <a:cs typeface="Corbel"/>
              </a:rPr>
              <a:t>engines.</a:t>
            </a:r>
            <a:endParaRPr sz="1600" dirty="0">
              <a:latin typeface="Corbel"/>
              <a:cs typeface="Corbel"/>
            </a:endParaRPr>
          </a:p>
        </p:txBody>
      </p:sp>
      <p:sp>
        <p:nvSpPr>
          <p:cNvPr id="7" name="object 7"/>
          <p:cNvSpPr txBox="1"/>
          <p:nvPr/>
        </p:nvSpPr>
        <p:spPr>
          <a:xfrm>
            <a:off x="1840863" y="4770628"/>
            <a:ext cx="4176395" cy="1247775"/>
          </a:xfrm>
          <a:prstGeom prst="rect">
            <a:avLst/>
          </a:prstGeom>
        </p:spPr>
        <p:txBody>
          <a:bodyPr vert="horz" wrap="square" lIns="0" tIns="60325" rIns="0" bIns="0" rtlCol="0">
            <a:spAutoFit/>
          </a:bodyPr>
          <a:lstStyle/>
          <a:p>
            <a:pPr marL="12700" marR="5080" algn="just">
              <a:lnSpc>
                <a:spcPct val="80300"/>
              </a:lnSpc>
              <a:spcBef>
                <a:spcPts val="475"/>
              </a:spcBef>
            </a:pPr>
            <a:r>
              <a:rPr sz="1600" dirty="0">
                <a:latin typeface="Corbel"/>
                <a:cs typeface="Corbel"/>
              </a:rPr>
              <a:t>Aileron</a:t>
            </a:r>
            <a:r>
              <a:rPr sz="1600" spc="-10" dirty="0">
                <a:latin typeface="Corbel"/>
                <a:cs typeface="Corbel"/>
              </a:rPr>
              <a:t> </a:t>
            </a:r>
            <a:r>
              <a:rPr sz="1600" dirty="0">
                <a:latin typeface="Corbel"/>
                <a:cs typeface="Corbel"/>
              </a:rPr>
              <a:t>trim</a:t>
            </a:r>
            <a:r>
              <a:rPr sz="1600" spc="-15"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counter</a:t>
            </a:r>
            <a:r>
              <a:rPr sz="1600" spc="-15" dirty="0">
                <a:latin typeface="Corbel"/>
                <a:cs typeface="Corbel"/>
              </a:rPr>
              <a:t> </a:t>
            </a:r>
            <a:r>
              <a:rPr sz="1600" dirty="0">
                <a:latin typeface="Corbel"/>
                <a:cs typeface="Corbel"/>
              </a:rPr>
              <a:t>the</a:t>
            </a:r>
            <a:r>
              <a:rPr sz="1600" spc="-5" dirty="0">
                <a:latin typeface="Corbel"/>
                <a:cs typeface="Corbel"/>
              </a:rPr>
              <a:t> </a:t>
            </a:r>
            <a:r>
              <a:rPr sz="1600" dirty="0">
                <a:latin typeface="Corbel"/>
                <a:cs typeface="Corbel"/>
              </a:rPr>
              <a:t>effects</a:t>
            </a:r>
            <a:r>
              <a:rPr sz="1600" spc="-5"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the</a:t>
            </a:r>
            <a:r>
              <a:rPr sz="1600" spc="-10" dirty="0">
                <a:latin typeface="Corbel"/>
                <a:cs typeface="Corbel"/>
              </a:rPr>
              <a:t> centre </a:t>
            </a:r>
            <a:r>
              <a:rPr sz="1600" dirty="0">
                <a:latin typeface="Corbel"/>
                <a:cs typeface="Corbel"/>
              </a:rPr>
              <a:t>of</a:t>
            </a:r>
            <a:r>
              <a:rPr sz="1600" spc="204" dirty="0">
                <a:latin typeface="Corbel"/>
                <a:cs typeface="Corbel"/>
              </a:rPr>
              <a:t>  </a:t>
            </a:r>
            <a:r>
              <a:rPr sz="1600" dirty="0">
                <a:latin typeface="Corbel"/>
                <a:cs typeface="Corbel"/>
              </a:rPr>
              <a:t>gravity</a:t>
            </a:r>
            <a:r>
              <a:rPr sz="1600" spc="204" dirty="0">
                <a:latin typeface="Corbel"/>
                <a:cs typeface="Corbel"/>
              </a:rPr>
              <a:t>  </a:t>
            </a:r>
            <a:r>
              <a:rPr sz="1600" dirty="0">
                <a:latin typeface="Corbel"/>
                <a:cs typeface="Corbel"/>
              </a:rPr>
              <a:t>being</a:t>
            </a:r>
            <a:r>
              <a:rPr sz="1600" spc="210" dirty="0">
                <a:latin typeface="Corbel"/>
                <a:cs typeface="Corbel"/>
              </a:rPr>
              <a:t>  </a:t>
            </a:r>
            <a:r>
              <a:rPr sz="1600" dirty="0">
                <a:latin typeface="Corbel"/>
                <a:cs typeface="Corbel"/>
              </a:rPr>
              <a:t>displaced</a:t>
            </a:r>
            <a:r>
              <a:rPr sz="1600" spc="210" dirty="0">
                <a:latin typeface="Corbel"/>
                <a:cs typeface="Corbel"/>
              </a:rPr>
              <a:t>  </a:t>
            </a:r>
            <a:r>
              <a:rPr sz="1600" dirty="0">
                <a:latin typeface="Corbel"/>
                <a:cs typeface="Corbel"/>
              </a:rPr>
              <a:t>from</a:t>
            </a:r>
            <a:r>
              <a:rPr sz="1600" spc="204" dirty="0">
                <a:latin typeface="Corbel"/>
                <a:cs typeface="Corbel"/>
              </a:rPr>
              <a:t>  </a:t>
            </a:r>
            <a:r>
              <a:rPr sz="1600" dirty="0">
                <a:latin typeface="Corbel"/>
                <a:cs typeface="Corbel"/>
              </a:rPr>
              <a:t>the</a:t>
            </a:r>
            <a:r>
              <a:rPr sz="1600" spc="210" dirty="0">
                <a:latin typeface="Corbel"/>
                <a:cs typeface="Corbel"/>
              </a:rPr>
              <a:t>  </a:t>
            </a:r>
            <a:r>
              <a:rPr sz="1600" spc="-10" dirty="0">
                <a:latin typeface="Corbel"/>
                <a:cs typeface="Corbel"/>
              </a:rPr>
              <a:t>aircraft </a:t>
            </a:r>
            <a:r>
              <a:rPr sz="1600" dirty="0">
                <a:latin typeface="Corbel"/>
                <a:cs typeface="Corbel"/>
              </a:rPr>
              <a:t>centerline.</a:t>
            </a:r>
            <a:r>
              <a:rPr sz="1600" spc="95" dirty="0">
                <a:latin typeface="Corbel"/>
                <a:cs typeface="Corbel"/>
              </a:rPr>
              <a:t> </a:t>
            </a:r>
            <a:r>
              <a:rPr sz="1600" dirty="0">
                <a:latin typeface="Corbel"/>
                <a:cs typeface="Corbel"/>
              </a:rPr>
              <a:t>This</a:t>
            </a:r>
            <a:r>
              <a:rPr sz="1600" spc="95" dirty="0">
                <a:latin typeface="Corbel"/>
                <a:cs typeface="Corbel"/>
              </a:rPr>
              <a:t> </a:t>
            </a:r>
            <a:r>
              <a:rPr sz="1600" dirty="0">
                <a:latin typeface="Corbel"/>
                <a:cs typeface="Corbel"/>
              </a:rPr>
              <a:t>can</a:t>
            </a:r>
            <a:r>
              <a:rPr sz="1600" spc="95" dirty="0">
                <a:latin typeface="Corbel"/>
                <a:cs typeface="Corbel"/>
              </a:rPr>
              <a:t> </a:t>
            </a:r>
            <a:r>
              <a:rPr sz="1600" dirty="0">
                <a:latin typeface="Corbel"/>
                <a:cs typeface="Corbel"/>
              </a:rPr>
              <a:t>be</a:t>
            </a:r>
            <a:r>
              <a:rPr sz="1600" spc="100" dirty="0">
                <a:latin typeface="Corbel"/>
                <a:cs typeface="Corbel"/>
              </a:rPr>
              <a:t> </a:t>
            </a:r>
            <a:r>
              <a:rPr sz="1600" dirty="0">
                <a:latin typeface="Corbel"/>
                <a:cs typeface="Corbel"/>
              </a:rPr>
              <a:t>caused</a:t>
            </a:r>
            <a:r>
              <a:rPr sz="1600" spc="95" dirty="0">
                <a:latin typeface="Corbel"/>
                <a:cs typeface="Corbel"/>
              </a:rPr>
              <a:t> </a:t>
            </a:r>
            <a:r>
              <a:rPr sz="1600" dirty="0">
                <a:latin typeface="Corbel"/>
                <a:cs typeface="Corbel"/>
              </a:rPr>
              <a:t>by</a:t>
            </a:r>
            <a:r>
              <a:rPr sz="1600" spc="90" dirty="0">
                <a:latin typeface="Corbel"/>
                <a:cs typeface="Corbel"/>
              </a:rPr>
              <a:t> </a:t>
            </a:r>
            <a:r>
              <a:rPr sz="1600" dirty="0">
                <a:latin typeface="Corbel"/>
                <a:cs typeface="Corbel"/>
              </a:rPr>
              <a:t>fuel</a:t>
            </a:r>
            <a:r>
              <a:rPr sz="1600" spc="100" dirty="0">
                <a:latin typeface="Corbel"/>
                <a:cs typeface="Corbel"/>
              </a:rPr>
              <a:t> </a:t>
            </a:r>
            <a:r>
              <a:rPr sz="1600" dirty="0">
                <a:latin typeface="Corbel"/>
                <a:cs typeface="Corbel"/>
              </a:rPr>
              <a:t>or</a:t>
            </a:r>
            <a:r>
              <a:rPr sz="1600" spc="95" dirty="0">
                <a:latin typeface="Corbel"/>
                <a:cs typeface="Corbel"/>
              </a:rPr>
              <a:t> </a:t>
            </a:r>
            <a:r>
              <a:rPr sz="1600" dirty="0">
                <a:latin typeface="Corbel"/>
                <a:cs typeface="Corbel"/>
              </a:rPr>
              <a:t>an</a:t>
            </a:r>
            <a:r>
              <a:rPr sz="1600" spc="100" dirty="0">
                <a:latin typeface="Corbel"/>
                <a:cs typeface="Corbel"/>
              </a:rPr>
              <a:t> </a:t>
            </a:r>
            <a:r>
              <a:rPr sz="1600" spc="-20" dirty="0">
                <a:latin typeface="Corbel"/>
                <a:cs typeface="Corbel"/>
              </a:rPr>
              <a:t>item </a:t>
            </a:r>
            <a:r>
              <a:rPr sz="1600" dirty="0">
                <a:latin typeface="Corbel"/>
                <a:cs typeface="Corbel"/>
              </a:rPr>
              <a:t>of</a:t>
            </a:r>
            <a:r>
              <a:rPr sz="1600" spc="75" dirty="0">
                <a:latin typeface="Corbel"/>
                <a:cs typeface="Corbel"/>
              </a:rPr>
              <a:t> </a:t>
            </a:r>
            <a:r>
              <a:rPr sz="1600" dirty="0">
                <a:latin typeface="Corbel"/>
                <a:cs typeface="Corbel"/>
              </a:rPr>
              <a:t>payload</a:t>
            </a:r>
            <a:r>
              <a:rPr sz="1600" spc="75" dirty="0">
                <a:latin typeface="Corbel"/>
                <a:cs typeface="Corbel"/>
              </a:rPr>
              <a:t> </a:t>
            </a:r>
            <a:r>
              <a:rPr sz="1600" dirty="0">
                <a:latin typeface="Corbel"/>
                <a:cs typeface="Corbel"/>
              </a:rPr>
              <a:t>being</a:t>
            </a:r>
            <a:r>
              <a:rPr sz="1600" spc="70" dirty="0">
                <a:latin typeface="Corbel"/>
                <a:cs typeface="Corbel"/>
              </a:rPr>
              <a:t> </a:t>
            </a:r>
            <a:r>
              <a:rPr sz="1600" dirty="0">
                <a:latin typeface="Corbel"/>
                <a:cs typeface="Corbel"/>
              </a:rPr>
              <a:t>loaded</a:t>
            </a:r>
            <a:r>
              <a:rPr sz="1600" spc="75" dirty="0">
                <a:latin typeface="Corbel"/>
                <a:cs typeface="Corbel"/>
              </a:rPr>
              <a:t> </a:t>
            </a:r>
            <a:r>
              <a:rPr sz="1600" dirty="0">
                <a:latin typeface="Corbel"/>
                <a:cs typeface="Corbel"/>
              </a:rPr>
              <a:t>more</a:t>
            </a:r>
            <a:r>
              <a:rPr sz="1600" spc="75" dirty="0">
                <a:latin typeface="Corbel"/>
                <a:cs typeface="Corbel"/>
              </a:rPr>
              <a:t> </a:t>
            </a:r>
            <a:r>
              <a:rPr sz="1600" dirty="0">
                <a:latin typeface="Corbel"/>
                <a:cs typeface="Corbel"/>
              </a:rPr>
              <a:t>on</a:t>
            </a:r>
            <a:r>
              <a:rPr sz="1600" spc="80" dirty="0">
                <a:latin typeface="Corbel"/>
                <a:cs typeface="Corbel"/>
              </a:rPr>
              <a:t> </a:t>
            </a:r>
            <a:r>
              <a:rPr sz="1600" dirty="0">
                <a:latin typeface="Corbel"/>
                <a:cs typeface="Corbel"/>
              </a:rPr>
              <a:t>one</a:t>
            </a:r>
            <a:r>
              <a:rPr sz="1600" spc="75" dirty="0">
                <a:latin typeface="Corbel"/>
                <a:cs typeface="Corbel"/>
              </a:rPr>
              <a:t> </a:t>
            </a:r>
            <a:r>
              <a:rPr sz="1600" dirty="0">
                <a:latin typeface="Corbel"/>
                <a:cs typeface="Corbel"/>
              </a:rPr>
              <a:t>side</a:t>
            </a:r>
            <a:r>
              <a:rPr sz="1600" spc="70" dirty="0">
                <a:latin typeface="Corbel"/>
                <a:cs typeface="Corbel"/>
              </a:rPr>
              <a:t> </a:t>
            </a:r>
            <a:r>
              <a:rPr sz="1600" dirty="0">
                <a:latin typeface="Corbel"/>
                <a:cs typeface="Corbel"/>
              </a:rPr>
              <a:t>of</a:t>
            </a:r>
            <a:r>
              <a:rPr sz="1600" spc="75" dirty="0">
                <a:latin typeface="Corbel"/>
                <a:cs typeface="Corbel"/>
              </a:rPr>
              <a:t> </a:t>
            </a:r>
            <a:r>
              <a:rPr sz="1600" spc="-25" dirty="0">
                <a:latin typeface="Corbel"/>
                <a:cs typeface="Corbel"/>
              </a:rPr>
              <a:t>the </a:t>
            </a:r>
            <a:r>
              <a:rPr sz="1600" dirty="0">
                <a:latin typeface="Corbel"/>
                <a:cs typeface="Corbel"/>
              </a:rPr>
              <a:t>aircraft</a:t>
            </a:r>
            <a:r>
              <a:rPr sz="1600" spc="15" dirty="0">
                <a:latin typeface="Corbel"/>
                <a:cs typeface="Corbel"/>
              </a:rPr>
              <a:t> </a:t>
            </a:r>
            <a:r>
              <a:rPr sz="1600" dirty="0">
                <a:latin typeface="Corbel"/>
                <a:cs typeface="Corbel"/>
              </a:rPr>
              <a:t>compared</a:t>
            </a:r>
            <a:r>
              <a:rPr sz="1600" spc="20" dirty="0">
                <a:latin typeface="Corbel"/>
                <a:cs typeface="Corbel"/>
              </a:rPr>
              <a:t> </a:t>
            </a:r>
            <a:r>
              <a:rPr sz="1600" dirty="0">
                <a:latin typeface="Corbel"/>
                <a:cs typeface="Corbel"/>
              </a:rPr>
              <a:t>to</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other,</a:t>
            </a:r>
            <a:r>
              <a:rPr sz="1600" spc="20" dirty="0">
                <a:latin typeface="Corbel"/>
                <a:cs typeface="Corbel"/>
              </a:rPr>
              <a:t> </a:t>
            </a:r>
            <a:r>
              <a:rPr sz="1600" dirty="0">
                <a:latin typeface="Corbel"/>
                <a:cs typeface="Corbel"/>
              </a:rPr>
              <a:t>such</a:t>
            </a:r>
            <a:r>
              <a:rPr sz="1600" spc="20" dirty="0">
                <a:latin typeface="Corbel"/>
                <a:cs typeface="Corbel"/>
              </a:rPr>
              <a:t> </a:t>
            </a:r>
            <a:r>
              <a:rPr sz="1600" dirty="0">
                <a:latin typeface="Corbel"/>
                <a:cs typeface="Corbel"/>
              </a:rPr>
              <a:t>as</a:t>
            </a:r>
            <a:r>
              <a:rPr sz="1600" spc="20" dirty="0">
                <a:latin typeface="Corbel"/>
                <a:cs typeface="Corbel"/>
              </a:rPr>
              <a:t> </a:t>
            </a:r>
            <a:r>
              <a:rPr sz="1600" dirty="0">
                <a:latin typeface="Corbel"/>
                <a:cs typeface="Corbel"/>
              </a:rPr>
              <a:t>when</a:t>
            </a:r>
            <a:r>
              <a:rPr sz="1600" spc="25" dirty="0">
                <a:latin typeface="Corbel"/>
                <a:cs typeface="Corbel"/>
              </a:rPr>
              <a:t> </a:t>
            </a:r>
            <a:r>
              <a:rPr sz="1600" spc="-25" dirty="0">
                <a:latin typeface="Corbel"/>
                <a:cs typeface="Corbel"/>
              </a:rPr>
              <a:t>one </a:t>
            </a:r>
            <a:r>
              <a:rPr sz="1600" dirty="0">
                <a:latin typeface="Corbel"/>
                <a:cs typeface="Corbel"/>
              </a:rPr>
              <a:t>fuel</a:t>
            </a:r>
            <a:r>
              <a:rPr sz="1600" spc="-20" dirty="0">
                <a:latin typeface="Corbel"/>
                <a:cs typeface="Corbel"/>
              </a:rPr>
              <a:t> </a:t>
            </a:r>
            <a:r>
              <a:rPr sz="1600" dirty="0">
                <a:latin typeface="Corbel"/>
                <a:cs typeface="Corbel"/>
              </a:rPr>
              <a:t>tank</a:t>
            </a:r>
            <a:r>
              <a:rPr sz="1600" spc="-25" dirty="0">
                <a:latin typeface="Corbel"/>
                <a:cs typeface="Corbel"/>
              </a:rPr>
              <a:t> </a:t>
            </a:r>
            <a:r>
              <a:rPr sz="1600" dirty="0">
                <a:latin typeface="Corbel"/>
                <a:cs typeface="Corbel"/>
              </a:rPr>
              <a:t>has</a:t>
            </a:r>
            <a:r>
              <a:rPr sz="1600" spc="-20" dirty="0">
                <a:latin typeface="Corbel"/>
                <a:cs typeface="Corbel"/>
              </a:rPr>
              <a:t> </a:t>
            </a:r>
            <a:r>
              <a:rPr sz="1600" dirty="0">
                <a:latin typeface="Corbel"/>
                <a:cs typeface="Corbel"/>
              </a:rPr>
              <a:t>more</a:t>
            </a:r>
            <a:r>
              <a:rPr sz="1600" spc="-20" dirty="0">
                <a:latin typeface="Corbel"/>
                <a:cs typeface="Corbel"/>
              </a:rPr>
              <a:t> </a:t>
            </a:r>
            <a:r>
              <a:rPr sz="1600" dirty="0">
                <a:latin typeface="Corbel"/>
                <a:cs typeface="Corbel"/>
              </a:rPr>
              <a:t>fuel</a:t>
            </a:r>
            <a:r>
              <a:rPr sz="1600" spc="-20" dirty="0">
                <a:latin typeface="Corbel"/>
                <a:cs typeface="Corbel"/>
              </a:rPr>
              <a:t> </a:t>
            </a:r>
            <a:r>
              <a:rPr sz="1600" dirty="0">
                <a:latin typeface="Corbel"/>
                <a:cs typeface="Corbel"/>
              </a:rPr>
              <a:t>than</a:t>
            </a:r>
            <a:r>
              <a:rPr sz="1600" spc="-15" dirty="0">
                <a:latin typeface="Corbel"/>
                <a:cs typeface="Corbel"/>
              </a:rPr>
              <a:t> </a:t>
            </a:r>
            <a:r>
              <a:rPr sz="1600" dirty="0">
                <a:latin typeface="Corbel"/>
                <a:cs typeface="Corbel"/>
              </a:rPr>
              <a:t>the</a:t>
            </a:r>
            <a:r>
              <a:rPr sz="1600" spc="-20" dirty="0">
                <a:latin typeface="Corbel"/>
                <a:cs typeface="Corbel"/>
              </a:rPr>
              <a:t> </a:t>
            </a:r>
            <a:r>
              <a:rPr sz="1600" spc="-10" dirty="0">
                <a:latin typeface="Corbel"/>
                <a:cs typeface="Corbel"/>
              </a:rPr>
              <a:t>other.</a:t>
            </a:r>
            <a:endParaRPr sz="1600">
              <a:latin typeface="Corbel"/>
              <a:cs typeface="Corbel"/>
            </a:endParaRPr>
          </a:p>
        </p:txBody>
      </p:sp>
      <p:grpSp>
        <p:nvGrpSpPr>
          <p:cNvPr id="8" name="object 8"/>
          <p:cNvGrpSpPr/>
          <p:nvPr/>
        </p:nvGrpSpPr>
        <p:grpSpPr>
          <a:xfrm>
            <a:off x="6589414" y="2683095"/>
            <a:ext cx="4137660" cy="2809240"/>
            <a:chOff x="6589414" y="2683095"/>
            <a:chExt cx="4137660" cy="2809240"/>
          </a:xfrm>
        </p:grpSpPr>
        <p:pic>
          <p:nvPicPr>
            <p:cNvPr id="9" name="object 9"/>
            <p:cNvPicPr/>
            <p:nvPr/>
          </p:nvPicPr>
          <p:blipFill>
            <a:blip r:embed="rId4" cstate="print"/>
            <a:stretch>
              <a:fillRect/>
            </a:stretch>
          </p:blipFill>
          <p:spPr>
            <a:xfrm>
              <a:off x="6589414" y="2790753"/>
              <a:ext cx="4137338" cy="2701113"/>
            </a:xfrm>
            <a:prstGeom prst="rect">
              <a:avLst/>
            </a:prstGeom>
          </p:spPr>
        </p:pic>
        <p:sp>
          <p:nvSpPr>
            <p:cNvPr id="10" name="object 10"/>
            <p:cNvSpPr/>
            <p:nvPr/>
          </p:nvSpPr>
          <p:spPr>
            <a:xfrm>
              <a:off x="7416059" y="2683095"/>
              <a:ext cx="591185" cy="732790"/>
            </a:xfrm>
            <a:custGeom>
              <a:avLst/>
              <a:gdLst/>
              <a:ahLst/>
              <a:cxnLst/>
              <a:rect l="l" t="t" r="r" b="b"/>
              <a:pathLst>
                <a:path w="591184" h="732789">
                  <a:moveTo>
                    <a:pt x="0" y="647270"/>
                  </a:moveTo>
                  <a:lnTo>
                    <a:pt x="481" y="732463"/>
                  </a:lnTo>
                  <a:lnTo>
                    <a:pt x="65986" y="682754"/>
                  </a:lnTo>
                  <a:lnTo>
                    <a:pt x="28896" y="682754"/>
                  </a:lnTo>
                  <a:lnTo>
                    <a:pt x="22604" y="679653"/>
                  </a:lnTo>
                  <a:lnTo>
                    <a:pt x="21311" y="675845"/>
                  </a:lnTo>
                  <a:lnTo>
                    <a:pt x="28477" y="661309"/>
                  </a:lnTo>
                  <a:lnTo>
                    <a:pt x="0" y="647270"/>
                  </a:lnTo>
                  <a:close/>
                </a:path>
                <a:path w="591184" h="732789">
                  <a:moveTo>
                    <a:pt x="28477" y="661309"/>
                  </a:moveTo>
                  <a:lnTo>
                    <a:pt x="21311" y="675845"/>
                  </a:lnTo>
                  <a:lnTo>
                    <a:pt x="22604" y="679653"/>
                  </a:lnTo>
                  <a:lnTo>
                    <a:pt x="28896" y="682754"/>
                  </a:lnTo>
                  <a:lnTo>
                    <a:pt x="32702" y="681461"/>
                  </a:lnTo>
                  <a:lnTo>
                    <a:pt x="39868" y="666924"/>
                  </a:lnTo>
                  <a:lnTo>
                    <a:pt x="28477" y="661309"/>
                  </a:lnTo>
                  <a:close/>
                </a:path>
                <a:path w="591184" h="732789">
                  <a:moveTo>
                    <a:pt x="39868" y="666924"/>
                  </a:moveTo>
                  <a:lnTo>
                    <a:pt x="32702" y="681461"/>
                  </a:lnTo>
                  <a:lnTo>
                    <a:pt x="28896" y="682754"/>
                  </a:lnTo>
                  <a:lnTo>
                    <a:pt x="65986" y="682754"/>
                  </a:lnTo>
                  <a:lnTo>
                    <a:pt x="68346" y="680963"/>
                  </a:lnTo>
                  <a:lnTo>
                    <a:pt x="39868" y="666924"/>
                  </a:lnTo>
                  <a:close/>
                </a:path>
                <a:path w="591184" h="732789">
                  <a:moveTo>
                    <a:pt x="515878" y="31786"/>
                  </a:moveTo>
                  <a:lnTo>
                    <a:pt x="340248" y="31962"/>
                  </a:lnTo>
                  <a:lnTo>
                    <a:pt x="338043" y="33334"/>
                  </a:lnTo>
                  <a:lnTo>
                    <a:pt x="28477" y="661309"/>
                  </a:lnTo>
                  <a:lnTo>
                    <a:pt x="39868" y="666924"/>
                  </a:lnTo>
                  <a:lnTo>
                    <a:pt x="346620" y="44659"/>
                  </a:lnTo>
                  <a:lnTo>
                    <a:pt x="342676" y="44659"/>
                  </a:lnTo>
                  <a:lnTo>
                    <a:pt x="348366" y="41117"/>
                  </a:lnTo>
                  <a:lnTo>
                    <a:pt x="515207" y="41117"/>
                  </a:lnTo>
                  <a:lnTo>
                    <a:pt x="514602" y="38138"/>
                  </a:lnTo>
                  <a:lnTo>
                    <a:pt x="515843" y="31962"/>
                  </a:lnTo>
                  <a:lnTo>
                    <a:pt x="515878" y="31786"/>
                  </a:lnTo>
                  <a:close/>
                </a:path>
                <a:path w="591184" h="732789">
                  <a:moveTo>
                    <a:pt x="552664" y="0"/>
                  </a:moveTo>
                  <a:lnTo>
                    <a:pt x="537837" y="3009"/>
                  </a:lnTo>
                  <a:lnTo>
                    <a:pt x="525735" y="11186"/>
                  </a:lnTo>
                  <a:lnTo>
                    <a:pt x="517582" y="23305"/>
                  </a:lnTo>
                  <a:lnTo>
                    <a:pt x="514602" y="38138"/>
                  </a:lnTo>
                  <a:lnTo>
                    <a:pt x="517611" y="52965"/>
                  </a:lnTo>
                  <a:lnTo>
                    <a:pt x="525789" y="65068"/>
                  </a:lnTo>
                  <a:lnTo>
                    <a:pt x="537907" y="73221"/>
                  </a:lnTo>
                  <a:lnTo>
                    <a:pt x="552740" y="76200"/>
                  </a:lnTo>
                  <a:lnTo>
                    <a:pt x="567422" y="73221"/>
                  </a:lnTo>
                  <a:lnTo>
                    <a:pt x="579591" y="65068"/>
                  </a:lnTo>
                  <a:lnTo>
                    <a:pt x="587776" y="52965"/>
                  </a:lnTo>
                  <a:lnTo>
                    <a:pt x="589477" y="44659"/>
                  </a:lnTo>
                  <a:lnTo>
                    <a:pt x="589512" y="44486"/>
                  </a:lnTo>
                  <a:lnTo>
                    <a:pt x="556176" y="44486"/>
                  </a:lnTo>
                  <a:lnTo>
                    <a:pt x="559056" y="41601"/>
                  </a:lnTo>
                  <a:lnTo>
                    <a:pt x="559050" y="34587"/>
                  </a:lnTo>
                  <a:lnTo>
                    <a:pt x="556244" y="31786"/>
                  </a:lnTo>
                  <a:lnTo>
                    <a:pt x="589529" y="31786"/>
                  </a:lnTo>
                  <a:lnTo>
                    <a:pt x="587808" y="23305"/>
                  </a:lnTo>
                  <a:lnTo>
                    <a:pt x="579653" y="11186"/>
                  </a:lnTo>
                  <a:lnTo>
                    <a:pt x="567542" y="3009"/>
                  </a:lnTo>
                  <a:lnTo>
                    <a:pt x="552664" y="0"/>
                  </a:lnTo>
                  <a:close/>
                </a:path>
                <a:path w="591184" h="732789">
                  <a:moveTo>
                    <a:pt x="348366" y="41117"/>
                  </a:moveTo>
                  <a:lnTo>
                    <a:pt x="342676" y="44659"/>
                  </a:lnTo>
                  <a:lnTo>
                    <a:pt x="346620" y="44659"/>
                  </a:lnTo>
                  <a:lnTo>
                    <a:pt x="348366" y="41117"/>
                  </a:lnTo>
                  <a:close/>
                </a:path>
                <a:path w="591184" h="732789">
                  <a:moveTo>
                    <a:pt x="515207" y="41117"/>
                  </a:moveTo>
                  <a:lnTo>
                    <a:pt x="348366" y="41117"/>
                  </a:lnTo>
                  <a:lnTo>
                    <a:pt x="346705" y="44486"/>
                  </a:lnTo>
                  <a:lnTo>
                    <a:pt x="346620" y="44659"/>
                  </a:lnTo>
                  <a:lnTo>
                    <a:pt x="342676" y="44659"/>
                  </a:lnTo>
                  <a:lnTo>
                    <a:pt x="515891" y="44486"/>
                  </a:lnTo>
                  <a:lnTo>
                    <a:pt x="515305" y="41601"/>
                  </a:lnTo>
                  <a:lnTo>
                    <a:pt x="515207" y="41117"/>
                  </a:lnTo>
                  <a:close/>
                </a:path>
                <a:path w="591184" h="732789">
                  <a:moveTo>
                    <a:pt x="589529" y="31786"/>
                  </a:moveTo>
                  <a:lnTo>
                    <a:pt x="556244" y="31786"/>
                  </a:lnTo>
                  <a:lnTo>
                    <a:pt x="559050" y="34587"/>
                  </a:lnTo>
                  <a:lnTo>
                    <a:pt x="559056" y="41601"/>
                  </a:lnTo>
                  <a:lnTo>
                    <a:pt x="556176" y="44486"/>
                  </a:lnTo>
                  <a:lnTo>
                    <a:pt x="589512" y="44486"/>
                  </a:lnTo>
                  <a:lnTo>
                    <a:pt x="590787" y="38138"/>
                  </a:lnTo>
                  <a:lnTo>
                    <a:pt x="590097" y="34587"/>
                  </a:lnTo>
                  <a:lnTo>
                    <a:pt x="589565" y="31962"/>
                  </a:lnTo>
                  <a:lnTo>
                    <a:pt x="589529" y="31786"/>
                  </a:lnTo>
                  <a:close/>
                </a:path>
              </a:pathLst>
            </a:custGeom>
            <a:solidFill>
              <a:srgbClr val="7F7F7F"/>
            </a:solidFill>
          </p:spPr>
          <p:txBody>
            <a:bodyPr wrap="square" lIns="0" tIns="0" rIns="0" bIns="0" rtlCol="0"/>
            <a:lstStyle/>
            <a:p>
              <a:endParaRPr/>
            </a:p>
          </p:txBody>
        </p:sp>
      </p:grpSp>
      <p:sp>
        <p:nvSpPr>
          <p:cNvPr id="11" name="object 11"/>
          <p:cNvSpPr txBox="1"/>
          <p:nvPr/>
        </p:nvSpPr>
        <p:spPr>
          <a:xfrm>
            <a:off x="7980456" y="2669806"/>
            <a:ext cx="1330960" cy="275590"/>
          </a:xfrm>
          <a:prstGeom prst="rect">
            <a:avLst/>
          </a:prstGeom>
          <a:ln w="12700">
            <a:solidFill>
              <a:srgbClr val="7F7F7F"/>
            </a:solidFill>
          </a:ln>
        </p:spPr>
        <p:txBody>
          <a:bodyPr vert="horz" wrap="square" lIns="0" tIns="49530" rIns="0" bIns="0" rtlCol="0">
            <a:spAutoFit/>
          </a:bodyPr>
          <a:lstStyle/>
          <a:p>
            <a:pPr marL="91440">
              <a:lnSpc>
                <a:spcPct val="100000"/>
              </a:lnSpc>
              <a:spcBef>
                <a:spcPts val="390"/>
              </a:spcBef>
            </a:pPr>
            <a:r>
              <a:rPr sz="1000" dirty="0">
                <a:solidFill>
                  <a:srgbClr val="595959"/>
                </a:solidFill>
                <a:latin typeface="Corbel"/>
                <a:cs typeface="Corbel"/>
              </a:rPr>
              <a:t>Aileron</a:t>
            </a:r>
            <a:r>
              <a:rPr sz="1000" spc="-25" dirty="0">
                <a:solidFill>
                  <a:srgbClr val="595959"/>
                </a:solidFill>
                <a:latin typeface="Corbel"/>
                <a:cs typeface="Corbel"/>
              </a:rPr>
              <a:t> </a:t>
            </a:r>
            <a:r>
              <a:rPr sz="1000" dirty="0">
                <a:solidFill>
                  <a:srgbClr val="595959"/>
                </a:solidFill>
                <a:latin typeface="Corbel"/>
                <a:cs typeface="Corbel"/>
              </a:rPr>
              <a:t>Trim</a:t>
            </a:r>
            <a:r>
              <a:rPr sz="1000" spc="-25" dirty="0">
                <a:solidFill>
                  <a:srgbClr val="595959"/>
                </a:solidFill>
                <a:latin typeface="Corbel"/>
                <a:cs typeface="Corbel"/>
              </a:rPr>
              <a:t> Tab</a:t>
            </a:r>
            <a:endParaRPr sz="1000">
              <a:latin typeface="Corbel"/>
              <a:cs typeface="Corbel"/>
            </a:endParaRPr>
          </a:p>
        </p:txBody>
      </p:sp>
      <p:sp>
        <p:nvSpPr>
          <p:cNvPr id="12" name="object 12"/>
          <p:cNvSpPr/>
          <p:nvPr/>
        </p:nvSpPr>
        <p:spPr>
          <a:xfrm>
            <a:off x="9730708" y="2681192"/>
            <a:ext cx="428625" cy="413384"/>
          </a:xfrm>
          <a:custGeom>
            <a:avLst/>
            <a:gdLst/>
            <a:ahLst/>
            <a:cxnLst/>
            <a:rect l="l" t="t" r="r" b="b"/>
            <a:pathLst>
              <a:path w="428625" h="413385">
                <a:moveTo>
                  <a:pt x="0" y="328110"/>
                </a:moveTo>
                <a:lnTo>
                  <a:pt x="1687" y="413288"/>
                </a:lnTo>
                <a:lnTo>
                  <a:pt x="65810" y="363181"/>
                </a:lnTo>
                <a:lnTo>
                  <a:pt x="29395" y="363181"/>
                </a:lnTo>
                <a:lnTo>
                  <a:pt x="23061" y="360169"/>
                </a:lnTo>
                <a:lnTo>
                  <a:pt x="21714" y="356381"/>
                </a:lnTo>
                <a:lnTo>
                  <a:pt x="28673" y="341744"/>
                </a:lnTo>
                <a:lnTo>
                  <a:pt x="0" y="328110"/>
                </a:lnTo>
                <a:close/>
              </a:path>
              <a:path w="428625" h="413385">
                <a:moveTo>
                  <a:pt x="28673" y="341744"/>
                </a:moveTo>
                <a:lnTo>
                  <a:pt x="21714" y="356381"/>
                </a:lnTo>
                <a:lnTo>
                  <a:pt x="23061" y="360169"/>
                </a:lnTo>
                <a:lnTo>
                  <a:pt x="29395" y="363181"/>
                </a:lnTo>
                <a:lnTo>
                  <a:pt x="33183" y="361835"/>
                </a:lnTo>
                <a:lnTo>
                  <a:pt x="40143" y="347198"/>
                </a:lnTo>
                <a:lnTo>
                  <a:pt x="28673" y="341744"/>
                </a:lnTo>
                <a:close/>
              </a:path>
              <a:path w="428625" h="413385">
                <a:moveTo>
                  <a:pt x="40143" y="347198"/>
                </a:moveTo>
                <a:lnTo>
                  <a:pt x="33183" y="361835"/>
                </a:lnTo>
                <a:lnTo>
                  <a:pt x="29395" y="363181"/>
                </a:lnTo>
                <a:lnTo>
                  <a:pt x="65810" y="363181"/>
                </a:lnTo>
                <a:lnTo>
                  <a:pt x="68817" y="360832"/>
                </a:lnTo>
                <a:lnTo>
                  <a:pt x="40143" y="347198"/>
                </a:lnTo>
                <a:close/>
              </a:path>
              <a:path w="428625" h="413385">
                <a:moveTo>
                  <a:pt x="353188" y="31786"/>
                </a:moveTo>
                <a:lnTo>
                  <a:pt x="177525" y="31962"/>
                </a:lnTo>
                <a:lnTo>
                  <a:pt x="175296" y="33371"/>
                </a:lnTo>
                <a:lnTo>
                  <a:pt x="28673" y="341744"/>
                </a:lnTo>
                <a:lnTo>
                  <a:pt x="40143" y="347198"/>
                </a:lnTo>
                <a:lnTo>
                  <a:pt x="183991" y="44659"/>
                </a:lnTo>
                <a:lnTo>
                  <a:pt x="179986" y="44659"/>
                </a:lnTo>
                <a:lnTo>
                  <a:pt x="185714" y="41036"/>
                </a:lnTo>
                <a:lnTo>
                  <a:pt x="352501" y="41036"/>
                </a:lnTo>
                <a:lnTo>
                  <a:pt x="351913" y="38138"/>
                </a:lnTo>
                <a:lnTo>
                  <a:pt x="353153" y="31962"/>
                </a:lnTo>
                <a:lnTo>
                  <a:pt x="353188" y="31786"/>
                </a:lnTo>
                <a:close/>
              </a:path>
              <a:path w="428625" h="413385">
                <a:moveTo>
                  <a:pt x="389975" y="0"/>
                </a:moveTo>
                <a:lnTo>
                  <a:pt x="375148" y="3008"/>
                </a:lnTo>
                <a:lnTo>
                  <a:pt x="363045" y="11185"/>
                </a:lnTo>
                <a:lnTo>
                  <a:pt x="354892" y="23304"/>
                </a:lnTo>
                <a:lnTo>
                  <a:pt x="351913" y="38138"/>
                </a:lnTo>
                <a:lnTo>
                  <a:pt x="354922" y="52964"/>
                </a:lnTo>
                <a:lnTo>
                  <a:pt x="363099" y="65067"/>
                </a:lnTo>
                <a:lnTo>
                  <a:pt x="375217" y="73220"/>
                </a:lnTo>
                <a:lnTo>
                  <a:pt x="390051" y="76200"/>
                </a:lnTo>
                <a:lnTo>
                  <a:pt x="404732" y="73220"/>
                </a:lnTo>
                <a:lnTo>
                  <a:pt x="416901" y="65067"/>
                </a:lnTo>
                <a:lnTo>
                  <a:pt x="425086" y="52964"/>
                </a:lnTo>
                <a:lnTo>
                  <a:pt x="426788" y="44659"/>
                </a:lnTo>
                <a:lnTo>
                  <a:pt x="426822" y="44486"/>
                </a:lnTo>
                <a:lnTo>
                  <a:pt x="393485" y="44486"/>
                </a:lnTo>
                <a:lnTo>
                  <a:pt x="396367" y="41600"/>
                </a:lnTo>
                <a:lnTo>
                  <a:pt x="396359" y="34585"/>
                </a:lnTo>
                <a:lnTo>
                  <a:pt x="393553" y="31786"/>
                </a:lnTo>
                <a:lnTo>
                  <a:pt x="426839" y="31786"/>
                </a:lnTo>
                <a:lnTo>
                  <a:pt x="425118" y="23304"/>
                </a:lnTo>
                <a:lnTo>
                  <a:pt x="416963" y="11185"/>
                </a:lnTo>
                <a:lnTo>
                  <a:pt x="404852" y="3008"/>
                </a:lnTo>
                <a:lnTo>
                  <a:pt x="389975" y="0"/>
                </a:lnTo>
                <a:close/>
              </a:path>
              <a:path w="428625" h="413385">
                <a:moveTo>
                  <a:pt x="185714" y="41036"/>
                </a:moveTo>
                <a:lnTo>
                  <a:pt x="179986" y="44659"/>
                </a:lnTo>
                <a:lnTo>
                  <a:pt x="183991" y="44659"/>
                </a:lnTo>
                <a:lnTo>
                  <a:pt x="185714" y="41036"/>
                </a:lnTo>
                <a:close/>
              </a:path>
              <a:path w="428625" h="413385">
                <a:moveTo>
                  <a:pt x="352501" y="41036"/>
                </a:moveTo>
                <a:lnTo>
                  <a:pt x="185714" y="41036"/>
                </a:lnTo>
                <a:lnTo>
                  <a:pt x="184074" y="44486"/>
                </a:lnTo>
                <a:lnTo>
                  <a:pt x="183991" y="44659"/>
                </a:lnTo>
                <a:lnTo>
                  <a:pt x="179986" y="44659"/>
                </a:lnTo>
                <a:lnTo>
                  <a:pt x="353201" y="44486"/>
                </a:lnTo>
                <a:lnTo>
                  <a:pt x="352615" y="41600"/>
                </a:lnTo>
                <a:lnTo>
                  <a:pt x="352501" y="41036"/>
                </a:lnTo>
                <a:close/>
              </a:path>
              <a:path w="428625" h="413385">
                <a:moveTo>
                  <a:pt x="426839" y="31786"/>
                </a:moveTo>
                <a:lnTo>
                  <a:pt x="393553" y="31786"/>
                </a:lnTo>
                <a:lnTo>
                  <a:pt x="396359" y="34585"/>
                </a:lnTo>
                <a:lnTo>
                  <a:pt x="396367" y="41600"/>
                </a:lnTo>
                <a:lnTo>
                  <a:pt x="393485" y="44486"/>
                </a:lnTo>
                <a:lnTo>
                  <a:pt x="426822" y="44486"/>
                </a:lnTo>
                <a:lnTo>
                  <a:pt x="428097" y="38138"/>
                </a:lnTo>
                <a:lnTo>
                  <a:pt x="427407" y="34585"/>
                </a:lnTo>
                <a:lnTo>
                  <a:pt x="426875" y="31962"/>
                </a:lnTo>
                <a:lnTo>
                  <a:pt x="426839" y="31786"/>
                </a:lnTo>
                <a:close/>
              </a:path>
            </a:pathLst>
          </a:custGeom>
          <a:solidFill>
            <a:srgbClr val="7F7F7F"/>
          </a:solidFill>
        </p:spPr>
        <p:txBody>
          <a:bodyPr wrap="square" lIns="0" tIns="0" rIns="0" bIns="0" rtlCol="0"/>
          <a:lstStyle/>
          <a:p>
            <a:endParaRPr/>
          </a:p>
        </p:txBody>
      </p:sp>
      <p:sp>
        <p:nvSpPr>
          <p:cNvPr id="13" name="object 13"/>
          <p:cNvSpPr txBox="1"/>
          <p:nvPr/>
        </p:nvSpPr>
        <p:spPr>
          <a:xfrm>
            <a:off x="10132415" y="2667903"/>
            <a:ext cx="1330960" cy="275590"/>
          </a:xfrm>
          <a:prstGeom prst="rect">
            <a:avLst/>
          </a:prstGeom>
          <a:ln w="12700">
            <a:solidFill>
              <a:srgbClr val="7F7F7F"/>
            </a:solidFill>
          </a:ln>
        </p:spPr>
        <p:txBody>
          <a:bodyPr vert="horz" wrap="square" lIns="0" tIns="48894" rIns="0" bIns="0" rtlCol="0">
            <a:spAutoFit/>
          </a:bodyPr>
          <a:lstStyle/>
          <a:p>
            <a:pPr marL="91440">
              <a:lnSpc>
                <a:spcPct val="100000"/>
              </a:lnSpc>
              <a:spcBef>
                <a:spcPts val="384"/>
              </a:spcBef>
            </a:pPr>
            <a:r>
              <a:rPr sz="1000" dirty="0">
                <a:solidFill>
                  <a:srgbClr val="595959"/>
                </a:solidFill>
                <a:latin typeface="Corbel"/>
                <a:cs typeface="Corbel"/>
              </a:rPr>
              <a:t>Rudder</a:t>
            </a:r>
            <a:r>
              <a:rPr sz="1000" spc="-30" dirty="0">
                <a:solidFill>
                  <a:srgbClr val="595959"/>
                </a:solidFill>
                <a:latin typeface="Corbel"/>
                <a:cs typeface="Corbel"/>
              </a:rPr>
              <a:t> </a:t>
            </a:r>
            <a:r>
              <a:rPr sz="1000" dirty="0">
                <a:solidFill>
                  <a:srgbClr val="595959"/>
                </a:solidFill>
                <a:latin typeface="Corbel"/>
                <a:cs typeface="Corbel"/>
              </a:rPr>
              <a:t>Trim</a:t>
            </a:r>
            <a:r>
              <a:rPr sz="1000" spc="-25" dirty="0">
                <a:solidFill>
                  <a:srgbClr val="595959"/>
                </a:solidFill>
                <a:latin typeface="Corbel"/>
                <a:cs typeface="Corbel"/>
              </a:rPr>
              <a:t> Tab</a:t>
            </a:r>
            <a:endParaRPr sz="1000">
              <a:latin typeface="Corbel"/>
              <a:cs typeface="Corbel"/>
            </a:endParaRPr>
          </a:p>
        </p:txBody>
      </p:sp>
      <p:sp>
        <p:nvSpPr>
          <p:cNvPr id="14" name="object 14"/>
          <p:cNvSpPr/>
          <p:nvPr/>
        </p:nvSpPr>
        <p:spPr>
          <a:xfrm>
            <a:off x="9832091" y="3143015"/>
            <a:ext cx="327025" cy="491490"/>
          </a:xfrm>
          <a:custGeom>
            <a:avLst/>
            <a:gdLst/>
            <a:ahLst/>
            <a:cxnLst/>
            <a:rect l="l" t="t" r="r" b="b"/>
            <a:pathLst>
              <a:path w="327025" h="491489">
                <a:moveTo>
                  <a:pt x="0" y="411074"/>
                </a:moveTo>
                <a:lnTo>
                  <a:pt x="29695" y="490927"/>
                </a:lnTo>
                <a:lnTo>
                  <a:pt x="65973" y="434484"/>
                </a:lnTo>
                <a:lnTo>
                  <a:pt x="39320" y="434484"/>
                </a:lnTo>
                <a:lnTo>
                  <a:pt x="32346" y="433731"/>
                </a:lnTo>
                <a:lnTo>
                  <a:pt x="29825" y="430598"/>
                </a:lnTo>
                <a:lnTo>
                  <a:pt x="31566" y="414485"/>
                </a:lnTo>
                <a:lnTo>
                  <a:pt x="0" y="411074"/>
                </a:lnTo>
                <a:close/>
              </a:path>
              <a:path w="327025" h="491489">
                <a:moveTo>
                  <a:pt x="31566" y="414485"/>
                </a:moveTo>
                <a:lnTo>
                  <a:pt x="29825" y="430598"/>
                </a:lnTo>
                <a:lnTo>
                  <a:pt x="32346" y="433731"/>
                </a:lnTo>
                <a:lnTo>
                  <a:pt x="39320" y="434484"/>
                </a:lnTo>
                <a:lnTo>
                  <a:pt x="42452" y="431963"/>
                </a:lnTo>
                <a:lnTo>
                  <a:pt x="44193" y="415849"/>
                </a:lnTo>
                <a:lnTo>
                  <a:pt x="31566" y="414485"/>
                </a:lnTo>
                <a:close/>
              </a:path>
              <a:path w="327025" h="491489">
                <a:moveTo>
                  <a:pt x="44193" y="415849"/>
                </a:moveTo>
                <a:lnTo>
                  <a:pt x="42452" y="431963"/>
                </a:lnTo>
                <a:lnTo>
                  <a:pt x="39320" y="434484"/>
                </a:lnTo>
                <a:lnTo>
                  <a:pt x="65973" y="434484"/>
                </a:lnTo>
                <a:lnTo>
                  <a:pt x="75759" y="419260"/>
                </a:lnTo>
                <a:lnTo>
                  <a:pt x="44193" y="415849"/>
                </a:lnTo>
                <a:close/>
              </a:path>
              <a:path w="327025" h="491489">
                <a:moveTo>
                  <a:pt x="251805" y="31786"/>
                </a:moveTo>
                <a:lnTo>
                  <a:pt x="75350" y="31962"/>
                </a:lnTo>
                <a:lnTo>
                  <a:pt x="72632" y="34405"/>
                </a:lnTo>
                <a:lnTo>
                  <a:pt x="31566" y="414485"/>
                </a:lnTo>
                <a:lnTo>
                  <a:pt x="44193" y="415849"/>
                </a:lnTo>
                <a:lnTo>
                  <a:pt x="84298" y="44659"/>
                </a:lnTo>
                <a:lnTo>
                  <a:pt x="78604" y="44659"/>
                </a:lnTo>
                <a:lnTo>
                  <a:pt x="84910" y="38991"/>
                </a:lnTo>
                <a:lnTo>
                  <a:pt x="250703" y="38991"/>
                </a:lnTo>
                <a:lnTo>
                  <a:pt x="250530" y="38138"/>
                </a:lnTo>
                <a:lnTo>
                  <a:pt x="251770" y="31962"/>
                </a:lnTo>
                <a:lnTo>
                  <a:pt x="251805" y="31786"/>
                </a:lnTo>
                <a:close/>
              </a:path>
              <a:path w="327025" h="491489">
                <a:moveTo>
                  <a:pt x="288592" y="0"/>
                </a:moveTo>
                <a:lnTo>
                  <a:pt x="273765" y="3009"/>
                </a:lnTo>
                <a:lnTo>
                  <a:pt x="261662" y="11186"/>
                </a:lnTo>
                <a:lnTo>
                  <a:pt x="253509" y="23304"/>
                </a:lnTo>
                <a:lnTo>
                  <a:pt x="250530" y="38138"/>
                </a:lnTo>
                <a:lnTo>
                  <a:pt x="253539" y="52964"/>
                </a:lnTo>
                <a:lnTo>
                  <a:pt x="261716" y="65067"/>
                </a:lnTo>
                <a:lnTo>
                  <a:pt x="273835" y="73220"/>
                </a:lnTo>
                <a:lnTo>
                  <a:pt x="288668" y="76200"/>
                </a:lnTo>
                <a:lnTo>
                  <a:pt x="303350" y="73220"/>
                </a:lnTo>
                <a:lnTo>
                  <a:pt x="315519" y="65067"/>
                </a:lnTo>
                <a:lnTo>
                  <a:pt x="323704" y="52964"/>
                </a:lnTo>
                <a:lnTo>
                  <a:pt x="325405" y="44659"/>
                </a:lnTo>
                <a:lnTo>
                  <a:pt x="325440" y="44486"/>
                </a:lnTo>
                <a:lnTo>
                  <a:pt x="292102" y="44486"/>
                </a:lnTo>
                <a:lnTo>
                  <a:pt x="294984" y="41600"/>
                </a:lnTo>
                <a:lnTo>
                  <a:pt x="294976" y="34587"/>
                </a:lnTo>
                <a:lnTo>
                  <a:pt x="292170" y="31786"/>
                </a:lnTo>
                <a:lnTo>
                  <a:pt x="325456" y="31786"/>
                </a:lnTo>
                <a:lnTo>
                  <a:pt x="323735" y="23304"/>
                </a:lnTo>
                <a:lnTo>
                  <a:pt x="315580" y="11186"/>
                </a:lnTo>
                <a:lnTo>
                  <a:pt x="303470" y="3009"/>
                </a:lnTo>
                <a:lnTo>
                  <a:pt x="288592" y="0"/>
                </a:lnTo>
                <a:close/>
              </a:path>
              <a:path w="327025" h="491489">
                <a:moveTo>
                  <a:pt x="84910" y="38991"/>
                </a:moveTo>
                <a:lnTo>
                  <a:pt x="78604" y="44659"/>
                </a:lnTo>
                <a:lnTo>
                  <a:pt x="84298" y="44659"/>
                </a:lnTo>
                <a:lnTo>
                  <a:pt x="84910" y="38991"/>
                </a:lnTo>
                <a:close/>
              </a:path>
              <a:path w="327025" h="491489">
                <a:moveTo>
                  <a:pt x="250703" y="38991"/>
                </a:moveTo>
                <a:lnTo>
                  <a:pt x="84910" y="38991"/>
                </a:lnTo>
                <a:lnTo>
                  <a:pt x="84317" y="44486"/>
                </a:lnTo>
                <a:lnTo>
                  <a:pt x="84298" y="44659"/>
                </a:lnTo>
                <a:lnTo>
                  <a:pt x="78604" y="44659"/>
                </a:lnTo>
                <a:lnTo>
                  <a:pt x="251818" y="44486"/>
                </a:lnTo>
                <a:lnTo>
                  <a:pt x="250703" y="38991"/>
                </a:lnTo>
                <a:close/>
              </a:path>
              <a:path w="327025" h="491489">
                <a:moveTo>
                  <a:pt x="325456" y="31786"/>
                </a:moveTo>
                <a:lnTo>
                  <a:pt x="292170" y="31786"/>
                </a:lnTo>
                <a:lnTo>
                  <a:pt x="294976" y="34587"/>
                </a:lnTo>
                <a:lnTo>
                  <a:pt x="294984" y="41600"/>
                </a:lnTo>
                <a:lnTo>
                  <a:pt x="292102" y="44486"/>
                </a:lnTo>
                <a:lnTo>
                  <a:pt x="325440" y="44486"/>
                </a:lnTo>
                <a:lnTo>
                  <a:pt x="326715" y="38138"/>
                </a:lnTo>
                <a:lnTo>
                  <a:pt x="326025" y="34587"/>
                </a:lnTo>
                <a:lnTo>
                  <a:pt x="325492" y="31962"/>
                </a:lnTo>
                <a:lnTo>
                  <a:pt x="325456" y="31786"/>
                </a:lnTo>
                <a:close/>
              </a:path>
            </a:pathLst>
          </a:custGeom>
          <a:solidFill>
            <a:srgbClr val="7F7F7F"/>
          </a:solidFill>
        </p:spPr>
        <p:txBody>
          <a:bodyPr wrap="square" lIns="0" tIns="0" rIns="0" bIns="0" rtlCol="0"/>
          <a:lstStyle/>
          <a:p>
            <a:endParaRPr/>
          </a:p>
        </p:txBody>
      </p:sp>
      <p:sp>
        <p:nvSpPr>
          <p:cNvPr id="15" name="object 15"/>
          <p:cNvSpPr txBox="1"/>
          <p:nvPr/>
        </p:nvSpPr>
        <p:spPr>
          <a:xfrm>
            <a:off x="10132415" y="3129725"/>
            <a:ext cx="1330960" cy="275590"/>
          </a:xfrm>
          <a:prstGeom prst="rect">
            <a:avLst/>
          </a:prstGeom>
          <a:ln w="12700">
            <a:solidFill>
              <a:srgbClr val="7F7F7F"/>
            </a:solidFill>
          </a:ln>
        </p:spPr>
        <p:txBody>
          <a:bodyPr vert="horz" wrap="square" lIns="0" tIns="46990" rIns="0" bIns="0" rtlCol="0">
            <a:spAutoFit/>
          </a:bodyPr>
          <a:lstStyle/>
          <a:p>
            <a:pPr marL="91440">
              <a:lnSpc>
                <a:spcPct val="100000"/>
              </a:lnSpc>
              <a:spcBef>
                <a:spcPts val="370"/>
              </a:spcBef>
            </a:pPr>
            <a:r>
              <a:rPr sz="1000" dirty="0">
                <a:solidFill>
                  <a:srgbClr val="595959"/>
                </a:solidFill>
                <a:latin typeface="Corbel"/>
                <a:cs typeface="Corbel"/>
              </a:rPr>
              <a:t>Elevator</a:t>
            </a:r>
            <a:r>
              <a:rPr sz="1000" spc="-30" dirty="0">
                <a:solidFill>
                  <a:srgbClr val="595959"/>
                </a:solidFill>
                <a:latin typeface="Corbel"/>
                <a:cs typeface="Corbel"/>
              </a:rPr>
              <a:t> </a:t>
            </a:r>
            <a:r>
              <a:rPr sz="1000" dirty="0">
                <a:solidFill>
                  <a:srgbClr val="595959"/>
                </a:solidFill>
                <a:latin typeface="Corbel"/>
                <a:cs typeface="Corbel"/>
              </a:rPr>
              <a:t>Trim</a:t>
            </a:r>
            <a:r>
              <a:rPr sz="1000" spc="-25" dirty="0">
                <a:solidFill>
                  <a:srgbClr val="595959"/>
                </a:solidFill>
                <a:latin typeface="Corbel"/>
                <a:cs typeface="Corbel"/>
              </a:rPr>
              <a:t> Tab</a:t>
            </a:r>
            <a:endParaRPr sz="1000">
              <a:latin typeface="Corbel"/>
              <a:cs typeface="Corbe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0811" y="0"/>
            <a:ext cx="2437130" cy="6858000"/>
            <a:chOff x="150811" y="0"/>
            <a:chExt cx="2437130" cy="6858000"/>
          </a:xfrm>
        </p:grpSpPr>
        <p:sp>
          <p:nvSpPr>
            <p:cNvPr id="3" name="object 3"/>
            <p:cNvSpPr/>
            <p:nvPr/>
          </p:nvSpPr>
          <p:spPr>
            <a:xfrm>
              <a:off x="457200" y="0"/>
              <a:ext cx="1122680" cy="5329555"/>
            </a:xfrm>
            <a:custGeom>
              <a:avLst/>
              <a:gdLst/>
              <a:ahLst/>
              <a:cxnLst/>
              <a:rect l="l" t="t" r="r" b="b"/>
              <a:pathLst>
                <a:path w="1122680" h="5329555">
                  <a:moveTo>
                    <a:pt x="1122362" y="0"/>
                  </a:moveTo>
                  <a:lnTo>
                    <a:pt x="868362" y="0"/>
                  </a:lnTo>
                  <a:lnTo>
                    <a:pt x="0" y="5286375"/>
                  </a:lnTo>
                  <a:lnTo>
                    <a:pt x="247650" y="5329237"/>
                  </a:lnTo>
                  <a:lnTo>
                    <a:pt x="1122362" y="0"/>
                  </a:lnTo>
                  <a:close/>
                </a:path>
              </a:pathLst>
            </a:custGeom>
            <a:solidFill>
              <a:srgbClr val="1CADE4"/>
            </a:solidFill>
          </p:spPr>
          <p:txBody>
            <a:bodyPr wrap="square" lIns="0" tIns="0" rIns="0" bIns="0" rtlCol="0"/>
            <a:lstStyle/>
            <a:p>
              <a:endParaRPr/>
            </a:p>
          </p:txBody>
        </p:sp>
        <p:sp>
          <p:nvSpPr>
            <p:cNvPr id="4" name="object 4"/>
            <p:cNvSpPr/>
            <p:nvPr/>
          </p:nvSpPr>
          <p:spPr>
            <a:xfrm>
              <a:off x="150811" y="0"/>
              <a:ext cx="1117600" cy="5276850"/>
            </a:xfrm>
            <a:custGeom>
              <a:avLst/>
              <a:gdLst/>
              <a:ahLst/>
              <a:cxnLst/>
              <a:rect l="l" t="t" r="r" b="b"/>
              <a:pathLst>
                <a:path w="1117600" h="5276850">
                  <a:moveTo>
                    <a:pt x="1117600" y="0"/>
                  </a:moveTo>
                  <a:lnTo>
                    <a:pt x="865187" y="0"/>
                  </a:lnTo>
                  <a:lnTo>
                    <a:pt x="0" y="5238750"/>
                  </a:lnTo>
                  <a:lnTo>
                    <a:pt x="249237" y="5276850"/>
                  </a:lnTo>
                  <a:lnTo>
                    <a:pt x="1117600" y="0"/>
                  </a:lnTo>
                  <a:close/>
                </a:path>
              </a:pathLst>
            </a:custGeom>
            <a:solidFill>
              <a:srgbClr val="595959"/>
            </a:solidFill>
          </p:spPr>
          <p:txBody>
            <a:bodyPr wrap="square" lIns="0" tIns="0" rIns="0" bIns="0" rtlCol="0"/>
            <a:lstStyle/>
            <a:p>
              <a:endParaRPr/>
            </a:p>
          </p:txBody>
        </p:sp>
        <p:sp>
          <p:nvSpPr>
            <p:cNvPr id="5" name="object 5"/>
            <p:cNvSpPr/>
            <p:nvPr/>
          </p:nvSpPr>
          <p:spPr>
            <a:xfrm>
              <a:off x="150811" y="5238750"/>
              <a:ext cx="1228725" cy="1619250"/>
            </a:xfrm>
            <a:custGeom>
              <a:avLst/>
              <a:gdLst/>
              <a:ahLst/>
              <a:cxnLst/>
              <a:rect l="l" t="t" r="r" b="b"/>
              <a:pathLst>
                <a:path w="1228725" h="1619250">
                  <a:moveTo>
                    <a:pt x="0" y="0"/>
                  </a:moveTo>
                  <a:lnTo>
                    <a:pt x="1174750" y="1619249"/>
                  </a:lnTo>
                  <a:lnTo>
                    <a:pt x="1228725" y="1619249"/>
                  </a:lnTo>
                  <a:lnTo>
                    <a:pt x="0" y="0"/>
                  </a:lnTo>
                  <a:close/>
                </a:path>
              </a:pathLst>
            </a:custGeom>
            <a:solidFill>
              <a:srgbClr val="262626"/>
            </a:solidFill>
          </p:spPr>
          <p:txBody>
            <a:bodyPr wrap="square" lIns="0" tIns="0" rIns="0" bIns="0" rtlCol="0"/>
            <a:lstStyle/>
            <a:p>
              <a:endParaRPr/>
            </a:p>
          </p:txBody>
        </p:sp>
        <p:sp>
          <p:nvSpPr>
            <p:cNvPr id="6" name="object 6"/>
            <p:cNvSpPr/>
            <p:nvPr/>
          </p:nvSpPr>
          <p:spPr>
            <a:xfrm>
              <a:off x="457200" y="5291137"/>
              <a:ext cx="1495425" cy="1567180"/>
            </a:xfrm>
            <a:custGeom>
              <a:avLst/>
              <a:gdLst/>
              <a:ahLst/>
              <a:cxnLst/>
              <a:rect l="l" t="t" r="r" b="b"/>
              <a:pathLst>
                <a:path w="1495425" h="1567179">
                  <a:moveTo>
                    <a:pt x="0" y="0"/>
                  </a:moveTo>
                  <a:lnTo>
                    <a:pt x="1443037" y="1566863"/>
                  </a:lnTo>
                  <a:lnTo>
                    <a:pt x="1495425" y="1566863"/>
                  </a:lnTo>
                  <a:lnTo>
                    <a:pt x="0" y="0"/>
                  </a:lnTo>
                  <a:close/>
                </a:path>
              </a:pathLst>
            </a:custGeom>
            <a:solidFill>
              <a:srgbClr val="0E5772"/>
            </a:solidFill>
          </p:spPr>
          <p:txBody>
            <a:bodyPr wrap="square" lIns="0" tIns="0" rIns="0" bIns="0" rtlCol="0"/>
            <a:lstStyle/>
            <a:p>
              <a:endParaRPr/>
            </a:p>
          </p:txBody>
        </p:sp>
        <p:sp>
          <p:nvSpPr>
            <p:cNvPr id="7" name="object 7"/>
            <p:cNvSpPr/>
            <p:nvPr/>
          </p:nvSpPr>
          <p:spPr>
            <a:xfrm>
              <a:off x="457200" y="5286375"/>
              <a:ext cx="2130425" cy="1571625"/>
            </a:xfrm>
            <a:custGeom>
              <a:avLst/>
              <a:gdLst/>
              <a:ahLst/>
              <a:cxnLst/>
              <a:rect l="l" t="t" r="r" b="b"/>
              <a:pathLst>
                <a:path w="2130425" h="1571625">
                  <a:moveTo>
                    <a:pt x="0" y="0"/>
                  </a:moveTo>
                  <a:lnTo>
                    <a:pt x="0" y="4762"/>
                  </a:lnTo>
                  <a:lnTo>
                    <a:pt x="1495425" y="1571624"/>
                  </a:lnTo>
                  <a:lnTo>
                    <a:pt x="2130425" y="1571624"/>
                  </a:lnTo>
                  <a:lnTo>
                    <a:pt x="247650" y="42862"/>
                  </a:lnTo>
                  <a:lnTo>
                    <a:pt x="0" y="0"/>
                  </a:lnTo>
                  <a:close/>
                </a:path>
              </a:pathLst>
            </a:custGeom>
            <a:solidFill>
              <a:srgbClr val="1482AC"/>
            </a:solidFill>
          </p:spPr>
          <p:txBody>
            <a:bodyPr wrap="square" lIns="0" tIns="0" rIns="0" bIns="0" rtlCol="0"/>
            <a:lstStyle/>
            <a:p>
              <a:endParaRPr/>
            </a:p>
          </p:txBody>
        </p:sp>
        <p:sp>
          <p:nvSpPr>
            <p:cNvPr id="8" name="object 8"/>
            <p:cNvSpPr/>
            <p:nvPr/>
          </p:nvSpPr>
          <p:spPr>
            <a:xfrm>
              <a:off x="150811" y="5238750"/>
              <a:ext cx="1695450" cy="1619250"/>
            </a:xfrm>
            <a:custGeom>
              <a:avLst/>
              <a:gdLst/>
              <a:ahLst/>
              <a:cxnLst/>
              <a:rect l="l" t="t" r="r" b="b"/>
              <a:pathLst>
                <a:path w="1695450" h="1619250">
                  <a:moveTo>
                    <a:pt x="0" y="0"/>
                  </a:moveTo>
                  <a:lnTo>
                    <a:pt x="1228725" y="1619249"/>
                  </a:lnTo>
                  <a:lnTo>
                    <a:pt x="1695450" y="1619249"/>
                  </a:lnTo>
                  <a:lnTo>
                    <a:pt x="292100" y="95250"/>
                  </a:lnTo>
                  <a:lnTo>
                    <a:pt x="244475" y="42862"/>
                  </a:lnTo>
                  <a:lnTo>
                    <a:pt x="249237" y="42862"/>
                  </a:lnTo>
                  <a:lnTo>
                    <a:pt x="249237" y="38100"/>
                  </a:lnTo>
                  <a:lnTo>
                    <a:pt x="244475" y="38100"/>
                  </a:lnTo>
                  <a:lnTo>
                    <a:pt x="0" y="0"/>
                  </a:lnTo>
                  <a:close/>
                </a:path>
              </a:pathLst>
            </a:custGeom>
            <a:solidFill>
              <a:srgbClr val="404040"/>
            </a:solidFill>
          </p:spPr>
          <p:txBody>
            <a:bodyPr wrap="square" lIns="0" tIns="0" rIns="0" bIns="0" rtlCol="0"/>
            <a:lstStyle/>
            <a:p>
              <a:endParaRPr/>
            </a:p>
          </p:txBody>
        </p:sp>
      </p:grpSp>
      <p:pic>
        <p:nvPicPr>
          <p:cNvPr id="9" name="object 9"/>
          <p:cNvPicPr/>
          <p:nvPr/>
        </p:nvPicPr>
        <p:blipFill>
          <a:blip r:embed="rId2" cstate="print"/>
          <a:stretch>
            <a:fillRect/>
          </a:stretch>
        </p:blipFill>
        <p:spPr>
          <a:xfrm>
            <a:off x="7309104" y="3959352"/>
            <a:ext cx="4453128" cy="1121664"/>
          </a:xfrm>
          <a:prstGeom prst="rect">
            <a:avLst/>
          </a:prstGeom>
        </p:spPr>
      </p:pic>
      <p:sp>
        <p:nvSpPr>
          <p:cNvPr id="10" name="object 10"/>
          <p:cNvSpPr txBox="1">
            <a:spLocks noGrp="1"/>
          </p:cNvSpPr>
          <p:nvPr>
            <p:ph type="subTitle" idx="4"/>
          </p:nvPr>
        </p:nvSpPr>
        <p:spPr>
          <a:prstGeom prst="rect">
            <a:avLst/>
          </a:prstGeom>
        </p:spPr>
        <p:txBody>
          <a:bodyPr vert="horz" wrap="square" lIns="0" tIns="246379" rIns="0" bIns="0" rtlCol="0">
            <a:spAutoFit/>
          </a:bodyPr>
          <a:lstStyle/>
          <a:p>
            <a:pPr marL="12700">
              <a:lnSpc>
                <a:spcPct val="100000"/>
              </a:lnSpc>
              <a:spcBef>
                <a:spcPts val="1939"/>
              </a:spcBef>
            </a:pPr>
            <a:r>
              <a:rPr sz="4000" b="0" dirty="0">
                <a:latin typeface="Corbel"/>
                <a:cs typeface="Corbel"/>
              </a:rPr>
              <a:t>030</a:t>
            </a:r>
            <a:r>
              <a:rPr sz="4000" b="0" spc="-45" dirty="0">
                <a:latin typeface="Corbel"/>
                <a:cs typeface="Corbel"/>
              </a:rPr>
              <a:t> </a:t>
            </a:r>
            <a:r>
              <a:rPr sz="4000" b="0" dirty="0">
                <a:latin typeface="Corbel"/>
                <a:cs typeface="Corbel"/>
              </a:rPr>
              <a:t>00</a:t>
            </a:r>
            <a:r>
              <a:rPr sz="4000" b="0" spc="-45" dirty="0">
                <a:latin typeface="Corbel"/>
                <a:cs typeface="Corbel"/>
              </a:rPr>
              <a:t> </a:t>
            </a:r>
            <a:r>
              <a:rPr sz="4000" b="0" dirty="0">
                <a:latin typeface="Corbel"/>
                <a:cs typeface="Corbel"/>
              </a:rPr>
              <a:t>00:</a:t>
            </a:r>
            <a:r>
              <a:rPr sz="4000" b="0" spc="-200" dirty="0">
                <a:latin typeface="Corbel"/>
                <a:cs typeface="Corbel"/>
              </a:rPr>
              <a:t> </a:t>
            </a:r>
            <a:r>
              <a:rPr sz="4000" b="0" dirty="0">
                <a:latin typeface="Corbel"/>
                <a:cs typeface="Corbel"/>
              </a:rPr>
              <a:t>Air</a:t>
            </a:r>
            <a:r>
              <a:rPr sz="4000" b="0" spc="-40" dirty="0">
                <a:latin typeface="Corbel"/>
                <a:cs typeface="Corbel"/>
              </a:rPr>
              <a:t> </a:t>
            </a:r>
            <a:r>
              <a:rPr sz="4000" b="0" spc="-25" dirty="0">
                <a:latin typeface="Corbel"/>
                <a:cs typeface="Corbel"/>
              </a:rPr>
              <a:t>Law</a:t>
            </a:r>
            <a:endParaRPr sz="4000">
              <a:latin typeface="Corbel"/>
              <a:cs typeface="Corbel"/>
            </a:endParaRPr>
          </a:p>
          <a:p>
            <a:pPr marR="5080" algn="r">
              <a:lnSpc>
                <a:spcPct val="100000"/>
              </a:lnSpc>
              <a:spcBef>
                <a:spcPts val="919"/>
              </a:spcBef>
            </a:pPr>
            <a:r>
              <a:rPr sz="2000" b="0" dirty="0">
                <a:latin typeface="Corbel"/>
                <a:cs typeface="Corbel"/>
              </a:rPr>
              <a:t>Module</a:t>
            </a:r>
            <a:r>
              <a:rPr sz="2000" b="0" spc="-55" dirty="0">
                <a:latin typeface="Corbel"/>
                <a:cs typeface="Corbel"/>
              </a:rPr>
              <a:t> </a:t>
            </a:r>
            <a:r>
              <a:rPr sz="2000" b="0" spc="-50" dirty="0">
                <a:latin typeface="Corbel"/>
                <a:cs typeface="Corbel"/>
              </a:rPr>
              <a:t>3</a:t>
            </a:r>
            <a:endParaRPr sz="2000">
              <a:latin typeface="Corbel"/>
              <a:cs typeface="Corbe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FAA69D65-4A49-CCAC-6D03-A8D32838B191}"/>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15" name="object 3">
            <a:extLst>
              <a:ext uri="{FF2B5EF4-FFF2-40B4-BE49-F238E27FC236}">
                <a16:creationId xmlns:a16="http://schemas.microsoft.com/office/drawing/2014/main" id="{4C31861F-66C8-2A5F-8D2E-6E971C42B716}"/>
              </a:ext>
            </a:extLst>
          </p:cNvPr>
          <p:cNvPicPr/>
          <p:nvPr/>
        </p:nvPicPr>
        <p:blipFill>
          <a:blip r:embed="rId2" cstate="print"/>
          <a:stretch>
            <a:fillRect/>
          </a:stretch>
        </p:blipFill>
        <p:spPr>
          <a:xfrm>
            <a:off x="1405127" y="545591"/>
            <a:ext cx="2578608" cy="630936"/>
          </a:xfrm>
          <a:prstGeom prst="rect">
            <a:avLst/>
          </a:prstGeom>
        </p:spPr>
      </p:pic>
      <p:sp>
        <p:nvSpPr>
          <p:cNvPr id="16" name="object 4">
            <a:extLst>
              <a:ext uri="{FF2B5EF4-FFF2-40B4-BE49-F238E27FC236}">
                <a16:creationId xmlns:a16="http://schemas.microsoft.com/office/drawing/2014/main" id="{2FF02871-043F-1B91-E77F-EA5C881567BF}"/>
              </a:ext>
            </a:extLst>
          </p:cNvPr>
          <p:cNvSpPr txBox="1">
            <a:spLocks noGrp="1"/>
          </p:cNvSpPr>
          <p:nvPr>
            <p:ph type="title"/>
          </p:nvPr>
        </p:nvSpPr>
        <p:spPr>
          <a:xfrm>
            <a:off x="1563049" y="473963"/>
            <a:ext cx="9653905" cy="635000"/>
          </a:xfrm>
          <a:prstGeom prst="rect">
            <a:avLst/>
          </a:prstGeom>
        </p:spPr>
        <p:txBody>
          <a:bodyPr vert="horz" wrap="square" lIns="0" tIns="148844" rIns="0" bIns="0" rtlCol="0">
            <a:spAutoFit/>
          </a:bodyPr>
          <a:lstStyle/>
          <a:p>
            <a:pPr marL="12700">
              <a:lnSpc>
                <a:spcPct val="100000"/>
              </a:lnSpc>
              <a:spcBef>
                <a:spcPts val="100"/>
              </a:spcBef>
            </a:pPr>
            <a:r>
              <a:rPr sz="2200" b="1" dirty="0">
                <a:latin typeface="Corbel"/>
                <a:cs typeface="Corbel"/>
              </a:rPr>
              <a:t>030</a:t>
            </a:r>
            <a:r>
              <a:rPr sz="2200" b="1" spc="-30" dirty="0">
                <a:latin typeface="Corbel"/>
                <a:cs typeface="Corbel"/>
              </a:rPr>
              <a:t> </a:t>
            </a:r>
            <a:r>
              <a:rPr sz="2200" b="1" dirty="0">
                <a:latin typeface="Corbel"/>
                <a:cs typeface="Corbel"/>
              </a:rPr>
              <a:t>00</a:t>
            </a:r>
            <a:r>
              <a:rPr sz="2200" b="1" spc="-25" dirty="0">
                <a:latin typeface="Corbel"/>
                <a:cs typeface="Corbel"/>
              </a:rPr>
              <a:t> </a:t>
            </a:r>
            <a:r>
              <a:rPr sz="2200" b="1" dirty="0">
                <a:latin typeface="Corbel"/>
                <a:cs typeface="Corbel"/>
              </a:rPr>
              <a:t>00:</a:t>
            </a:r>
            <a:r>
              <a:rPr sz="2200" b="1" spc="290" dirty="0">
                <a:latin typeface="Corbel"/>
                <a:cs typeface="Corbel"/>
              </a:rPr>
              <a:t> </a:t>
            </a:r>
            <a:r>
              <a:rPr sz="2200" b="1" dirty="0">
                <a:latin typeface="Corbel"/>
                <a:cs typeface="Corbel"/>
              </a:rPr>
              <a:t>Air</a:t>
            </a:r>
            <a:r>
              <a:rPr sz="2200" b="1" spc="-30" dirty="0">
                <a:latin typeface="Corbel"/>
                <a:cs typeface="Corbel"/>
              </a:rPr>
              <a:t> </a:t>
            </a:r>
            <a:r>
              <a:rPr sz="2200" b="1" spc="-25" dirty="0">
                <a:latin typeface="Corbel"/>
                <a:cs typeface="Corbel"/>
              </a:rPr>
              <a:t>Law</a:t>
            </a:r>
            <a:endParaRPr sz="2200">
              <a:latin typeface="Corbel"/>
              <a:cs typeface="Corbel"/>
            </a:endParaRPr>
          </a:p>
        </p:txBody>
      </p:sp>
      <p:sp>
        <p:nvSpPr>
          <p:cNvPr id="17" name="object 5">
            <a:extLst>
              <a:ext uri="{FF2B5EF4-FFF2-40B4-BE49-F238E27FC236}">
                <a16:creationId xmlns:a16="http://schemas.microsoft.com/office/drawing/2014/main" id="{D4144752-2088-DD67-95D0-78E3351C2E91}"/>
              </a:ext>
            </a:extLst>
          </p:cNvPr>
          <p:cNvSpPr txBox="1">
            <a:spLocks noGrp="1"/>
          </p:cNvSpPr>
          <p:nvPr>
            <p:ph type="body" idx="1"/>
          </p:nvPr>
        </p:nvSpPr>
        <p:spPr>
          <a:xfrm>
            <a:off x="1563048" y="1270508"/>
            <a:ext cx="9860915" cy="3608070"/>
          </a:xfrm>
          <a:prstGeom prst="rect">
            <a:avLst/>
          </a:prstGeom>
        </p:spPr>
        <p:txBody>
          <a:bodyPr vert="horz" wrap="square" lIns="0" tIns="385698" rIns="0" bIns="0" rtlCol="0">
            <a:spAutoFit/>
          </a:bodyPr>
          <a:lstStyle/>
          <a:p>
            <a:pPr marL="12700">
              <a:lnSpc>
                <a:spcPct val="100000"/>
              </a:lnSpc>
              <a:spcBef>
                <a:spcPts val="1085"/>
              </a:spcBef>
            </a:pPr>
            <a:r>
              <a:rPr sz="1600" b="0" dirty="0">
                <a:latin typeface="Corbel"/>
                <a:cs typeface="Corbel"/>
              </a:rPr>
              <a:t>The</a:t>
            </a:r>
            <a:r>
              <a:rPr sz="1600" b="0" spc="-60" dirty="0">
                <a:latin typeface="Corbel"/>
                <a:cs typeface="Corbel"/>
              </a:rPr>
              <a:t> </a:t>
            </a:r>
            <a:r>
              <a:rPr sz="1600" b="0" dirty="0">
                <a:latin typeface="Corbel"/>
                <a:cs typeface="Corbel"/>
              </a:rPr>
              <a:t>operation</a:t>
            </a:r>
            <a:r>
              <a:rPr sz="1600" b="0" spc="-20" dirty="0">
                <a:latin typeface="Corbel"/>
                <a:cs typeface="Corbel"/>
              </a:rPr>
              <a:t> </a:t>
            </a:r>
            <a:r>
              <a:rPr sz="1600" b="0" dirty="0">
                <a:latin typeface="Corbel"/>
                <a:cs typeface="Corbel"/>
              </a:rPr>
              <a:t>of</a:t>
            </a:r>
            <a:r>
              <a:rPr sz="1600" b="0" spc="-70" dirty="0">
                <a:latin typeface="Corbel"/>
                <a:cs typeface="Corbel"/>
              </a:rPr>
              <a:t> </a:t>
            </a:r>
            <a:r>
              <a:rPr sz="1600" b="0" dirty="0">
                <a:latin typeface="Corbel"/>
                <a:cs typeface="Corbel"/>
              </a:rPr>
              <a:t>UA</a:t>
            </a:r>
            <a:r>
              <a:rPr sz="1600" b="0" spc="-30" dirty="0">
                <a:latin typeface="Corbel"/>
                <a:cs typeface="Corbel"/>
              </a:rPr>
              <a:t> </a:t>
            </a:r>
            <a:r>
              <a:rPr sz="1600" b="0" dirty="0">
                <a:latin typeface="Corbel"/>
                <a:cs typeface="Corbel"/>
              </a:rPr>
              <a:t>is</a:t>
            </a:r>
            <a:r>
              <a:rPr sz="1600" b="0" spc="-25" dirty="0">
                <a:latin typeface="Corbel"/>
                <a:cs typeface="Corbel"/>
              </a:rPr>
              <a:t> </a:t>
            </a:r>
            <a:r>
              <a:rPr sz="1600" b="0" dirty="0">
                <a:latin typeface="Corbel"/>
                <a:cs typeface="Corbel"/>
              </a:rPr>
              <a:t>regulated</a:t>
            </a:r>
            <a:r>
              <a:rPr sz="1600" b="0" spc="-25" dirty="0">
                <a:latin typeface="Corbel"/>
                <a:cs typeface="Corbel"/>
              </a:rPr>
              <a:t> </a:t>
            </a:r>
            <a:r>
              <a:rPr sz="1600" b="0" dirty="0">
                <a:latin typeface="Corbel"/>
                <a:cs typeface="Corbel"/>
              </a:rPr>
              <a:t>by</a:t>
            </a:r>
            <a:r>
              <a:rPr sz="1600" b="0" spc="-25" dirty="0">
                <a:latin typeface="Corbel"/>
                <a:cs typeface="Corbel"/>
              </a:rPr>
              <a:t> </a:t>
            </a:r>
            <a:r>
              <a:rPr sz="1600" b="0" dirty="0">
                <a:latin typeface="Corbel"/>
                <a:cs typeface="Corbel"/>
              </a:rPr>
              <a:t>the</a:t>
            </a:r>
            <a:r>
              <a:rPr sz="1600" b="0" spc="-80" dirty="0">
                <a:latin typeface="Corbel"/>
                <a:cs typeface="Corbel"/>
              </a:rPr>
              <a:t> </a:t>
            </a:r>
            <a:r>
              <a:rPr sz="1600" b="0" spc="-10" dirty="0">
                <a:latin typeface="Corbel"/>
                <a:cs typeface="Corbel"/>
              </a:rPr>
              <a:t>Civil</a:t>
            </a:r>
            <a:r>
              <a:rPr sz="1600" b="0" spc="-75" dirty="0">
                <a:latin typeface="Corbel"/>
                <a:cs typeface="Corbel"/>
              </a:rPr>
              <a:t> </a:t>
            </a:r>
            <a:r>
              <a:rPr sz="1600" b="0" spc="-10" dirty="0">
                <a:latin typeface="Corbel"/>
                <a:cs typeface="Corbel"/>
              </a:rPr>
              <a:t>Aviation</a:t>
            </a:r>
            <a:r>
              <a:rPr sz="1600" b="0" spc="-70" dirty="0">
                <a:latin typeface="Corbel"/>
                <a:cs typeface="Corbel"/>
              </a:rPr>
              <a:t> </a:t>
            </a:r>
            <a:r>
              <a:rPr sz="1600" b="0" dirty="0">
                <a:latin typeface="Corbel"/>
                <a:cs typeface="Corbel"/>
              </a:rPr>
              <a:t>Authority</a:t>
            </a:r>
            <a:r>
              <a:rPr sz="1600" b="0" spc="-35" dirty="0">
                <a:latin typeface="Corbel"/>
                <a:cs typeface="Corbel"/>
              </a:rPr>
              <a:t> </a:t>
            </a:r>
            <a:r>
              <a:rPr sz="1600" b="0" dirty="0">
                <a:latin typeface="Corbel"/>
                <a:cs typeface="Corbel"/>
              </a:rPr>
              <a:t>of</a:t>
            </a:r>
            <a:r>
              <a:rPr sz="1600" b="0" spc="-60" dirty="0">
                <a:latin typeface="Corbel"/>
                <a:cs typeface="Corbel"/>
              </a:rPr>
              <a:t> </a:t>
            </a:r>
            <a:r>
              <a:rPr sz="1600" b="0" dirty="0">
                <a:latin typeface="Corbel"/>
                <a:cs typeface="Corbel"/>
              </a:rPr>
              <a:t>Singapore</a:t>
            </a:r>
            <a:r>
              <a:rPr sz="1600" b="0" spc="-20" dirty="0">
                <a:latin typeface="Corbel"/>
                <a:cs typeface="Corbel"/>
              </a:rPr>
              <a:t> </a:t>
            </a:r>
            <a:r>
              <a:rPr sz="1600" b="0" spc="-10" dirty="0">
                <a:latin typeface="Corbel"/>
                <a:cs typeface="Corbel"/>
              </a:rPr>
              <a:t>(CAAS)</a:t>
            </a:r>
            <a:r>
              <a:rPr sz="1600" b="0" spc="-30" dirty="0">
                <a:latin typeface="Corbel"/>
                <a:cs typeface="Corbel"/>
              </a:rPr>
              <a:t> </a:t>
            </a:r>
            <a:r>
              <a:rPr sz="1600" b="0" spc="-10" dirty="0">
                <a:latin typeface="Corbel"/>
                <a:cs typeface="Corbel"/>
              </a:rPr>
              <a:t>regulations:</a:t>
            </a:r>
            <a:endParaRPr sz="1600" dirty="0">
              <a:latin typeface="Corbel"/>
              <a:cs typeface="Corbel"/>
            </a:endParaRPr>
          </a:p>
          <a:p>
            <a:pPr marL="469900">
              <a:lnSpc>
                <a:spcPct val="100000"/>
              </a:lnSpc>
              <a:spcBef>
                <a:spcPts val="980"/>
              </a:spcBef>
            </a:pPr>
            <a:r>
              <a:rPr sz="1600" dirty="0">
                <a:latin typeface="Corbel"/>
                <a:cs typeface="Corbel"/>
              </a:rPr>
              <a:t>Air</a:t>
            </a:r>
            <a:r>
              <a:rPr sz="1600" spc="-15" dirty="0">
                <a:latin typeface="Corbel"/>
                <a:cs typeface="Corbel"/>
              </a:rPr>
              <a:t> </a:t>
            </a:r>
            <a:r>
              <a:rPr sz="1600" spc="-10" dirty="0">
                <a:latin typeface="Corbel"/>
                <a:cs typeface="Corbel"/>
              </a:rPr>
              <a:t>Navigation</a:t>
            </a:r>
            <a:r>
              <a:rPr sz="1600" spc="-75" dirty="0">
                <a:latin typeface="Corbel"/>
                <a:cs typeface="Corbel"/>
              </a:rPr>
              <a:t> </a:t>
            </a:r>
            <a:r>
              <a:rPr sz="1600" dirty="0">
                <a:latin typeface="Corbel"/>
                <a:cs typeface="Corbel"/>
              </a:rPr>
              <a:t>Act</a:t>
            </a:r>
            <a:r>
              <a:rPr sz="1600" spc="-5" dirty="0">
                <a:latin typeface="Corbel"/>
                <a:cs typeface="Corbel"/>
              </a:rPr>
              <a:t> </a:t>
            </a:r>
            <a:r>
              <a:rPr sz="1600" dirty="0">
                <a:latin typeface="Corbel"/>
                <a:cs typeface="Corbel"/>
              </a:rPr>
              <a:t>1966</a:t>
            </a:r>
            <a:r>
              <a:rPr sz="1600" spc="-20" dirty="0">
                <a:latin typeface="Corbel"/>
                <a:cs typeface="Corbel"/>
              </a:rPr>
              <a:t> </a:t>
            </a:r>
            <a:r>
              <a:rPr sz="1600" spc="-10" dirty="0">
                <a:latin typeface="Corbel"/>
                <a:cs typeface="Corbel"/>
              </a:rPr>
              <a:t>(ANA-</a:t>
            </a:r>
            <a:r>
              <a:rPr sz="1600" dirty="0">
                <a:latin typeface="Corbel"/>
                <a:cs typeface="Corbel"/>
              </a:rPr>
              <a:t>1966)</a:t>
            </a:r>
            <a:r>
              <a:rPr sz="1600" spc="-15" dirty="0">
                <a:latin typeface="Corbel"/>
                <a:cs typeface="Corbel"/>
              </a:rPr>
              <a:t> </a:t>
            </a:r>
            <a:r>
              <a:rPr sz="1600" spc="-20" dirty="0">
                <a:latin typeface="Corbel"/>
                <a:cs typeface="Corbel"/>
              </a:rPr>
              <a:t>and;</a:t>
            </a:r>
            <a:endParaRPr sz="1600" dirty="0">
              <a:latin typeface="Corbel"/>
              <a:cs typeface="Corbel"/>
            </a:endParaRPr>
          </a:p>
          <a:p>
            <a:pPr marL="469900">
              <a:lnSpc>
                <a:spcPct val="100000"/>
              </a:lnSpc>
              <a:spcBef>
                <a:spcPts val="960"/>
              </a:spcBef>
            </a:pPr>
            <a:r>
              <a:rPr sz="1600" dirty="0">
                <a:latin typeface="Corbel"/>
                <a:cs typeface="Corbel"/>
              </a:rPr>
              <a:t>Air</a:t>
            </a:r>
            <a:r>
              <a:rPr sz="1600" spc="-50" dirty="0">
                <a:latin typeface="Corbel"/>
                <a:cs typeface="Corbel"/>
              </a:rPr>
              <a:t> </a:t>
            </a:r>
            <a:r>
              <a:rPr sz="1600" dirty="0">
                <a:latin typeface="Corbel"/>
                <a:cs typeface="Corbel"/>
              </a:rPr>
              <a:t>Navigation</a:t>
            </a:r>
            <a:r>
              <a:rPr sz="1600" spc="-25" dirty="0">
                <a:latin typeface="Corbel"/>
                <a:cs typeface="Corbel"/>
              </a:rPr>
              <a:t> </a:t>
            </a:r>
            <a:r>
              <a:rPr sz="1600" dirty="0">
                <a:latin typeface="Corbel"/>
                <a:cs typeface="Corbel"/>
              </a:rPr>
              <a:t>(101</a:t>
            </a:r>
            <a:r>
              <a:rPr sz="1600" spc="-25" dirty="0">
                <a:latin typeface="Corbel"/>
                <a:cs typeface="Corbel"/>
              </a:rPr>
              <a:t> </a:t>
            </a:r>
            <a:r>
              <a:rPr sz="1600" dirty="0">
                <a:latin typeface="Corbel"/>
                <a:cs typeface="Corbel"/>
              </a:rPr>
              <a:t>–</a:t>
            </a:r>
            <a:r>
              <a:rPr sz="1600" spc="-70" dirty="0">
                <a:latin typeface="Corbel"/>
                <a:cs typeface="Corbel"/>
              </a:rPr>
              <a:t> </a:t>
            </a:r>
            <a:r>
              <a:rPr sz="1600" spc="-10" dirty="0">
                <a:latin typeface="Corbel"/>
                <a:cs typeface="Corbel"/>
              </a:rPr>
              <a:t>Unmanned</a:t>
            </a:r>
            <a:r>
              <a:rPr sz="1600" spc="-85" dirty="0">
                <a:latin typeface="Corbel"/>
                <a:cs typeface="Corbel"/>
              </a:rPr>
              <a:t> </a:t>
            </a:r>
            <a:r>
              <a:rPr sz="1600" spc="-10" dirty="0">
                <a:latin typeface="Corbel"/>
                <a:cs typeface="Corbel"/>
              </a:rPr>
              <a:t>Aircraft</a:t>
            </a:r>
            <a:r>
              <a:rPr sz="1600" spc="-70" dirty="0">
                <a:latin typeface="Corbel"/>
                <a:cs typeface="Corbel"/>
              </a:rPr>
              <a:t> </a:t>
            </a:r>
            <a:r>
              <a:rPr sz="1600" dirty="0">
                <a:latin typeface="Corbel"/>
                <a:cs typeface="Corbel"/>
              </a:rPr>
              <a:t>Operations)</a:t>
            </a:r>
            <a:r>
              <a:rPr sz="1600" spc="-25" dirty="0">
                <a:latin typeface="Corbel"/>
                <a:cs typeface="Corbel"/>
              </a:rPr>
              <a:t> </a:t>
            </a:r>
            <a:r>
              <a:rPr sz="1600" spc="-10" dirty="0">
                <a:latin typeface="Corbel"/>
                <a:cs typeface="Corbel"/>
              </a:rPr>
              <a:t>Regulations</a:t>
            </a:r>
            <a:r>
              <a:rPr sz="1600" spc="-25" dirty="0">
                <a:latin typeface="Corbel"/>
                <a:cs typeface="Corbel"/>
              </a:rPr>
              <a:t> </a:t>
            </a:r>
            <a:r>
              <a:rPr sz="1600" dirty="0">
                <a:latin typeface="Corbel"/>
                <a:cs typeface="Corbel"/>
              </a:rPr>
              <a:t>2019</a:t>
            </a:r>
            <a:r>
              <a:rPr sz="1600" spc="-20" dirty="0">
                <a:latin typeface="Corbel"/>
                <a:cs typeface="Corbel"/>
              </a:rPr>
              <a:t> </a:t>
            </a:r>
            <a:r>
              <a:rPr sz="1600" spc="-10" dirty="0">
                <a:latin typeface="Corbel"/>
                <a:cs typeface="Corbel"/>
              </a:rPr>
              <a:t>(ANR–</a:t>
            </a:r>
            <a:r>
              <a:rPr sz="1600" spc="-20" dirty="0">
                <a:latin typeface="Corbel"/>
                <a:cs typeface="Corbel"/>
              </a:rPr>
              <a:t> 101)</a:t>
            </a:r>
            <a:endParaRPr sz="1600" dirty="0">
              <a:latin typeface="Corbel"/>
              <a:cs typeface="Corbel"/>
            </a:endParaRPr>
          </a:p>
          <a:p>
            <a:pPr>
              <a:lnSpc>
                <a:spcPct val="100000"/>
              </a:lnSpc>
            </a:pPr>
            <a:endParaRPr sz="1600" dirty="0">
              <a:latin typeface="Corbel"/>
              <a:cs typeface="Corbel"/>
            </a:endParaRPr>
          </a:p>
          <a:p>
            <a:pPr>
              <a:lnSpc>
                <a:spcPct val="100000"/>
              </a:lnSpc>
              <a:spcBef>
                <a:spcPts val="60"/>
              </a:spcBef>
            </a:pPr>
            <a:endParaRPr sz="1600" dirty="0">
              <a:latin typeface="Corbel"/>
              <a:cs typeface="Corbel"/>
            </a:endParaRPr>
          </a:p>
          <a:p>
            <a:pPr marL="12700" marR="5080">
              <a:lnSpc>
                <a:spcPts val="1900"/>
              </a:lnSpc>
              <a:spcBef>
                <a:spcPts val="5"/>
              </a:spcBef>
            </a:pPr>
            <a:r>
              <a:rPr sz="1600" b="0" dirty="0">
                <a:latin typeface="Calibri"/>
                <a:cs typeface="Calibri"/>
              </a:rPr>
              <a:t>Failure</a:t>
            </a:r>
            <a:r>
              <a:rPr sz="1600" b="0" spc="295" dirty="0">
                <a:latin typeface="Calibri"/>
                <a:cs typeface="Calibri"/>
              </a:rPr>
              <a:t> </a:t>
            </a:r>
            <a:r>
              <a:rPr sz="1600" b="0" dirty="0">
                <a:latin typeface="Calibri"/>
                <a:cs typeface="Calibri"/>
              </a:rPr>
              <a:t>to</a:t>
            </a:r>
            <a:r>
              <a:rPr sz="1600" b="0" spc="305" dirty="0">
                <a:latin typeface="Calibri"/>
                <a:cs typeface="Calibri"/>
              </a:rPr>
              <a:t> </a:t>
            </a:r>
            <a:r>
              <a:rPr sz="1600" b="0" dirty="0">
                <a:latin typeface="Calibri"/>
                <a:cs typeface="Calibri"/>
              </a:rPr>
              <a:t>observe</a:t>
            </a:r>
            <a:r>
              <a:rPr sz="1600" b="0" spc="300" dirty="0">
                <a:latin typeface="Calibri"/>
                <a:cs typeface="Calibri"/>
              </a:rPr>
              <a:t> </a:t>
            </a:r>
            <a:r>
              <a:rPr sz="1600" b="0" dirty="0">
                <a:latin typeface="Calibri"/>
                <a:cs typeface="Calibri"/>
              </a:rPr>
              <a:t>the</a:t>
            </a:r>
            <a:r>
              <a:rPr sz="1600" b="0" spc="305" dirty="0">
                <a:latin typeface="Calibri"/>
                <a:cs typeface="Calibri"/>
              </a:rPr>
              <a:t> </a:t>
            </a:r>
            <a:r>
              <a:rPr sz="1600" b="0" dirty="0">
                <a:latin typeface="Calibri"/>
                <a:cs typeface="Calibri"/>
              </a:rPr>
              <a:t>regulations</a:t>
            </a:r>
            <a:r>
              <a:rPr sz="1600" b="0" spc="295" dirty="0">
                <a:latin typeface="Calibri"/>
                <a:cs typeface="Calibri"/>
              </a:rPr>
              <a:t> </a:t>
            </a:r>
            <a:r>
              <a:rPr sz="1600" b="0" dirty="0">
                <a:latin typeface="Calibri"/>
                <a:cs typeface="Calibri"/>
              </a:rPr>
              <a:t>governing</a:t>
            </a:r>
            <a:r>
              <a:rPr sz="1600" b="0" spc="295" dirty="0">
                <a:latin typeface="Calibri"/>
                <a:cs typeface="Calibri"/>
              </a:rPr>
              <a:t> </a:t>
            </a:r>
            <a:r>
              <a:rPr sz="1600" b="0" dirty="0">
                <a:latin typeface="Calibri"/>
                <a:cs typeface="Calibri"/>
              </a:rPr>
              <a:t>the</a:t>
            </a:r>
            <a:r>
              <a:rPr sz="1600" b="0" spc="305" dirty="0">
                <a:latin typeface="Calibri"/>
                <a:cs typeface="Calibri"/>
              </a:rPr>
              <a:t> </a:t>
            </a:r>
            <a:r>
              <a:rPr sz="1600" b="0" dirty="0">
                <a:latin typeface="Calibri"/>
                <a:cs typeface="Calibri"/>
              </a:rPr>
              <a:t>operations</a:t>
            </a:r>
            <a:r>
              <a:rPr sz="1600" b="0" spc="295" dirty="0">
                <a:latin typeface="Calibri"/>
                <a:cs typeface="Calibri"/>
              </a:rPr>
              <a:t> </a:t>
            </a:r>
            <a:r>
              <a:rPr sz="1600" b="0" dirty="0">
                <a:latin typeface="Calibri"/>
                <a:cs typeface="Calibri"/>
              </a:rPr>
              <a:t>of</a:t>
            </a:r>
            <a:r>
              <a:rPr sz="1600" b="0" spc="300" dirty="0">
                <a:latin typeface="Calibri"/>
                <a:cs typeface="Calibri"/>
              </a:rPr>
              <a:t> </a:t>
            </a:r>
            <a:r>
              <a:rPr sz="1600" b="0" dirty="0">
                <a:latin typeface="Calibri"/>
                <a:cs typeface="Calibri"/>
              </a:rPr>
              <a:t>UA</a:t>
            </a:r>
            <a:r>
              <a:rPr sz="1600" b="0" spc="300" dirty="0">
                <a:latin typeface="Calibri"/>
                <a:cs typeface="Calibri"/>
              </a:rPr>
              <a:t> </a:t>
            </a:r>
            <a:r>
              <a:rPr sz="1600" b="0" dirty="0">
                <a:latin typeface="Calibri"/>
                <a:cs typeface="Calibri"/>
              </a:rPr>
              <a:t>can</a:t>
            </a:r>
            <a:r>
              <a:rPr sz="1600" b="0" spc="290" dirty="0">
                <a:latin typeface="Calibri"/>
                <a:cs typeface="Calibri"/>
              </a:rPr>
              <a:t> </a:t>
            </a:r>
            <a:r>
              <a:rPr sz="1600" b="0" dirty="0">
                <a:latin typeface="Calibri"/>
                <a:cs typeface="Calibri"/>
              </a:rPr>
              <a:t>lead</a:t>
            </a:r>
            <a:r>
              <a:rPr sz="1600" b="0" spc="295" dirty="0">
                <a:latin typeface="Calibri"/>
                <a:cs typeface="Calibri"/>
              </a:rPr>
              <a:t> </a:t>
            </a:r>
            <a:r>
              <a:rPr sz="1600" b="0" dirty="0">
                <a:latin typeface="Calibri"/>
                <a:cs typeface="Calibri"/>
              </a:rPr>
              <a:t>to</a:t>
            </a:r>
            <a:r>
              <a:rPr sz="1600" b="0" spc="305" dirty="0">
                <a:latin typeface="Calibri"/>
                <a:cs typeface="Calibri"/>
              </a:rPr>
              <a:t> </a:t>
            </a:r>
            <a:r>
              <a:rPr sz="1600" b="0" dirty="0">
                <a:latin typeface="Calibri"/>
                <a:cs typeface="Calibri"/>
              </a:rPr>
              <a:t>potentially</a:t>
            </a:r>
            <a:r>
              <a:rPr sz="1600" b="0" spc="295" dirty="0">
                <a:latin typeface="Calibri"/>
                <a:cs typeface="Calibri"/>
              </a:rPr>
              <a:t> </a:t>
            </a:r>
            <a:r>
              <a:rPr sz="1600" b="0" dirty="0">
                <a:latin typeface="Calibri"/>
                <a:cs typeface="Calibri"/>
              </a:rPr>
              <a:t>serious</a:t>
            </a:r>
            <a:r>
              <a:rPr sz="1600" b="0" spc="300" dirty="0">
                <a:latin typeface="Calibri"/>
                <a:cs typeface="Calibri"/>
              </a:rPr>
              <a:t> </a:t>
            </a:r>
            <a:r>
              <a:rPr sz="1600" b="0" spc="-10" dirty="0">
                <a:latin typeface="Calibri"/>
                <a:cs typeface="Calibri"/>
              </a:rPr>
              <a:t>consequences. Offenses</a:t>
            </a:r>
            <a:r>
              <a:rPr sz="1600" b="0" spc="-30" dirty="0">
                <a:latin typeface="Calibri"/>
                <a:cs typeface="Calibri"/>
              </a:rPr>
              <a:t> </a:t>
            </a:r>
            <a:r>
              <a:rPr sz="1600" b="0" dirty="0">
                <a:latin typeface="Calibri"/>
                <a:cs typeface="Calibri"/>
              </a:rPr>
              <a:t>under</a:t>
            </a:r>
            <a:r>
              <a:rPr sz="1600" b="0" spc="-30" dirty="0">
                <a:latin typeface="Calibri"/>
                <a:cs typeface="Calibri"/>
              </a:rPr>
              <a:t> </a:t>
            </a:r>
            <a:r>
              <a:rPr sz="1600" b="0" dirty="0">
                <a:latin typeface="Calibri"/>
                <a:cs typeface="Calibri"/>
              </a:rPr>
              <a:t>the</a:t>
            </a:r>
            <a:r>
              <a:rPr sz="1600" b="0" spc="-20" dirty="0">
                <a:latin typeface="Calibri"/>
                <a:cs typeface="Calibri"/>
              </a:rPr>
              <a:t> </a:t>
            </a:r>
            <a:r>
              <a:rPr sz="1600" b="0" dirty="0">
                <a:latin typeface="Calibri"/>
                <a:cs typeface="Calibri"/>
              </a:rPr>
              <a:t>Act</a:t>
            </a:r>
            <a:r>
              <a:rPr sz="1600" b="0" spc="-30" dirty="0">
                <a:latin typeface="Calibri"/>
                <a:cs typeface="Calibri"/>
              </a:rPr>
              <a:t> </a:t>
            </a:r>
            <a:r>
              <a:rPr sz="1600" b="0" dirty="0">
                <a:latin typeface="Calibri"/>
                <a:cs typeface="Calibri"/>
              </a:rPr>
              <a:t>may</a:t>
            </a:r>
            <a:r>
              <a:rPr sz="1600" b="0" spc="-25" dirty="0">
                <a:latin typeface="Calibri"/>
                <a:cs typeface="Calibri"/>
              </a:rPr>
              <a:t> </a:t>
            </a:r>
            <a:r>
              <a:rPr sz="1600" b="0" dirty="0">
                <a:latin typeface="Calibri"/>
                <a:cs typeface="Calibri"/>
              </a:rPr>
              <a:t>even</a:t>
            </a:r>
            <a:r>
              <a:rPr sz="1600" b="0" spc="-35" dirty="0">
                <a:latin typeface="Calibri"/>
                <a:cs typeface="Calibri"/>
              </a:rPr>
              <a:t> </a:t>
            </a:r>
            <a:r>
              <a:rPr sz="1600" b="0" dirty="0">
                <a:latin typeface="Calibri"/>
                <a:cs typeface="Calibri"/>
              </a:rPr>
              <a:t>carry</a:t>
            </a:r>
            <a:r>
              <a:rPr sz="1600" b="0" spc="-30" dirty="0">
                <a:latin typeface="Calibri"/>
                <a:cs typeface="Calibri"/>
              </a:rPr>
              <a:t> </a:t>
            </a:r>
            <a:r>
              <a:rPr sz="1600" b="0" dirty="0">
                <a:latin typeface="Calibri"/>
                <a:cs typeface="Calibri"/>
              </a:rPr>
              <a:t>jail</a:t>
            </a:r>
            <a:r>
              <a:rPr sz="1600" b="0" spc="-30" dirty="0">
                <a:latin typeface="Calibri"/>
                <a:cs typeface="Calibri"/>
              </a:rPr>
              <a:t> </a:t>
            </a:r>
            <a:r>
              <a:rPr sz="1600" b="0" spc="-10" dirty="0">
                <a:latin typeface="Calibri"/>
                <a:cs typeface="Calibri"/>
              </a:rPr>
              <a:t>sentences.</a:t>
            </a:r>
            <a:endParaRPr sz="1600" dirty="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7E2C7BBC-0B7A-C850-489E-C26D30CE48FB}"/>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9" name="object 3">
            <a:extLst>
              <a:ext uri="{FF2B5EF4-FFF2-40B4-BE49-F238E27FC236}">
                <a16:creationId xmlns:a16="http://schemas.microsoft.com/office/drawing/2014/main" id="{D949CB1E-F84C-FE7E-0405-BBFC5A0D5333}"/>
              </a:ext>
            </a:extLst>
          </p:cNvPr>
          <p:cNvPicPr/>
          <p:nvPr/>
        </p:nvPicPr>
        <p:blipFill>
          <a:blip r:embed="rId2" cstate="print"/>
          <a:stretch>
            <a:fillRect/>
          </a:stretch>
        </p:blipFill>
        <p:spPr>
          <a:xfrm>
            <a:off x="1417319" y="566927"/>
            <a:ext cx="4401311" cy="573024"/>
          </a:xfrm>
          <a:prstGeom prst="rect">
            <a:avLst/>
          </a:prstGeom>
        </p:spPr>
      </p:pic>
      <p:sp>
        <p:nvSpPr>
          <p:cNvPr id="10" name="object 4">
            <a:extLst>
              <a:ext uri="{FF2B5EF4-FFF2-40B4-BE49-F238E27FC236}">
                <a16:creationId xmlns:a16="http://schemas.microsoft.com/office/drawing/2014/main" id="{52F0BBC7-C34A-38FE-787D-C9CF6094D273}"/>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11" name="object 5">
            <a:extLst>
              <a:ext uri="{FF2B5EF4-FFF2-40B4-BE49-F238E27FC236}">
                <a16:creationId xmlns:a16="http://schemas.microsoft.com/office/drawing/2014/main" id="{5D338B13-0D65-C2B2-E3D1-8BB75D92766A}"/>
              </a:ext>
            </a:extLst>
          </p:cNvPr>
          <p:cNvSpPr txBox="1"/>
          <p:nvPr/>
        </p:nvSpPr>
        <p:spPr>
          <a:xfrm>
            <a:off x="1563048" y="1333754"/>
            <a:ext cx="9688195" cy="3502025"/>
          </a:xfrm>
          <a:prstGeom prst="rect">
            <a:avLst/>
          </a:prstGeom>
        </p:spPr>
        <p:txBody>
          <a:bodyPr vert="horz" wrap="square" lIns="0" tIns="147320" rIns="0" bIns="0" rtlCol="0">
            <a:spAutoFit/>
          </a:bodyPr>
          <a:lstStyle/>
          <a:p>
            <a:pPr marL="12700">
              <a:lnSpc>
                <a:spcPct val="100000"/>
              </a:lnSpc>
              <a:spcBef>
                <a:spcPts val="1160"/>
              </a:spcBef>
            </a:pPr>
            <a:r>
              <a:rPr sz="1800" b="1" dirty="0">
                <a:latin typeface="Times New Roman"/>
                <a:cs typeface="Times New Roman"/>
              </a:rPr>
              <a:t>Prohibited</a:t>
            </a:r>
            <a:r>
              <a:rPr sz="1800" b="1" spc="-80" dirty="0">
                <a:latin typeface="Times New Roman"/>
                <a:cs typeface="Times New Roman"/>
              </a:rPr>
              <a:t> </a:t>
            </a:r>
            <a:r>
              <a:rPr sz="1800" b="1" dirty="0">
                <a:latin typeface="Times New Roman"/>
                <a:cs typeface="Times New Roman"/>
              </a:rPr>
              <a:t>photography</a:t>
            </a:r>
            <a:r>
              <a:rPr sz="1800" b="1" spc="-75" dirty="0">
                <a:latin typeface="Times New Roman"/>
                <a:cs typeface="Times New Roman"/>
              </a:rPr>
              <a:t> </a:t>
            </a:r>
            <a:r>
              <a:rPr sz="1800" b="1" dirty="0">
                <a:latin typeface="Times New Roman"/>
                <a:cs typeface="Times New Roman"/>
              </a:rPr>
              <a:t>over</a:t>
            </a:r>
            <a:r>
              <a:rPr sz="1800" b="1" spc="-100" dirty="0">
                <a:latin typeface="Times New Roman"/>
                <a:cs typeface="Times New Roman"/>
              </a:rPr>
              <a:t> </a:t>
            </a:r>
            <a:r>
              <a:rPr sz="1800" b="1" dirty="0">
                <a:latin typeface="Times New Roman"/>
                <a:cs typeface="Times New Roman"/>
              </a:rPr>
              <a:t>protected</a:t>
            </a:r>
            <a:r>
              <a:rPr sz="1800" b="1" spc="-80" dirty="0">
                <a:latin typeface="Times New Roman"/>
                <a:cs typeface="Times New Roman"/>
              </a:rPr>
              <a:t> </a:t>
            </a:r>
            <a:r>
              <a:rPr sz="1800" b="1" spc="-10" dirty="0">
                <a:latin typeface="Times New Roman"/>
                <a:cs typeface="Times New Roman"/>
              </a:rPr>
              <a:t>areas</a:t>
            </a:r>
            <a:endParaRPr sz="1800">
              <a:latin typeface="Times New Roman"/>
              <a:cs typeface="Times New Roman"/>
            </a:endParaRPr>
          </a:p>
          <a:p>
            <a:pPr marL="12700">
              <a:lnSpc>
                <a:spcPct val="100000"/>
              </a:lnSpc>
              <a:spcBef>
                <a:spcPts val="944"/>
              </a:spcBef>
            </a:pPr>
            <a:r>
              <a:rPr sz="1600" b="1" dirty="0">
                <a:latin typeface="Times New Roman"/>
                <a:cs typeface="Times New Roman"/>
              </a:rPr>
              <a:t>32.</a:t>
            </a:r>
            <a:r>
              <a:rPr sz="1600" b="1" spc="-10" dirty="0">
                <a:latin typeface="Times New Roman"/>
                <a:cs typeface="Times New Roman"/>
              </a:rPr>
              <a:t> </a:t>
            </a:r>
            <a:r>
              <a:rPr sz="1600" dirty="0">
                <a:latin typeface="Times New Roman"/>
                <a:cs typeface="Times New Roman"/>
              </a:rPr>
              <a:t>(2)</a:t>
            </a:r>
            <a:r>
              <a:rPr sz="1600" spc="-10" dirty="0">
                <a:latin typeface="Times New Roman"/>
                <a:cs typeface="Times New Roman"/>
              </a:rPr>
              <a:t> </a:t>
            </a:r>
            <a:r>
              <a:rPr sz="1600" dirty="0">
                <a:latin typeface="Times New Roman"/>
                <a:cs typeface="Times New Roman"/>
              </a:rPr>
              <a:t>If</a:t>
            </a:r>
            <a:r>
              <a:rPr sz="1600" spc="-10" dirty="0">
                <a:latin typeface="Times New Roman"/>
                <a:cs typeface="Times New Roman"/>
              </a:rPr>
              <a:t> </a:t>
            </a:r>
            <a:r>
              <a:rPr sz="1600" spc="-50" dirty="0">
                <a:latin typeface="Times New Roman"/>
                <a:cs typeface="Times New Roman"/>
              </a:rPr>
              <a:t>–</a:t>
            </a:r>
            <a:endParaRPr sz="1600">
              <a:latin typeface="Times New Roman"/>
              <a:cs typeface="Times New Roman"/>
            </a:endParaRPr>
          </a:p>
          <a:p>
            <a:pPr marL="746125" indent="-276225">
              <a:lnSpc>
                <a:spcPct val="100000"/>
              </a:lnSpc>
              <a:spcBef>
                <a:spcPts val="985"/>
              </a:spcBef>
              <a:buAutoNum type="alphaLcParenBoth"/>
              <a:tabLst>
                <a:tab pos="746125" algn="l"/>
              </a:tabLst>
            </a:pPr>
            <a:r>
              <a:rPr sz="1600" dirty="0">
                <a:latin typeface="Times New Roman"/>
                <a:cs typeface="Times New Roman"/>
              </a:rPr>
              <a:t>an</a:t>
            </a:r>
            <a:r>
              <a:rPr sz="1600" spc="-40" dirty="0">
                <a:latin typeface="Times New Roman"/>
                <a:cs typeface="Times New Roman"/>
              </a:rPr>
              <a:t> </a:t>
            </a:r>
            <a:r>
              <a:rPr sz="1600" dirty="0">
                <a:latin typeface="Times New Roman"/>
                <a:cs typeface="Times New Roman"/>
              </a:rPr>
              <a:t>unmanned</a:t>
            </a:r>
            <a:r>
              <a:rPr sz="1600" spc="-40" dirty="0">
                <a:latin typeface="Times New Roman"/>
                <a:cs typeface="Times New Roman"/>
              </a:rPr>
              <a:t> </a:t>
            </a:r>
            <a:r>
              <a:rPr sz="1600" dirty="0">
                <a:latin typeface="Times New Roman"/>
                <a:cs typeface="Times New Roman"/>
              </a:rPr>
              <a:t>aircraft</a:t>
            </a:r>
            <a:r>
              <a:rPr sz="1600" spc="-30" dirty="0">
                <a:latin typeface="Times New Roman"/>
                <a:cs typeface="Times New Roman"/>
              </a:rPr>
              <a:t> </a:t>
            </a:r>
            <a:r>
              <a:rPr sz="1600" dirty="0">
                <a:latin typeface="Times New Roman"/>
                <a:cs typeface="Times New Roman"/>
              </a:rPr>
              <a:t>has</a:t>
            </a:r>
            <a:r>
              <a:rPr sz="1600" spc="-40" dirty="0">
                <a:latin typeface="Times New Roman"/>
                <a:cs typeface="Times New Roman"/>
              </a:rPr>
              <a:t> </a:t>
            </a:r>
            <a:r>
              <a:rPr sz="1600" dirty="0">
                <a:latin typeface="Times New Roman"/>
                <a:cs typeface="Times New Roman"/>
              </a:rPr>
              <a:t>onboard</a:t>
            </a:r>
            <a:r>
              <a:rPr sz="1600" spc="-40" dirty="0">
                <a:latin typeface="Times New Roman"/>
                <a:cs typeface="Times New Roman"/>
              </a:rPr>
              <a:t> </a:t>
            </a:r>
            <a:r>
              <a:rPr sz="1600" dirty="0">
                <a:latin typeface="Times New Roman"/>
                <a:cs typeface="Times New Roman"/>
              </a:rPr>
              <a:t>equipment</a:t>
            </a:r>
            <a:r>
              <a:rPr sz="1600" spc="-30" dirty="0">
                <a:latin typeface="Times New Roman"/>
                <a:cs typeface="Times New Roman"/>
              </a:rPr>
              <a:t> </a:t>
            </a:r>
            <a:r>
              <a:rPr sz="1600" dirty="0">
                <a:latin typeface="Times New Roman"/>
                <a:cs typeface="Times New Roman"/>
              </a:rPr>
              <a:t>for</a:t>
            </a:r>
            <a:r>
              <a:rPr sz="1600" spc="-40" dirty="0">
                <a:latin typeface="Times New Roman"/>
                <a:cs typeface="Times New Roman"/>
              </a:rPr>
              <a:t> </a:t>
            </a:r>
            <a:r>
              <a:rPr sz="1600" dirty="0">
                <a:latin typeface="Times New Roman"/>
                <a:cs typeface="Times New Roman"/>
              </a:rPr>
              <a:t>taking</a:t>
            </a:r>
            <a:r>
              <a:rPr sz="1600" spc="-35" dirty="0">
                <a:latin typeface="Times New Roman"/>
                <a:cs typeface="Times New Roman"/>
              </a:rPr>
              <a:t> </a:t>
            </a:r>
            <a:r>
              <a:rPr sz="1600" dirty="0">
                <a:latin typeface="Times New Roman"/>
                <a:cs typeface="Times New Roman"/>
              </a:rPr>
              <a:t>photographs</a:t>
            </a:r>
            <a:r>
              <a:rPr sz="1600" spc="-40" dirty="0">
                <a:latin typeface="Times New Roman"/>
                <a:cs typeface="Times New Roman"/>
              </a:rPr>
              <a:t> </a:t>
            </a:r>
            <a:r>
              <a:rPr sz="1600" dirty="0">
                <a:latin typeface="Times New Roman"/>
                <a:cs typeface="Times New Roman"/>
              </a:rPr>
              <a:t>when</a:t>
            </a:r>
            <a:r>
              <a:rPr sz="1600" spc="-40" dirty="0">
                <a:latin typeface="Times New Roman"/>
                <a:cs typeface="Times New Roman"/>
              </a:rPr>
              <a:t> </a:t>
            </a:r>
            <a:r>
              <a:rPr sz="1600" dirty="0">
                <a:latin typeface="Times New Roman"/>
                <a:cs typeface="Times New Roman"/>
              </a:rPr>
              <a:t>flying;</a:t>
            </a:r>
            <a:r>
              <a:rPr sz="1600" spc="-30" dirty="0">
                <a:latin typeface="Times New Roman"/>
                <a:cs typeface="Times New Roman"/>
              </a:rPr>
              <a:t> </a:t>
            </a:r>
            <a:r>
              <a:rPr sz="1600" spc="-25" dirty="0">
                <a:latin typeface="Times New Roman"/>
                <a:cs typeface="Times New Roman"/>
              </a:rPr>
              <a:t>and</a:t>
            </a:r>
            <a:endParaRPr sz="1600">
              <a:latin typeface="Times New Roman"/>
              <a:cs typeface="Times New Roman"/>
            </a:endParaRPr>
          </a:p>
          <a:p>
            <a:pPr marL="12700" marR="5080" indent="744855">
              <a:lnSpc>
                <a:spcPct val="105000"/>
              </a:lnSpc>
              <a:spcBef>
                <a:spcPts val="860"/>
              </a:spcBef>
              <a:buAutoNum type="alphaLcParenBoth"/>
              <a:tabLst>
                <a:tab pos="757555" algn="l"/>
              </a:tabLst>
            </a:pPr>
            <a:r>
              <a:rPr sz="1600" dirty="0">
                <a:latin typeface="Times New Roman"/>
                <a:cs typeface="Times New Roman"/>
              </a:rPr>
              <a:t>a</a:t>
            </a:r>
            <a:r>
              <a:rPr sz="1600" spc="-30" dirty="0">
                <a:latin typeface="Times New Roman"/>
                <a:cs typeface="Times New Roman"/>
              </a:rPr>
              <a:t> </a:t>
            </a:r>
            <a:r>
              <a:rPr sz="1600" dirty="0">
                <a:latin typeface="Times New Roman"/>
                <a:cs typeface="Times New Roman"/>
              </a:rPr>
              <a:t>photograph</a:t>
            </a:r>
            <a:r>
              <a:rPr sz="1600" spc="-25" dirty="0">
                <a:latin typeface="Times New Roman"/>
                <a:cs typeface="Times New Roman"/>
              </a:rPr>
              <a:t> </a:t>
            </a:r>
            <a:r>
              <a:rPr sz="1600" dirty="0">
                <a:latin typeface="Times New Roman"/>
                <a:cs typeface="Times New Roman"/>
              </a:rPr>
              <a:t>is</a:t>
            </a:r>
            <a:r>
              <a:rPr sz="1600" spc="-30" dirty="0">
                <a:latin typeface="Times New Roman"/>
                <a:cs typeface="Times New Roman"/>
              </a:rPr>
              <a:t> </a:t>
            </a:r>
            <a:r>
              <a:rPr sz="1600" dirty="0">
                <a:latin typeface="Times New Roman"/>
                <a:cs typeface="Times New Roman"/>
              </a:rPr>
              <a:t>taken</a:t>
            </a:r>
            <a:r>
              <a:rPr sz="1600" spc="-25"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whole</a:t>
            </a:r>
            <a:r>
              <a:rPr sz="1600" spc="-25" dirty="0">
                <a:latin typeface="Times New Roman"/>
                <a:cs typeface="Times New Roman"/>
              </a:rPr>
              <a:t> </a:t>
            </a:r>
            <a:r>
              <a:rPr sz="1600" dirty="0">
                <a:latin typeface="Times New Roman"/>
                <a:cs typeface="Times New Roman"/>
              </a:rPr>
              <a:t>or</a:t>
            </a:r>
            <a:r>
              <a:rPr sz="1600" spc="-30" dirty="0">
                <a:latin typeface="Times New Roman"/>
                <a:cs typeface="Times New Roman"/>
              </a:rPr>
              <a:t> </a:t>
            </a:r>
            <a:r>
              <a:rPr sz="1600" dirty="0">
                <a:latin typeface="Times New Roman"/>
                <a:cs typeface="Times New Roman"/>
              </a:rPr>
              <a:t>any</a:t>
            </a:r>
            <a:r>
              <a:rPr sz="1600" spc="-25" dirty="0">
                <a:latin typeface="Times New Roman"/>
                <a:cs typeface="Times New Roman"/>
              </a:rPr>
              <a:t> </a:t>
            </a:r>
            <a:r>
              <a:rPr sz="1600" dirty="0">
                <a:latin typeface="Times New Roman"/>
                <a:cs typeface="Times New Roman"/>
              </a:rPr>
              <a:t>part</a:t>
            </a:r>
            <a:r>
              <a:rPr sz="1600" spc="-25"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a</a:t>
            </a:r>
            <a:r>
              <a:rPr sz="1600" spc="-25" dirty="0">
                <a:latin typeface="Times New Roman"/>
                <a:cs typeface="Times New Roman"/>
              </a:rPr>
              <a:t> </a:t>
            </a:r>
            <a:r>
              <a:rPr sz="1600" dirty="0">
                <a:latin typeface="Times New Roman"/>
                <a:cs typeface="Times New Roman"/>
              </a:rPr>
              <a:t>protected</a:t>
            </a:r>
            <a:r>
              <a:rPr sz="1600" spc="-30" dirty="0">
                <a:latin typeface="Times New Roman"/>
                <a:cs typeface="Times New Roman"/>
              </a:rPr>
              <a:t> </a:t>
            </a:r>
            <a:r>
              <a:rPr sz="1600" dirty="0">
                <a:latin typeface="Times New Roman"/>
                <a:cs typeface="Times New Roman"/>
              </a:rPr>
              <a:t>area</a:t>
            </a:r>
            <a:r>
              <a:rPr sz="1600" spc="-25" dirty="0">
                <a:latin typeface="Times New Roman"/>
                <a:cs typeface="Times New Roman"/>
              </a:rPr>
              <a:t> </a:t>
            </a:r>
            <a:r>
              <a:rPr sz="1600" dirty="0">
                <a:latin typeface="Times New Roman"/>
                <a:cs typeface="Times New Roman"/>
              </a:rPr>
              <a:t>using</a:t>
            </a:r>
            <a:r>
              <a:rPr sz="1600" spc="-30" dirty="0">
                <a:latin typeface="Times New Roman"/>
                <a:cs typeface="Times New Roman"/>
              </a:rPr>
              <a:t> </a:t>
            </a:r>
            <a:r>
              <a:rPr sz="1600" dirty="0">
                <a:latin typeface="Times New Roman"/>
                <a:cs typeface="Times New Roman"/>
              </a:rPr>
              <a:t>that</a:t>
            </a:r>
            <a:r>
              <a:rPr sz="1600" spc="-20" dirty="0">
                <a:latin typeface="Times New Roman"/>
                <a:cs typeface="Times New Roman"/>
              </a:rPr>
              <a:t> </a:t>
            </a:r>
            <a:r>
              <a:rPr sz="1600" dirty="0">
                <a:latin typeface="Times New Roman"/>
                <a:cs typeface="Times New Roman"/>
              </a:rPr>
              <a:t>photographic</a:t>
            </a:r>
            <a:r>
              <a:rPr sz="1600" spc="-30" dirty="0">
                <a:latin typeface="Times New Roman"/>
                <a:cs typeface="Times New Roman"/>
              </a:rPr>
              <a:t> </a:t>
            </a:r>
            <a:r>
              <a:rPr sz="1600" dirty="0">
                <a:latin typeface="Times New Roman"/>
                <a:cs typeface="Times New Roman"/>
              </a:rPr>
              <a:t>equipment</a:t>
            </a:r>
            <a:r>
              <a:rPr sz="1600" spc="-20" dirty="0">
                <a:latin typeface="Times New Roman"/>
                <a:cs typeface="Times New Roman"/>
              </a:rPr>
              <a:t> </a:t>
            </a:r>
            <a:r>
              <a:rPr sz="1600" spc="-10" dirty="0">
                <a:latin typeface="Times New Roman"/>
                <a:cs typeface="Times New Roman"/>
              </a:rPr>
              <a:t>onboard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unmanned</a:t>
            </a:r>
            <a:r>
              <a:rPr sz="1600" spc="-35" dirty="0">
                <a:latin typeface="Times New Roman"/>
                <a:cs typeface="Times New Roman"/>
              </a:rPr>
              <a:t> </a:t>
            </a:r>
            <a:r>
              <a:rPr sz="1600" spc="-10" dirty="0">
                <a:latin typeface="Times New Roman"/>
                <a:cs typeface="Times New Roman"/>
              </a:rPr>
              <a:t>aircraft,</a:t>
            </a:r>
            <a:endParaRPr sz="1600">
              <a:latin typeface="Times New Roman"/>
              <a:cs typeface="Times New Roman"/>
            </a:endParaRPr>
          </a:p>
          <a:p>
            <a:pPr marL="12700" marR="54610">
              <a:lnSpc>
                <a:spcPts val="1900"/>
              </a:lnSpc>
              <a:spcBef>
                <a:spcPts val="1065"/>
              </a:spcBef>
            </a:pP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operator</a:t>
            </a:r>
            <a:r>
              <a:rPr sz="1600" spc="-25"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unmanned</a:t>
            </a:r>
            <a:r>
              <a:rPr sz="1600" spc="-25" dirty="0">
                <a:latin typeface="Times New Roman"/>
                <a:cs typeface="Times New Roman"/>
              </a:rPr>
              <a:t> </a:t>
            </a:r>
            <a:r>
              <a:rPr sz="1600" dirty="0">
                <a:latin typeface="Times New Roman"/>
                <a:cs typeface="Times New Roman"/>
              </a:rPr>
              <a:t>aircraft,</a:t>
            </a:r>
            <a:r>
              <a:rPr sz="1600" spc="-25"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person</a:t>
            </a:r>
            <a:r>
              <a:rPr sz="1600" spc="-25" dirty="0">
                <a:latin typeface="Times New Roman"/>
                <a:cs typeface="Times New Roman"/>
              </a:rPr>
              <a:t> </a:t>
            </a:r>
            <a:r>
              <a:rPr sz="1600" dirty="0">
                <a:latin typeface="Times New Roman"/>
                <a:cs typeface="Times New Roman"/>
              </a:rPr>
              <a:t>taking</a:t>
            </a:r>
            <a:r>
              <a:rPr sz="1600" spc="-30" dirty="0">
                <a:latin typeface="Times New Roman"/>
                <a:cs typeface="Times New Roman"/>
              </a:rPr>
              <a:t> </a:t>
            </a:r>
            <a:r>
              <a:rPr sz="1600" dirty="0">
                <a:latin typeface="Times New Roman"/>
                <a:cs typeface="Times New Roman"/>
              </a:rPr>
              <a:t>photograph</a:t>
            </a:r>
            <a:r>
              <a:rPr sz="1600" spc="-25" dirty="0">
                <a:latin typeface="Times New Roman"/>
                <a:cs typeface="Times New Roman"/>
              </a:rPr>
              <a:t> </a:t>
            </a:r>
            <a:r>
              <a:rPr sz="1600" dirty="0">
                <a:latin typeface="Times New Roman"/>
                <a:cs typeface="Times New Roman"/>
              </a:rPr>
              <a:t>if</a:t>
            </a:r>
            <a:r>
              <a:rPr sz="1600" spc="-2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person</a:t>
            </a:r>
            <a:r>
              <a:rPr sz="1600" spc="-25"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not</a:t>
            </a:r>
            <a:r>
              <a:rPr sz="1600" spc="-2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spc="-10" dirty="0">
                <a:latin typeface="Times New Roman"/>
                <a:cs typeface="Times New Roman"/>
              </a:rPr>
              <a:t>operator,</a:t>
            </a:r>
            <a:r>
              <a:rPr sz="1600" spc="-25" dirty="0">
                <a:latin typeface="Times New Roman"/>
                <a:cs typeface="Times New Roman"/>
              </a:rPr>
              <a:t> </a:t>
            </a:r>
            <a:r>
              <a:rPr sz="1600" dirty="0">
                <a:latin typeface="Times New Roman"/>
                <a:cs typeface="Times New Roman"/>
              </a:rPr>
              <a:t>shall</a:t>
            </a:r>
            <a:r>
              <a:rPr sz="1600" spc="-25" dirty="0">
                <a:latin typeface="Times New Roman"/>
                <a:cs typeface="Times New Roman"/>
              </a:rPr>
              <a:t> </a:t>
            </a:r>
            <a:r>
              <a:rPr sz="1600" dirty="0">
                <a:latin typeface="Times New Roman"/>
                <a:cs typeface="Times New Roman"/>
              </a:rPr>
              <a:t>each</a:t>
            </a:r>
            <a:r>
              <a:rPr sz="1600" spc="-25" dirty="0">
                <a:latin typeface="Times New Roman"/>
                <a:cs typeface="Times New Roman"/>
              </a:rPr>
              <a:t> be </a:t>
            </a:r>
            <a:r>
              <a:rPr sz="1600" dirty="0">
                <a:latin typeface="Times New Roman"/>
                <a:cs typeface="Times New Roman"/>
              </a:rPr>
              <a:t>guilty</a:t>
            </a:r>
            <a:r>
              <a:rPr sz="1600" spc="-15" dirty="0">
                <a:latin typeface="Times New Roman"/>
                <a:cs typeface="Times New Roman"/>
              </a:rPr>
              <a:t> </a:t>
            </a:r>
            <a:r>
              <a:rPr sz="1600" dirty="0">
                <a:latin typeface="Times New Roman"/>
                <a:cs typeface="Times New Roman"/>
              </a:rPr>
              <a:t>of</a:t>
            </a:r>
            <a:r>
              <a:rPr sz="1600" spc="-15" dirty="0">
                <a:latin typeface="Times New Roman"/>
                <a:cs typeface="Times New Roman"/>
              </a:rPr>
              <a:t> </a:t>
            </a:r>
            <a:r>
              <a:rPr sz="1600" dirty="0">
                <a:latin typeface="Times New Roman"/>
                <a:cs typeface="Times New Roman"/>
              </a:rPr>
              <a:t>an</a:t>
            </a:r>
            <a:r>
              <a:rPr sz="1600" spc="-15" dirty="0">
                <a:latin typeface="Times New Roman"/>
                <a:cs typeface="Times New Roman"/>
              </a:rPr>
              <a:t> </a:t>
            </a:r>
            <a:r>
              <a:rPr sz="1600" spc="-10" dirty="0">
                <a:latin typeface="Times New Roman"/>
                <a:cs typeface="Times New Roman"/>
              </a:rPr>
              <a:t>offence.</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120"/>
              </a:spcBef>
            </a:pPr>
            <a:endParaRPr sz="1600">
              <a:latin typeface="Times New Roman"/>
              <a:cs typeface="Times New Roman"/>
            </a:endParaRPr>
          </a:p>
          <a:p>
            <a:pPr marL="12700">
              <a:lnSpc>
                <a:spcPct val="100000"/>
              </a:lnSpc>
            </a:pPr>
            <a:r>
              <a:rPr sz="1600" b="1" dirty="0">
                <a:latin typeface="Times New Roman"/>
                <a:cs typeface="Times New Roman"/>
              </a:rPr>
              <a:t>Permit</a:t>
            </a:r>
            <a:r>
              <a:rPr sz="1600" b="1" spc="-35" dirty="0">
                <a:latin typeface="Times New Roman"/>
                <a:cs typeface="Times New Roman"/>
              </a:rPr>
              <a:t> </a:t>
            </a:r>
            <a:r>
              <a:rPr sz="1600" b="1" dirty="0">
                <a:latin typeface="Times New Roman"/>
                <a:cs typeface="Times New Roman"/>
              </a:rPr>
              <a:t>needed</a:t>
            </a:r>
            <a:r>
              <a:rPr sz="1600" b="1" spc="-40" dirty="0">
                <a:latin typeface="Times New Roman"/>
                <a:cs typeface="Times New Roman"/>
              </a:rPr>
              <a:t> </a:t>
            </a:r>
            <a:r>
              <a:rPr sz="1600" b="1" dirty="0">
                <a:latin typeface="Times New Roman"/>
                <a:cs typeface="Times New Roman"/>
              </a:rPr>
              <a:t>for</a:t>
            </a:r>
            <a:r>
              <a:rPr sz="1600" b="1" spc="-65" dirty="0">
                <a:latin typeface="Times New Roman"/>
                <a:cs typeface="Times New Roman"/>
              </a:rPr>
              <a:t> </a:t>
            </a:r>
            <a:r>
              <a:rPr sz="1600" b="1" dirty="0">
                <a:latin typeface="Times New Roman"/>
                <a:cs typeface="Times New Roman"/>
              </a:rPr>
              <a:t>certain</a:t>
            </a:r>
            <a:r>
              <a:rPr sz="1600" b="1" spc="-35" dirty="0">
                <a:latin typeface="Times New Roman"/>
                <a:cs typeface="Times New Roman"/>
              </a:rPr>
              <a:t> </a:t>
            </a:r>
            <a:r>
              <a:rPr sz="1600" b="1" dirty="0">
                <a:latin typeface="Times New Roman"/>
                <a:cs typeface="Times New Roman"/>
              </a:rPr>
              <a:t>overflight</a:t>
            </a:r>
            <a:r>
              <a:rPr sz="1600" b="1" spc="-35" dirty="0">
                <a:latin typeface="Times New Roman"/>
                <a:cs typeface="Times New Roman"/>
              </a:rPr>
              <a:t> </a:t>
            </a:r>
            <a:r>
              <a:rPr sz="1600" b="1" dirty="0">
                <a:latin typeface="Times New Roman"/>
                <a:cs typeface="Times New Roman"/>
              </a:rPr>
              <a:t>by</a:t>
            </a:r>
            <a:r>
              <a:rPr sz="1600" b="1" spc="-35" dirty="0">
                <a:latin typeface="Times New Roman"/>
                <a:cs typeface="Times New Roman"/>
              </a:rPr>
              <a:t> </a:t>
            </a:r>
            <a:r>
              <a:rPr sz="1600" b="1" dirty="0">
                <a:latin typeface="Times New Roman"/>
                <a:cs typeface="Times New Roman"/>
              </a:rPr>
              <a:t>unmanned</a:t>
            </a:r>
            <a:r>
              <a:rPr sz="1600" b="1" spc="-40" dirty="0">
                <a:latin typeface="Times New Roman"/>
                <a:cs typeface="Times New Roman"/>
              </a:rPr>
              <a:t> </a:t>
            </a:r>
            <a:r>
              <a:rPr sz="1600" b="1" spc="-10" dirty="0">
                <a:latin typeface="Times New Roman"/>
                <a:cs typeface="Times New Roman"/>
              </a:rPr>
              <a:t>aircraft</a:t>
            </a:r>
            <a:endParaRPr sz="1600">
              <a:latin typeface="Times New Roman"/>
              <a:cs typeface="Times New Roman"/>
            </a:endParaRPr>
          </a:p>
          <a:p>
            <a:pPr marL="12700">
              <a:lnSpc>
                <a:spcPct val="100000"/>
              </a:lnSpc>
              <a:spcBef>
                <a:spcPts val="985"/>
              </a:spcBef>
            </a:pPr>
            <a:r>
              <a:rPr sz="1600" b="1" dirty="0">
                <a:latin typeface="Times New Roman"/>
                <a:cs typeface="Times New Roman"/>
              </a:rPr>
              <a:t>33.</a:t>
            </a:r>
            <a:r>
              <a:rPr sz="1600" b="1" spc="-50" dirty="0">
                <a:latin typeface="Times New Roman"/>
                <a:cs typeface="Times New Roman"/>
              </a:rPr>
              <a:t> </a:t>
            </a:r>
            <a:r>
              <a:rPr sz="1600" dirty="0">
                <a:latin typeface="Times New Roman"/>
                <a:cs typeface="Times New Roman"/>
              </a:rPr>
              <a:t>–</a:t>
            </a:r>
            <a:r>
              <a:rPr sz="1600" spc="-25" dirty="0">
                <a:latin typeface="Times New Roman"/>
                <a:cs typeface="Times New Roman"/>
              </a:rPr>
              <a:t> </a:t>
            </a:r>
            <a:r>
              <a:rPr sz="1600" spc="-10" dirty="0">
                <a:latin typeface="Times New Roman"/>
                <a:cs typeface="Times New Roman"/>
              </a:rPr>
              <a:t>(1)</a:t>
            </a:r>
            <a:r>
              <a:rPr sz="1600" spc="-90" dirty="0">
                <a:latin typeface="Times New Roman"/>
                <a:cs typeface="Times New Roman"/>
              </a:rPr>
              <a:t> </a:t>
            </a:r>
            <a:r>
              <a:rPr sz="1600" dirty="0">
                <a:latin typeface="Times New Roman"/>
                <a:cs typeface="Times New Roman"/>
              </a:rPr>
              <a:t>A</a:t>
            </a:r>
            <a:r>
              <a:rPr sz="1600" spc="-100" dirty="0">
                <a:latin typeface="Times New Roman"/>
                <a:cs typeface="Times New Roman"/>
              </a:rPr>
              <a:t> </a:t>
            </a:r>
            <a:r>
              <a:rPr sz="1600" dirty="0">
                <a:latin typeface="Times New Roman"/>
                <a:cs typeface="Times New Roman"/>
              </a:rPr>
              <a:t>person</a:t>
            </a:r>
            <a:r>
              <a:rPr sz="1600" spc="-20" dirty="0">
                <a:latin typeface="Times New Roman"/>
                <a:cs typeface="Times New Roman"/>
              </a:rPr>
              <a:t> </a:t>
            </a:r>
            <a:r>
              <a:rPr sz="1600" dirty="0">
                <a:latin typeface="Times New Roman"/>
                <a:cs typeface="Times New Roman"/>
              </a:rPr>
              <a:t>must</a:t>
            </a:r>
            <a:r>
              <a:rPr sz="1600" spc="-20" dirty="0">
                <a:latin typeface="Times New Roman"/>
                <a:cs typeface="Times New Roman"/>
              </a:rPr>
              <a:t> </a:t>
            </a:r>
            <a:r>
              <a:rPr sz="1600" dirty="0">
                <a:latin typeface="Times New Roman"/>
                <a:cs typeface="Times New Roman"/>
              </a:rPr>
              <a:t>not</a:t>
            </a:r>
            <a:r>
              <a:rPr sz="1600" spc="-20" dirty="0">
                <a:latin typeface="Times New Roman"/>
                <a:cs typeface="Times New Roman"/>
              </a:rPr>
              <a:t> </a:t>
            </a:r>
            <a:r>
              <a:rPr sz="1600" dirty="0">
                <a:latin typeface="Times New Roman"/>
                <a:cs typeface="Times New Roman"/>
              </a:rPr>
              <a:t>operate</a:t>
            </a:r>
            <a:r>
              <a:rPr sz="1600" spc="-20" dirty="0">
                <a:latin typeface="Times New Roman"/>
                <a:cs typeface="Times New Roman"/>
              </a:rPr>
              <a:t> </a:t>
            </a:r>
            <a:r>
              <a:rPr sz="1600" dirty="0">
                <a:latin typeface="Times New Roman"/>
                <a:cs typeface="Times New Roman"/>
              </a:rPr>
              <a:t>an</a:t>
            </a:r>
            <a:r>
              <a:rPr sz="1600" spc="-25" dirty="0">
                <a:latin typeface="Times New Roman"/>
                <a:cs typeface="Times New Roman"/>
              </a:rPr>
              <a:t> </a:t>
            </a:r>
            <a:r>
              <a:rPr sz="1600" dirty="0">
                <a:latin typeface="Times New Roman"/>
                <a:cs typeface="Times New Roman"/>
              </a:rPr>
              <a:t>unmanned</a:t>
            </a:r>
            <a:r>
              <a:rPr sz="1600" spc="-25" dirty="0">
                <a:latin typeface="Times New Roman"/>
                <a:cs typeface="Times New Roman"/>
              </a:rPr>
              <a:t> </a:t>
            </a:r>
            <a:r>
              <a:rPr sz="1600" dirty="0">
                <a:latin typeface="Times New Roman"/>
                <a:cs typeface="Times New Roman"/>
              </a:rPr>
              <a:t>aircraft</a:t>
            </a:r>
            <a:r>
              <a:rPr sz="1600" spc="-15" dirty="0">
                <a:latin typeface="Times New Roman"/>
                <a:cs typeface="Times New Roman"/>
              </a:rPr>
              <a:t> </a:t>
            </a:r>
            <a:r>
              <a:rPr sz="1600" dirty="0">
                <a:latin typeface="Times New Roman"/>
                <a:cs typeface="Times New Roman"/>
              </a:rPr>
              <a:t>to</a:t>
            </a:r>
            <a:r>
              <a:rPr sz="1600" spc="-25" dirty="0">
                <a:latin typeface="Times New Roman"/>
                <a:cs typeface="Times New Roman"/>
              </a:rPr>
              <a:t> </a:t>
            </a:r>
            <a:r>
              <a:rPr sz="1600" spc="-10" dirty="0">
                <a:latin typeface="Times New Roman"/>
                <a:cs typeface="Times New Roman"/>
              </a:rPr>
              <a:t>fly,</a:t>
            </a:r>
            <a:r>
              <a:rPr sz="1600" spc="-20" dirty="0">
                <a:latin typeface="Times New Roman"/>
                <a:cs typeface="Times New Roman"/>
              </a:rPr>
              <a:t> </a:t>
            </a:r>
            <a:r>
              <a:rPr sz="1600" dirty="0">
                <a:latin typeface="Times New Roman"/>
                <a:cs typeface="Times New Roman"/>
              </a:rPr>
              <a:t>at</a:t>
            </a:r>
            <a:r>
              <a:rPr sz="1600" spc="-20" dirty="0">
                <a:latin typeface="Times New Roman"/>
                <a:cs typeface="Times New Roman"/>
              </a:rPr>
              <a:t> </a:t>
            </a:r>
            <a:r>
              <a:rPr sz="1600" dirty="0">
                <a:latin typeface="Times New Roman"/>
                <a:cs typeface="Times New Roman"/>
              </a:rPr>
              <a:t>any</a:t>
            </a:r>
            <a:r>
              <a:rPr sz="1600" spc="-25" dirty="0">
                <a:latin typeface="Times New Roman"/>
                <a:cs typeface="Times New Roman"/>
              </a:rPr>
              <a:t> </a:t>
            </a:r>
            <a:r>
              <a:rPr sz="1600" dirty="0">
                <a:latin typeface="Times New Roman"/>
                <a:cs typeface="Times New Roman"/>
              </a:rPr>
              <a:t>height,</a:t>
            </a:r>
            <a:r>
              <a:rPr sz="1600" spc="-20" dirty="0">
                <a:latin typeface="Times New Roman"/>
                <a:cs typeface="Times New Roman"/>
              </a:rPr>
              <a:t> </a:t>
            </a:r>
            <a:r>
              <a:rPr sz="1600" dirty="0">
                <a:latin typeface="Times New Roman"/>
                <a:cs typeface="Times New Roman"/>
              </a:rPr>
              <a:t>over</a:t>
            </a:r>
            <a:r>
              <a:rPr sz="1600" spc="-25" dirty="0">
                <a:latin typeface="Times New Roman"/>
                <a:cs typeface="Times New Roman"/>
              </a:rPr>
              <a:t> </a:t>
            </a:r>
            <a:r>
              <a:rPr sz="1600" dirty="0">
                <a:latin typeface="Times New Roman"/>
                <a:cs typeface="Times New Roman"/>
              </a:rPr>
              <a:t>any</a:t>
            </a:r>
            <a:r>
              <a:rPr sz="1600" spc="-25" dirty="0">
                <a:latin typeface="Times New Roman"/>
                <a:cs typeface="Times New Roman"/>
              </a:rPr>
              <a:t> </a:t>
            </a:r>
            <a:r>
              <a:rPr sz="1600" dirty="0">
                <a:latin typeface="Times New Roman"/>
                <a:cs typeface="Times New Roman"/>
              </a:rPr>
              <a:t>part</a:t>
            </a:r>
            <a:r>
              <a:rPr sz="1600" spc="-15"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any</a:t>
            </a:r>
            <a:r>
              <a:rPr sz="1600" spc="-20" dirty="0">
                <a:latin typeface="Times New Roman"/>
                <a:cs typeface="Times New Roman"/>
              </a:rPr>
              <a:t> </a:t>
            </a:r>
            <a:r>
              <a:rPr sz="1600" dirty="0">
                <a:latin typeface="Times New Roman"/>
                <a:cs typeface="Times New Roman"/>
              </a:rPr>
              <a:t>protected</a:t>
            </a:r>
            <a:r>
              <a:rPr sz="1600" spc="-25" dirty="0">
                <a:latin typeface="Times New Roman"/>
                <a:cs typeface="Times New Roman"/>
              </a:rPr>
              <a:t> </a:t>
            </a:r>
            <a:r>
              <a:rPr sz="1600" spc="-10" dirty="0">
                <a:latin typeface="Times New Roman"/>
                <a:cs typeface="Times New Roman"/>
              </a:rPr>
              <a:t>area.</a:t>
            </a:r>
            <a:endParaRPr sz="1600">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CFF9E601-5D07-1007-3B9E-786B6E6458B7}"/>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9" name="object 3">
            <a:extLst>
              <a:ext uri="{FF2B5EF4-FFF2-40B4-BE49-F238E27FC236}">
                <a16:creationId xmlns:a16="http://schemas.microsoft.com/office/drawing/2014/main" id="{02429271-A26E-9674-5570-146AD2E710E4}"/>
              </a:ext>
            </a:extLst>
          </p:cNvPr>
          <p:cNvPicPr/>
          <p:nvPr/>
        </p:nvPicPr>
        <p:blipFill>
          <a:blip r:embed="rId2" cstate="print"/>
          <a:stretch>
            <a:fillRect/>
          </a:stretch>
        </p:blipFill>
        <p:spPr>
          <a:xfrm>
            <a:off x="1417319" y="566927"/>
            <a:ext cx="4401311" cy="573024"/>
          </a:xfrm>
          <a:prstGeom prst="rect">
            <a:avLst/>
          </a:prstGeom>
        </p:spPr>
      </p:pic>
      <p:sp>
        <p:nvSpPr>
          <p:cNvPr id="10" name="object 4">
            <a:extLst>
              <a:ext uri="{FF2B5EF4-FFF2-40B4-BE49-F238E27FC236}">
                <a16:creationId xmlns:a16="http://schemas.microsoft.com/office/drawing/2014/main" id="{903FAF38-2C9D-7D09-7168-AE780C8E9D01}"/>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11" name="object 5">
            <a:extLst>
              <a:ext uri="{FF2B5EF4-FFF2-40B4-BE49-F238E27FC236}">
                <a16:creationId xmlns:a16="http://schemas.microsoft.com/office/drawing/2014/main" id="{FC70299E-02E0-389D-8379-D39FF3F20888}"/>
              </a:ext>
            </a:extLst>
          </p:cNvPr>
          <p:cNvSpPr txBox="1"/>
          <p:nvPr/>
        </p:nvSpPr>
        <p:spPr>
          <a:xfrm>
            <a:off x="1563049" y="1307083"/>
            <a:ext cx="8620760" cy="4184650"/>
          </a:xfrm>
          <a:prstGeom prst="rect">
            <a:avLst/>
          </a:prstGeom>
        </p:spPr>
        <p:txBody>
          <a:bodyPr vert="horz" wrap="square" lIns="0" tIns="94615" rIns="0" bIns="0" rtlCol="0">
            <a:spAutoFit/>
          </a:bodyPr>
          <a:lstStyle/>
          <a:p>
            <a:pPr marL="12700">
              <a:lnSpc>
                <a:spcPct val="100000"/>
              </a:lnSpc>
              <a:spcBef>
                <a:spcPts val="745"/>
              </a:spcBef>
            </a:pPr>
            <a:r>
              <a:rPr sz="1800" b="1" dirty="0">
                <a:latin typeface="Times New Roman"/>
                <a:cs typeface="Times New Roman"/>
              </a:rPr>
              <a:t>Absolute</a:t>
            </a:r>
            <a:r>
              <a:rPr sz="1800" b="1" spc="-50" dirty="0">
                <a:latin typeface="Times New Roman"/>
                <a:cs typeface="Times New Roman"/>
              </a:rPr>
              <a:t> </a:t>
            </a:r>
            <a:r>
              <a:rPr sz="1800" b="1" dirty="0">
                <a:latin typeface="Times New Roman"/>
                <a:cs typeface="Times New Roman"/>
              </a:rPr>
              <a:t>prohibition</a:t>
            </a:r>
            <a:r>
              <a:rPr sz="1800" b="1" spc="-50" dirty="0">
                <a:latin typeface="Times New Roman"/>
                <a:cs typeface="Times New Roman"/>
              </a:rPr>
              <a:t> </a:t>
            </a:r>
            <a:r>
              <a:rPr sz="1800" b="1" dirty="0">
                <a:latin typeface="Times New Roman"/>
                <a:cs typeface="Times New Roman"/>
              </a:rPr>
              <a:t>of</a:t>
            </a:r>
            <a:r>
              <a:rPr sz="1800" b="1" spc="-50" dirty="0">
                <a:latin typeface="Times New Roman"/>
                <a:cs typeface="Times New Roman"/>
              </a:rPr>
              <a:t> </a:t>
            </a:r>
            <a:r>
              <a:rPr sz="1800" b="1" dirty="0">
                <a:latin typeface="Times New Roman"/>
                <a:cs typeface="Times New Roman"/>
              </a:rPr>
              <a:t>carriage</a:t>
            </a:r>
            <a:r>
              <a:rPr sz="1800" b="1" spc="-45" dirty="0">
                <a:latin typeface="Times New Roman"/>
                <a:cs typeface="Times New Roman"/>
              </a:rPr>
              <a:t> </a:t>
            </a:r>
            <a:r>
              <a:rPr sz="1800" b="1" dirty="0">
                <a:latin typeface="Times New Roman"/>
                <a:cs typeface="Times New Roman"/>
              </a:rPr>
              <a:t>of</a:t>
            </a:r>
            <a:r>
              <a:rPr sz="1800" b="1" spc="-50" dirty="0">
                <a:latin typeface="Times New Roman"/>
                <a:cs typeface="Times New Roman"/>
              </a:rPr>
              <a:t> </a:t>
            </a:r>
            <a:r>
              <a:rPr sz="1800" b="1" dirty="0">
                <a:latin typeface="Times New Roman"/>
                <a:cs typeface="Times New Roman"/>
              </a:rPr>
              <a:t>dangerous</a:t>
            </a:r>
            <a:r>
              <a:rPr sz="1800" b="1" spc="-50" dirty="0">
                <a:latin typeface="Times New Roman"/>
                <a:cs typeface="Times New Roman"/>
              </a:rPr>
              <a:t> </a:t>
            </a:r>
            <a:r>
              <a:rPr sz="1800" b="1" dirty="0">
                <a:latin typeface="Times New Roman"/>
                <a:cs typeface="Times New Roman"/>
              </a:rPr>
              <a:t>materials</a:t>
            </a:r>
            <a:r>
              <a:rPr sz="1800" b="1" spc="-55" dirty="0">
                <a:latin typeface="Times New Roman"/>
                <a:cs typeface="Times New Roman"/>
              </a:rPr>
              <a:t> </a:t>
            </a:r>
            <a:r>
              <a:rPr sz="1800" b="1" dirty="0">
                <a:latin typeface="Times New Roman"/>
                <a:cs typeface="Times New Roman"/>
              </a:rPr>
              <a:t>on</a:t>
            </a:r>
            <a:r>
              <a:rPr sz="1800" b="1" spc="-50" dirty="0">
                <a:latin typeface="Times New Roman"/>
                <a:cs typeface="Times New Roman"/>
              </a:rPr>
              <a:t> </a:t>
            </a:r>
            <a:r>
              <a:rPr sz="1800" b="1" dirty="0">
                <a:latin typeface="Times New Roman"/>
                <a:cs typeface="Times New Roman"/>
              </a:rPr>
              <a:t>unmanned</a:t>
            </a:r>
            <a:r>
              <a:rPr sz="1800" b="1" spc="-50" dirty="0">
                <a:latin typeface="Times New Roman"/>
                <a:cs typeface="Times New Roman"/>
              </a:rPr>
              <a:t> </a:t>
            </a:r>
            <a:r>
              <a:rPr sz="1800" b="1" spc="-10" dirty="0">
                <a:latin typeface="Times New Roman"/>
                <a:cs typeface="Times New Roman"/>
              </a:rPr>
              <a:t>aircraft</a:t>
            </a:r>
            <a:endParaRPr sz="1800">
              <a:latin typeface="Times New Roman"/>
              <a:cs typeface="Times New Roman"/>
            </a:endParaRPr>
          </a:p>
          <a:p>
            <a:pPr marL="12700">
              <a:lnSpc>
                <a:spcPct val="100000"/>
              </a:lnSpc>
              <a:spcBef>
                <a:spcPts val="540"/>
              </a:spcBef>
            </a:pPr>
            <a:r>
              <a:rPr sz="1500" b="1" dirty="0">
                <a:latin typeface="Times New Roman"/>
                <a:cs typeface="Times New Roman"/>
              </a:rPr>
              <a:t>34.</a:t>
            </a:r>
            <a:r>
              <a:rPr sz="1500" b="1" spc="-10" dirty="0">
                <a:latin typeface="Times New Roman"/>
                <a:cs typeface="Times New Roman"/>
              </a:rPr>
              <a:t> </a:t>
            </a:r>
            <a:r>
              <a:rPr sz="1500" dirty="0">
                <a:latin typeface="Times New Roman"/>
                <a:cs typeface="Times New Roman"/>
              </a:rPr>
              <a:t>–</a:t>
            </a:r>
            <a:r>
              <a:rPr sz="1500" spc="-5" dirty="0">
                <a:latin typeface="Times New Roman"/>
                <a:cs typeface="Times New Roman"/>
              </a:rPr>
              <a:t> </a:t>
            </a:r>
            <a:r>
              <a:rPr sz="1500" dirty="0">
                <a:latin typeface="Times New Roman"/>
                <a:cs typeface="Times New Roman"/>
              </a:rPr>
              <a:t>(1)</a:t>
            </a:r>
            <a:r>
              <a:rPr sz="1500" spc="-5" dirty="0">
                <a:latin typeface="Times New Roman"/>
                <a:cs typeface="Times New Roman"/>
              </a:rPr>
              <a:t> </a:t>
            </a:r>
            <a:r>
              <a:rPr sz="1500" dirty="0">
                <a:latin typeface="Times New Roman"/>
                <a:cs typeface="Times New Roman"/>
              </a:rPr>
              <a:t>if</a:t>
            </a:r>
            <a:r>
              <a:rPr sz="1500" spc="-5" dirty="0">
                <a:latin typeface="Times New Roman"/>
                <a:cs typeface="Times New Roman"/>
              </a:rPr>
              <a:t> </a:t>
            </a:r>
            <a:r>
              <a:rPr sz="1500" spc="-50" dirty="0">
                <a:latin typeface="Times New Roman"/>
                <a:cs typeface="Times New Roman"/>
              </a:rPr>
              <a:t>-</a:t>
            </a:r>
            <a:endParaRPr sz="1500">
              <a:latin typeface="Times New Roman"/>
              <a:cs typeface="Times New Roman"/>
            </a:endParaRPr>
          </a:p>
          <a:p>
            <a:pPr marL="739140" indent="-269240">
              <a:lnSpc>
                <a:spcPct val="100000"/>
              </a:lnSpc>
              <a:spcBef>
                <a:spcPts val="915"/>
              </a:spcBef>
              <a:buAutoNum type="alphaLcParenBoth"/>
              <a:tabLst>
                <a:tab pos="739140" algn="l"/>
              </a:tabLst>
            </a:pPr>
            <a:r>
              <a:rPr sz="1500" dirty="0">
                <a:latin typeface="Times New Roman"/>
                <a:cs typeface="Times New Roman"/>
              </a:rPr>
              <a:t>a</a:t>
            </a:r>
            <a:r>
              <a:rPr sz="1500" spc="-20" dirty="0">
                <a:latin typeface="Times New Roman"/>
                <a:cs typeface="Times New Roman"/>
              </a:rPr>
              <a:t> </a:t>
            </a:r>
            <a:r>
              <a:rPr sz="1500" dirty="0">
                <a:latin typeface="Times New Roman"/>
                <a:cs typeface="Times New Roman"/>
              </a:rPr>
              <a:t>person</a:t>
            </a:r>
            <a:r>
              <a:rPr sz="1500" spc="-20" dirty="0">
                <a:latin typeface="Times New Roman"/>
                <a:cs typeface="Times New Roman"/>
              </a:rPr>
              <a:t> </a:t>
            </a:r>
            <a:r>
              <a:rPr sz="1500" dirty="0">
                <a:latin typeface="Times New Roman"/>
                <a:cs typeface="Times New Roman"/>
              </a:rPr>
              <a:t>operates</a:t>
            </a:r>
            <a:r>
              <a:rPr sz="1500" spc="-10" dirty="0">
                <a:latin typeface="Times New Roman"/>
                <a:cs typeface="Times New Roman"/>
              </a:rPr>
              <a:t> </a:t>
            </a:r>
            <a:r>
              <a:rPr sz="1500" dirty="0">
                <a:latin typeface="Times New Roman"/>
                <a:cs typeface="Times New Roman"/>
              </a:rPr>
              <a:t>an</a:t>
            </a:r>
            <a:r>
              <a:rPr sz="1500" spc="-15" dirty="0">
                <a:latin typeface="Times New Roman"/>
                <a:cs typeface="Times New Roman"/>
              </a:rPr>
              <a:t> </a:t>
            </a:r>
            <a:r>
              <a:rPr sz="1500" dirty="0">
                <a:latin typeface="Times New Roman"/>
                <a:cs typeface="Times New Roman"/>
              </a:rPr>
              <a:t>unmanned</a:t>
            </a:r>
            <a:r>
              <a:rPr sz="1500" spc="-15" dirty="0">
                <a:latin typeface="Times New Roman"/>
                <a:cs typeface="Times New Roman"/>
              </a:rPr>
              <a:t> </a:t>
            </a:r>
            <a:r>
              <a:rPr sz="1500" dirty="0">
                <a:latin typeface="Times New Roman"/>
                <a:cs typeface="Times New Roman"/>
              </a:rPr>
              <a:t>aircraft</a:t>
            </a:r>
            <a:r>
              <a:rPr sz="1500" spc="-25" dirty="0">
                <a:latin typeface="Times New Roman"/>
                <a:cs typeface="Times New Roman"/>
              </a:rPr>
              <a:t> </a:t>
            </a:r>
            <a:r>
              <a:rPr sz="1500" dirty="0">
                <a:latin typeface="Times New Roman"/>
                <a:cs typeface="Times New Roman"/>
              </a:rPr>
              <a:t>to</a:t>
            </a:r>
            <a:r>
              <a:rPr sz="1500" spc="-10" dirty="0">
                <a:latin typeface="Times New Roman"/>
                <a:cs typeface="Times New Roman"/>
              </a:rPr>
              <a:t> </a:t>
            </a:r>
            <a:r>
              <a:rPr sz="1500" dirty="0">
                <a:latin typeface="Times New Roman"/>
                <a:cs typeface="Times New Roman"/>
              </a:rPr>
              <a:t>fly</a:t>
            </a:r>
            <a:r>
              <a:rPr sz="1500" spc="-20" dirty="0">
                <a:latin typeface="Times New Roman"/>
                <a:cs typeface="Times New Roman"/>
              </a:rPr>
              <a:t> </a:t>
            </a:r>
            <a:r>
              <a:rPr sz="1500" dirty="0">
                <a:latin typeface="Times New Roman"/>
                <a:cs typeface="Times New Roman"/>
              </a:rPr>
              <a:t>indoors</a:t>
            </a:r>
            <a:r>
              <a:rPr sz="1500" spc="-10" dirty="0">
                <a:latin typeface="Times New Roman"/>
                <a:cs typeface="Times New Roman"/>
              </a:rPr>
              <a:t> </a:t>
            </a:r>
            <a:r>
              <a:rPr sz="1500" dirty="0">
                <a:latin typeface="Times New Roman"/>
                <a:cs typeface="Times New Roman"/>
              </a:rPr>
              <a:t>or</a:t>
            </a:r>
            <a:r>
              <a:rPr sz="1500" spc="-15" dirty="0">
                <a:latin typeface="Times New Roman"/>
                <a:cs typeface="Times New Roman"/>
              </a:rPr>
              <a:t> </a:t>
            </a:r>
            <a:r>
              <a:rPr sz="1500" dirty="0">
                <a:latin typeface="Times New Roman"/>
                <a:cs typeface="Times New Roman"/>
              </a:rPr>
              <a:t>at</a:t>
            </a:r>
            <a:r>
              <a:rPr sz="1500" spc="-15" dirty="0">
                <a:latin typeface="Times New Roman"/>
                <a:cs typeface="Times New Roman"/>
              </a:rPr>
              <a:t> </a:t>
            </a:r>
            <a:r>
              <a:rPr sz="1500" dirty="0">
                <a:latin typeface="Times New Roman"/>
                <a:cs typeface="Times New Roman"/>
              </a:rPr>
              <a:t>any</a:t>
            </a:r>
            <a:r>
              <a:rPr sz="1500" spc="-20" dirty="0">
                <a:latin typeface="Times New Roman"/>
                <a:cs typeface="Times New Roman"/>
              </a:rPr>
              <a:t> </a:t>
            </a:r>
            <a:r>
              <a:rPr sz="1500" dirty="0">
                <a:latin typeface="Times New Roman"/>
                <a:cs typeface="Times New Roman"/>
              </a:rPr>
              <a:t>height</a:t>
            </a:r>
            <a:r>
              <a:rPr sz="1500" spc="-20" dirty="0">
                <a:latin typeface="Times New Roman"/>
                <a:cs typeface="Times New Roman"/>
              </a:rPr>
              <a:t> </a:t>
            </a:r>
            <a:r>
              <a:rPr sz="1500" dirty="0">
                <a:latin typeface="Times New Roman"/>
                <a:cs typeface="Times New Roman"/>
              </a:rPr>
              <a:t>over</a:t>
            </a:r>
            <a:r>
              <a:rPr sz="1500" spc="-10" dirty="0">
                <a:latin typeface="Times New Roman"/>
                <a:cs typeface="Times New Roman"/>
              </a:rPr>
              <a:t> </a:t>
            </a:r>
            <a:r>
              <a:rPr sz="1500" dirty="0">
                <a:latin typeface="Times New Roman"/>
                <a:cs typeface="Times New Roman"/>
              </a:rPr>
              <a:t>any</a:t>
            </a:r>
            <a:r>
              <a:rPr sz="1500" spc="-20" dirty="0">
                <a:latin typeface="Times New Roman"/>
                <a:cs typeface="Times New Roman"/>
              </a:rPr>
              <a:t> </a:t>
            </a:r>
            <a:r>
              <a:rPr sz="1500" dirty="0">
                <a:latin typeface="Times New Roman"/>
                <a:cs typeface="Times New Roman"/>
              </a:rPr>
              <a:t>area</a:t>
            </a:r>
            <a:r>
              <a:rPr sz="1500" spc="-15" dirty="0">
                <a:latin typeface="Times New Roman"/>
                <a:cs typeface="Times New Roman"/>
              </a:rPr>
              <a:t> </a:t>
            </a:r>
            <a:r>
              <a:rPr sz="1500" dirty="0">
                <a:latin typeface="Times New Roman"/>
                <a:cs typeface="Times New Roman"/>
              </a:rPr>
              <a:t>in</a:t>
            </a:r>
            <a:r>
              <a:rPr sz="1500" spc="-15" dirty="0">
                <a:latin typeface="Times New Roman"/>
                <a:cs typeface="Times New Roman"/>
              </a:rPr>
              <a:t> </a:t>
            </a:r>
            <a:r>
              <a:rPr sz="1500" dirty="0">
                <a:latin typeface="Times New Roman"/>
                <a:cs typeface="Times New Roman"/>
              </a:rPr>
              <a:t>Singapore;</a:t>
            </a:r>
            <a:r>
              <a:rPr sz="1500" spc="-15" dirty="0">
                <a:latin typeface="Times New Roman"/>
                <a:cs typeface="Times New Roman"/>
              </a:rPr>
              <a:t> </a:t>
            </a:r>
            <a:r>
              <a:rPr sz="1500" spc="-25" dirty="0">
                <a:latin typeface="Times New Roman"/>
                <a:cs typeface="Times New Roman"/>
              </a:rPr>
              <a:t>and</a:t>
            </a:r>
            <a:endParaRPr sz="1500">
              <a:latin typeface="Times New Roman"/>
              <a:cs typeface="Times New Roman"/>
            </a:endParaRPr>
          </a:p>
          <a:p>
            <a:pPr marL="12700" marR="3127375" indent="726440">
              <a:lnSpc>
                <a:spcPct val="133300"/>
              </a:lnSpc>
              <a:spcBef>
                <a:spcPts val="190"/>
              </a:spcBef>
              <a:buAutoNum type="alphaLcParenBoth"/>
              <a:tabLst>
                <a:tab pos="739140" algn="l"/>
              </a:tabLst>
            </a:pPr>
            <a:r>
              <a:rPr sz="1500" dirty="0">
                <a:latin typeface="Times New Roman"/>
                <a:cs typeface="Times New Roman"/>
              </a:rPr>
              <a:t>the</a:t>
            </a:r>
            <a:r>
              <a:rPr sz="1500" spc="-25" dirty="0">
                <a:latin typeface="Times New Roman"/>
                <a:cs typeface="Times New Roman"/>
              </a:rPr>
              <a:t> </a:t>
            </a:r>
            <a:r>
              <a:rPr sz="1500" dirty="0">
                <a:latin typeface="Times New Roman"/>
                <a:cs typeface="Times New Roman"/>
              </a:rPr>
              <a:t>unmanned</a:t>
            </a:r>
            <a:r>
              <a:rPr sz="1500" spc="-20" dirty="0">
                <a:latin typeface="Times New Roman"/>
                <a:cs typeface="Times New Roman"/>
              </a:rPr>
              <a:t> </a:t>
            </a:r>
            <a:r>
              <a:rPr sz="1500" dirty="0">
                <a:latin typeface="Times New Roman"/>
                <a:cs typeface="Times New Roman"/>
              </a:rPr>
              <a:t>aircraft</a:t>
            </a:r>
            <a:r>
              <a:rPr sz="1500" spc="-25" dirty="0">
                <a:latin typeface="Times New Roman"/>
                <a:cs typeface="Times New Roman"/>
              </a:rPr>
              <a:t> </a:t>
            </a:r>
            <a:r>
              <a:rPr sz="1500" dirty="0">
                <a:latin typeface="Times New Roman"/>
                <a:cs typeface="Times New Roman"/>
              </a:rPr>
              <a:t>carries</a:t>
            </a:r>
            <a:r>
              <a:rPr sz="1500" spc="-15" dirty="0">
                <a:latin typeface="Times New Roman"/>
                <a:cs typeface="Times New Roman"/>
              </a:rPr>
              <a:t> </a:t>
            </a:r>
            <a:r>
              <a:rPr sz="1500" dirty="0">
                <a:latin typeface="Times New Roman"/>
                <a:cs typeface="Times New Roman"/>
              </a:rPr>
              <a:t>a</a:t>
            </a:r>
            <a:r>
              <a:rPr sz="1500" spc="-20" dirty="0">
                <a:latin typeface="Times New Roman"/>
                <a:cs typeface="Times New Roman"/>
              </a:rPr>
              <a:t> </a:t>
            </a:r>
            <a:r>
              <a:rPr sz="1500" dirty="0">
                <a:latin typeface="Times New Roman"/>
                <a:cs typeface="Times New Roman"/>
              </a:rPr>
              <a:t>prohibited</a:t>
            </a:r>
            <a:r>
              <a:rPr sz="1500" spc="-25" dirty="0">
                <a:latin typeface="Times New Roman"/>
                <a:cs typeface="Times New Roman"/>
              </a:rPr>
              <a:t> </a:t>
            </a:r>
            <a:r>
              <a:rPr sz="1500" dirty="0">
                <a:latin typeface="Times New Roman"/>
                <a:cs typeface="Times New Roman"/>
              </a:rPr>
              <a:t>item</a:t>
            </a:r>
            <a:r>
              <a:rPr sz="1500" spc="-20" dirty="0">
                <a:latin typeface="Times New Roman"/>
                <a:cs typeface="Times New Roman"/>
              </a:rPr>
              <a:t> </a:t>
            </a:r>
            <a:r>
              <a:rPr sz="1500" dirty="0">
                <a:latin typeface="Times New Roman"/>
                <a:cs typeface="Times New Roman"/>
              </a:rPr>
              <a:t>when</a:t>
            </a:r>
            <a:r>
              <a:rPr sz="1500" spc="-20" dirty="0">
                <a:latin typeface="Times New Roman"/>
                <a:cs typeface="Times New Roman"/>
              </a:rPr>
              <a:t> </a:t>
            </a:r>
            <a:r>
              <a:rPr sz="1500" dirty="0">
                <a:latin typeface="Times New Roman"/>
                <a:cs typeface="Times New Roman"/>
              </a:rPr>
              <a:t>so</a:t>
            </a:r>
            <a:r>
              <a:rPr sz="1500" spc="-20" dirty="0">
                <a:latin typeface="Times New Roman"/>
                <a:cs typeface="Times New Roman"/>
              </a:rPr>
              <a:t> </a:t>
            </a:r>
            <a:r>
              <a:rPr sz="1500" spc="-10" dirty="0">
                <a:latin typeface="Times New Roman"/>
                <a:cs typeface="Times New Roman"/>
              </a:rPr>
              <a:t>flying </a:t>
            </a:r>
            <a:r>
              <a:rPr sz="1500" dirty="0">
                <a:latin typeface="Times New Roman"/>
                <a:cs typeface="Times New Roman"/>
              </a:rPr>
              <a:t>e.g.,</a:t>
            </a:r>
            <a:r>
              <a:rPr sz="1500" spc="-20" dirty="0">
                <a:latin typeface="Times New Roman"/>
                <a:cs typeface="Times New Roman"/>
              </a:rPr>
              <a:t> </a:t>
            </a:r>
            <a:r>
              <a:rPr sz="1500" dirty="0">
                <a:latin typeface="Times New Roman"/>
                <a:cs typeface="Times New Roman"/>
              </a:rPr>
              <a:t>of</a:t>
            </a:r>
            <a:r>
              <a:rPr sz="1500" spc="-15" dirty="0">
                <a:latin typeface="Times New Roman"/>
                <a:cs typeface="Times New Roman"/>
              </a:rPr>
              <a:t> </a:t>
            </a:r>
            <a:r>
              <a:rPr sz="1500" dirty="0">
                <a:latin typeface="Times New Roman"/>
                <a:cs typeface="Times New Roman"/>
              </a:rPr>
              <a:t>prohibited</a:t>
            </a:r>
            <a:r>
              <a:rPr sz="1500" spc="-15" dirty="0">
                <a:latin typeface="Times New Roman"/>
                <a:cs typeface="Times New Roman"/>
              </a:rPr>
              <a:t> </a:t>
            </a:r>
            <a:r>
              <a:rPr sz="1500" spc="-10" dirty="0">
                <a:latin typeface="Times New Roman"/>
                <a:cs typeface="Times New Roman"/>
              </a:rPr>
              <a:t>items:</a:t>
            </a:r>
            <a:endParaRPr sz="1500">
              <a:latin typeface="Times New Roman"/>
              <a:cs typeface="Times New Roman"/>
            </a:endParaRPr>
          </a:p>
          <a:p>
            <a:pPr marL="297815" indent="-285115">
              <a:lnSpc>
                <a:spcPts val="2420"/>
              </a:lnSpc>
              <a:buClr>
                <a:srgbClr val="1482AC"/>
              </a:buClr>
              <a:buSzPct val="146666"/>
              <a:buChar char="-"/>
              <a:tabLst>
                <a:tab pos="297815" algn="l"/>
              </a:tabLst>
            </a:pPr>
            <a:r>
              <a:rPr sz="1500" dirty="0">
                <a:latin typeface="Times New Roman"/>
                <a:cs typeface="Times New Roman"/>
              </a:rPr>
              <a:t>any</a:t>
            </a:r>
            <a:r>
              <a:rPr sz="1500" spc="-20" dirty="0">
                <a:latin typeface="Times New Roman"/>
                <a:cs typeface="Times New Roman"/>
              </a:rPr>
              <a:t> </a:t>
            </a:r>
            <a:r>
              <a:rPr sz="1500" dirty="0">
                <a:latin typeface="Times New Roman"/>
                <a:cs typeface="Times New Roman"/>
              </a:rPr>
              <a:t>weapon,</a:t>
            </a:r>
            <a:r>
              <a:rPr sz="1500" spc="-20" dirty="0">
                <a:latin typeface="Times New Roman"/>
                <a:cs typeface="Times New Roman"/>
              </a:rPr>
              <a:t> </a:t>
            </a:r>
            <a:r>
              <a:rPr sz="1500" dirty="0">
                <a:latin typeface="Times New Roman"/>
                <a:cs typeface="Times New Roman"/>
              </a:rPr>
              <a:t>explosive</a:t>
            </a:r>
            <a:r>
              <a:rPr sz="1500" spc="-25" dirty="0">
                <a:latin typeface="Times New Roman"/>
                <a:cs typeface="Times New Roman"/>
              </a:rPr>
              <a:t> </a:t>
            </a:r>
            <a:r>
              <a:rPr sz="1500" spc="-10" dirty="0">
                <a:latin typeface="Times New Roman"/>
                <a:cs typeface="Times New Roman"/>
              </a:rPr>
              <a:t>substances</a:t>
            </a:r>
            <a:endParaRPr sz="1500">
              <a:latin typeface="Times New Roman"/>
              <a:cs typeface="Times New Roman"/>
            </a:endParaRPr>
          </a:p>
          <a:p>
            <a:pPr marL="297815" indent="-285115">
              <a:lnSpc>
                <a:spcPts val="2400"/>
              </a:lnSpc>
              <a:buClr>
                <a:srgbClr val="1482AC"/>
              </a:buClr>
              <a:buSzPct val="146666"/>
              <a:buChar char="-"/>
              <a:tabLst>
                <a:tab pos="297815" algn="l"/>
              </a:tabLst>
            </a:pPr>
            <a:r>
              <a:rPr sz="1500" dirty="0">
                <a:latin typeface="Times New Roman"/>
                <a:cs typeface="Times New Roman"/>
              </a:rPr>
              <a:t>any</a:t>
            </a:r>
            <a:r>
              <a:rPr sz="1500" spc="-20" dirty="0">
                <a:latin typeface="Times New Roman"/>
                <a:cs typeface="Times New Roman"/>
              </a:rPr>
              <a:t> </a:t>
            </a:r>
            <a:r>
              <a:rPr sz="1500" dirty="0">
                <a:latin typeface="Times New Roman"/>
                <a:cs typeface="Times New Roman"/>
              </a:rPr>
              <a:t>biological</a:t>
            </a:r>
            <a:r>
              <a:rPr sz="1500" spc="-20" dirty="0">
                <a:latin typeface="Times New Roman"/>
                <a:cs typeface="Times New Roman"/>
              </a:rPr>
              <a:t> </a:t>
            </a:r>
            <a:r>
              <a:rPr sz="1500" dirty="0">
                <a:latin typeface="Times New Roman"/>
                <a:cs typeface="Times New Roman"/>
              </a:rPr>
              <a:t>agent</a:t>
            </a:r>
            <a:r>
              <a:rPr sz="1500" spc="-20" dirty="0">
                <a:latin typeface="Times New Roman"/>
                <a:cs typeface="Times New Roman"/>
              </a:rPr>
              <a:t> </a:t>
            </a:r>
            <a:r>
              <a:rPr sz="1500" dirty="0">
                <a:latin typeface="Times New Roman"/>
                <a:cs typeface="Times New Roman"/>
              </a:rPr>
              <a:t>(waste</a:t>
            </a:r>
            <a:r>
              <a:rPr sz="1500" spc="-20" dirty="0">
                <a:latin typeface="Times New Roman"/>
                <a:cs typeface="Times New Roman"/>
              </a:rPr>
              <a:t> </a:t>
            </a:r>
            <a:r>
              <a:rPr sz="1500" dirty="0">
                <a:latin typeface="Times New Roman"/>
                <a:cs typeface="Times New Roman"/>
              </a:rPr>
              <a:t>or</a:t>
            </a:r>
            <a:r>
              <a:rPr sz="1500" spc="-15" dirty="0">
                <a:latin typeface="Times New Roman"/>
                <a:cs typeface="Times New Roman"/>
              </a:rPr>
              <a:t> </a:t>
            </a:r>
            <a:r>
              <a:rPr sz="1500" spc="-10" dirty="0">
                <a:latin typeface="Times New Roman"/>
                <a:cs typeface="Times New Roman"/>
              </a:rPr>
              <a:t>toxin)</a:t>
            </a:r>
            <a:endParaRPr sz="1500">
              <a:latin typeface="Times New Roman"/>
              <a:cs typeface="Times New Roman"/>
            </a:endParaRPr>
          </a:p>
          <a:p>
            <a:pPr marL="297815" indent="-285115">
              <a:lnSpc>
                <a:spcPts val="2520"/>
              </a:lnSpc>
              <a:buClr>
                <a:srgbClr val="1482AC"/>
              </a:buClr>
              <a:buSzPct val="146666"/>
              <a:buChar char="-"/>
              <a:tabLst>
                <a:tab pos="297815" algn="l"/>
              </a:tabLst>
            </a:pPr>
            <a:r>
              <a:rPr sz="1500" dirty="0">
                <a:latin typeface="Times New Roman"/>
                <a:cs typeface="Times New Roman"/>
              </a:rPr>
              <a:t>Any</a:t>
            </a:r>
            <a:r>
              <a:rPr sz="1500" spc="-30" dirty="0">
                <a:latin typeface="Times New Roman"/>
                <a:cs typeface="Times New Roman"/>
              </a:rPr>
              <a:t> </a:t>
            </a:r>
            <a:r>
              <a:rPr sz="1500" dirty="0">
                <a:latin typeface="Times New Roman"/>
                <a:cs typeface="Times New Roman"/>
              </a:rPr>
              <a:t>radioactive</a:t>
            </a:r>
            <a:r>
              <a:rPr sz="1500" spc="-35" dirty="0">
                <a:latin typeface="Times New Roman"/>
                <a:cs typeface="Times New Roman"/>
              </a:rPr>
              <a:t> </a:t>
            </a:r>
            <a:r>
              <a:rPr sz="1500" dirty="0">
                <a:latin typeface="Times New Roman"/>
                <a:cs typeface="Times New Roman"/>
              </a:rPr>
              <a:t>material/substance</a:t>
            </a:r>
            <a:r>
              <a:rPr sz="1500" spc="-35" dirty="0">
                <a:latin typeface="Times New Roman"/>
                <a:cs typeface="Times New Roman"/>
              </a:rPr>
              <a:t> </a:t>
            </a:r>
            <a:r>
              <a:rPr sz="1500" dirty="0">
                <a:latin typeface="Times New Roman"/>
                <a:cs typeface="Times New Roman"/>
              </a:rPr>
              <a:t>and</a:t>
            </a:r>
            <a:r>
              <a:rPr sz="1500" spc="-30" dirty="0">
                <a:latin typeface="Times New Roman"/>
                <a:cs typeface="Times New Roman"/>
              </a:rPr>
              <a:t> </a:t>
            </a:r>
            <a:r>
              <a:rPr sz="1500" dirty="0">
                <a:latin typeface="Times New Roman"/>
                <a:cs typeface="Times New Roman"/>
              </a:rPr>
              <a:t>any</a:t>
            </a:r>
            <a:r>
              <a:rPr sz="1500" spc="-25" dirty="0">
                <a:latin typeface="Times New Roman"/>
                <a:cs typeface="Times New Roman"/>
              </a:rPr>
              <a:t> </a:t>
            </a:r>
            <a:r>
              <a:rPr sz="1500" dirty="0">
                <a:latin typeface="Times New Roman"/>
                <a:cs typeface="Times New Roman"/>
              </a:rPr>
              <a:t>hazardous</a:t>
            </a:r>
            <a:r>
              <a:rPr sz="1500" spc="-30" dirty="0">
                <a:latin typeface="Times New Roman"/>
                <a:cs typeface="Times New Roman"/>
              </a:rPr>
              <a:t> </a:t>
            </a:r>
            <a:r>
              <a:rPr sz="1500" dirty="0">
                <a:latin typeface="Times New Roman"/>
                <a:cs typeface="Times New Roman"/>
              </a:rPr>
              <a:t>materials</a:t>
            </a:r>
            <a:r>
              <a:rPr sz="1500" spc="-30" dirty="0">
                <a:latin typeface="Times New Roman"/>
                <a:cs typeface="Times New Roman"/>
              </a:rPr>
              <a:t> </a:t>
            </a:r>
            <a:r>
              <a:rPr sz="1500" dirty="0">
                <a:latin typeface="Times New Roman"/>
                <a:cs typeface="Times New Roman"/>
              </a:rPr>
              <a:t>(whether</a:t>
            </a:r>
            <a:r>
              <a:rPr sz="1500" spc="-30" dirty="0">
                <a:latin typeface="Times New Roman"/>
                <a:cs typeface="Times New Roman"/>
              </a:rPr>
              <a:t> </a:t>
            </a:r>
            <a:r>
              <a:rPr sz="1500" dirty="0">
                <a:latin typeface="Times New Roman"/>
                <a:cs typeface="Times New Roman"/>
              </a:rPr>
              <a:t>gaseous,</a:t>
            </a:r>
            <a:r>
              <a:rPr sz="1500" spc="-30" dirty="0">
                <a:latin typeface="Times New Roman"/>
                <a:cs typeface="Times New Roman"/>
              </a:rPr>
              <a:t> </a:t>
            </a:r>
            <a:r>
              <a:rPr sz="1500" dirty="0">
                <a:latin typeface="Times New Roman"/>
                <a:cs typeface="Times New Roman"/>
              </a:rPr>
              <a:t>liquid,</a:t>
            </a:r>
            <a:r>
              <a:rPr sz="1500" spc="-25" dirty="0">
                <a:latin typeface="Times New Roman"/>
                <a:cs typeface="Times New Roman"/>
              </a:rPr>
              <a:t> </a:t>
            </a:r>
            <a:r>
              <a:rPr sz="1500" dirty="0">
                <a:latin typeface="Times New Roman"/>
                <a:cs typeface="Times New Roman"/>
              </a:rPr>
              <a:t>or</a:t>
            </a:r>
            <a:r>
              <a:rPr sz="1500" spc="-30" dirty="0">
                <a:latin typeface="Times New Roman"/>
                <a:cs typeface="Times New Roman"/>
              </a:rPr>
              <a:t> </a:t>
            </a:r>
            <a:r>
              <a:rPr sz="1500" spc="-10" dirty="0">
                <a:latin typeface="Times New Roman"/>
                <a:cs typeface="Times New Roman"/>
              </a:rPr>
              <a:t>solid)</a:t>
            </a:r>
            <a:endParaRPr sz="1500">
              <a:latin typeface="Times New Roman"/>
              <a:cs typeface="Times New Roman"/>
            </a:endParaRPr>
          </a:p>
          <a:p>
            <a:pPr>
              <a:lnSpc>
                <a:spcPct val="100000"/>
              </a:lnSpc>
              <a:spcBef>
                <a:spcPts val="1150"/>
              </a:spcBef>
            </a:pPr>
            <a:endParaRPr sz="1500">
              <a:latin typeface="Times New Roman"/>
              <a:cs typeface="Times New Roman"/>
            </a:endParaRPr>
          </a:p>
          <a:p>
            <a:pPr marL="12700">
              <a:lnSpc>
                <a:spcPct val="100000"/>
              </a:lnSpc>
            </a:pPr>
            <a:r>
              <a:rPr sz="1700" b="1" dirty="0">
                <a:latin typeface="Times New Roman"/>
                <a:cs typeface="Times New Roman"/>
              </a:rPr>
              <a:t>Discharge</a:t>
            </a:r>
            <a:r>
              <a:rPr sz="1700" b="1" spc="-60" dirty="0">
                <a:latin typeface="Times New Roman"/>
                <a:cs typeface="Times New Roman"/>
              </a:rPr>
              <a:t> </a:t>
            </a:r>
            <a:r>
              <a:rPr sz="1700" b="1" dirty="0">
                <a:latin typeface="Times New Roman"/>
                <a:cs typeface="Times New Roman"/>
              </a:rPr>
              <a:t>from</a:t>
            </a:r>
            <a:r>
              <a:rPr sz="1700" b="1" spc="-55" dirty="0">
                <a:latin typeface="Times New Roman"/>
                <a:cs typeface="Times New Roman"/>
              </a:rPr>
              <a:t> </a:t>
            </a:r>
            <a:r>
              <a:rPr sz="1700" b="1" dirty="0">
                <a:latin typeface="Times New Roman"/>
                <a:cs typeface="Times New Roman"/>
              </a:rPr>
              <a:t>unmanned</a:t>
            </a:r>
            <a:r>
              <a:rPr sz="1700" b="1" spc="-50" dirty="0">
                <a:latin typeface="Times New Roman"/>
                <a:cs typeface="Times New Roman"/>
              </a:rPr>
              <a:t> </a:t>
            </a:r>
            <a:r>
              <a:rPr sz="1700" b="1" spc="-10" dirty="0">
                <a:latin typeface="Times New Roman"/>
                <a:cs typeface="Times New Roman"/>
              </a:rPr>
              <a:t>aircraft</a:t>
            </a:r>
            <a:endParaRPr sz="1700">
              <a:latin typeface="Times New Roman"/>
              <a:cs typeface="Times New Roman"/>
            </a:endParaRPr>
          </a:p>
          <a:p>
            <a:pPr marL="12700">
              <a:lnSpc>
                <a:spcPct val="100000"/>
              </a:lnSpc>
              <a:spcBef>
                <a:spcPts val="660"/>
              </a:spcBef>
            </a:pPr>
            <a:r>
              <a:rPr sz="1500" b="1" dirty="0">
                <a:latin typeface="Times New Roman"/>
                <a:cs typeface="Times New Roman"/>
              </a:rPr>
              <a:t>35.</a:t>
            </a:r>
            <a:r>
              <a:rPr sz="1500" b="1" spc="-10" dirty="0">
                <a:latin typeface="Times New Roman"/>
                <a:cs typeface="Times New Roman"/>
              </a:rPr>
              <a:t> </a:t>
            </a:r>
            <a:r>
              <a:rPr sz="1500" dirty="0">
                <a:latin typeface="Times New Roman"/>
                <a:cs typeface="Times New Roman"/>
              </a:rPr>
              <a:t>–</a:t>
            </a:r>
            <a:r>
              <a:rPr sz="1500" spc="-5" dirty="0">
                <a:latin typeface="Times New Roman"/>
                <a:cs typeface="Times New Roman"/>
              </a:rPr>
              <a:t> </a:t>
            </a:r>
            <a:r>
              <a:rPr sz="1500" dirty="0">
                <a:latin typeface="Times New Roman"/>
                <a:cs typeface="Times New Roman"/>
              </a:rPr>
              <a:t>(1)</a:t>
            </a:r>
            <a:r>
              <a:rPr sz="1500" spc="-5" dirty="0">
                <a:latin typeface="Times New Roman"/>
                <a:cs typeface="Times New Roman"/>
              </a:rPr>
              <a:t> </a:t>
            </a:r>
            <a:r>
              <a:rPr sz="1500" dirty="0">
                <a:latin typeface="Times New Roman"/>
                <a:cs typeface="Times New Roman"/>
              </a:rPr>
              <a:t>if</a:t>
            </a:r>
            <a:r>
              <a:rPr sz="1500" spc="-5" dirty="0">
                <a:latin typeface="Times New Roman"/>
                <a:cs typeface="Times New Roman"/>
              </a:rPr>
              <a:t> </a:t>
            </a:r>
            <a:r>
              <a:rPr sz="1500" spc="-50" dirty="0">
                <a:latin typeface="Times New Roman"/>
                <a:cs typeface="Times New Roman"/>
              </a:rPr>
              <a:t>–</a:t>
            </a:r>
            <a:endParaRPr sz="1500">
              <a:latin typeface="Times New Roman"/>
              <a:cs typeface="Times New Roman"/>
            </a:endParaRPr>
          </a:p>
          <a:p>
            <a:pPr marL="723900" indent="-254000">
              <a:lnSpc>
                <a:spcPct val="100000"/>
              </a:lnSpc>
              <a:spcBef>
                <a:spcPts val="790"/>
              </a:spcBef>
              <a:buAutoNum type="alphaLcParenBoth"/>
              <a:tabLst>
                <a:tab pos="723900" algn="l"/>
              </a:tabLst>
            </a:pPr>
            <a:r>
              <a:rPr sz="1500" dirty="0">
                <a:latin typeface="Calibri"/>
                <a:cs typeface="Calibri"/>
              </a:rPr>
              <a:t>a</a:t>
            </a:r>
            <a:r>
              <a:rPr sz="1500" spc="-40" dirty="0">
                <a:latin typeface="Calibri"/>
                <a:cs typeface="Calibri"/>
              </a:rPr>
              <a:t> </a:t>
            </a:r>
            <a:r>
              <a:rPr sz="1500" dirty="0">
                <a:latin typeface="Calibri"/>
                <a:cs typeface="Calibri"/>
              </a:rPr>
              <a:t>person</a:t>
            </a:r>
            <a:r>
              <a:rPr sz="1500" spc="-30" dirty="0">
                <a:latin typeface="Calibri"/>
                <a:cs typeface="Calibri"/>
              </a:rPr>
              <a:t> </a:t>
            </a:r>
            <a:r>
              <a:rPr sz="1500" spc="-10" dirty="0">
                <a:latin typeface="Calibri"/>
                <a:cs typeface="Calibri"/>
              </a:rPr>
              <a:t>operates</a:t>
            </a:r>
            <a:r>
              <a:rPr sz="1500" spc="-35" dirty="0">
                <a:latin typeface="Calibri"/>
                <a:cs typeface="Calibri"/>
              </a:rPr>
              <a:t> </a:t>
            </a:r>
            <a:r>
              <a:rPr sz="1500" dirty="0">
                <a:latin typeface="Calibri"/>
                <a:cs typeface="Calibri"/>
              </a:rPr>
              <a:t>an</a:t>
            </a:r>
            <a:r>
              <a:rPr sz="1500" spc="-35" dirty="0">
                <a:latin typeface="Calibri"/>
                <a:cs typeface="Calibri"/>
              </a:rPr>
              <a:t> </a:t>
            </a:r>
            <a:r>
              <a:rPr sz="1500" dirty="0">
                <a:latin typeface="Calibri"/>
                <a:cs typeface="Calibri"/>
              </a:rPr>
              <a:t>unmanned</a:t>
            </a:r>
            <a:r>
              <a:rPr sz="1500" spc="-35" dirty="0">
                <a:latin typeface="Calibri"/>
                <a:cs typeface="Calibri"/>
              </a:rPr>
              <a:t> </a:t>
            </a:r>
            <a:r>
              <a:rPr sz="1500" spc="-10" dirty="0">
                <a:latin typeface="Calibri"/>
                <a:cs typeface="Calibri"/>
              </a:rPr>
              <a:t>aircraft</a:t>
            </a:r>
            <a:r>
              <a:rPr sz="1500" spc="-30" dirty="0">
                <a:latin typeface="Calibri"/>
                <a:cs typeface="Calibri"/>
              </a:rPr>
              <a:t> </a:t>
            </a:r>
            <a:r>
              <a:rPr sz="1500" dirty="0">
                <a:latin typeface="Calibri"/>
                <a:cs typeface="Calibri"/>
              </a:rPr>
              <a:t>to</a:t>
            </a:r>
            <a:r>
              <a:rPr sz="1500" spc="-35" dirty="0">
                <a:latin typeface="Calibri"/>
                <a:cs typeface="Calibri"/>
              </a:rPr>
              <a:t> </a:t>
            </a:r>
            <a:r>
              <a:rPr sz="1500" dirty="0">
                <a:latin typeface="Calibri"/>
                <a:cs typeface="Calibri"/>
              </a:rPr>
              <a:t>fly</a:t>
            </a:r>
            <a:r>
              <a:rPr sz="1500" spc="-35" dirty="0">
                <a:latin typeface="Calibri"/>
                <a:cs typeface="Calibri"/>
              </a:rPr>
              <a:t> </a:t>
            </a:r>
            <a:r>
              <a:rPr sz="1500" dirty="0">
                <a:latin typeface="Calibri"/>
                <a:cs typeface="Calibri"/>
              </a:rPr>
              <a:t>indoors</a:t>
            </a:r>
            <a:r>
              <a:rPr sz="1500" spc="-30" dirty="0">
                <a:latin typeface="Calibri"/>
                <a:cs typeface="Calibri"/>
              </a:rPr>
              <a:t> </a:t>
            </a:r>
            <a:r>
              <a:rPr sz="1500" dirty="0">
                <a:latin typeface="Calibri"/>
                <a:cs typeface="Calibri"/>
              </a:rPr>
              <a:t>or</a:t>
            </a:r>
            <a:r>
              <a:rPr sz="1500" spc="-35" dirty="0">
                <a:latin typeface="Calibri"/>
                <a:cs typeface="Calibri"/>
              </a:rPr>
              <a:t> </a:t>
            </a:r>
            <a:r>
              <a:rPr sz="1500" dirty="0">
                <a:latin typeface="Calibri"/>
                <a:cs typeface="Calibri"/>
              </a:rPr>
              <a:t>at</a:t>
            </a:r>
            <a:r>
              <a:rPr sz="1500" spc="-30" dirty="0">
                <a:latin typeface="Calibri"/>
                <a:cs typeface="Calibri"/>
              </a:rPr>
              <a:t> </a:t>
            </a:r>
            <a:r>
              <a:rPr sz="1500" dirty="0">
                <a:latin typeface="Calibri"/>
                <a:cs typeface="Calibri"/>
              </a:rPr>
              <a:t>any</a:t>
            </a:r>
            <a:r>
              <a:rPr sz="1500" spc="-35" dirty="0">
                <a:latin typeface="Calibri"/>
                <a:cs typeface="Calibri"/>
              </a:rPr>
              <a:t> </a:t>
            </a:r>
            <a:r>
              <a:rPr sz="1500" dirty="0">
                <a:latin typeface="Calibri"/>
                <a:cs typeface="Calibri"/>
              </a:rPr>
              <a:t>height</a:t>
            </a:r>
            <a:r>
              <a:rPr sz="1500" spc="-35" dirty="0">
                <a:latin typeface="Calibri"/>
                <a:cs typeface="Calibri"/>
              </a:rPr>
              <a:t> </a:t>
            </a:r>
            <a:r>
              <a:rPr sz="1500" dirty="0">
                <a:latin typeface="Calibri"/>
                <a:cs typeface="Calibri"/>
              </a:rPr>
              <a:t>over</a:t>
            </a:r>
            <a:r>
              <a:rPr sz="1500" spc="-35" dirty="0">
                <a:latin typeface="Calibri"/>
                <a:cs typeface="Calibri"/>
              </a:rPr>
              <a:t> </a:t>
            </a:r>
            <a:r>
              <a:rPr sz="1500" dirty="0">
                <a:latin typeface="Calibri"/>
                <a:cs typeface="Calibri"/>
              </a:rPr>
              <a:t>any</a:t>
            </a:r>
            <a:r>
              <a:rPr sz="1500" spc="-30" dirty="0">
                <a:latin typeface="Calibri"/>
                <a:cs typeface="Calibri"/>
              </a:rPr>
              <a:t> </a:t>
            </a:r>
            <a:r>
              <a:rPr sz="1500" dirty="0">
                <a:latin typeface="Calibri"/>
                <a:cs typeface="Calibri"/>
              </a:rPr>
              <a:t>area</a:t>
            </a:r>
            <a:r>
              <a:rPr sz="1500" spc="-40" dirty="0">
                <a:latin typeface="Calibri"/>
                <a:cs typeface="Calibri"/>
              </a:rPr>
              <a:t> </a:t>
            </a:r>
            <a:r>
              <a:rPr sz="1500" dirty="0">
                <a:latin typeface="Calibri"/>
                <a:cs typeface="Calibri"/>
              </a:rPr>
              <a:t>in</a:t>
            </a:r>
            <a:r>
              <a:rPr sz="1500" spc="-30" dirty="0">
                <a:latin typeface="Calibri"/>
                <a:cs typeface="Calibri"/>
              </a:rPr>
              <a:t> </a:t>
            </a:r>
            <a:r>
              <a:rPr sz="1500" spc="-10" dirty="0">
                <a:latin typeface="Calibri"/>
                <a:cs typeface="Calibri"/>
              </a:rPr>
              <a:t>Singapore;</a:t>
            </a:r>
            <a:r>
              <a:rPr sz="1500" spc="-35" dirty="0">
                <a:latin typeface="Calibri"/>
                <a:cs typeface="Calibri"/>
              </a:rPr>
              <a:t> </a:t>
            </a:r>
            <a:r>
              <a:rPr sz="1500" spc="-25" dirty="0">
                <a:latin typeface="Calibri"/>
                <a:cs typeface="Calibri"/>
              </a:rPr>
              <a:t>and</a:t>
            </a:r>
            <a:endParaRPr sz="1500">
              <a:latin typeface="Calibri"/>
              <a:cs typeface="Calibri"/>
            </a:endParaRPr>
          </a:p>
          <a:p>
            <a:pPr marL="723900" indent="-254000">
              <a:lnSpc>
                <a:spcPct val="100000"/>
              </a:lnSpc>
              <a:spcBef>
                <a:spcPts val="790"/>
              </a:spcBef>
              <a:buAutoNum type="alphaLcParenBoth"/>
              <a:tabLst>
                <a:tab pos="723900" algn="l"/>
              </a:tabLst>
            </a:pPr>
            <a:r>
              <a:rPr sz="1500" dirty="0">
                <a:latin typeface="Calibri"/>
                <a:cs typeface="Calibri"/>
              </a:rPr>
              <a:t>the</a:t>
            </a:r>
            <a:r>
              <a:rPr sz="1500" spc="-25" dirty="0">
                <a:latin typeface="Calibri"/>
                <a:cs typeface="Calibri"/>
              </a:rPr>
              <a:t> </a:t>
            </a:r>
            <a:r>
              <a:rPr sz="1500" dirty="0">
                <a:latin typeface="Calibri"/>
                <a:cs typeface="Calibri"/>
              </a:rPr>
              <a:t>unmanned</a:t>
            </a:r>
            <a:r>
              <a:rPr sz="1500" spc="-35" dirty="0">
                <a:latin typeface="Calibri"/>
                <a:cs typeface="Calibri"/>
              </a:rPr>
              <a:t> </a:t>
            </a:r>
            <a:r>
              <a:rPr sz="1500" spc="-10" dirty="0">
                <a:latin typeface="Calibri"/>
                <a:cs typeface="Calibri"/>
              </a:rPr>
              <a:t>aircraft</a:t>
            </a:r>
            <a:r>
              <a:rPr sz="1500" spc="-30" dirty="0">
                <a:latin typeface="Calibri"/>
                <a:cs typeface="Calibri"/>
              </a:rPr>
              <a:t> </a:t>
            </a:r>
            <a:r>
              <a:rPr sz="1500" dirty="0">
                <a:latin typeface="Calibri"/>
                <a:cs typeface="Calibri"/>
              </a:rPr>
              <a:t>when</a:t>
            </a:r>
            <a:r>
              <a:rPr sz="1500" spc="-30" dirty="0">
                <a:latin typeface="Calibri"/>
                <a:cs typeface="Calibri"/>
              </a:rPr>
              <a:t> </a:t>
            </a:r>
            <a:r>
              <a:rPr sz="1500" dirty="0">
                <a:latin typeface="Calibri"/>
                <a:cs typeface="Calibri"/>
              </a:rPr>
              <a:t>so</a:t>
            </a:r>
            <a:r>
              <a:rPr sz="1500" spc="-30" dirty="0">
                <a:latin typeface="Calibri"/>
                <a:cs typeface="Calibri"/>
              </a:rPr>
              <a:t> </a:t>
            </a:r>
            <a:r>
              <a:rPr sz="1500" dirty="0">
                <a:latin typeface="Calibri"/>
                <a:cs typeface="Calibri"/>
              </a:rPr>
              <a:t>flying</a:t>
            </a:r>
            <a:r>
              <a:rPr sz="1500" spc="-35" dirty="0">
                <a:latin typeface="Calibri"/>
                <a:cs typeface="Calibri"/>
              </a:rPr>
              <a:t> </a:t>
            </a:r>
            <a:r>
              <a:rPr sz="1500" spc="-10" dirty="0">
                <a:latin typeface="Calibri"/>
                <a:cs typeface="Calibri"/>
              </a:rPr>
              <a:t>discharges</a:t>
            </a:r>
            <a:r>
              <a:rPr sz="1500" spc="-30" dirty="0">
                <a:latin typeface="Calibri"/>
                <a:cs typeface="Calibri"/>
              </a:rPr>
              <a:t> </a:t>
            </a:r>
            <a:r>
              <a:rPr sz="1500" dirty="0">
                <a:latin typeface="Calibri"/>
                <a:cs typeface="Calibri"/>
              </a:rPr>
              <a:t>anything</a:t>
            </a:r>
            <a:r>
              <a:rPr sz="1500" spc="-30" dirty="0">
                <a:latin typeface="Calibri"/>
                <a:cs typeface="Calibri"/>
              </a:rPr>
              <a:t> </a:t>
            </a:r>
            <a:r>
              <a:rPr sz="1500" dirty="0">
                <a:latin typeface="Calibri"/>
                <a:cs typeface="Calibri"/>
              </a:rPr>
              <a:t>(whether</a:t>
            </a:r>
            <a:r>
              <a:rPr sz="1500" spc="-30" dirty="0">
                <a:latin typeface="Calibri"/>
                <a:cs typeface="Calibri"/>
              </a:rPr>
              <a:t> </a:t>
            </a:r>
            <a:r>
              <a:rPr sz="1500" spc="-10" dirty="0">
                <a:latin typeface="Calibri"/>
                <a:cs typeface="Calibri"/>
              </a:rPr>
              <a:t>gaseous,</a:t>
            </a:r>
            <a:r>
              <a:rPr sz="1500" spc="-30" dirty="0">
                <a:latin typeface="Calibri"/>
                <a:cs typeface="Calibri"/>
              </a:rPr>
              <a:t> </a:t>
            </a:r>
            <a:r>
              <a:rPr sz="1500" dirty="0">
                <a:latin typeface="Calibri"/>
                <a:cs typeface="Calibri"/>
              </a:rPr>
              <a:t>liquid</a:t>
            </a:r>
            <a:r>
              <a:rPr sz="1500" spc="-30" dirty="0">
                <a:latin typeface="Calibri"/>
                <a:cs typeface="Calibri"/>
              </a:rPr>
              <a:t> </a:t>
            </a:r>
            <a:r>
              <a:rPr sz="1500" dirty="0">
                <a:latin typeface="Calibri"/>
                <a:cs typeface="Calibri"/>
              </a:rPr>
              <a:t>or</a:t>
            </a:r>
            <a:r>
              <a:rPr sz="1500" spc="-30" dirty="0">
                <a:latin typeface="Calibri"/>
                <a:cs typeface="Calibri"/>
              </a:rPr>
              <a:t> </a:t>
            </a:r>
            <a:r>
              <a:rPr sz="1500" spc="-10" dirty="0">
                <a:latin typeface="Calibri"/>
                <a:cs typeface="Calibri"/>
              </a:rPr>
              <a:t>solid)</a:t>
            </a:r>
            <a:endParaRPr sz="150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EBD8C3BC-9DEA-9A0D-D4D4-AF380C9F2EF1}"/>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11" name="object 3">
            <a:extLst>
              <a:ext uri="{FF2B5EF4-FFF2-40B4-BE49-F238E27FC236}">
                <a16:creationId xmlns:a16="http://schemas.microsoft.com/office/drawing/2014/main" id="{4CEEEFFB-8F0D-8543-F291-D8A78F711420}"/>
              </a:ext>
            </a:extLst>
          </p:cNvPr>
          <p:cNvPicPr/>
          <p:nvPr/>
        </p:nvPicPr>
        <p:blipFill>
          <a:blip r:embed="rId2" cstate="print"/>
          <a:stretch>
            <a:fillRect/>
          </a:stretch>
        </p:blipFill>
        <p:spPr>
          <a:xfrm>
            <a:off x="1417319" y="566927"/>
            <a:ext cx="4401311" cy="573024"/>
          </a:xfrm>
          <a:prstGeom prst="rect">
            <a:avLst/>
          </a:prstGeom>
        </p:spPr>
      </p:pic>
      <p:sp>
        <p:nvSpPr>
          <p:cNvPr id="12" name="object 4">
            <a:extLst>
              <a:ext uri="{FF2B5EF4-FFF2-40B4-BE49-F238E27FC236}">
                <a16:creationId xmlns:a16="http://schemas.microsoft.com/office/drawing/2014/main" id="{1B7F7963-1716-5551-7B5D-83B4A54EB69A}"/>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13" name="object 5">
            <a:extLst>
              <a:ext uri="{FF2B5EF4-FFF2-40B4-BE49-F238E27FC236}">
                <a16:creationId xmlns:a16="http://schemas.microsoft.com/office/drawing/2014/main" id="{E24F6375-F446-8925-CB94-0FA54E576DC9}"/>
              </a:ext>
            </a:extLst>
          </p:cNvPr>
          <p:cNvSpPr txBox="1">
            <a:spLocks noGrp="1"/>
          </p:cNvSpPr>
          <p:nvPr>
            <p:ph type="body" idx="1"/>
          </p:nvPr>
        </p:nvSpPr>
        <p:spPr>
          <a:xfrm>
            <a:off x="1563048" y="1270508"/>
            <a:ext cx="9860915" cy="3608070"/>
          </a:xfrm>
          <a:prstGeom prst="rect">
            <a:avLst/>
          </a:prstGeom>
        </p:spPr>
        <p:txBody>
          <a:bodyPr vert="horz" wrap="square" lIns="0" tIns="55371" rIns="0" bIns="0" rtlCol="0">
            <a:spAutoFit/>
          </a:bodyPr>
          <a:lstStyle/>
          <a:p>
            <a:pPr marL="12700">
              <a:lnSpc>
                <a:spcPct val="100000"/>
              </a:lnSpc>
              <a:spcBef>
                <a:spcPts val="100"/>
              </a:spcBef>
            </a:pPr>
            <a:r>
              <a:rPr dirty="0"/>
              <a:t>Dangerous</a:t>
            </a:r>
            <a:r>
              <a:rPr spc="-75" dirty="0"/>
              <a:t> </a:t>
            </a:r>
            <a:r>
              <a:rPr dirty="0"/>
              <a:t>activity</a:t>
            </a:r>
            <a:r>
              <a:rPr spc="-70" dirty="0"/>
              <a:t> </a:t>
            </a:r>
            <a:r>
              <a:rPr dirty="0"/>
              <a:t>involving</a:t>
            </a:r>
            <a:r>
              <a:rPr spc="-70" dirty="0"/>
              <a:t> </a:t>
            </a:r>
            <a:r>
              <a:rPr dirty="0"/>
              <a:t>aircraft,</a:t>
            </a:r>
            <a:r>
              <a:rPr spc="-70" dirty="0"/>
              <a:t> </a:t>
            </a:r>
            <a:r>
              <a:rPr dirty="0"/>
              <a:t>aeronautical</a:t>
            </a:r>
            <a:r>
              <a:rPr spc="-75" dirty="0"/>
              <a:t> </a:t>
            </a:r>
            <a:r>
              <a:rPr dirty="0"/>
              <a:t>product,</a:t>
            </a:r>
            <a:r>
              <a:rPr spc="-70" dirty="0"/>
              <a:t> </a:t>
            </a:r>
            <a:r>
              <a:rPr spc="-20" dirty="0"/>
              <a:t>etc.</a:t>
            </a:r>
          </a:p>
          <a:p>
            <a:pPr marL="12700" marR="328295" indent="304800">
              <a:lnSpc>
                <a:spcPts val="1900"/>
              </a:lnSpc>
              <a:spcBef>
                <a:spcPts val="110"/>
              </a:spcBef>
              <a:buFont typeface="Times New Roman"/>
              <a:buAutoNum type="arabicPeriod" startAt="39"/>
              <a:tabLst>
                <a:tab pos="317500" algn="l"/>
              </a:tabLst>
            </a:pPr>
            <a:r>
              <a:rPr sz="1600" b="0" dirty="0">
                <a:latin typeface="Times New Roman"/>
                <a:cs typeface="Times New Roman"/>
              </a:rPr>
              <a:t>–</a:t>
            </a:r>
            <a:r>
              <a:rPr sz="1600" b="0" spc="-35" dirty="0">
                <a:latin typeface="Times New Roman"/>
                <a:cs typeface="Times New Roman"/>
              </a:rPr>
              <a:t> </a:t>
            </a:r>
            <a:r>
              <a:rPr sz="1600" b="0" dirty="0">
                <a:latin typeface="Times New Roman"/>
                <a:cs typeface="Times New Roman"/>
              </a:rPr>
              <a:t>(1)</a:t>
            </a:r>
            <a:r>
              <a:rPr sz="1600" b="0" spc="-30" dirty="0">
                <a:latin typeface="Times New Roman"/>
                <a:cs typeface="Times New Roman"/>
              </a:rPr>
              <a:t> </a:t>
            </a:r>
            <a:r>
              <a:rPr sz="1600" b="0" dirty="0">
                <a:latin typeface="Calibri"/>
                <a:cs typeface="Calibri"/>
              </a:rPr>
              <a:t>A</a:t>
            </a:r>
            <a:r>
              <a:rPr sz="1600" b="0" spc="-25" dirty="0">
                <a:latin typeface="Calibri"/>
                <a:cs typeface="Calibri"/>
              </a:rPr>
              <a:t> </a:t>
            </a:r>
            <a:r>
              <a:rPr sz="1600" b="0" dirty="0">
                <a:latin typeface="Calibri"/>
                <a:cs typeface="Calibri"/>
              </a:rPr>
              <a:t>person</a:t>
            </a:r>
            <a:r>
              <a:rPr sz="1600" b="0" spc="-35" dirty="0">
                <a:latin typeface="Calibri"/>
                <a:cs typeface="Calibri"/>
              </a:rPr>
              <a:t> </a:t>
            </a:r>
            <a:r>
              <a:rPr sz="1600" b="0" dirty="0">
                <a:latin typeface="Calibri"/>
                <a:cs typeface="Calibri"/>
              </a:rPr>
              <a:t>must</a:t>
            </a:r>
            <a:r>
              <a:rPr sz="1600" b="0" spc="-25" dirty="0">
                <a:latin typeface="Calibri"/>
                <a:cs typeface="Calibri"/>
              </a:rPr>
              <a:t> </a:t>
            </a:r>
            <a:r>
              <a:rPr sz="1600" b="0" dirty="0">
                <a:latin typeface="Calibri"/>
                <a:cs typeface="Calibri"/>
              </a:rPr>
              <a:t>not</a:t>
            </a:r>
            <a:r>
              <a:rPr sz="1600" b="0" spc="-30" dirty="0">
                <a:latin typeface="Calibri"/>
                <a:cs typeface="Calibri"/>
              </a:rPr>
              <a:t> </a:t>
            </a:r>
            <a:r>
              <a:rPr sz="1600" b="0" spc="-10" dirty="0">
                <a:latin typeface="Calibri"/>
                <a:cs typeface="Calibri"/>
              </a:rPr>
              <a:t>operate,</a:t>
            </a:r>
            <a:r>
              <a:rPr sz="1600" b="0" spc="-30" dirty="0">
                <a:latin typeface="Calibri"/>
                <a:cs typeface="Calibri"/>
              </a:rPr>
              <a:t> </a:t>
            </a:r>
            <a:r>
              <a:rPr sz="1600" b="0" dirty="0">
                <a:latin typeface="Calibri"/>
                <a:cs typeface="Calibri"/>
              </a:rPr>
              <a:t>maintain</a:t>
            </a:r>
            <a:r>
              <a:rPr sz="1600" b="0" spc="-30" dirty="0">
                <a:latin typeface="Calibri"/>
                <a:cs typeface="Calibri"/>
              </a:rPr>
              <a:t> </a:t>
            </a:r>
            <a:r>
              <a:rPr sz="1600" b="0" dirty="0">
                <a:latin typeface="Calibri"/>
                <a:cs typeface="Calibri"/>
              </a:rPr>
              <a:t>or</a:t>
            </a:r>
            <a:r>
              <a:rPr sz="1600" b="0" spc="-25" dirty="0">
                <a:latin typeface="Calibri"/>
                <a:cs typeface="Calibri"/>
              </a:rPr>
              <a:t> </a:t>
            </a:r>
            <a:r>
              <a:rPr sz="1600" b="0" dirty="0">
                <a:latin typeface="Calibri"/>
                <a:cs typeface="Calibri"/>
              </a:rPr>
              <a:t>service,</a:t>
            </a:r>
            <a:r>
              <a:rPr sz="1600" b="0" spc="-25" dirty="0">
                <a:latin typeface="Calibri"/>
                <a:cs typeface="Calibri"/>
              </a:rPr>
              <a:t> </a:t>
            </a:r>
            <a:r>
              <a:rPr sz="1600" b="0" dirty="0">
                <a:latin typeface="Calibri"/>
                <a:cs typeface="Calibri"/>
              </a:rPr>
              <a:t>or</a:t>
            </a:r>
            <a:r>
              <a:rPr sz="1600" b="0" spc="-25" dirty="0">
                <a:latin typeface="Calibri"/>
                <a:cs typeface="Calibri"/>
              </a:rPr>
              <a:t> </a:t>
            </a:r>
            <a:r>
              <a:rPr sz="1600" b="0" dirty="0">
                <a:latin typeface="Calibri"/>
                <a:cs typeface="Calibri"/>
              </a:rPr>
              <a:t>do</a:t>
            </a:r>
            <a:r>
              <a:rPr sz="1600" b="0" spc="-25" dirty="0">
                <a:latin typeface="Calibri"/>
                <a:cs typeface="Calibri"/>
              </a:rPr>
              <a:t> </a:t>
            </a:r>
            <a:r>
              <a:rPr sz="1600" b="0" dirty="0">
                <a:latin typeface="Calibri"/>
                <a:cs typeface="Calibri"/>
              </a:rPr>
              <a:t>any</a:t>
            </a:r>
            <a:r>
              <a:rPr sz="1600" b="0" spc="-25" dirty="0">
                <a:latin typeface="Calibri"/>
                <a:cs typeface="Calibri"/>
              </a:rPr>
              <a:t> </a:t>
            </a:r>
            <a:r>
              <a:rPr sz="1600" b="0" dirty="0">
                <a:latin typeface="Calibri"/>
                <a:cs typeface="Calibri"/>
              </a:rPr>
              <a:t>other</a:t>
            </a:r>
            <a:r>
              <a:rPr sz="1600" b="0" spc="-25" dirty="0">
                <a:latin typeface="Calibri"/>
                <a:cs typeface="Calibri"/>
              </a:rPr>
              <a:t> </a:t>
            </a:r>
            <a:r>
              <a:rPr sz="1600" b="0" dirty="0">
                <a:latin typeface="Calibri"/>
                <a:cs typeface="Calibri"/>
              </a:rPr>
              <a:t>act</a:t>
            </a:r>
            <a:r>
              <a:rPr sz="1600" b="0" spc="-25" dirty="0">
                <a:latin typeface="Calibri"/>
                <a:cs typeface="Calibri"/>
              </a:rPr>
              <a:t> </a:t>
            </a:r>
            <a:r>
              <a:rPr sz="1600" b="0" dirty="0">
                <a:latin typeface="Calibri"/>
                <a:cs typeface="Calibri"/>
              </a:rPr>
              <a:t>in</a:t>
            </a:r>
            <a:r>
              <a:rPr sz="1600" b="0" spc="-35" dirty="0">
                <a:latin typeface="Calibri"/>
                <a:cs typeface="Calibri"/>
              </a:rPr>
              <a:t> </a:t>
            </a:r>
            <a:r>
              <a:rPr sz="1600" b="0" dirty="0">
                <a:latin typeface="Calibri"/>
                <a:cs typeface="Calibri"/>
              </a:rPr>
              <a:t>respect</a:t>
            </a:r>
            <a:r>
              <a:rPr sz="1600" b="0" spc="-30" dirty="0">
                <a:latin typeface="Calibri"/>
                <a:cs typeface="Calibri"/>
              </a:rPr>
              <a:t> </a:t>
            </a:r>
            <a:r>
              <a:rPr sz="1600" b="0" spc="-10" dirty="0">
                <a:latin typeface="Calibri"/>
                <a:cs typeface="Calibri"/>
              </a:rPr>
              <a:t>of,</a:t>
            </a:r>
            <a:r>
              <a:rPr sz="1600" b="0" spc="-25" dirty="0">
                <a:latin typeface="Calibri"/>
                <a:cs typeface="Calibri"/>
              </a:rPr>
              <a:t> </a:t>
            </a:r>
            <a:r>
              <a:rPr sz="1600" b="0" dirty="0">
                <a:latin typeface="Calibri"/>
                <a:cs typeface="Calibri"/>
              </a:rPr>
              <a:t>any</a:t>
            </a:r>
            <a:r>
              <a:rPr sz="1600" b="0" spc="-30" dirty="0">
                <a:latin typeface="Calibri"/>
                <a:cs typeface="Calibri"/>
              </a:rPr>
              <a:t> </a:t>
            </a:r>
            <a:r>
              <a:rPr sz="1600" b="0" spc="-10" dirty="0">
                <a:latin typeface="Calibri"/>
                <a:cs typeface="Calibri"/>
              </a:rPr>
              <a:t>aircraft,</a:t>
            </a:r>
            <a:r>
              <a:rPr sz="1600" b="0" spc="-25" dirty="0">
                <a:latin typeface="Calibri"/>
                <a:cs typeface="Calibri"/>
              </a:rPr>
              <a:t> </a:t>
            </a:r>
            <a:r>
              <a:rPr sz="1600" b="0" spc="-10" dirty="0">
                <a:latin typeface="Calibri"/>
                <a:cs typeface="Calibri"/>
              </a:rPr>
              <a:t>aeronautical </a:t>
            </a:r>
            <a:r>
              <a:rPr sz="1600" b="0" dirty="0">
                <a:latin typeface="Calibri"/>
                <a:cs typeface="Calibri"/>
              </a:rPr>
              <a:t>product</a:t>
            </a:r>
            <a:r>
              <a:rPr sz="1600" b="0" spc="-30" dirty="0">
                <a:latin typeface="Calibri"/>
                <a:cs typeface="Calibri"/>
              </a:rPr>
              <a:t> </a:t>
            </a:r>
            <a:r>
              <a:rPr sz="1600" b="0" dirty="0">
                <a:latin typeface="Calibri"/>
                <a:cs typeface="Calibri"/>
              </a:rPr>
              <a:t>or</a:t>
            </a:r>
            <a:r>
              <a:rPr sz="1600" b="0" spc="-30" dirty="0">
                <a:latin typeface="Calibri"/>
                <a:cs typeface="Calibri"/>
              </a:rPr>
              <a:t> </a:t>
            </a:r>
            <a:r>
              <a:rPr sz="1600" b="0" spc="-10" dirty="0">
                <a:latin typeface="Calibri"/>
                <a:cs typeface="Calibri"/>
              </a:rPr>
              <a:t>aviation-related</a:t>
            </a:r>
            <a:r>
              <a:rPr sz="1600" b="0" spc="-35" dirty="0">
                <a:latin typeface="Calibri"/>
                <a:cs typeface="Calibri"/>
              </a:rPr>
              <a:t> </a:t>
            </a:r>
            <a:r>
              <a:rPr sz="1600" b="0" dirty="0">
                <a:latin typeface="Calibri"/>
                <a:cs typeface="Calibri"/>
              </a:rPr>
              <a:t>service</a:t>
            </a:r>
            <a:r>
              <a:rPr sz="1600" b="0" spc="-25" dirty="0">
                <a:latin typeface="Calibri"/>
                <a:cs typeface="Calibri"/>
              </a:rPr>
              <a:t> </a:t>
            </a:r>
            <a:r>
              <a:rPr sz="1600" b="0" dirty="0">
                <a:latin typeface="Calibri"/>
                <a:cs typeface="Calibri"/>
              </a:rPr>
              <a:t>in</a:t>
            </a:r>
            <a:r>
              <a:rPr sz="1600" b="0" spc="-30" dirty="0">
                <a:latin typeface="Calibri"/>
                <a:cs typeface="Calibri"/>
              </a:rPr>
              <a:t> </a:t>
            </a:r>
            <a:r>
              <a:rPr sz="1600" b="0" dirty="0">
                <a:latin typeface="Calibri"/>
                <a:cs typeface="Calibri"/>
              </a:rPr>
              <a:t>a</a:t>
            </a:r>
            <a:r>
              <a:rPr sz="1600" b="0" spc="-35" dirty="0">
                <a:latin typeface="Calibri"/>
                <a:cs typeface="Calibri"/>
              </a:rPr>
              <a:t> </a:t>
            </a:r>
            <a:r>
              <a:rPr sz="1600" b="0" dirty="0">
                <a:latin typeface="Calibri"/>
                <a:cs typeface="Calibri"/>
              </a:rPr>
              <a:t>manner</a:t>
            </a:r>
            <a:r>
              <a:rPr sz="1600" b="0" spc="-30" dirty="0">
                <a:latin typeface="Calibri"/>
                <a:cs typeface="Calibri"/>
              </a:rPr>
              <a:t> </a:t>
            </a:r>
            <a:r>
              <a:rPr sz="1600" b="0" dirty="0">
                <a:latin typeface="Calibri"/>
                <a:cs typeface="Calibri"/>
              </a:rPr>
              <a:t>that</a:t>
            </a:r>
            <a:r>
              <a:rPr sz="1600" b="0" spc="-30" dirty="0">
                <a:latin typeface="Calibri"/>
                <a:cs typeface="Calibri"/>
              </a:rPr>
              <a:t> </a:t>
            </a:r>
            <a:r>
              <a:rPr sz="1600" b="0" dirty="0">
                <a:latin typeface="Calibri"/>
                <a:cs typeface="Calibri"/>
              </a:rPr>
              <a:t>the</a:t>
            </a:r>
            <a:r>
              <a:rPr sz="1600" b="0" spc="-25" dirty="0">
                <a:latin typeface="Calibri"/>
                <a:cs typeface="Calibri"/>
              </a:rPr>
              <a:t> </a:t>
            </a:r>
            <a:r>
              <a:rPr sz="1600" b="0" dirty="0">
                <a:latin typeface="Calibri"/>
                <a:cs typeface="Calibri"/>
              </a:rPr>
              <a:t>person</a:t>
            </a:r>
            <a:r>
              <a:rPr sz="1600" b="0" spc="-30" dirty="0">
                <a:latin typeface="Calibri"/>
                <a:cs typeface="Calibri"/>
              </a:rPr>
              <a:t> </a:t>
            </a:r>
            <a:r>
              <a:rPr sz="1600" b="0" dirty="0">
                <a:latin typeface="Calibri"/>
                <a:cs typeface="Calibri"/>
              </a:rPr>
              <a:t>knows</a:t>
            </a:r>
            <a:r>
              <a:rPr sz="1600" b="0" spc="-35" dirty="0">
                <a:latin typeface="Calibri"/>
                <a:cs typeface="Calibri"/>
              </a:rPr>
              <a:t> </a:t>
            </a:r>
            <a:r>
              <a:rPr sz="1600" b="0" dirty="0">
                <a:latin typeface="Calibri"/>
                <a:cs typeface="Calibri"/>
              </a:rPr>
              <a:t>or</a:t>
            </a:r>
            <a:r>
              <a:rPr sz="1600" b="0" spc="-30" dirty="0">
                <a:latin typeface="Calibri"/>
                <a:cs typeface="Calibri"/>
              </a:rPr>
              <a:t> </a:t>
            </a:r>
            <a:r>
              <a:rPr sz="1600" b="0" dirty="0">
                <a:latin typeface="Calibri"/>
                <a:cs typeface="Calibri"/>
              </a:rPr>
              <a:t>ought</a:t>
            </a:r>
            <a:r>
              <a:rPr sz="1600" b="0" spc="-30" dirty="0">
                <a:latin typeface="Calibri"/>
                <a:cs typeface="Calibri"/>
              </a:rPr>
              <a:t> </a:t>
            </a:r>
            <a:r>
              <a:rPr sz="1600" b="0" dirty="0">
                <a:latin typeface="Calibri"/>
                <a:cs typeface="Calibri"/>
              </a:rPr>
              <a:t>reasonably</a:t>
            </a:r>
            <a:r>
              <a:rPr sz="1600" b="0" spc="-25" dirty="0">
                <a:latin typeface="Calibri"/>
                <a:cs typeface="Calibri"/>
              </a:rPr>
              <a:t> </a:t>
            </a:r>
            <a:r>
              <a:rPr sz="1600" b="0" dirty="0">
                <a:latin typeface="Calibri"/>
                <a:cs typeface="Calibri"/>
              </a:rPr>
              <a:t>to</a:t>
            </a:r>
            <a:r>
              <a:rPr sz="1600" b="0" spc="-25" dirty="0">
                <a:latin typeface="Calibri"/>
                <a:cs typeface="Calibri"/>
              </a:rPr>
              <a:t> </a:t>
            </a:r>
            <a:r>
              <a:rPr sz="1600" b="0" dirty="0">
                <a:latin typeface="Calibri"/>
                <a:cs typeface="Calibri"/>
              </a:rPr>
              <a:t>know</a:t>
            </a:r>
            <a:r>
              <a:rPr sz="1600" b="0" spc="-35" dirty="0">
                <a:latin typeface="Calibri"/>
                <a:cs typeface="Calibri"/>
              </a:rPr>
              <a:t> </a:t>
            </a:r>
            <a:r>
              <a:rPr sz="1600" b="0" spc="-50" dirty="0">
                <a:latin typeface="Calibri"/>
                <a:cs typeface="Calibri"/>
              </a:rPr>
              <a:t>–</a:t>
            </a:r>
            <a:endParaRPr sz="1600">
              <a:latin typeface="Calibri"/>
              <a:cs typeface="Calibri"/>
            </a:endParaRPr>
          </a:p>
          <a:p>
            <a:pPr>
              <a:lnSpc>
                <a:spcPct val="100000"/>
              </a:lnSpc>
              <a:buFont typeface="Times New Roman"/>
              <a:buAutoNum type="arabicPeriod" startAt="39"/>
            </a:pPr>
            <a:endParaRPr sz="1600">
              <a:latin typeface="Calibri"/>
              <a:cs typeface="Calibri"/>
            </a:endParaRPr>
          </a:p>
          <a:p>
            <a:pPr>
              <a:lnSpc>
                <a:spcPct val="100000"/>
              </a:lnSpc>
              <a:spcBef>
                <a:spcPts val="190"/>
              </a:spcBef>
              <a:buFont typeface="Times New Roman"/>
              <a:buAutoNum type="arabicPeriod" startAt="39"/>
            </a:pPr>
            <a:endParaRPr sz="1600">
              <a:latin typeface="Calibri"/>
              <a:cs typeface="Calibri"/>
            </a:endParaRPr>
          </a:p>
          <a:p>
            <a:pPr marL="12700" marR="5080" lvl="1" indent="935355" algn="just">
              <a:lnSpc>
                <a:spcPts val="1900"/>
              </a:lnSpc>
              <a:buAutoNum type="arabicParenBoth" startAt="2"/>
              <a:tabLst>
                <a:tab pos="948055" algn="l"/>
              </a:tabLst>
            </a:pPr>
            <a:r>
              <a:rPr sz="1600" dirty="0">
                <a:latin typeface="Calibri"/>
                <a:cs typeface="Calibri"/>
              </a:rPr>
              <a:t>A</a:t>
            </a:r>
            <a:r>
              <a:rPr sz="1600" spc="250" dirty="0">
                <a:latin typeface="Calibri"/>
                <a:cs typeface="Calibri"/>
              </a:rPr>
              <a:t> </a:t>
            </a:r>
            <a:r>
              <a:rPr sz="1600" dirty="0">
                <a:latin typeface="Calibri"/>
                <a:cs typeface="Calibri"/>
              </a:rPr>
              <a:t>person</a:t>
            </a:r>
            <a:r>
              <a:rPr sz="1600" spc="245" dirty="0">
                <a:latin typeface="Calibri"/>
                <a:cs typeface="Calibri"/>
              </a:rPr>
              <a:t> </a:t>
            </a:r>
            <a:r>
              <a:rPr sz="1600" dirty="0">
                <a:latin typeface="Calibri"/>
                <a:cs typeface="Calibri"/>
              </a:rPr>
              <a:t>must</a:t>
            </a:r>
            <a:r>
              <a:rPr sz="1600" spc="260" dirty="0">
                <a:latin typeface="Calibri"/>
                <a:cs typeface="Calibri"/>
              </a:rPr>
              <a:t> </a:t>
            </a:r>
            <a:r>
              <a:rPr sz="1600" dirty="0">
                <a:latin typeface="Calibri"/>
                <a:cs typeface="Calibri"/>
              </a:rPr>
              <a:t>not</a:t>
            </a:r>
            <a:r>
              <a:rPr sz="1600" spc="250" dirty="0">
                <a:latin typeface="Calibri"/>
                <a:cs typeface="Calibri"/>
              </a:rPr>
              <a:t> </a:t>
            </a:r>
            <a:r>
              <a:rPr sz="1600" dirty="0">
                <a:latin typeface="Calibri"/>
                <a:cs typeface="Calibri"/>
              </a:rPr>
              <a:t>cause</a:t>
            </a:r>
            <a:r>
              <a:rPr sz="1600" spc="260" dirty="0">
                <a:latin typeface="Calibri"/>
                <a:cs typeface="Calibri"/>
              </a:rPr>
              <a:t> </a:t>
            </a:r>
            <a:r>
              <a:rPr sz="1600" dirty="0">
                <a:latin typeface="Calibri"/>
                <a:cs typeface="Calibri"/>
              </a:rPr>
              <a:t>or</a:t>
            </a:r>
            <a:r>
              <a:rPr sz="1600" spc="254" dirty="0">
                <a:latin typeface="Calibri"/>
                <a:cs typeface="Calibri"/>
              </a:rPr>
              <a:t> </a:t>
            </a:r>
            <a:r>
              <a:rPr sz="1600" dirty="0">
                <a:latin typeface="Calibri"/>
                <a:cs typeface="Calibri"/>
              </a:rPr>
              <a:t>permit</a:t>
            </a:r>
            <a:r>
              <a:rPr sz="1600" spc="254" dirty="0">
                <a:latin typeface="Calibri"/>
                <a:cs typeface="Calibri"/>
              </a:rPr>
              <a:t> </a:t>
            </a:r>
            <a:r>
              <a:rPr sz="1600" dirty="0">
                <a:latin typeface="Calibri"/>
                <a:cs typeface="Calibri"/>
              </a:rPr>
              <a:t>any</a:t>
            </a:r>
            <a:r>
              <a:rPr sz="1600" spc="254" dirty="0">
                <a:latin typeface="Calibri"/>
                <a:cs typeface="Calibri"/>
              </a:rPr>
              <a:t> </a:t>
            </a:r>
            <a:r>
              <a:rPr sz="1600" dirty="0">
                <a:latin typeface="Calibri"/>
                <a:cs typeface="Calibri"/>
              </a:rPr>
              <a:t>aircraft,</a:t>
            </a:r>
            <a:r>
              <a:rPr sz="1600" spc="250" dirty="0">
                <a:latin typeface="Calibri"/>
                <a:cs typeface="Calibri"/>
              </a:rPr>
              <a:t> </a:t>
            </a:r>
            <a:r>
              <a:rPr sz="1600" dirty="0">
                <a:latin typeface="Calibri"/>
                <a:cs typeface="Calibri"/>
              </a:rPr>
              <a:t>aeronautical</a:t>
            </a:r>
            <a:r>
              <a:rPr sz="1600" spc="250" dirty="0">
                <a:latin typeface="Calibri"/>
                <a:cs typeface="Calibri"/>
              </a:rPr>
              <a:t> </a:t>
            </a:r>
            <a:r>
              <a:rPr sz="1600" dirty="0">
                <a:latin typeface="Calibri"/>
                <a:cs typeface="Calibri"/>
              </a:rPr>
              <a:t>product</a:t>
            </a:r>
            <a:r>
              <a:rPr sz="1600" spc="250" dirty="0">
                <a:latin typeface="Calibri"/>
                <a:cs typeface="Calibri"/>
              </a:rPr>
              <a:t> </a:t>
            </a:r>
            <a:r>
              <a:rPr sz="1600" dirty="0">
                <a:latin typeface="Calibri"/>
                <a:cs typeface="Calibri"/>
              </a:rPr>
              <a:t>or</a:t>
            </a:r>
            <a:r>
              <a:rPr sz="1600" spc="260" dirty="0">
                <a:latin typeface="Calibri"/>
                <a:cs typeface="Calibri"/>
              </a:rPr>
              <a:t> </a:t>
            </a:r>
            <a:r>
              <a:rPr sz="1600" spc="-10" dirty="0">
                <a:latin typeface="Calibri"/>
                <a:cs typeface="Calibri"/>
              </a:rPr>
              <a:t>aviation-</a:t>
            </a:r>
            <a:r>
              <a:rPr sz="1600" dirty="0">
                <a:latin typeface="Calibri"/>
                <a:cs typeface="Calibri"/>
              </a:rPr>
              <a:t>related</a:t>
            </a:r>
            <a:r>
              <a:rPr sz="1600" spc="245" dirty="0">
                <a:latin typeface="Calibri"/>
                <a:cs typeface="Calibri"/>
              </a:rPr>
              <a:t> </a:t>
            </a:r>
            <a:r>
              <a:rPr sz="1600" dirty="0">
                <a:latin typeface="Calibri"/>
                <a:cs typeface="Calibri"/>
              </a:rPr>
              <a:t>service</a:t>
            </a:r>
            <a:r>
              <a:rPr sz="1600" spc="260" dirty="0">
                <a:latin typeface="Calibri"/>
                <a:cs typeface="Calibri"/>
              </a:rPr>
              <a:t> </a:t>
            </a:r>
            <a:r>
              <a:rPr sz="1600" dirty="0">
                <a:latin typeface="Calibri"/>
                <a:cs typeface="Calibri"/>
              </a:rPr>
              <a:t>to</a:t>
            </a:r>
            <a:r>
              <a:rPr sz="1600" spc="260" dirty="0">
                <a:latin typeface="Calibri"/>
                <a:cs typeface="Calibri"/>
              </a:rPr>
              <a:t> </a:t>
            </a:r>
            <a:r>
              <a:rPr sz="1600" spc="-25" dirty="0">
                <a:latin typeface="Calibri"/>
                <a:cs typeface="Calibri"/>
              </a:rPr>
              <a:t>be </a:t>
            </a:r>
            <a:r>
              <a:rPr sz="1600" dirty="0">
                <a:latin typeface="Calibri"/>
                <a:cs typeface="Calibri"/>
              </a:rPr>
              <a:t>operated,</a:t>
            </a:r>
            <a:r>
              <a:rPr sz="1600" spc="55" dirty="0">
                <a:latin typeface="Calibri"/>
                <a:cs typeface="Calibri"/>
              </a:rPr>
              <a:t> </a:t>
            </a:r>
            <a:r>
              <a:rPr sz="1600" dirty="0">
                <a:latin typeface="Calibri"/>
                <a:cs typeface="Calibri"/>
              </a:rPr>
              <a:t>maintained</a:t>
            </a:r>
            <a:r>
              <a:rPr sz="1600" spc="50" dirty="0">
                <a:latin typeface="Calibri"/>
                <a:cs typeface="Calibri"/>
              </a:rPr>
              <a:t> </a:t>
            </a:r>
            <a:r>
              <a:rPr sz="1600" dirty="0">
                <a:latin typeface="Calibri"/>
                <a:cs typeface="Calibri"/>
              </a:rPr>
              <a:t>or</a:t>
            </a:r>
            <a:r>
              <a:rPr sz="1600" spc="60" dirty="0">
                <a:latin typeface="Calibri"/>
                <a:cs typeface="Calibri"/>
              </a:rPr>
              <a:t> </a:t>
            </a:r>
            <a:r>
              <a:rPr sz="1600" dirty="0">
                <a:latin typeface="Calibri"/>
                <a:cs typeface="Calibri"/>
              </a:rPr>
              <a:t>serviced,</a:t>
            </a:r>
            <a:r>
              <a:rPr sz="1600" spc="55" dirty="0">
                <a:latin typeface="Calibri"/>
                <a:cs typeface="Calibri"/>
              </a:rPr>
              <a:t> </a:t>
            </a:r>
            <a:r>
              <a:rPr sz="1600" dirty="0">
                <a:latin typeface="Calibri"/>
                <a:cs typeface="Calibri"/>
              </a:rPr>
              <a:t>or</a:t>
            </a:r>
            <a:r>
              <a:rPr sz="1600" spc="60" dirty="0">
                <a:latin typeface="Calibri"/>
                <a:cs typeface="Calibri"/>
              </a:rPr>
              <a:t> </a:t>
            </a:r>
            <a:r>
              <a:rPr sz="1600" dirty="0">
                <a:latin typeface="Calibri"/>
                <a:cs typeface="Calibri"/>
              </a:rPr>
              <a:t>cause</a:t>
            </a:r>
            <a:r>
              <a:rPr sz="1600" spc="60" dirty="0">
                <a:latin typeface="Calibri"/>
                <a:cs typeface="Calibri"/>
              </a:rPr>
              <a:t> </a:t>
            </a:r>
            <a:r>
              <a:rPr sz="1600" dirty="0">
                <a:latin typeface="Calibri"/>
                <a:cs typeface="Calibri"/>
              </a:rPr>
              <a:t>or</a:t>
            </a:r>
            <a:r>
              <a:rPr sz="1600" spc="60" dirty="0">
                <a:latin typeface="Calibri"/>
                <a:cs typeface="Calibri"/>
              </a:rPr>
              <a:t> </a:t>
            </a:r>
            <a:r>
              <a:rPr sz="1600" dirty="0">
                <a:latin typeface="Calibri"/>
                <a:cs typeface="Calibri"/>
              </a:rPr>
              <a:t>permit</a:t>
            </a:r>
            <a:r>
              <a:rPr sz="1600" spc="55" dirty="0">
                <a:latin typeface="Calibri"/>
                <a:cs typeface="Calibri"/>
              </a:rPr>
              <a:t> </a:t>
            </a:r>
            <a:r>
              <a:rPr sz="1600" dirty="0">
                <a:latin typeface="Calibri"/>
                <a:cs typeface="Calibri"/>
              </a:rPr>
              <a:t>any</a:t>
            </a:r>
            <a:r>
              <a:rPr sz="1600" spc="55" dirty="0">
                <a:latin typeface="Calibri"/>
                <a:cs typeface="Calibri"/>
              </a:rPr>
              <a:t> </a:t>
            </a:r>
            <a:r>
              <a:rPr sz="1600" dirty="0">
                <a:latin typeface="Calibri"/>
                <a:cs typeface="Calibri"/>
              </a:rPr>
              <a:t>other</a:t>
            </a:r>
            <a:r>
              <a:rPr sz="1600" spc="60" dirty="0">
                <a:latin typeface="Calibri"/>
                <a:cs typeface="Calibri"/>
              </a:rPr>
              <a:t> </a:t>
            </a:r>
            <a:r>
              <a:rPr sz="1600" dirty="0">
                <a:latin typeface="Calibri"/>
                <a:cs typeface="Calibri"/>
              </a:rPr>
              <a:t>act</a:t>
            </a:r>
            <a:r>
              <a:rPr sz="1600" spc="55" dirty="0">
                <a:latin typeface="Calibri"/>
                <a:cs typeface="Calibri"/>
              </a:rPr>
              <a:t> </a:t>
            </a:r>
            <a:r>
              <a:rPr sz="1600" dirty="0">
                <a:latin typeface="Calibri"/>
                <a:cs typeface="Calibri"/>
              </a:rPr>
              <a:t>to</a:t>
            </a:r>
            <a:r>
              <a:rPr sz="1600" spc="60" dirty="0">
                <a:latin typeface="Calibri"/>
                <a:cs typeface="Calibri"/>
              </a:rPr>
              <a:t> </a:t>
            </a:r>
            <a:r>
              <a:rPr sz="1600" dirty="0">
                <a:latin typeface="Calibri"/>
                <a:cs typeface="Calibri"/>
              </a:rPr>
              <a:t>be</a:t>
            </a:r>
            <a:r>
              <a:rPr sz="1600" spc="55" dirty="0">
                <a:latin typeface="Calibri"/>
                <a:cs typeface="Calibri"/>
              </a:rPr>
              <a:t> </a:t>
            </a:r>
            <a:r>
              <a:rPr sz="1600" dirty="0">
                <a:latin typeface="Calibri"/>
                <a:cs typeface="Calibri"/>
              </a:rPr>
              <a:t>done</a:t>
            </a:r>
            <a:r>
              <a:rPr sz="1600" spc="55" dirty="0">
                <a:latin typeface="Calibri"/>
                <a:cs typeface="Calibri"/>
              </a:rPr>
              <a:t> </a:t>
            </a:r>
            <a:r>
              <a:rPr sz="1600" dirty="0">
                <a:latin typeface="Calibri"/>
                <a:cs typeface="Calibri"/>
              </a:rPr>
              <a:t>in</a:t>
            </a:r>
            <a:r>
              <a:rPr sz="1600" spc="55" dirty="0">
                <a:latin typeface="Calibri"/>
                <a:cs typeface="Calibri"/>
              </a:rPr>
              <a:t> </a:t>
            </a:r>
            <a:r>
              <a:rPr sz="1600" dirty="0">
                <a:latin typeface="Calibri"/>
                <a:cs typeface="Calibri"/>
              </a:rPr>
              <a:t>respect</a:t>
            </a:r>
            <a:r>
              <a:rPr sz="1600" spc="55" dirty="0">
                <a:latin typeface="Calibri"/>
                <a:cs typeface="Calibri"/>
              </a:rPr>
              <a:t> </a:t>
            </a:r>
            <a:r>
              <a:rPr sz="1600" dirty="0">
                <a:latin typeface="Calibri"/>
                <a:cs typeface="Calibri"/>
              </a:rPr>
              <a:t>of</a:t>
            </a:r>
            <a:r>
              <a:rPr sz="1600" spc="55" dirty="0">
                <a:latin typeface="Calibri"/>
                <a:cs typeface="Calibri"/>
              </a:rPr>
              <a:t> </a:t>
            </a:r>
            <a:r>
              <a:rPr sz="1600" dirty="0">
                <a:latin typeface="Calibri"/>
                <a:cs typeface="Calibri"/>
              </a:rPr>
              <a:t>any</a:t>
            </a:r>
            <a:r>
              <a:rPr sz="1600" spc="55" dirty="0">
                <a:latin typeface="Calibri"/>
                <a:cs typeface="Calibri"/>
              </a:rPr>
              <a:t> </a:t>
            </a:r>
            <a:r>
              <a:rPr sz="1600" dirty="0">
                <a:latin typeface="Calibri"/>
                <a:cs typeface="Calibri"/>
              </a:rPr>
              <a:t>aircraft,</a:t>
            </a:r>
            <a:r>
              <a:rPr sz="1600" spc="55" dirty="0">
                <a:latin typeface="Calibri"/>
                <a:cs typeface="Calibri"/>
              </a:rPr>
              <a:t> </a:t>
            </a:r>
            <a:r>
              <a:rPr sz="1600" spc="-10" dirty="0">
                <a:latin typeface="Calibri"/>
                <a:cs typeface="Calibri"/>
              </a:rPr>
              <a:t>aeronautical </a:t>
            </a:r>
            <a:r>
              <a:rPr sz="1600" dirty="0">
                <a:latin typeface="Calibri"/>
                <a:cs typeface="Calibri"/>
              </a:rPr>
              <a:t>product</a:t>
            </a:r>
            <a:r>
              <a:rPr sz="1600" spc="-40" dirty="0">
                <a:latin typeface="Calibri"/>
                <a:cs typeface="Calibri"/>
              </a:rPr>
              <a:t> </a:t>
            </a:r>
            <a:r>
              <a:rPr sz="1600" dirty="0">
                <a:latin typeface="Calibri"/>
                <a:cs typeface="Calibri"/>
              </a:rPr>
              <a:t>or</a:t>
            </a:r>
            <a:r>
              <a:rPr sz="1600" spc="-30" dirty="0">
                <a:latin typeface="Calibri"/>
                <a:cs typeface="Calibri"/>
              </a:rPr>
              <a:t> </a:t>
            </a:r>
            <a:r>
              <a:rPr sz="1600" spc="-10" dirty="0">
                <a:latin typeface="Calibri"/>
                <a:cs typeface="Calibri"/>
              </a:rPr>
              <a:t>aviation-related</a:t>
            </a:r>
            <a:r>
              <a:rPr sz="1600" spc="-40" dirty="0">
                <a:latin typeface="Calibri"/>
                <a:cs typeface="Calibri"/>
              </a:rPr>
              <a:t> </a:t>
            </a:r>
            <a:r>
              <a:rPr sz="1600" dirty="0">
                <a:latin typeface="Calibri"/>
                <a:cs typeface="Calibri"/>
              </a:rPr>
              <a:t>service,</a:t>
            </a:r>
            <a:r>
              <a:rPr sz="1600" spc="-30" dirty="0">
                <a:latin typeface="Calibri"/>
                <a:cs typeface="Calibri"/>
              </a:rPr>
              <a:t> </a:t>
            </a:r>
            <a:r>
              <a:rPr sz="1600" dirty="0">
                <a:latin typeface="Calibri"/>
                <a:cs typeface="Calibri"/>
              </a:rPr>
              <a:t>in</a:t>
            </a:r>
            <a:r>
              <a:rPr sz="1600" spc="-40" dirty="0">
                <a:latin typeface="Calibri"/>
                <a:cs typeface="Calibri"/>
              </a:rPr>
              <a:t> </a:t>
            </a:r>
            <a:r>
              <a:rPr sz="1600" dirty="0">
                <a:latin typeface="Calibri"/>
                <a:cs typeface="Calibri"/>
              </a:rPr>
              <a:t>a</a:t>
            </a:r>
            <a:r>
              <a:rPr sz="1600" spc="-35" dirty="0">
                <a:latin typeface="Calibri"/>
                <a:cs typeface="Calibri"/>
              </a:rPr>
              <a:t> </a:t>
            </a:r>
            <a:r>
              <a:rPr sz="1600" dirty="0">
                <a:latin typeface="Calibri"/>
                <a:cs typeface="Calibri"/>
              </a:rPr>
              <a:t>manner</a:t>
            </a:r>
            <a:r>
              <a:rPr sz="1600" spc="-30" dirty="0">
                <a:latin typeface="Calibri"/>
                <a:cs typeface="Calibri"/>
              </a:rPr>
              <a:t> </a:t>
            </a:r>
            <a:r>
              <a:rPr sz="1600" dirty="0">
                <a:latin typeface="Calibri"/>
                <a:cs typeface="Calibri"/>
              </a:rPr>
              <a:t>that</a:t>
            </a:r>
            <a:r>
              <a:rPr sz="1600" spc="-3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knows</a:t>
            </a:r>
            <a:r>
              <a:rPr sz="1600" spc="-30" dirty="0">
                <a:latin typeface="Calibri"/>
                <a:cs typeface="Calibri"/>
              </a:rPr>
              <a:t> </a:t>
            </a:r>
            <a:r>
              <a:rPr sz="1600" dirty="0">
                <a:latin typeface="Calibri"/>
                <a:cs typeface="Calibri"/>
              </a:rPr>
              <a:t>or</a:t>
            </a:r>
            <a:r>
              <a:rPr sz="1600" spc="-35" dirty="0">
                <a:latin typeface="Calibri"/>
                <a:cs typeface="Calibri"/>
              </a:rPr>
              <a:t> </a:t>
            </a:r>
            <a:r>
              <a:rPr sz="1600" dirty="0">
                <a:latin typeface="Calibri"/>
                <a:cs typeface="Calibri"/>
              </a:rPr>
              <a:t>ought</a:t>
            </a:r>
            <a:r>
              <a:rPr sz="1600" spc="-30" dirty="0">
                <a:latin typeface="Calibri"/>
                <a:cs typeface="Calibri"/>
              </a:rPr>
              <a:t> </a:t>
            </a:r>
            <a:r>
              <a:rPr sz="1600" dirty="0">
                <a:latin typeface="Calibri"/>
                <a:cs typeface="Calibri"/>
              </a:rPr>
              <a:t>reasonably</a:t>
            </a:r>
            <a:r>
              <a:rPr sz="1600" spc="-3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know</a:t>
            </a:r>
            <a:r>
              <a:rPr sz="1600" spc="-30" dirty="0">
                <a:latin typeface="Calibri"/>
                <a:cs typeface="Calibri"/>
              </a:rPr>
              <a:t> </a:t>
            </a:r>
            <a:r>
              <a:rPr sz="1600" spc="-50" dirty="0">
                <a:latin typeface="Calibri"/>
                <a:cs typeface="Calibri"/>
              </a:rPr>
              <a:t>—</a:t>
            </a:r>
            <a:endParaRPr sz="1600">
              <a:latin typeface="Calibri"/>
              <a:cs typeface="Calibri"/>
            </a:endParaRPr>
          </a:p>
          <a:p>
            <a:pPr marL="1214755" lvl="2" indent="-287655">
              <a:lnSpc>
                <a:spcPct val="100000"/>
              </a:lnSpc>
              <a:spcBef>
                <a:spcPts val="1230"/>
              </a:spcBef>
              <a:buFont typeface="Times New Roman"/>
              <a:buAutoNum type="alphaLcParenBoth"/>
              <a:tabLst>
                <a:tab pos="1214755" algn="l"/>
              </a:tabLst>
            </a:pPr>
            <a:r>
              <a:rPr sz="1600" i="1" dirty="0">
                <a:latin typeface="Calibri"/>
                <a:cs typeface="Calibri"/>
              </a:rPr>
              <a:t>could</a:t>
            </a:r>
            <a:r>
              <a:rPr sz="1600" i="1" spc="-45" dirty="0">
                <a:latin typeface="Calibri"/>
                <a:cs typeface="Calibri"/>
              </a:rPr>
              <a:t> </a:t>
            </a:r>
            <a:r>
              <a:rPr sz="1600" i="1" dirty="0">
                <a:latin typeface="Calibri"/>
                <a:cs typeface="Calibri"/>
              </a:rPr>
              <a:t>endanger</a:t>
            </a:r>
            <a:r>
              <a:rPr sz="1600" i="1" spc="-40" dirty="0">
                <a:latin typeface="Calibri"/>
                <a:cs typeface="Calibri"/>
              </a:rPr>
              <a:t> </a:t>
            </a:r>
            <a:r>
              <a:rPr sz="1600" i="1" dirty="0">
                <a:latin typeface="Calibri"/>
                <a:cs typeface="Calibri"/>
              </a:rPr>
              <a:t>the</a:t>
            </a:r>
            <a:r>
              <a:rPr sz="1600" i="1" spc="-45" dirty="0">
                <a:latin typeface="Calibri"/>
                <a:cs typeface="Calibri"/>
              </a:rPr>
              <a:t> </a:t>
            </a:r>
            <a:r>
              <a:rPr sz="1600" i="1" dirty="0">
                <a:latin typeface="Calibri"/>
                <a:cs typeface="Calibri"/>
              </a:rPr>
              <a:t>life</a:t>
            </a:r>
            <a:r>
              <a:rPr sz="1600" i="1" spc="-45" dirty="0">
                <a:latin typeface="Calibri"/>
                <a:cs typeface="Calibri"/>
              </a:rPr>
              <a:t> </a:t>
            </a:r>
            <a:r>
              <a:rPr sz="1600" i="1" dirty="0">
                <a:latin typeface="Calibri"/>
                <a:cs typeface="Calibri"/>
              </a:rPr>
              <a:t>of</a:t>
            </a:r>
            <a:r>
              <a:rPr sz="1600" i="1" spc="-40" dirty="0">
                <a:latin typeface="Calibri"/>
                <a:cs typeface="Calibri"/>
              </a:rPr>
              <a:t> </a:t>
            </a:r>
            <a:r>
              <a:rPr sz="1600" i="1" dirty="0">
                <a:latin typeface="Calibri"/>
                <a:cs typeface="Calibri"/>
              </a:rPr>
              <a:t>another</a:t>
            </a:r>
            <a:r>
              <a:rPr sz="1600" i="1" spc="-40" dirty="0">
                <a:latin typeface="Calibri"/>
                <a:cs typeface="Calibri"/>
              </a:rPr>
              <a:t> </a:t>
            </a:r>
            <a:r>
              <a:rPr sz="1600" i="1" dirty="0">
                <a:latin typeface="Calibri"/>
                <a:cs typeface="Calibri"/>
              </a:rPr>
              <a:t>person;</a:t>
            </a:r>
            <a:r>
              <a:rPr sz="1600" i="1" spc="-45" dirty="0">
                <a:latin typeface="Calibri"/>
                <a:cs typeface="Calibri"/>
              </a:rPr>
              <a:t> </a:t>
            </a:r>
            <a:r>
              <a:rPr sz="1600" i="1" spc="-25" dirty="0">
                <a:latin typeface="Calibri"/>
                <a:cs typeface="Calibri"/>
              </a:rPr>
              <a:t>or</a:t>
            </a:r>
            <a:endParaRPr sz="1600">
              <a:latin typeface="Calibri"/>
              <a:cs typeface="Calibri"/>
            </a:endParaRPr>
          </a:p>
          <a:p>
            <a:pPr marL="1200785" lvl="2" indent="-273685">
              <a:lnSpc>
                <a:spcPct val="100000"/>
              </a:lnSpc>
              <a:spcBef>
                <a:spcPts val="1175"/>
              </a:spcBef>
              <a:buAutoNum type="alphaLcParenBoth"/>
              <a:tabLst>
                <a:tab pos="1200785" algn="l"/>
              </a:tabLst>
            </a:pPr>
            <a:r>
              <a:rPr sz="1600" i="1" dirty="0">
                <a:latin typeface="Calibri"/>
                <a:cs typeface="Calibri"/>
              </a:rPr>
              <a:t>could</a:t>
            </a:r>
            <a:r>
              <a:rPr sz="1600" i="1" spc="-40" dirty="0">
                <a:latin typeface="Calibri"/>
                <a:cs typeface="Calibri"/>
              </a:rPr>
              <a:t> </a:t>
            </a:r>
            <a:r>
              <a:rPr sz="1600" i="1" dirty="0">
                <a:latin typeface="Calibri"/>
                <a:cs typeface="Calibri"/>
              </a:rPr>
              <a:t>endanger</a:t>
            </a:r>
            <a:r>
              <a:rPr sz="1600" i="1" spc="-35" dirty="0">
                <a:latin typeface="Calibri"/>
                <a:cs typeface="Calibri"/>
              </a:rPr>
              <a:t> </a:t>
            </a:r>
            <a:r>
              <a:rPr sz="1600" i="1" dirty="0">
                <a:latin typeface="Calibri"/>
                <a:cs typeface="Calibri"/>
              </a:rPr>
              <a:t>the</a:t>
            </a:r>
            <a:r>
              <a:rPr sz="1600" i="1" spc="-40" dirty="0">
                <a:latin typeface="Calibri"/>
                <a:cs typeface="Calibri"/>
              </a:rPr>
              <a:t> </a:t>
            </a:r>
            <a:r>
              <a:rPr sz="1600" i="1" dirty="0">
                <a:latin typeface="Calibri"/>
                <a:cs typeface="Calibri"/>
              </a:rPr>
              <a:t>person</a:t>
            </a:r>
            <a:r>
              <a:rPr sz="1600" i="1" spc="-35" dirty="0">
                <a:latin typeface="Calibri"/>
                <a:cs typeface="Calibri"/>
              </a:rPr>
              <a:t> </a:t>
            </a:r>
            <a:r>
              <a:rPr sz="1600" i="1" dirty="0">
                <a:latin typeface="Calibri"/>
                <a:cs typeface="Calibri"/>
              </a:rPr>
              <a:t>or</a:t>
            </a:r>
            <a:r>
              <a:rPr sz="1600" i="1" spc="-40" dirty="0">
                <a:latin typeface="Calibri"/>
                <a:cs typeface="Calibri"/>
              </a:rPr>
              <a:t> </a:t>
            </a:r>
            <a:r>
              <a:rPr sz="1600" i="1" dirty="0">
                <a:latin typeface="Calibri"/>
                <a:cs typeface="Calibri"/>
              </a:rPr>
              <a:t>the</a:t>
            </a:r>
            <a:r>
              <a:rPr sz="1600" i="1" spc="-40" dirty="0">
                <a:latin typeface="Calibri"/>
                <a:cs typeface="Calibri"/>
              </a:rPr>
              <a:t> </a:t>
            </a:r>
            <a:r>
              <a:rPr sz="1600" i="1" dirty="0">
                <a:latin typeface="Calibri"/>
                <a:cs typeface="Calibri"/>
              </a:rPr>
              <a:t>property</a:t>
            </a:r>
            <a:r>
              <a:rPr sz="1600" i="1" spc="-40" dirty="0">
                <a:latin typeface="Calibri"/>
                <a:cs typeface="Calibri"/>
              </a:rPr>
              <a:t> </a:t>
            </a:r>
            <a:r>
              <a:rPr sz="1600" i="1" dirty="0">
                <a:latin typeface="Calibri"/>
                <a:cs typeface="Calibri"/>
              </a:rPr>
              <a:t>of</a:t>
            </a:r>
            <a:r>
              <a:rPr sz="1600" i="1" spc="-35" dirty="0">
                <a:latin typeface="Calibri"/>
                <a:cs typeface="Calibri"/>
              </a:rPr>
              <a:t> </a:t>
            </a:r>
            <a:r>
              <a:rPr sz="1600" i="1" dirty="0">
                <a:latin typeface="Calibri"/>
                <a:cs typeface="Calibri"/>
              </a:rPr>
              <a:t>another</a:t>
            </a:r>
            <a:r>
              <a:rPr sz="1600" i="1" spc="-40" dirty="0">
                <a:latin typeface="Calibri"/>
                <a:cs typeface="Calibri"/>
              </a:rPr>
              <a:t> </a:t>
            </a:r>
            <a:r>
              <a:rPr sz="1600" i="1" spc="-10" dirty="0">
                <a:latin typeface="Calibri"/>
                <a:cs typeface="Calibri"/>
              </a:rPr>
              <a:t>person</a:t>
            </a:r>
            <a:endParaRPr sz="1600">
              <a:latin typeface="Calibri"/>
              <a:cs typeface="Calibri"/>
            </a:endParaRPr>
          </a:p>
          <a:p>
            <a:pPr marL="469900" marR="5080" lvl="1" indent="283845">
              <a:lnSpc>
                <a:spcPts val="1900"/>
              </a:lnSpc>
              <a:spcBef>
                <a:spcPts val="1255"/>
              </a:spcBef>
              <a:buAutoNum type="arabicParenBoth" startAt="2"/>
              <a:tabLst>
                <a:tab pos="753745" algn="l"/>
              </a:tabLst>
            </a:pPr>
            <a:r>
              <a:rPr sz="1600" dirty="0">
                <a:latin typeface="Calibri"/>
                <a:cs typeface="Calibri"/>
              </a:rPr>
              <a:t>A</a:t>
            </a:r>
            <a:r>
              <a:rPr sz="1600" spc="55" dirty="0">
                <a:latin typeface="Calibri"/>
                <a:cs typeface="Calibri"/>
              </a:rPr>
              <a:t> </a:t>
            </a:r>
            <a:r>
              <a:rPr sz="1600" dirty="0">
                <a:latin typeface="Calibri"/>
                <a:cs typeface="Calibri"/>
              </a:rPr>
              <a:t>person</a:t>
            </a:r>
            <a:r>
              <a:rPr sz="1600" spc="55" dirty="0">
                <a:latin typeface="Calibri"/>
                <a:cs typeface="Calibri"/>
              </a:rPr>
              <a:t> </a:t>
            </a:r>
            <a:r>
              <a:rPr sz="1600" dirty="0">
                <a:latin typeface="Calibri"/>
                <a:cs typeface="Calibri"/>
              </a:rPr>
              <a:t>must</a:t>
            </a:r>
            <a:r>
              <a:rPr sz="1600" spc="65" dirty="0">
                <a:latin typeface="Calibri"/>
                <a:cs typeface="Calibri"/>
              </a:rPr>
              <a:t> </a:t>
            </a:r>
            <a:r>
              <a:rPr sz="1600" dirty="0">
                <a:latin typeface="Calibri"/>
                <a:cs typeface="Calibri"/>
              </a:rPr>
              <a:t>not</a:t>
            </a:r>
            <a:r>
              <a:rPr sz="1600" spc="60" dirty="0">
                <a:latin typeface="Calibri"/>
                <a:cs typeface="Calibri"/>
              </a:rPr>
              <a:t> </a:t>
            </a:r>
            <a:r>
              <a:rPr sz="1600" dirty="0">
                <a:latin typeface="Calibri"/>
                <a:cs typeface="Calibri"/>
              </a:rPr>
              <a:t>secrete</a:t>
            </a:r>
            <a:r>
              <a:rPr sz="1600" spc="65" dirty="0">
                <a:latin typeface="Calibri"/>
                <a:cs typeface="Calibri"/>
              </a:rPr>
              <a:t> </a:t>
            </a:r>
            <a:r>
              <a:rPr sz="1600" dirty="0">
                <a:latin typeface="Calibri"/>
                <a:cs typeface="Calibri"/>
              </a:rPr>
              <a:t>himself</a:t>
            </a:r>
            <a:r>
              <a:rPr sz="1600" spc="55" dirty="0">
                <a:latin typeface="Calibri"/>
                <a:cs typeface="Calibri"/>
              </a:rPr>
              <a:t> </a:t>
            </a:r>
            <a:r>
              <a:rPr sz="1600" dirty="0">
                <a:latin typeface="Calibri"/>
                <a:cs typeface="Calibri"/>
              </a:rPr>
              <a:t>or</a:t>
            </a:r>
            <a:r>
              <a:rPr sz="1600" spc="65" dirty="0">
                <a:latin typeface="Calibri"/>
                <a:cs typeface="Calibri"/>
              </a:rPr>
              <a:t> </a:t>
            </a:r>
            <a:r>
              <a:rPr sz="1600" dirty="0">
                <a:latin typeface="Calibri"/>
                <a:cs typeface="Calibri"/>
              </a:rPr>
              <a:t>herself</a:t>
            </a:r>
            <a:r>
              <a:rPr sz="1600" spc="60" dirty="0">
                <a:latin typeface="Calibri"/>
                <a:cs typeface="Calibri"/>
              </a:rPr>
              <a:t> </a:t>
            </a:r>
            <a:r>
              <a:rPr sz="1600" dirty="0">
                <a:latin typeface="Calibri"/>
                <a:cs typeface="Calibri"/>
              </a:rPr>
              <a:t>in</a:t>
            </a:r>
            <a:r>
              <a:rPr sz="1600" spc="55" dirty="0">
                <a:latin typeface="Calibri"/>
                <a:cs typeface="Calibri"/>
              </a:rPr>
              <a:t> </a:t>
            </a:r>
            <a:r>
              <a:rPr sz="1600" dirty="0">
                <a:latin typeface="Calibri"/>
                <a:cs typeface="Calibri"/>
              </a:rPr>
              <a:t>an</a:t>
            </a:r>
            <a:r>
              <a:rPr sz="1600" spc="60" dirty="0">
                <a:latin typeface="Calibri"/>
                <a:cs typeface="Calibri"/>
              </a:rPr>
              <a:t> </a:t>
            </a:r>
            <a:r>
              <a:rPr sz="1600" dirty="0">
                <a:latin typeface="Calibri"/>
                <a:cs typeface="Calibri"/>
              </a:rPr>
              <a:t>aircraft</a:t>
            </a:r>
            <a:r>
              <a:rPr sz="1600" spc="60" dirty="0">
                <a:latin typeface="Calibri"/>
                <a:cs typeface="Calibri"/>
              </a:rPr>
              <a:t> </a:t>
            </a:r>
            <a:r>
              <a:rPr sz="1600" dirty="0">
                <a:latin typeface="Calibri"/>
                <a:cs typeface="Calibri"/>
              </a:rPr>
              <a:t>for</a:t>
            </a:r>
            <a:r>
              <a:rPr sz="1600" spc="60" dirty="0">
                <a:latin typeface="Calibri"/>
                <a:cs typeface="Calibri"/>
              </a:rPr>
              <a:t> </a:t>
            </a:r>
            <a:r>
              <a:rPr sz="1600" dirty="0">
                <a:latin typeface="Calibri"/>
                <a:cs typeface="Calibri"/>
              </a:rPr>
              <a:t>the</a:t>
            </a:r>
            <a:r>
              <a:rPr sz="1600" spc="65" dirty="0">
                <a:latin typeface="Calibri"/>
                <a:cs typeface="Calibri"/>
              </a:rPr>
              <a:t> </a:t>
            </a:r>
            <a:r>
              <a:rPr sz="1600" dirty="0">
                <a:latin typeface="Calibri"/>
                <a:cs typeface="Calibri"/>
              </a:rPr>
              <a:t>purpose</a:t>
            </a:r>
            <a:r>
              <a:rPr sz="1600" spc="60" dirty="0">
                <a:latin typeface="Calibri"/>
                <a:cs typeface="Calibri"/>
              </a:rPr>
              <a:t> </a:t>
            </a:r>
            <a:r>
              <a:rPr sz="1600" dirty="0">
                <a:latin typeface="Calibri"/>
                <a:cs typeface="Calibri"/>
              </a:rPr>
              <a:t>of</a:t>
            </a:r>
            <a:r>
              <a:rPr sz="1600" spc="60" dirty="0">
                <a:latin typeface="Calibri"/>
                <a:cs typeface="Calibri"/>
              </a:rPr>
              <a:t> </a:t>
            </a:r>
            <a:r>
              <a:rPr sz="1600" dirty="0">
                <a:latin typeface="Calibri"/>
                <a:cs typeface="Calibri"/>
              </a:rPr>
              <a:t>being</a:t>
            </a:r>
            <a:r>
              <a:rPr sz="1600" spc="55" dirty="0">
                <a:latin typeface="Calibri"/>
                <a:cs typeface="Calibri"/>
              </a:rPr>
              <a:t> </a:t>
            </a:r>
            <a:r>
              <a:rPr sz="1600" dirty="0">
                <a:latin typeface="Calibri"/>
                <a:cs typeface="Calibri"/>
              </a:rPr>
              <a:t>carried</a:t>
            </a:r>
            <a:r>
              <a:rPr sz="1600" spc="60" dirty="0">
                <a:latin typeface="Calibri"/>
                <a:cs typeface="Calibri"/>
              </a:rPr>
              <a:t> </a:t>
            </a:r>
            <a:r>
              <a:rPr sz="1600" dirty="0">
                <a:latin typeface="Calibri"/>
                <a:cs typeface="Calibri"/>
              </a:rPr>
              <a:t>in</a:t>
            </a:r>
            <a:r>
              <a:rPr sz="1600" spc="55" dirty="0">
                <a:latin typeface="Calibri"/>
                <a:cs typeface="Calibri"/>
              </a:rPr>
              <a:t> </a:t>
            </a:r>
            <a:r>
              <a:rPr sz="1600" dirty="0">
                <a:latin typeface="Calibri"/>
                <a:cs typeface="Calibri"/>
              </a:rPr>
              <a:t>the</a:t>
            </a:r>
            <a:r>
              <a:rPr sz="1600" spc="60" dirty="0">
                <a:latin typeface="Calibri"/>
                <a:cs typeface="Calibri"/>
              </a:rPr>
              <a:t> </a:t>
            </a:r>
            <a:r>
              <a:rPr sz="1600" dirty="0">
                <a:latin typeface="Calibri"/>
                <a:cs typeface="Calibri"/>
              </a:rPr>
              <a:t>aircraft,</a:t>
            </a:r>
            <a:r>
              <a:rPr sz="1600" spc="60" dirty="0">
                <a:latin typeface="Calibri"/>
                <a:cs typeface="Calibri"/>
              </a:rPr>
              <a:t> </a:t>
            </a:r>
            <a:r>
              <a:rPr sz="1600" spc="-25" dirty="0">
                <a:latin typeface="Calibri"/>
                <a:cs typeface="Calibri"/>
              </a:rPr>
              <a:t>or </a:t>
            </a:r>
            <a:r>
              <a:rPr sz="1600" spc="-10" dirty="0">
                <a:latin typeface="Calibri"/>
                <a:cs typeface="Calibri"/>
              </a:rPr>
              <a:t>travel</a:t>
            </a:r>
            <a:r>
              <a:rPr sz="1600" spc="-25" dirty="0">
                <a:latin typeface="Calibri"/>
                <a:cs typeface="Calibri"/>
              </a:rPr>
              <a:t> </a:t>
            </a:r>
            <a:r>
              <a:rPr sz="1600" dirty="0">
                <a:latin typeface="Calibri"/>
                <a:cs typeface="Calibri"/>
              </a:rPr>
              <a:t>in</a:t>
            </a:r>
            <a:r>
              <a:rPr sz="1600" spc="-25" dirty="0">
                <a:latin typeface="Calibri"/>
                <a:cs typeface="Calibri"/>
              </a:rPr>
              <a:t> </a:t>
            </a:r>
            <a:r>
              <a:rPr sz="1600" dirty="0">
                <a:latin typeface="Calibri"/>
                <a:cs typeface="Calibri"/>
              </a:rPr>
              <a:t>an</a:t>
            </a:r>
            <a:r>
              <a:rPr sz="1600" spc="-25" dirty="0">
                <a:latin typeface="Calibri"/>
                <a:cs typeface="Calibri"/>
              </a:rPr>
              <a:t> </a:t>
            </a:r>
            <a:r>
              <a:rPr sz="1600" spc="-10" dirty="0">
                <a:latin typeface="Calibri"/>
                <a:cs typeface="Calibri"/>
              </a:rPr>
              <a:t>aircraft,</a:t>
            </a:r>
            <a:r>
              <a:rPr sz="1600" spc="-15" dirty="0">
                <a:latin typeface="Calibri"/>
                <a:cs typeface="Calibri"/>
              </a:rPr>
              <a:t> </a:t>
            </a:r>
            <a:r>
              <a:rPr sz="1600" dirty="0">
                <a:latin typeface="Calibri"/>
                <a:cs typeface="Calibri"/>
              </a:rPr>
              <a:t>without</a:t>
            </a:r>
            <a:r>
              <a:rPr sz="1600" spc="-20"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consent</a:t>
            </a:r>
            <a:r>
              <a:rPr sz="1600" spc="-2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the</a:t>
            </a:r>
            <a:r>
              <a:rPr sz="1600" spc="-15" dirty="0">
                <a:latin typeface="Calibri"/>
                <a:cs typeface="Calibri"/>
              </a:rPr>
              <a:t> </a:t>
            </a:r>
            <a:r>
              <a:rPr sz="1600" spc="-10" dirty="0">
                <a:latin typeface="Calibri"/>
                <a:cs typeface="Calibri"/>
              </a:rPr>
              <a:t>operator</a:t>
            </a:r>
            <a:r>
              <a:rPr sz="1600" spc="-20" dirty="0">
                <a:latin typeface="Calibri"/>
                <a:cs typeface="Calibri"/>
              </a:rPr>
              <a:t> </a:t>
            </a:r>
            <a:r>
              <a:rPr sz="1600" dirty="0">
                <a:latin typeface="Calibri"/>
                <a:cs typeface="Calibri"/>
              </a:rPr>
              <a:t>or</a:t>
            </a:r>
            <a:r>
              <a:rPr sz="1600" spc="-20" dirty="0">
                <a:latin typeface="Calibri"/>
                <a:cs typeface="Calibri"/>
              </a:rPr>
              <a:t> pilot-</a:t>
            </a:r>
            <a:r>
              <a:rPr sz="1600" spc="-10" dirty="0">
                <a:latin typeface="Calibri"/>
                <a:cs typeface="Calibri"/>
              </a:rPr>
              <a:t>in-</a:t>
            </a:r>
            <a:r>
              <a:rPr sz="1600" dirty="0">
                <a:latin typeface="Calibri"/>
                <a:cs typeface="Calibri"/>
              </a:rPr>
              <a:t>command</a:t>
            </a:r>
            <a:r>
              <a:rPr sz="1600" spc="-2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the</a:t>
            </a:r>
            <a:r>
              <a:rPr sz="1600" spc="-15" dirty="0">
                <a:latin typeface="Calibri"/>
                <a:cs typeface="Calibri"/>
              </a:rPr>
              <a:t> </a:t>
            </a:r>
            <a:r>
              <a:rPr sz="1600" spc="-10" dirty="0">
                <a:latin typeface="Calibri"/>
                <a:cs typeface="Calibri"/>
              </a:rPr>
              <a:t>aircraft.</a:t>
            </a:r>
            <a:endParaRPr sz="16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4ABE81AA-3E36-ED13-EBF0-F223E20B39FD}"/>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9" name="object 3">
            <a:extLst>
              <a:ext uri="{FF2B5EF4-FFF2-40B4-BE49-F238E27FC236}">
                <a16:creationId xmlns:a16="http://schemas.microsoft.com/office/drawing/2014/main" id="{1D1DF8B3-E9ED-0154-DF4A-4453DE968937}"/>
              </a:ext>
            </a:extLst>
          </p:cNvPr>
          <p:cNvPicPr/>
          <p:nvPr/>
        </p:nvPicPr>
        <p:blipFill>
          <a:blip r:embed="rId2" cstate="print"/>
          <a:stretch>
            <a:fillRect/>
          </a:stretch>
        </p:blipFill>
        <p:spPr>
          <a:xfrm>
            <a:off x="1417319" y="566927"/>
            <a:ext cx="4401311" cy="573024"/>
          </a:xfrm>
          <a:prstGeom prst="rect">
            <a:avLst/>
          </a:prstGeom>
        </p:spPr>
      </p:pic>
      <p:sp>
        <p:nvSpPr>
          <p:cNvPr id="10" name="object 4">
            <a:extLst>
              <a:ext uri="{FF2B5EF4-FFF2-40B4-BE49-F238E27FC236}">
                <a16:creationId xmlns:a16="http://schemas.microsoft.com/office/drawing/2014/main" id="{19855B2C-A75D-F465-58D1-598DC3A28540}"/>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11" name="object 5">
            <a:extLst>
              <a:ext uri="{FF2B5EF4-FFF2-40B4-BE49-F238E27FC236}">
                <a16:creationId xmlns:a16="http://schemas.microsoft.com/office/drawing/2014/main" id="{ADA0B077-BF9E-5D77-BB92-D176B8D00A18}"/>
              </a:ext>
            </a:extLst>
          </p:cNvPr>
          <p:cNvSpPr txBox="1"/>
          <p:nvPr/>
        </p:nvSpPr>
        <p:spPr>
          <a:xfrm>
            <a:off x="1563048" y="1324864"/>
            <a:ext cx="9860915" cy="4827905"/>
          </a:xfrm>
          <a:prstGeom prst="rect">
            <a:avLst/>
          </a:prstGeom>
        </p:spPr>
        <p:txBody>
          <a:bodyPr vert="horz" wrap="square" lIns="0" tIns="12700" rIns="0" bIns="0" rtlCol="0">
            <a:spAutoFit/>
          </a:bodyPr>
          <a:lstStyle/>
          <a:p>
            <a:pPr marL="12700">
              <a:lnSpc>
                <a:spcPts val="2190"/>
              </a:lnSpc>
              <a:spcBef>
                <a:spcPts val="100"/>
              </a:spcBef>
            </a:pPr>
            <a:r>
              <a:rPr sz="1900" b="1" dirty="0">
                <a:latin typeface="Times New Roman"/>
                <a:cs typeface="Times New Roman"/>
              </a:rPr>
              <a:t>Flying</a:t>
            </a:r>
            <a:r>
              <a:rPr sz="1900" b="1" spc="-45" dirty="0">
                <a:latin typeface="Times New Roman"/>
                <a:cs typeface="Times New Roman"/>
              </a:rPr>
              <a:t> </a:t>
            </a:r>
            <a:r>
              <a:rPr sz="1900" b="1" dirty="0">
                <a:latin typeface="Times New Roman"/>
                <a:cs typeface="Times New Roman"/>
              </a:rPr>
              <a:t>without</a:t>
            </a:r>
            <a:r>
              <a:rPr sz="1900" b="1" spc="-40" dirty="0">
                <a:latin typeface="Times New Roman"/>
                <a:cs typeface="Times New Roman"/>
              </a:rPr>
              <a:t> </a:t>
            </a:r>
            <a:r>
              <a:rPr sz="1900" b="1" dirty="0">
                <a:latin typeface="Times New Roman"/>
                <a:cs typeface="Times New Roman"/>
              </a:rPr>
              <a:t>satisfying</a:t>
            </a:r>
            <a:r>
              <a:rPr sz="1900" b="1" spc="-45" dirty="0">
                <a:latin typeface="Times New Roman"/>
                <a:cs typeface="Times New Roman"/>
              </a:rPr>
              <a:t> </a:t>
            </a:r>
            <a:r>
              <a:rPr sz="1900" b="1" dirty="0">
                <a:latin typeface="Times New Roman"/>
                <a:cs typeface="Times New Roman"/>
              </a:rPr>
              <a:t>safety</a:t>
            </a:r>
            <a:r>
              <a:rPr sz="1900" b="1" spc="-40" dirty="0">
                <a:latin typeface="Times New Roman"/>
                <a:cs typeface="Times New Roman"/>
              </a:rPr>
              <a:t> </a:t>
            </a:r>
            <a:r>
              <a:rPr sz="1900" b="1" spc="-10" dirty="0">
                <a:latin typeface="Times New Roman"/>
                <a:cs typeface="Times New Roman"/>
              </a:rPr>
              <a:t>requirements</a:t>
            </a:r>
            <a:endParaRPr sz="1900">
              <a:latin typeface="Times New Roman"/>
              <a:cs typeface="Times New Roman"/>
            </a:endParaRPr>
          </a:p>
          <a:p>
            <a:pPr marL="12700" marR="103505" indent="304800">
              <a:lnSpc>
                <a:spcPts val="1700"/>
              </a:lnSpc>
              <a:spcBef>
                <a:spcPts val="150"/>
              </a:spcBef>
              <a:buFont typeface="Times New Roman"/>
              <a:buAutoNum type="arabicPeriod" startAt="40"/>
              <a:tabLst>
                <a:tab pos="317500" algn="l"/>
              </a:tabLst>
            </a:pPr>
            <a:r>
              <a:rPr sz="1600" dirty="0">
                <a:latin typeface="Times New Roman"/>
                <a:cs typeface="Times New Roman"/>
              </a:rPr>
              <a:t>–</a:t>
            </a:r>
            <a:r>
              <a:rPr sz="1600" spc="-20" dirty="0">
                <a:latin typeface="Times New Roman"/>
                <a:cs typeface="Times New Roman"/>
              </a:rPr>
              <a:t> </a:t>
            </a:r>
            <a:r>
              <a:rPr sz="1600" dirty="0">
                <a:latin typeface="Times New Roman"/>
                <a:cs typeface="Times New Roman"/>
              </a:rPr>
              <a:t>(1)</a:t>
            </a:r>
            <a:r>
              <a:rPr sz="1600" spc="-15" dirty="0">
                <a:latin typeface="Times New Roman"/>
                <a:cs typeface="Times New Roman"/>
              </a:rPr>
              <a:t> </a:t>
            </a:r>
            <a:r>
              <a:rPr sz="1600" dirty="0">
                <a:latin typeface="Calibri"/>
                <a:cs typeface="Calibri"/>
              </a:rPr>
              <a:t>An</a:t>
            </a:r>
            <a:r>
              <a:rPr sz="1600" spc="-20" dirty="0">
                <a:latin typeface="Calibri"/>
                <a:cs typeface="Calibri"/>
              </a:rPr>
              <a:t> </a:t>
            </a:r>
            <a:r>
              <a:rPr sz="1600" dirty="0">
                <a:latin typeface="Calibri"/>
                <a:cs typeface="Calibri"/>
              </a:rPr>
              <a:t>owner</a:t>
            </a:r>
            <a:r>
              <a:rPr sz="1600" spc="-10" dirty="0">
                <a:latin typeface="Calibri"/>
                <a:cs typeface="Calibri"/>
              </a:rPr>
              <a:t> </a:t>
            </a:r>
            <a:r>
              <a:rPr sz="1600" dirty="0">
                <a:latin typeface="Calibri"/>
                <a:cs typeface="Calibri"/>
              </a:rPr>
              <a:t>or</a:t>
            </a:r>
            <a:r>
              <a:rPr sz="1600" spc="-10" dirty="0">
                <a:latin typeface="Calibri"/>
                <a:cs typeface="Calibri"/>
              </a:rPr>
              <a:t> </a:t>
            </a:r>
            <a:r>
              <a:rPr sz="1600" spc="-25" dirty="0">
                <a:latin typeface="Calibri"/>
                <a:cs typeface="Calibri"/>
              </a:rPr>
              <a:t>operator,</a:t>
            </a:r>
            <a:r>
              <a:rPr sz="1600" spc="-15" dirty="0">
                <a:latin typeface="Calibri"/>
                <a:cs typeface="Calibri"/>
              </a:rPr>
              <a:t> </a:t>
            </a:r>
            <a:r>
              <a:rPr sz="1600" dirty="0">
                <a:latin typeface="Calibri"/>
                <a:cs typeface="Calibri"/>
              </a:rPr>
              <a:t>or</a:t>
            </a:r>
            <a:r>
              <a:rPr sz="1600" spc="-10" dirty="0">
                <a:latin typeface="Calibri"/>
                <a:cs typeface="Calibri"/>
              </a:rPr>
              <a:t> </a:t>
            </a:r>
            <a:r>
              <a:rPr sz="1600" dirty="0">
                <a:latin typeface="Calibri"/>
                <a:cs typeface="Calibri"/>
              </a:rPr>
              <a:t>the</a:t>
            </a:r>
            <a:r>
              <a:rPr sz="1600" spc="-15" dirty="0">
                <a:latin typeface="Calibri"/>
                <a:cs typeface="Calibri"/>
              </a:rPr>
              <a:t> </a:t>
            </a:r>
            <a:r>
              <a:rPr sz="1600" spc="-20" dirty="0">
                <a:latin typeface="Calibri"/>
                <a:cs typeface="Calibri"/>
              </a:rPr>
              <a:t>pilot-</a:t>
            </a:r>
            <a:r>
              <a:rPr sz="1600" spc="-10" dirty="0">
                <a:latin typeface="Calibri"/>
                <a:cs typeface="Calibri"/>
              </a:rPr>
              <a:t>in-</a:t>
            </a:r>
            <a:r>
              <a:rPr sz="1600" dirty="0">
                <a:latin typeface="Calibri"/>
                <a:cs typeface="Calibri"/>
              </a:rPr>
              <a:t>command</a:t>
            </a:r>
            <a:r>
              <a:rPr sz="1600" spc="-15"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a</a:t>
            </a:r>
            <a:r>
              <a:rPr sz="1600" spc="-20" dirty="0">
                <a:latin typeface="Calibri"/>
                <a:cs typeface="Calibri"/>
              </a:rPr>
              <a:t> </a:t>
            </a:r>
            <a:r>
              <a:rPr sz="1600" spc="-10" dirty="0">
                <a:latin typeface="Calibri"/>
                <a:cs typeface="Calibri"/>
              </a:rPr>
              <a:t>Singapore registered</a:t>
            </a:r>
            <a:r>
              <a:rPr sz="1600" spc="-20" dirty="0">
                <a:latin typeface="Calibri"/>
                <a:cs typeface="Calibri"/>
              </a:rPr>
              <a:t> </a:t>
            </a:r>
            <a:r>
              <a:rPr sz="1600" spc="-10" dirty="0">
                <a:latin typeface="Calibri"/>
                <a:cs typeface="Calibri"/>
              </a:rPr>
              <a:t>aircraft</a:t>
            </a:r>
            <a:r>
              <a:rPr sz="1600" spc="-15" dirty="0">
                <a:latin typeface="Calibri"/>
                <a:cs typeface="Calibri"/>
              </a:rPr>
              <a:t> </a:t>
            </a:r>
            <a:r>
              <a:rPr sz="1600" dirty="0">
                <a:latin typeface="Calibri"/>
                <a:cs typeface="Calibri"/>
              </a:rPr>
              <a:t>must</a:t>
            </a:r>
            <a:r>
              <a:rPr sz="1600" spc="-15" dirty="0">
                <a:latin typeface="Calibri"/>
                <a:cs typeface="Calibri"/>
              </a:rPr>
              <a:t> </a:t>
            </a:r>
            <a:r>
              <a:rPr sz="1600" dirty="0">
                <a:latin typeface="Calibri"/>
                <a:cs typeface="Calibri"/>
              </a:rPr>
              <a:t>not</a:t>
            </a:r>
            <a:r>
              <a:rPr sz="1600" spc="-15" dirty="0">
                <a:latin typeface="Calibri"/>
                <a:cs typeface="Calibri"/>
              </a:rPr>
              <a:t> </a:t>
            </a:r>
            <a:r>
              <a:rPr sz="1600" dirty="0">
                <a:latin typeface="Calibri"/>
                <a:cs typeface="Calibri"/>
              </a:rPr>
              <a:t>commence</a:t>
            </a:r>
            <a:r>
              <a:rPr sz="1600" spc="-10" dirty="0">
                <a:latin typeface="Calibri"/>
                <a:cs typeface="Calibri"/>
              </a:rPr>
              <a:t> </a:t>
            </a:r>
            <a:r>
              <a:rPr sz="1600" dirty="0">
                <a:latin typeface="Calibri"/>
                <a:cs typeface="Calibri"/>
              </a:rPr>
              <a:t>a</a:t>
            </a:r>
            <a:r>
              <a:rPr sz="1600" spc="-20" dirty="0">
                <a:latin typeface="Calibri"/>
                <a:cs typeface="Calibri"/>
              </a:rPr>
              <a:t> </a:t>
            </a:r>
            <a:r>
              <a:rPr sz="1600" spc="-10" dirty="0">
                <a:latin typeface="Calibri"/>
                <a:cs typeface="Calibri"/>
              </a:rPr>
              <a:t>flight </a:t>
            </a:r>
            <a:r>
              <a:rPr sz="1600" dirty="0">
                <a:latin typeface="Calibri"/>
                <a:cs typeface="Calibri"/>
              </a:rPr>
              <a:t>in</a:t>
            </a:r>
            <a:r>
              <a:rPr sz="1600" spc="-2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or</a:t>
            </a:r>
            <a:r>
              <a:rPr sz="1600" spc="-10" dirty="0">
                <a:latin typeface="Calibri"/>
                <a:cs typeface="Calibri"/>
              </a:rPr>
              <a:t> </a:t>
            </a:r>
            <a:r>
              <a:rPr sz="1600" dirty="0">
                <a:latin typeface="Calibri"/>
                <a:cs typeface="Calibri"/>
              </a:rPr>
              <a:t>permit</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flight</a:t>
            </a:r>
            <a:r>
              <a:rPr sz="1600" spc="-15" dirty="0">
                <a:latin typeface="Calibri"/>
                <a:cs typeface="Calibri"/>
              </a:rPr>
              <a:t> </a:t>
            </a:r>
            <a:r>
              <a:rPr sz="1600" dirty="0">
                <a:latin typeface="Calibri"/>
                <a:cs typeface="Calibri"/>
              </a:rPr>
              <a:t>in</a:t>
            </a:r>
            <a:r>
              <a:rPr sz="1600" spc="-2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to</a:t>
            </a:r>
            <a:r>
              <a:rPr sz="1600" spc="-10" dirty="0">
                <a:latin typeface="Calibri"/>
                <a:cs typeface="Calibri"/>
              </a:rPr>
              <a:t> </a:t>
            </a:r>
            <a:r>
              <a:rPr sz="1600" dirty="0">
                <a:latin typeface="Calibri"/>
                <a:cs typeface="Calibri"/>
              </a:rPr>
              <a:t>commence,</a:t>
            </a:r>
            <a:r>
              <a:rPr sz="1600" spc="-20" dirty="0">
                <a:latin typeface="Calibri"/>
                <a:cs typeface="Calibri"/>
              </a:rPr>
              <a:t> </a:t>
            </a:r>
            <a:r>
              <a:rPr sz="1600" dirty="0">
                <a:latin typeface="Calibri"/>
                <a:cs typeface="Calibri"/>
              </a:rPr>
              <a:t>if</a:t>
            </a:r>
            <a:r>
              <a:rPr sz="1600" spc="-25" dirty="0">
                <a:latin typeface="Calibri"/>
                <a:cs typeface="Calibri"/>
              </a:rPr>
              <a:t> </a:t>
            </a:r>
            <a:r>
              <a:rPr sz="1600" spc="-50" dirty="0">
                <a:latin typeface="Calibri"/>
                <a:cs typeface="Calibri"/>
              </a:rPr>
              <a:t>—</a:t>
            </a:r>
            <a:endParaRPr sz="1600">
              <a:latin typeface="Calibri"/>
              <a:cs typeface="Calibri"/>
            </a:endParaRPr>
          </a:p>
          <a:p>
            <a:pPr marL="469900" marR="5715" lvl="1" indent="757555">
              <a:lnSpc>
                <a:spcPts val="1680"/>
              </a:lnSpc>
              <a:spcBef>
                <a:spcPts val="1220"/>
              </a:spcBef>
              <a:buFont typeface="Times New Roman"/>
              <a:buAutoNum type="alphaLcParenBoth"/>
              <a:tabLst>
                <a:tab pos="1227455" algn="l"/>
              </a:tabLst>
            </a:pPr>
            <a:r>
              <a:rPr sz="1600" i="1" dirty="0">
                <a:latin typeface="Calibri"/>
                <a:cs typeface="Calibri"/>
              </a:rPr>
              <a:t>there</a:t>
            </a:r>
            <a:r>
              <a:rPr sz="1600" i="1" spc="95" dirty="0">
                <a:latin typeface="Calibri"/>
                <a:cs typeface="Calibri"/>
              </a:rPr>
              <a:t> </a:t>
            </a:r>
            <a:r>
              <a:rPr sz="1600" i="1" dirty="0">
                <a:latin typeface="Calibri"/>
                <a:cs typeface="Calibri"/>
              </a:rPr>
              <a:t>is</a:t>
            </a:r>
            <a:r>
              <a:rPr sz="1600" i="1" spc="100" dirty="0">
                <a:latin typeface="Calibri"/>
                <a:cs typeface="Calibri"/>
              </a:rPr>
              <a:t> </a:t>
            </a:r>
            <a:r>
              <a:rPr sz="1600" i="1" dirty="0">
                <a:latin typeface="Calibri"/>
                <a:cs typeface="Calibri"/>
              </a:rPr>
              <a:t>no</a:t>
            </a:r>
            <a:r>
              <a:rPr sz="1600" i="1" spc="105" dirty="0">
                <a:latin typeface="Calibri"/>
                <a:cs typeface="Calibri"/>
              </a:rPr>
              <a:t> </a:t>
            </a:r>
            <a:r>
              <a:rPr sz="1600" i="1" dirty="0">
                <a:latin typeface="Calibri"/>
                <a:cs typeface="Calibri"/>
              </a:rPr>
              <a:t>aviation</a:t>
            </a:r>
            <a:r>
              <a:rPr sz="1600" i="1" spc="100" dirty="0">
                <a:latin typeface="Calibri"/>
                <a:cs typeface="Calibri"/>
              </a:rPr>
              <a:t> </a:t>
            </a:r>
            <a:r>
              <a:rPr sz="1600" i="1" dirty="0">
                <a:latin typeface="Calibri"/>
                <a:cs typeface="Calibri"/>
              </a:rPr>
              <a:t>safety</a:t>
            </a:r>
            <a:r>
              <a:rPr sz="1600" i="1" spc="100" dirty="0">
                <a:latin typeface="Calibri"/>
                <a:cs typeface="Calibri"/>
              </a:rPr>
              <a:t> </a:t>
            </a:r>
            <a:r>
              <a:rPr sz="1600" i="1" dirty="0">
                <a:latin typeface="Calibri"/>
                <a:cs typeface="Calibri"/>
              </a:rPr>
              <a:t>instrument</a:t>
            </a:r>
            <a:r>
              <a:rPr sz="1600" i="1" spc="105" dirty="0">
                <a:latin typeface="Calibri"/>
                <a:cs typeface="Calibri"/>
              </a:rPr>
              <a:t> </a:t>
            </a:r>
            <a:r>
              <a:rPr sz="1600" i="1" dirty="0">
                <a:latin typeface="Calibri"/>
                <a:cs typeface="Calibri"/>
              </a:rPr>
              <a:t>known</a:t>
            </a:r>
            <a:r>
              <a:rPr sz="1600" i="1" spc="105" dirty="0">
                <a:latin typeface="Calibri"/>
                <a:cs typeface="Calibri"/>
              </a:rPr>
              <a:t> </a:t>
            </a:r>
            <a:r>
              <a:rPr sz="1600" i="1" dirty="0">
                <a:latin typeface="Calibri"/>
                <a:cs typeface="Calibri"/>
              </a:rPr>
              <a:t>as</a:t>
            </a:r>
            <a:r>
              <a:rPr sz="1600" i="1" spc="100" dirty="0">
                <a:latin typeface="Calibri"/>
                <a:cs typeface="Calibri"/>
              </a:rPr>
              <a:t> </a:t>
            </a:r>
            <a:r>
              <a:rPr sz="1600" i="1" dirty="0">
                <a:latin typeface="Calibri"/>
                <a:cs typeface="Calibri"/>
              </a:rPr>
              <a:t>a</a:t>
            </a:r>
            <a:r>
              <a:rPr sz="1600" i="1" spc="100" dirty="0">
                <a:latin typeface="Calibri"/>
                <a:cs typeface="Calibri"/>
              </a:rPr>
              <a:t> </a:t>
            </a:r>
            <a:r>
              <a:rPr sz="1600" i="1" dirty="0">
                <a:latin typeface="Calibri"/>
                <a:cs typeface="Calibri"/>
              </a:rPr>
              <a:t>certificate</a:t>
            </a:r>
            <a:r>
              <a:rPr sz="1600" i="1" spc="95" dirty="0">
                <a:latin typeface="Calibri"/>
                <a:cs typeface="Calibri"/>
              </a:rPr>
              <a:t> </a:t>
            </a:r>
            <a:r>
              <a:rPr sz="1600" i="1" dirty="0">
                <a:latin typeface="Calibri"/>
                <a:cs typeface="Calibri"/>
              </a:rPr>
              <a:t>of</a:t>
            </a:r>
            <a:r>
              <a:rPr sz="1600" i="1" spc="100" dirty="0">
                <a:latin typeface="Calibri"/>
                <a:cs typeface="Calibri"/>
              </a:rPr>
              <a:t> </a:t>
            </a:r>
            <a:r>
              <a:rPr sz="1600" i="1" dirty="0">
                <a:latin typeface="Calibri"/>
                <a:cs typeface="Calibri"/>
              </a:rPr>
              <a:t>airworthiness</a:t>
            </a:r>
            <a:r>
              <a:rPr sz="1600" i="1" spc="105" dirty="0">
                <a:latin typeface="Calibri"/>
                <a:cs typeface="Calibri"/>
              </a:rPr>
              <a:t> </a:t>
            </a:r>
            <a:r>
              <a:rPr sz="1600" i="1" dirty="0">
                <a:latin typeface="Calibri"/>
                <a:cs typeface="Calibri"/>
              </a:rPr>
              <a:t>in</a:t>
            </a:r>
            <a:r>
              <a:rPr sz="1600" i="1" spc="105" dirty="0">
                <a:latin typeface="Calibri"/>
                <a:cs typeface="Calibri"/>
              </a:rPr>
              <a:t> </a:t>
            </a:r>
            <a:r>
              <a:rPr sz="1600" i="1" dirty="0">
                <a:latin typeface="Calibri"/>
                <a:cs typeface="Calibri"/>
              </a:rPr>
              <a:t>force</a:t>
            </a:r>
            <a:r>
              <a:rPr sz="1600" i="1" spc="100" dirty="0">
                <a:latin typeface="Calibri"/>
                <a:cs typeface="Calibri"/>
              </a:rPr>
              <a:t> </a:t>
            </a:r>
            <a:r>
              <a:rPr sz="1600" i="1" dirty="0">
                <a:latin typeface="Calibri"/>
                <a:cs typeface="Calibri"/>
              </a:rPr>
              <a:t>in</a:t>
            </a:r>
            <a:r>
              <a:rPr sz="1600" i="1" spc="100" dirty="0">
                <a:latin typeface="Calibri"/>
                <a:cs typeface="Calibri"/>
              </a:rPr>
              <a:t> </a:t>
            </a:r>
            <a:r>
              <a:rPr sz="1600" i="1" dirty="0">
                <a:latin typeface="Calibri"/>
                <a:cs typeface="Calibri"/>
              </a:rPr>
              <a:t>respect</a:t>
            </a:r>
            <a:r>
              <a:rPr sz="1600" i="1" spc="100" dirty="0">
                <a:latin typeface="Calibri"/>
                <a:cs typeface="Calibri"/>
              </a:rPr>
              <a:t> </a:t>
            </a:r>
            <a:r>
              <a:rPr sz="1600" i="1" dirty="0">
                <a:latin typeface="Calibri"/>
                <a:cs typeface="Calibri"/>
              </a:rPr>
              <a:t>of</a:t>
            </a:r>
            <a:r>
              <a:rPr sz="1600" i="1" spc="100" dirty="0">
                <a:latin typeface="Calibri"/>
                <a:cs typeface="Calibri"/>
              </a:rPr>
              <a:t> </a:t>
            </a:r>
            <a:r>
              <a:rPr sz="1600" i="1" spc="-25" dirty="0">
                <a:latin typeface="Calibri"/>
                <a:cs typeface="Calibri"/>
              </a:rPr>
              <a:t>the </a:t>
            </a:r>
            <a:r>
              <a:rPr sz="1600" i="1" dirty="0">
                <a:latin typeface="Calibri"/>
                <a:cs typeface="Calibri"/>
              </a:rPr>
              <a:t>aircraft;</a:t>
            </a:r>
            <a:r>
              <a:rPr sz="1600" i="1" spc="-50" dirty="0">
                <a:latin typeface="Calibri"/>
                <a:cs typeface="Calibri"/>
              </a:rPr>
              <a:t> </a:t>
            </a:r>
            <a:r>
              <a:rPr sz="1600" i="1" spc="-25" dirty="0">
                <a:latin typeface="Calibri"/>
                <a:cs typeface="Calibri"/>
              </a:rPr>
              <a:t>and</a:t>
            </a:r>
            <a:endParaRPr sz="1600">
              <a:latin typeface="Calibri"/>
              <a:cs typeface="Calibri"/>
            </a:endParaRPr>
          </a:p>
          <a:p>
            <a:pPr marL="469900" marR="5080" lvl="1" indent="812800">
              <a:lnSpc>
                <a:spcPts val="1700"/>
              </a:lnSpc>
              <a:spcBef>
                <a:spcPts val="1305"/>
              </a:spcBef>
              <a:buFont typeface="Times New Roman"/>
              <a:buAutoNum type="alphaLcParenBoth"/>
              <a:tabLst>
                <a:tab pos="1282700" algn="l"/>
              </a:tabLst>
            </a:pPr>
            <a:r>
              <a:rPr sz="1600" i="1" dirty="0">
                <a:latin typeface="Calibri"/>
                <a:cs typeface="Calibri"/>
              </a:rPr>
              <a:t>any</a:t>
            </a:r>
            <a:r>
              <a:rPr sz="1600" i="1" spc="80" dirty="0">
                <a:latin typeface="Calibri"/>
                <a:cs typeface="Calibri"/>
              </a:rPr>
              <a:t>  </a:t>
            </a:r>
            <a:r>
              <a:rPr sz="1600" i="1" dirty="0">
                <a:latin typeface="Calibri"/>
                <a:cs typeface="Calibri"/>
              </a:rPr>
              <a:t>aviation</a:t>
            </a:r>
            <a:r>
              <a:rPr sz="1600" i="1" spc="85" dirty="0">
                <a:latin typeface="Calibri"/>
                <a:cs typeface="Calibri"/>
              </a:rPr>
              <a:t>  </a:t>
            </a:r>
            <a:r>
              <a:rPr sz="1600" i="1" dirty="0">
                <a:latin typeface="Calibri"/>
                <a:cs typeface="Calibri"/>
              </a:rPr>
              <a:t>safety</a:t>
            </a:r>
            <a:r>
              <a:rPr sz="1600" i="1" spc="80" dirty="0">
                <a:latin typeface="Calibri"/>
                <a:cs typeface="Calibri"/>
              </a:rPr>
              <a:t>  </a:t>
            </a:r>
            <a:r>
              <a:rPr sz="1600" i="1" dirty="0">
                <a:latin typeface="Calibri"/>
                <a:cs typeface="Calibri"/>
              </a:rPr>
              <a:t>subsidiary</a:t>
            </a:r>
            <a:r>
              <a:rPr sz="1600" i="1" spc="85" dirty="0">
                <a:latin typeface="Calibri"/>
                <a:cs typeface="Calibri"/>
              </a:rPr>
              <a:t>  </a:t>
            </a:r>
            <a:r>
              <a:rPr sz="1600" i="1" dirty="0">
                <a:latin typeface="Calibri"/>
                <a:cs typeface="Calibri"/>
              </a:rPr>
              <a:t>legislation</a:t>
            </a:r>
            <a:r>
              <a:rPr sz="1600" i="1" spc="80" dirty="0">
                <a:latin typeface="Calibri"/>
                <a:cs typeface="Calibri"/>
              </a:rPr>
              <a:t>  </a:t>
            </a:r>
            <a:r>
              <a:rPr sz="1600" i="1" dirty="0">
                <a:latin typeface="Calibri"/>
                <a:cs typeface="Calibri"/>
              </a:rPr>
              <a:t>does</a:t>
            </a:r>
            <a:r>
              <a:rPr sz="1600" i="1" spc="85" dirty="0">
                <a:latin typeface="Calibri"/>
                <a:cs typeface="Calibri"/>
              </a:rPr>
              <a:t>  </a:t>
            </a:r>
            <a:r>
              <a:rPr sz="1600" i="1" dirty="0">
                <a:latin typeface="Calibri"/>
                <a:cs typeface="Calibri"/>
              </a:rPr>
              <a:t>not</a:t>
            </a:r>
            <a:r>
              <a:rPr sz="1600" i="1" spc="85" dirty="0">
                <a:latin typeface="Calibri"/>
                <a:cs typeface="Calibri"/>
              </a:rPr>
              <a:t>  </a:t>
            </a:r>
            <a:r>
              <a:rPr sz="1600" i="1" dirty="0">
                <a:latin typeface="Calibri"/>
                <a:cs typeface="Calibri"/>
              </a:rPr>
              <a:t>authorise</a:t>
            </a:r>
            <a:r>
              <a:rPr sz="1600" i="1" spc="80" dirty="0">
                <a:latin typeface="Calibri"/>
                <a:cs typeface="Calibri"/>
              </a:rPr>
              <a:t>  </a:t>
            </a:r>
            <a:r>
              <a:rPr sz="1600" i="1" dirty="0">
                <a:latin typeface="Calibri"/>
                <a:cs typeface="Calibri"/>
              </a:rPr>
              <a:t>the</a:t>
            </a:r>
            <a:r>
              <a:rPr sz="1600" i="1" spc="85" dirty="0">
                <a:latin typeface="Calibri"/>
                <a:cs typeface="Calibri"/>
              </a:rPr>
              <a:t>  </a:t>
            </a:r>
            <a:r>
              <a:rPr sz="1600" i="1" dirty="0">
                <a:latin typeface="Calibri"/>
                <a:cs typeface="Calibri"/>
              </a:rPr>
              <a:t>flight</a:t>
            </a:r>
            <a:r>
              <a:rPr sz="1600" i="1" spc="80" dirty="0">
                <a:latin typeface="Calibri"/>
                <a:cs typeface="Calibri"/>
              </a:rPr>
              <a:t>  </a:t>
            </a:r>
            <a:r>
              <a:rPr sz="1600" i="1" dirty="0">
                <a:latin typeface="Calibri"/>
                <a:cs typeface="Calibri"/>
              </a:rPr>
              <a:t>without</a:t>
            </a:r>
            <a:r>
              <a:rPr sz="1600" i="1" spc="85" dirty="0">
                <a:latin typeface="Calibri"/>
                <a:cs typeface="Calibri"/>
              </a:rPr>
              <a:t>  </a:t>
            </a:r>
            <a:r>
              <a:rPr sz="1600" i="1" dirty="0">
                <a:latin typeface="Calibri"/>
                <a:cs typeface="Calibri"/>
              </a:rPr>
              <a:t>a</a:t>
            </a:r>
            <a:r>
              <a:rPr sz="1600" i="1" spc="85" dirty="0">
                <a:latin typeface="Calibri"/>
                <a:cs typeface="Calibri"/>
              </a:rPr>
              <a:t>  </a:t>
            </a:r>
            <a:r>
              <a:rPr sz="1600" i="1" dirty="0">
                <a:latin typeface="Calibri"/>
                <a:cs typeface="Calibri"/>
              </a:rPr>
              <a:t>certificate</a:t>
            </a:r>
            <a:r>
              <a:rPr sz="1600" i="1" spc="85" dirty="0">
                <a:latin typeface="Calibri"/>
                <a:cs typeface="Calibri"/>
              </a:rPr>
              <a:t>  </a:t>
            </a:r>
            <a:r>
              <a:rPr sz="1600" i="1" spc="-25" dirty="0">
                <a:latin typeface="Calibri"/>
                <a:cs typeface="Calibri"/>
              </a:rPr>
              <a:t>of </a:t>
            </a:r>
            <a:r>
              <a:rPr sz="1600" i="1" spc="-10" dirty="0">
                <a:latin typeface="Calibri"/>
                <a:cs typeface="Calibri"/>
              </a:rPr>
              <a:t>airworthiness.</a:t>
            </a:r>
            <a:endParaRPr sz="1600">
              <a:latin typeface="Calibri"/>
              <a:cs typeface="Calibri"/>
            </a:endParaRPr>
          </a:p>
          <a:p>
            <a:pPr marL="469900" marR="5080" algn="just">
              <a:lnSpc>
                <a:spcPct val="91300"/>
              </a:lnSpc>
              <a:spcBef>
                <a:spcPts val="1135"/>
              </a:spcBef>
            </a:pPr>
            <a:r>
              <a:rPr sz="1600" dirty="0">
                <a:latin typeface="Calibri"/>
                <a:cs typeface="Calibri"/>
              </a:rPr>
              <a:t>(2)</a:t>
            </a:r>
            <a:r>
              <a:rPr sz="1600" spc="-20" dirty="0">
                <a:latin typeface="Calibri"/>
                <a:cs typeface="Calibri"/>
              </a:rPr>
              <a:t> </a:t>
            </a:r>
            <a:r>
              <a:rPr sz="1600" dirty="0">
                <a:latin typeface="Calibri"/>
                <a:cs typeface="Calibri"/>
              </a:rPr>
              <a:t>An</a:t>
            </a:r>
            <a:r>
              <a:rPr sz="1600" spc="-25" dirty="0">
                <a:latin typeface="Calibri"/>
                <a:cs typeface="Calibri"/>
              </a:rPr>
              <a:t> </a:t>
            </a:r>
            <a:r>
              <a:rPr sz="1600" dirty="0">
                <a:latin typeface="Calibri"/>
                <a:cs typeface="Calibri"/>
              </a:rPr>
              <a:t>owner</a:t>
            </a:r>
            <a:r>
              <a:rPr sz="1600" spc="-15" dirty="0">
                <a:latin typeface="Calibri"/>
                <a:cs typeface="Calibri"/>
              </a:rPr>
              <a:t> </a:t>
            </a:r>
            <a:r>
              <a:rPr sz="1600" dirty="0">
                <a:latin typeface="Calibri"/>
                <a:cs typeface="Calibri"/>
              </a:rPr>
              <a:t>or</a:t>
            </a:r>
            <a:r>
              <a:rPr sz="1600" spc="-20" dirty="0">
                <a:latin typeface="Calibri"/>
                <a:cs typeface="Calibri"/>
              </a:rPr>
              <a:t> </a:t>
            </a:r>
            <a:r>
              <a:rPr sz="1600" spc="-25" dirty="0">
                <a:latin typeface="Calibri"/>
                <a:cs typeface="Calibri"/>
              </a:rPr>
              <a:t>operator,</a:t>
            </a:r>
            <a:r>
              <a:rPr sz="1600" spc="-15"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the</a:t>
            </a:r>
            <a:r>
              <a:rPr sz="1600" spc="-15" dirty="0">
                <a:latin typeface="Calibri"/>
                <a:cs typeface="Calibri"/>
              </a:rPr>
              <a:t> </a:t>
            </a:r>
            <a:r>
              <a:rPr sz="1600" spc="-20" dirty="0">
                <a:latin typeface="Calibri"/>
                <a:cs typeface="Calibri"/>
              </a:rPr>
              <a:t>pilot-</a:t>
            </a:r>
            <a:r>
              <a:rPr sz="1600" spc="-10" dirty="0">
                <a:latin typeface="Calibri"/>
                <a:cs typeface="Calibri"/>
              </a:rPr>
              <a:t>in-</a:t>
            </a:r>
            <a:r>
              <a:rPr sz="1600" dirty="0">
                <a:latin typeface="Calibri"/>
                <a:cs typeface="Calibri"/>
              </a:rPr>
              <a:t>command</a:t>
            </a:r>
            <a:r>
              <a:rPr sz="1600" spc="-2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a</a:t>
            </a:r>
            <a:r>
              <a:rPr sz="1600" spc="-20" dirty="0">
                <a:latin typeface="Calibri"/>
                <a:cs typeface="Calibri"/>
              </a:rPr>
              <a:t> </a:t>
            </a:r>
            <a:r>
              <a:rPr sz="1600" dirty="0">
                <a:latin typeface="Calibri"/>
                <a:cs typeface="Calibri"/>
              </a:rPr>
              <a:t>Singapore</a:t>
            </a:r>
            <a:r>
              <a:rPr sz="1600" spc="-15" dirty="0">
                <a:latin typeface="Calibri"/>
                <a:cs typeface="Calibri"/>
              </a:rPr>
              <a:t> </a:t>
            </a:r>
            <a:r>
              <a:rPr sz="1600" spc="-10" dirty="0">
                <a:latin typeface="Calibri"/>
                <a:cs typeface="Calibri"/>
              </a:rPr>
              <a:t>registered</a:t>
            </a:r>
            <a:r>
              <a:rPr sz="1600" spc="-20" dirty="0">
                <a:latin typeface="Calibri"/>
                <a:cs typeface="Calibri"/>
              </a:rPr>
              <a:t> </a:t>
            </a:r>
            <a:r>
              <a:rPr sz="1600" dirty="0">
                <a:latin typeface="Calibri"/>
                <a:cs typeface="Calibri"/>
              </a:rPr>
              <a:t>aircraft,</a:t>
            </a:r>
            <a:r>
              <a:rPr sz="1600" spc="-20" dirty="0">
                <a:latin typeface="Calibri"/>
                <a:cs typeface="Calibri"/>
              </a:rPr>
              <a:t> </a:t>
            </a:r>
            <a:r>
              <a:rPr sz="1600" dirty="0">
                <a:latin typeface="Calibri"/>
                <a:cs typeface="Calibri"/>
              </a:rPr>
              <a:t>or</a:t>
            </a:r>
            <a:r>
              <a:rPr sz="1600" spc="-15"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Singapore</a:t>
            </a:r>
            <a:r>
              <a:rPr sz="1600" spc="-15" dirty="0">
                <a:latin typeface="Calibri"/>
                <a:cs typeface="Calibri"/>
              </a:rPr>
              <a:t> </a:t>
            </a:r>
            <a:r>
              <a:rPr sz="1600" spc="-10" dirty="0">
                <a:latin typeface="Calibri"/>
                <a:cs typeface="Calibri"/>
              </a:rPr>
              <a:t>operator</a:t>
            </a:r>
            <a:r>
              <a:rPr sz="1600" spc="-15" dirty="0">
                <a:latin typeface="Calibri"/>
                <a:cs typeface="Calibri"/>
              </a:rPr>
              <a:t> </a:t>
            </a:r>
            <a:r>
              <a:rPr sz="1600" spc="-25" dirty="0">
                <a:latin typeface="Calibri"/>
                <a:cs typeface="Calibri"/>
              </a:rPr>
              <a:t>of </a:t>
            </a:r>
            <a:r>
              <a:rPr sz="1600" dirty="0">
                <a:latin typeface="Calibri"/>
                <a:cs typeface="Calibri"/>
              </a:rPr>
              <a:t>a</a:t>
            </a:r>
            <a:r>
              <a:rPr sz="1600" spc="260" dirty="0">
                <a:latin typeface="Calibri"/>
                <a:cs typeface="Calibri"/>
              </a:rPr>
              <a:t> </a:t>
            </a:r>
            <a:r>
              <a:rPr sz="1600" dirty="0">
                <a:latin typeface="Calibri"/>
                <a:cs typeface="Calibri"/>
              </a:rPr>
              <a:t>foreign</a:t>
            </a:r>
            <a:r>
              <a:rPr sz="1600" spc="265" dirty="0">
                <a:latin typeface="Calibri"/>
                <a:cs typeface="Calibri"/>
              </a:rPr>
              <a:t> </a:t>
            </a:r>
            <a:r>
              <a:rPr sz="1600" dirty="0">
                <a:latin typeface="Calibri"/>
                <a:cs typeface="Calibri"/>
              </a:rPr>
              <a:t>registered</a:t>
            </a:r>
            <a:r>
              <a:rPr sz="1600" spc="265" dirty="0">
                <a:latin typeface="Calibri"/>
                <a:cs typeface="Calibri"/>
              </a:rPr>
              <a:t> </a:t>
            </a:r>
            <a:r>
              <a:rPr sz="1600" dirty="0">
                <a:latin typeface="Calibri"/>
                <a:cs typeface="Calibri"/>
              </a:rPr>
              <a:t>aircraft</a:t>
            </a:r>
            <a:r>
              <a:rPr sz="1600" spc="265" dirty="0">
                <a:latin typeface="Calibri"/>
                <a:cs typeface="Calibri"/>
              </a:rPr>
              <a:t> </a:t>
            </a:r>
            <a:r>
              <a:rPr sz="1600" dirty="0">
                <a:latin typeface="Calibri"/>
                <a:cs typeface="Calibri"/>
              </a:rPr>
              <a:t>must</a:t>
            </a:r>
            <a:r>
              <a:rPr sz="1600" spc="275" dirty="0">
                <a:latin typeface="Calibri"/>
                <a:cs typeface="Calibri"/>
              </a:rPr>
              <a:t> </a:t>
            </a:r>
            <a:r>
              <a:rPr sz="1600" dirty="0">
                <a:latin typeface="Calibri"/>
                <a:cs typeface="Calibri"/>
              </a:rPr>
              <a:t>not</a:t>
            </a:r>
            <a:r>
              <a:rPr sz="1600" spc="265" dirty="0">
                <a:latin typeface="Calibri"/>
                <a:cs typeface="Calibri"/>
              </a:rPr>
              <a:t> </a:t>
            </a:r>
            <a:r>
              <a:rPr sz="1600" dirty="0">
                <a:latin typeface="Calibri"/>
                <a:cs typeface="Calibri"/>
              </a:rPr>
              <a:t>commence</a:t>
            </a:r>
            <a:r>
              <a:rPr sz="1600" spc="270" dirty="0">
                <a:latin typeface="Calibri"/>
                <a:cs typeface="Calibri"/>
              </a:rPr>
              <a:t> </a:t>
            </a:r>
            <a:r>
              <a:rPr sz="1600" dirty="0">
                <a:latin typeface="Calibri"/>
                <a:cs typeface="Calibri"/>
              </a:rPr>
              <a:t>a</a:t>
            </a:r>
            <a:r>
              <a:rPr sz="1600" spc="265" dirty="0">
                <a:latin typeface="Calibri"/>
                <a:cs typeface="Calibri"/>
              </a:rPr>
              <a:t> </a:t>
            </a:r>
            <a:r>
              <a:rPr sz="1600" dirty="0">
                <a:latin typeface="Calibri"/>
                <a:cs typeface="Calibri"/>
              </a:rPr>
              <a:t>flight</a:t>
            </a:r>
            <a:r>
              <a:rPr sz="1600" spc="265" dirty="0">
                <a:latin typeface="Calibri"/>
                <a:cs typeface="Calibri"/>
              </a:rPr>
              <a:t> </a:t>
            </a:r>
            <a:r>
              <a:rPr sz="1600" dirty="0">
                <a:latin typeface="Calibri"/>
                <a:cs typeface="Calibri"/>
              </a:rPr>
              <a:t>in</a:t>
            </a:r>
            <a:r>
              <a:rPr sz="1600" spc="265" dirty="0">
                <a:latin typeface="Calibri"/>
                <a:cs typeface="Calibri"/>
              </a:rPr>
              <a:t> </a:t>
            </a:r>
            <a:r>
              <a:rPr sz="1600" dirty="0">
                <a:latin typeface="Calibri"/>
                <a:cs typeface="Calibri"/>
              </a:rPr>
              <a:t>the</a:t>
            </a:r>
            <a:r>
              <a:rPr sz="1600" spc="275" dirty="0">
                <a:latin typeface="Calibri"/>
                <a:cs typeface="Calibri"/>
              </a:rPr>
              <a:t> </a:t>
            </a:r>
            <a:r>
              <a:rPr sz="1600" dirty="0">
                <a:latin typeface="Calibri"/>
                <a:cs typeface="Calibri"/>
              </a:rPr>
              <a:t>aircraft,</a:t>
            </a:r>
            <a:r>
              <a:rPr sz="1600" spc="265" dirty="0">
                <a:latin typeface="Calibri"/>
                <a:cs typeface="Calibri"/>
              </a:rPr>
              <a:t> </a:t>
            </a:r>
            <a:r>
              <a:rPr sz="1600" dirty="0">
                <a:latin typeface="Calibri"/>
                <a:cs typeface="Calibri"/>
              </a:rPr>
              <a:t>or</a:t>
            </a:r>
            <a:r>
              <a:rPr sz="1600" spc="275" dirty="0">
                <a:latin typeface="Calibri"/>
                <a:cs typeface="Calibri"/>
              </a:rPr>
              <a:t> </a:t>
            </a:r>
            <a:r>
              <a:rPr sz="1600" dirty="0">
                <a:latin typeface="Calibri"/>
                <a:cs typeface="Calibri"/>
              </a:rPr>
              <a:t>permit</a:t>
            </a:r>
            <a:r>
              <a:rPr sz="1600" spc="270" dirty="0">
                <a:latin typeface="Calibri"/>
                <a:cs typeface="Calibri"/>
              </a:rPr>
              <a:t> </a:t>
            </a:r>
            <a:r>
              <a:rPr sz="1600" dirty="0">
                <a:latin typeface="Calibri"/>
                <a:cs typeface="Calibri"/>
              </a:rPr>
              <a:t>a</a:t>
            </a:r>
            <a:r>
              <a:rPr sz="1600" spc="260" dirty="0">
                <a:latin typeface="Calibri"/>
                <a:cs typeface="Calibri"/>
              </a:rPr>
              <a:t> </a:t>
            </a:r>
            <a:r>
              <a:rPr sz="1600" dirty="0">
                <a:latin typeface="Calibri"/>
                <a:cs typeface="Calibri"/>
              </a:rPr>
              <a:t>flight</a:t>
            </a:r>
            <a:r>
              <a:rPr sz="1600" spc="270" dirty="0">
                <a:latin typeface="Calibri"/>
                <a:cs typeface="Calibri"/>
              </a:rPr>
              <a:t> </a:t>
            </a:r>
            <a:r>
              <a:rPr sz="1600" dirty="0">
                <a:latin typeface="Calibri"/>
                <a:cs typeface="Calibri"/>
              </a:rPr>
              <a:t>in</a:t>
            </a:r>
            <a:r>
              <a:rPr sz="1600" spc="265" dirty="0">
                <a:latin typeface="Calibri"/>
                <a:cs typeface="Calibri"/>
              </a:rPr>
              <a:t> </a:t>
            </a:r>
            <a:r>
              <a:rPr sz="1600" dirty="0">
                <a:latin typeface="Calibri"/>
                <a:cs typeface="Calibri"/>
              </a:rPr>
              <a:t>the</a:t>
            </a:r>
            <a:r>
              <a:rPr sz="1600" spc="270" dirty="0">
                <a:latin typeface="Calibri"/>
                <a:cs typeface="Calibri"/>
              </a:rPr>
              <a:t> </a:t>
            </a:r>
            <a:r>
              <a:rPr sz="1600" dirty="0">
                <a:latin typeface="Calibri"/>
                <a:cs typeface="Calibri"/>
              </a:rPr>
              <a:t>aircraft</a:t>
            </a:r>
            <a:r>
              <a:rPr sz="1600" spc="270" dirty="0">
                <a:latin typeface="Calibri"/>
                <a:cs typeface="Calibri"/>
              </a:rPr>
              <a:t> </a:t>
            </a:r>
            <a:r>
              <a:rPr sz="1600" spc="-25" dirty="0">
                <a:latin typeface="Calibri"/>
                <a:cs typeface="Calibri"/>
              </a:rPr>
              <a:t>to </a:t>
            </a:r>
            <a:r>
              <a:rPr sz="1600" dirty="0">
                <a:latin typeface="Calibri"/>
                <a:cs typeface="Calibri"/>
              </a:rPr>
              <a:t>commence</a:t>
            </a:r>
            <a:r>
              <a:rPr sz="1600" spc="-35" dirty="0">
                <a:latin typeface="Calibri"/>
                <a:cs typeface="Calibri"/>
              </a:rPr>
              <a:t> </a:t>
            </a:r>
            <a:r>
              <a:rPr sz="1600" dirty="0">
                <a:latin typeface="Calibri"/>
                <a:cs typeface="Calibri"/>
              </a:rPr>
              <a:t>if</a:t>
            </a:r>
            <a:r>
              <a:rPr sz="1600" spc="-35" dirty="0">
                <a:latin typeface="Calibri"/>
                <a:cs typeface="Calibri"/>
              </a:rPr>
              <a:t> </a:t>
            </a:r>
            <a:r>
              <a:rPr sz="1600" dirty="0">
                <a:latin typeface="Calibri"/>
                <a:cs typeface="Calibri"/>
              </a:rPr>
              <a:t>one</a:t>
            </a:r>
            <a:r>
              <a:rPr sz="1600" spc="-30" dirty="0">
                <a:latin typeface="Calibri"/>
                <a:cs typeface="Calibri"/>
              </a:rPr>
              <a:t> </a:t>
            </a:r>
            <a:r>
              <a:rPr sz="1600" dirty="0">
                <a:latin typeface="Calibri"/>
                <a:cs typeface="Calibri"/>
              </a:rPr>
              <a:t>or</a:t>
            </a:r>
            <a:r>
              <a:rPr sz="1600" spc="-30" dirty="0">
                <a:latin typeface="Calibri"/>
                <a:cs typeface="Calibri"/>
              </a:rPr>
              <a:t> </a:t>
            </a:r>
            <a:r>
              <a:rPr sz="1600" dirty="0">
                <a:latin typeface="Calibri"/>
                <a:cs typeface="Calibri"/>
              </a:rPr>
              <a:t>more</a:t>
            </a:r>
            <a:r>
              <a:rPr sz="1600" spc="-25" dirty="0">
                <a:latin typeface="Calibri"/>
                <a:cs typeface="Calibri"/>
              </a:rPr>
              <a:t> </a:t>
            </a:r>
            <a:r>
              <a:rPr sz="1600" dirty="0">
                <a:latin typeface="Calibri"/>
                <a:cs typeface="Calibri"/>
              </a:rPr>
              <a:t>of</a:t>
            </a:r>
            <a:r>
              <a:rPr sz="1600" spc="-4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following</a:t>
            </a:r>
            <a:r>
              <a:rPr sz="1600" spc="-35" dirty="0">
                <a:latin typeface="Calibri"/>
                <a:cs typeface="Calibri"/>
              </a:rPr>
              <a:t> </a:t>
            </a:r>
            <a:r>
              <a:rPr sz="1600" spc="-10" dirty="0">
                <a:latin typeface="Calibri"/>
                <a:cs typeface="Calibri"/>
              </a:rPr>
              <a:t>apply:</a:t>
            </a:r>
            <a:endParaRPr sz="1600">
              <a:latin typeface="Calibri"/>
              <a:cs typeface="Calibri"/>
            </a:endParaRPr>
          </a:p>
          <a:p>
            <a:pPr>
              <a:lnSpc>
                <a:spcPct val="100000"/>
              </a:lnSpc>
            </a:pPr>
            <a:endParaRPr sz="1600">
              <a:latin typeface="Calibri"/>
              <a:cs typeface="Calibri"/>
            </a:endParaRPr>
          </a:p>
          <a:p>
            <a:pPr>
              <a:lnSpc>
                <a:spcPct val="100000"/>
              </a:lnSpc>
              <a:spcBef>
                <a:spcPts val="140"/>
              </a:spcBef>
            </a:pPr>
            <a:endParaRPr sz="1600">
              <a:latin typeface="Calibri"/>
              <a:cs typeface="Calibri"/>
            </a:endParaRPr>
          </a:p>
          <a:p>
            <a:pPr marL="469900" marR="6350" indent="274320" algn="just">
              <a:lnSpc>
                <a:spcPts val="1800"/>
              </a:lnSpc>
              <a:spcBef>
                <a:spcPts val="5"/>
              </a:spcBef>
              <a:buAutoNum type="alphaLcParenBoth"/>
              <a:tabLst>
                <a:tab pos="744220" algn="l"/>
              </a:tabLst>
            </a:pPr>
            <a:r>
              <a:rPr sz="1600" i="1" dirty="0">
                <a:latin typeface="Calibri"/>
                <a:cs typeface="Calibri"/>
              </a:rPr>
              <a:t>there</a:t>
            </a:r>
            <a:r>
              <a:rPr sz="1600" i="1" spc="-40" dirty="0">
                <a:latin typeface="Calibri"/>
                <a:cs typeface="Calibri"/>
              </a:rPr>
              <a:t> </a:t>
            </a:r>
            <a:r>
              <a:rPr sz="1600" i="1" dirty="0">
                <a:latin typeface="Calibri"/>
                <a:cs typeface="Calibri"/>
              </a:rPr>
              <a:t>is</a:t>
            </a:r>
            <a:r>
              <a:rPr sz="1600" i="1" spc="-35" dirty="0">
                <a:latin typeface="Calibri"/>
                <a:cs typeface="Calibri"/>
              </a:rPr>
              <a:t> </a:t>
            </a:r>
            <a:r>
              <a:rPr sz="1600" i="1" dirty="0">
                <a:latin typeface="Calibri"/>
                <a:cs typeface="Calibri"/>
              </a:rPr>
              <a:t>a</a:t>
            </a:r>
            <a:r>
              <a:rPr sz="1600" i="1" spc="-40" dirty="0">
                <a:latin typeface="Calibri"/>
                <a:cs typeface="Calibri"/>
              </a:rPr>
              <a:t> </a:t>
            </a:r>
            <a:r>
              <a:rPr sz="1600" i="1" dirty="0">
                <a:latin typeface="Calibri"/>
                <a:cs typeface="Calibri"/>
              </a:rPr>
              <a:t>outstanding</a:t>
            </a:r>
            <a:r>
              <a:rPr sz="1600" i="1" spc="290" dirty="0">
                <a:latin typeface="Calibri"/>
                <a:cs typeface="Calibri"/>
              </a:rPr>
              <a:t> </a:t>
            </a:r>
            <a:r>
              <a:rPr sz="1600" i="1" dirty="0">
                <a:latin typeface="Calibri"/>
                <a:cs typeface="Calibri"/>
              </a:rPr>
              <a:t>requirement</a:t>
            </a:r>
            <a:r>
              <a:rPr sz="1600" i="1" spc="-35" dirty="0">
                <a:latin typeface="Calibri"/>
                <a:cs typeface="Calibri"/>
              </a:rPr>
              <a:t> </a:t>
            </a:r>
            <a:r>
              <a:rPr sz="1600" i="1" dirty="0">
                <a:latin typeface="Calibri"/>
                <a:cs typeface="Calibri"/>
              </a:rPr>
              <a:t>imposed</a:t>
            </a:r>
            <a:r>
              <a:rPr sz="1600" i="1" spc="-35" dirty="0">
                <a:latin typeface="Calibri"/>
                <a:cs typeface="Calibri"/>
              </a:rPr>
              <a:t> </a:t>
            </a:r>
            <a:r>
              <a:rPr sz="1600" i="1" dirty="0">
                <a:latin typeface="Calibri"/>
                <a:cs typeface="Calibri"/>
              </a:rPr>
              <a:t>by</a:t>
            </a:r>
            <a:r>
              <a:rPr sz="1600" i="1" spc="-40" dirty="0">
                <a:latin typeface="Calibri"/>
                <a:cs typeface="Calibri"/>
              </a:rPr>
              <a:t> </a:t>
            </a:r>
            <a:r>
              <a:rPr sz="1600" i="1" dirty="0">
                <a:latin typeface="Calibri"/>
                <a:cs typeface="Calibri"/>
              </a:rPr>
              <a:t>or</a:t>
            </a:r>
            <a:r>
              <a:rPr sz="1600" i="1" spc="-35" dirty="0">
                <a:latin typeface="Calibri"/>
                <a:cs typeface="Calibri"/>
              </a:rPr>
              <a:t> </a:t>
            </a:r>
            <a:r>
              <a:rPr sz="1600" i="1" dirty="0">
                <a:latin typeface="Calibri"/>
                <a:cs typeface="Calibri"/>
              </a:rPr>
              <a:t>under</a:t>
            </a:r>
            <a:r>
              <a:rPr sz="1600" i="1" spc="-40" dirty="0">
                <a:latin typeface="Calibri"/>
                <a:cs typeface="Calibri"/>
              </a:rPr>
              <a:t> </a:t>
            </a:r>
            <a:r>
              <a:rPr sz="1600" i="1" dirty="0">
                <a:latin typeface="Calibri"/>
                <a:cs typeface="Calibri"/>
              </a:rPr>
              <a:t>any</a:t>
            </a:r>
            <a:r>
              <a:rPr sz="1600" i="1" spc="-35" dirty="0">
                <a:latin typeface="Calibri"/>
                <a:cs typeface="Calibri"/>
              </a:rPr>
              <a:t> </a:t>
            </a:r>
            <a:r>
              <a:rPr sz="1600" i="1" dirty="0">
                <a:latin typeface="Calibri"/>
                <a:cs typeface="Calibri"/>
              </a:rPr>
              <a:t>applicable</a:t>
            </a:r>
            <a:r>
              <a:rPr sz="1600" i="1" spc="-35" dirty="0">
                <a:latin typeface="Calibri"/>
                <a:cs typeface="Calibri"/>
              </a:rPr>
              <a:t> </a:t>
            </a:r>
            <a:r>
              <a:rPr sz="1600" i="1" dirty="0">
                <a:latin typeface="Calibri"/>
                <a:cs typeface="Calibri"/>
              </a:rPr>
              <a:t>aviation</a:t>
            </a:r>
            <a:r>
              <a:rPr sz="1600" i="1" spc="-40" dirty="0">
                <a:latin typeface="Calibri"/>
                <a:cs typeface="Calibri"/>
              </a:rPr>
              <a:t> </a:t>
            </a:r>
            <a:r>
              <a:rPr sz="1600" i="1" dirty="0">
                <a:latin typeface="Calibri"/>
                <a:cs typeface="Calibri"/>
              </a:rPr>
              <a:t>safety</a:t>
            </a:r>
            <a:r>
              <a:rPr sz="1600" i="1" spc="-35" dirty="0">
                <a:latin typeface="Calibri"/>
                <a:cs typeface="Calibri"/>
              </a:rPr>
              <a:t> </a:t>
            </a:r>
            <a:r>
              <a:rPr sz="1600" i="1" dirty="0">
                <a:latin typeface="Calibri"/>
                <a:cs typeface="Calibri"/>
              </a:rPr>
              <a:t>subsidiary</a:t>
            </a:r>
            <a:r>
              <a:rPr sz="1600" i="1" spc="-40" dirty="0">
                <a:latin typeface="Calibri"/>
                <a:cs typeface="Calibri"/>
              </a:rPr>
              <a:t> </a:t>
            </a:r>
            <a:r>
              <a:rPr sz="1600" i="1" dirty="0">
                <a:latin typeface="Calibri"/>
                <a:cs typeface="Calibri"/>
              </a:rPr>
              <a:t>legislation</a:t>
            </a:r>
            <a:r>
              <a:rPr sz="1600" i="1" spc="-35" dirty="0">
                <a:latin typeface="Calibri"/>
                <a:cs typeface="Calibri"/>
              </a:rPr>
              <a:t> </a:t>
            </a:r>
            <a:r>
              <a:rPr sz="1600" i="1" spc="-25" dirty="0">
                <a:latin typeface="Calibri"/>
                <a:cs typeface="Calibri"/>
              </a:rPr>
              <a:t>in </a:t>
            </a:r>
            <a:r>
              <a:rPr sz="1600" i="1" dirty="0">
                <a:latin typeface="Calibri"/>
                <a:cs typeface="Calibri"/>
              </a:rPr>
              <a:t>relation</a:t>
            </a:r>
            <a:r>
              <a:rPr sz="1600" i="1" spc="-20" dirty="0">
                <a:latin typeface="Calibri"/>
                <a:cs typeface="Calibri"/>
              </a:rPr>
              <a:t> </a:t>
            </a:r>
            <a:r>
              <a:rPr sz="1600" i="1" dirty="0">
                <a:latin typeface="Calibri"/>
                <a:cs typeface="Calibri"/>
              </a:rPr>
              <a:t>to</a:t>
            </a:r>
            <a:r>
              <a:rPr sz="1600" i="1" spc="-15" dirty="0">
                <a:latin typeface="Calibri"/>
                <a:cs typeface="Calibri"/>
              </a:rPr>
              <a:t> </a:t>
            </a:r>
            <a:r>
              <a:rPr sz="1600" i="1" dirty="0">
                <a:latin typeface="Calibri"/>
                <a:cs typeface="Calibri"/>
              </a:rPr>
              <a:t>the</a:t>
            </a:r>
            <a:r>
              <a:rPr sz="1600" i="1" spc="-20" dirty="0">
                <a:latin typeface="Calibri"/>
                <a:cs typeface="Calibri"/>
              </a:rPr>
              <a:t> </a:t>
            </a:r>
            <a:r>
              <a:rPr sz="1600" i="1" spc="-10" dirty="0">
                <a:latin typeface="Calibri"/>
                <a:cs typeface="Calibri"/>
              </a:rPr>
              <a:t>maintenance</a:t>
            </a:r>
            <a:r>
              <a:rPr sz="1600" i="1" spc="-20" dirty="0">
                <a:latin typeface="Calibri"/>
                <a:cs typeface="Calibri"/>
              </a:rPr>
              <a:t> </a:t>
            </a:r>
            <a:r>
              <a:rPr sz="1600" i="1" dirty="0">
                <a:latin typeface="Calibri"/>
                <a:cs typeface="Calibri"/>
              </a:rPr>
              <a:t>of</a:t>
            </a:r>
            <a:r>
              <a:rPr sz="1600" i="1" spc="-20" dirty="0">
                <a:latin typeface="Calibri"/>
                <a:cs typeface="Calibri"/>
              </a:rPr>
              <a:t> </a:t>
            </a:r>
            <a:r>
              <a:rPr sz="1600" i="1" dirty="0">
                <a:latin typeface="Calibri"/>
                <a:cs typeface="Calibri"/>
              </a:rPr>
              <a:t>the</a:t>
            </a:r>
            <a:r>
              <a:rPr sz="1600" i="1" spc="-20" dirty="0">
                <a:latin typeface="Calibri"/>
                <a:cs typeface="Calibri"/>
              </a:rPr>
              <a:t> </a:t>
            </a:r>
            <a:r>
              <a:rPr sz="1600" i="1" spc="-10" dirty="0">
                <a:latin typeface="Calibri"/>
                <a:cs typeface="Calibri"/>
              </a:rPr>
              <a:t>aircraft;</a:t>
            </a:r>
            <a:endParaRPr sz="1600">
              <a:latin typeface="Calibri"/>
              <a:cs typeface="Calibri"/>
            </a:endParaRPr>
          </a:p>
          <a:p>
            <a:pPr marL="743585" indent="-273685">
              <a:lnSpc>
                <a:spcPct val="100000"/>
              </a:lnSpc>
              <a:spcBef>
                <a:spcPts val="920"/>
              </a:spcBef>
              <a:buAutoNum type="alphaLcParenBoth"/>
              <a:tabLst>
                <a:tab pos="743585" algn="l"/>
              </a:tabLst>
            </a:pPr>
            <a:r>
              <a:rPr sz="1600" i="1" dirty="0">
                <a:latin typeface="Calibri"/>
                <a:cs typeface="Calibri"/>
              </a:rPr>
              <a:t>the</a:t>
            </a:r>
            <a:r>
              <a:rPr sz="1600" i="1" spc="-35" dirty="0">
                <a:latin typeface="Calibri"/>
                <a:cs typeface="Calibri"/>
              </a:rPr>
              <a:t> </a:t>
            </a:r>
            <a:r>
              <a:rPr sz="1600" i="1" dirty="0">
                <a:latin typeface="Calibri"/>
                <a:cs typeface="Calibri"/>
              </a:rPr>
              <a:t>aircraft</a:t>
            </a:r>
            <a:r>
              <a:rPr sz="1600" i="1" spc="-25" dirty="0">
                <a:latin typeface="Calibri"/>
                <a:cs typeface="Calibri"/>
              </a:rPr>
              <a:t> </a:t>
            </a:r>
            <a:r>
              <a:rPr sz="1600" i="1" dirty="0">
                <a:latin typeface="Calibri"/>
                <a:cs typeface="Calibri"/>
              </a:rPr>
              <a:t>will</a:t>
            </a:r>
            <a:r>
              <a:rPr sz="1600" i="1" spc="-30" dirty="0">
                <a:latin typeface="Calibri"/>
                <a:cs typeface="Calibri"/>
              </a:rPr>
              <a:t> </a:t>
            </a:r>
            <a:r>
              <a:rPr sz="1600" i="1" dirty="0">
                <a:latin typeface="Calibri"/>
                <a:cs typeface="Calibri"/>
              </a:rPr>
              <a:t>require</a:t>
            </a:r>
            <a:r>
              <a:rPr sz="1600" i="1" spc="-30" dirty="0">
                <a:latin typeface="Calibri"/>
                <a:cs typeface="Calibri"/>
              </a:rPr>
              <a:t> </a:t>
            </a:r>
            <a:r>
              <a:rPr sz="1600" i="1" spc="-10" dirty="0">
                <a:latin typeface="Calibri"/>
                <a:cs typeface="Calibri"/>
              </a:rPr>
              <a:t>maintenance</a:t>
            </a:r>
            <a:r>
              <a:rPr sz="1600" i="1" spc="-30" dirty="0">
                <a:latin typeface="Calibri"/>
                <a:cs typeface="Calibri"/>
              </a:rPr>
              <a:t> </a:t>
            </a:r>
            <a:r>
              <a:rPr sz="1600" i="1" dirty="0">
                <a:latin typeface="Calibri"/>
                <a:cs typeface="Calibri"/>
              </a:rPr>
              <a:t>before</a:t>
            </a:r>
            <a:r>
              <a:rPr sz="1600" i="1" spc="-35" dirty="0">
                <a:latin typeface="Calibri"/>
                <a:cs typeface="Calibri"/>
              </a:rPr>
              <a:t> </a:t>
            </a:r>
            <a:r>
              <a:rPr sz="1600" i="1" dirty="0">
                <a:latin typeface="Calibri"/>
                <a:cs typeface="Calibri"/>
              </a:rPr>
              <a:t>the</a:t>
            </a:r>
            <a:r>
              <a:rPr sz="1600" i="1" spc="-30" dirty="0">
                <a:latin typeface="Calibri"/>
                <a:cs typeface="Calibri"/>
              </a:rPr>
              <a:t> </a:t>
            </a:r>
            <a:r>
              <a:rPr sz="1600" i="1" dirty="0">
                <a:latin typeface="Calibri"/>
                <a:cs typeface="Calibri"/>
              </a:rPr>
              <a:t>flight</a:t>
            </a:r>
            <a:r>
              <a:rPr sz="1600" i="1" spc="-25" dirty="0">
                <a:latin typeface="Calibri"/>
                <a:cs typeface="Calibri"/>
              </a:rPr>
              <a:t> </a:t>
            </a:r>
            <a:r>
              <a:rPr sz="1600" i="1" dirty="0">
                <a:latin typeface="Calibri"/>
                <a:cs typeface="Calibri"/>
              </a:rPr>
              <a:t>can</a:t>
            </a:r>
            <a:r>
              <a:rPr sz="1600" i="1" spc="-25" dirty="0">
                <a:latin typeface="Calibri"/>
                <a:cs typeface="Calibri"/>
              </a:rPr>
              <a:t> </a:t>
            </a:r>
            <a:r>
              <a:rPr sz="1600" i="1" spc="-20" dirty="0">
                <a:latin typeface="Calibri"/>
                <a:cs typeface="Calibri"/>
              </a:rPr>
              <a:t>end;</a:t>
            </a:r>
            <a:endParaRPr sz="1600">
              <a:latin typeface="Calibri"/>
              <a:cs typeface="Calibri"/>
            </a:endParaRPr>
          </a:p>
          <a:p>
            <a:pPr marL="722630" indent="-252729">
              <a:lnSpc>
                <a:spcPct val="100000"/>
              </a:lnSpc>
              <a:spcBef>
                <a:spcPts val="980"/>
              </a:spcBef>
              <a:buAutoNum type="alphaLcParenBoth"/>
              <a:tabLst>
                <a:tab pos="722630" algn="l"/>
              </a:tabLst>
            </a:pPr>
            <a:r>
              <a:rPr sz="1600" i="1" dirty="0">
                <a:latin typeface="Calibri"/>
                <a:cs typeface="Calibri"/>
              </a:rPr>
              <a:t>there</a:t>
            </a:r>
            <a:r>
              <a:rPr sz="1600" i="1" spc="-35" dirty="0">
                <a:latin typeface="Calibri"/>
                <a:cs typeface="Calibri"/>
              </a:rPr>
              <a:t> </a:t>
            </a:r>
            <a:r>
              <a:rPr sz="1600" i="1" dirty="0">
                <a:latin typeface="Calibri"/>
                <a:cs typeface="Calibri"/>
              </a:rPr>
              <a:t>is</a:t>
            </a:r>
            <a:r>
              <a:rPr sz="1600" i="1" spc="-30" dirty="0">
                <a:latin typeface="Calibri"/>
                <a:cs typeface="Calibri"/>
              </a:rPr>
              <a:t> </a:t>
            </a:r>
            <a:r>
              <a:rPr sz="1600" i="1" dirty="0">
                <a:latin typeface="Calibri"/>
                <a:cs typeface="Calibri"/>
              </a:rPr>
              <a:t>a</a:t>
            </a:r>
            <a:r>
              <a:rPr sz="1600" i="1" spc="-30" dirty="0">
                <a:latin typeface="Calibri"/>
                <a:cs typeface="Calibri"/>
              </a:rPr>
              <a:t> </a:t>
            </a:r>
            <a:r>
              <a:rPr sz="1600" i="1" dirty="0">
                <a:latin typeface="Calibri"/>
                <a:cs typeface="Calibri"/>
              </a:rPr>
              <a:t>defect</a:t>
            </a:r>
            <a:r>
              <a:rPr sz="1600" i="1" spc="-30" dirty="0">
                <a:latin typeface="Calibri"/>
                <a:cs typeface="Calibri"/>
              </a:rPr>
              <a:t> </a:t>
            </a:r>
            <a:r>
              <a:rPr sz="1600" i="1" dirty="0">
                <a:latin typeface="Calibri"/>
                <a:cs typeface="Calibri"/>
              </a:rPr>
              <a:t>or</a:t>
            </a:r>
            <a:r>
              <a:rPr sz="1600" i="1" spc="-30" dirty="0">
                <a:latin typeface="Calibri"/>
                <a:cs typeface="Calibri"/>
              </a:rPr>
              <a:t> </a:t>
            </a:r>
            <a:r>
              <a:rPr sz="1600" i="1" dirty="0">
                <a:latin typeface="Calibri"/>
                <a:cs typeface="Calibri"/>
              </a:rPr>
              <a:t>damage</a:t>
            </a:r>
            <a:r>
              <a:rPr sz="1600" i="1" spc="-35" dirty="0">
                <a:latin typeface="Calibri"/>
                <a:cs typeface="Calibri"/>
              </a:rPr>
              <a:t> </a:t>
            </a:r>
            <a:r>
              <a:rPr sz="1600" i="1" dirty="0">
                <a:latin typeface="Calibri"/>
                <a:cs typeface="Calibri"/>
              </a:rPr>
              <a:t>that</a:t>
            </a:r>
            <a:r>
              <a:rPr sz="1600" i="1" spc="-30" dirty="0">
                <a:latin typeface="Calibri"/>
                <a:cs typeface="Calibri"/>
              </a:rPr>
              <a:t> </a:t>
            </a:r>
            <a:r>
              <a:rPr sz="1600" i="1" dirty="0">
                <a:latin typeface="Calibri"/>
                <a:cs typeface="Calibri"/>
              </a:rPr>
              <a:t>may</a:t>
            </a:r>
            <a:r>
              <a:rPr sz="1600" i="1" spc="-35" dirty="0">
                <a:latin typeface="Calibri"/>
                <a:cs typeface="Calibri"/>
              </a:rPr>
              <a:t> </a:t>
            </a:r>
            <a:r>
              <a:rPr sz="1600" i="1" dirty="0">
                <a:latin typeface="Calibri"/>
                <a:cs typeface="Calibri"/>
              </a:rPr>
              <a:t>endanger</a:t>
            </a:r>
            <a:r>
              <a:rPr sz="1600" i="1" spc="-30" dirty="0">
                <a:latin typeface="Calibri"/>
                <a:cs typeface="Calibri"/>
              </a:rPr>
              <a:t> </a:t>
            </a:r>
            <a:r>
              <a:rPr sz="1600" i="1" dirty="0">
                <a:latin typeface="Calibri"/>
                <a:cs typeface="Calibri"/>
              </a:rPr>
              <a:t>the</a:t>
            </a:r>
            <a:r>
              <a:rPr sz="1600" i="1" spc="-35" dirty="0">
                <a:latin typeface="Calibri"/>
                <a:cs typeface="Calibri"/>
              </a:rPr>
              <a:t> </a:t>
            </a:r>
            <a:r>
              <a:rPr sz="1600" i="1" dirty="0">
                <a:latin typeface="Calibri"/>
                <a:cs typeface="Calibri"/>
              </a:rPr>
              <a:t>safety</a:t>
            </a:r>
            <a:r>
              <a:rPr sz="1600" i="1" spc="-35" dirty="0">
                <a:latin typeface="Calibri"/>
                <a:cs typeface="Calibri"/>
              </a:rPr>
              <a:t> </a:t>
            </a:r>
            <a:r>
              <a:rPr sz="1600" i="1" dirty="0">
                <a:latin typeface="Calibri"/>
                <a:cs typeface="Calibri"/>
              </a:rPr>
              <a:t>of</a:t>
            </a:r>
            <a:r>
              <a:rPr sz="1600" i="1" spc="-30" dirty="0">
                <a:latin typeface="Calibri"/>
                <a:cs typeface="Calibri"/>
              </a:rPr>
              <a:t> </a:t>
            </a:r>
            <a:r>
              <a:rPr sz="1600" i="1" dirty="0">
                <a:latin typeface="Calibri"/>
                <a:cs typeface="Calibri"/>
              </a:rPr>
              <a:t>the</a:t>
            </a:r>
            <a:r>
              <a:rPr sz="1600" i="1" spc="-35" dirty="0">
                <a:latin typeface="Calibri"/>
                <a:cs typeface="Calibri"/>
              </a:rPr>
              <a:t> </a:t>
            </a:r>
            <a:r>
              <a:rPr sz="1600" i="1" dirty="0">
                <a:latin typeface="Calibri"/>
                <a:cs typeface="Calibri"/>
              </a:rPr>
              <a:t>aircraft</a:t>
            </a:r>
            <a:r>
              <a:rPr sz="1600" i="1" spc="-30" dirty="0">
                <a:latin typeface="Calibri"/>
                <a:cs typeface="Calibri"/>
              </a:rPr>
              <a:t> </a:t>
            </a:r>
            <a:r>
              <a:rPr sz="1600" i="1" dirty="0">
                <a:latin typeface="Calibri"/>
                <a:cs typeface="Calibri"/>
              </a:rPr>
              <a:t>or</a:t>
            </a:r>
            <a:r>
              <a:rPr sz="1600" i="1" spc="-25" dirty="0">
                <a:latin typeface="Calibri"/>
                <a:cs typeface="Calibri"/>
              </a:rPr>
              <a:t> </a:t>
            </a:r>
            <a:r>
              <a:rPr sz="1600" i="1" dirty="0">
                <a:latin typeface="Calibri"/>
                <a:cs typeface="Calibri"/>
              </a:rPr>
              <a:t>any</a:t>
            </a:r>
            <a:r>
              <a:rPr sz="1600" i="1" spc="-35" dirty="0">
                <a:latin typeface="Calibri"/>
                <a:cs typeface="Calibri"/>
              </a:rPr>
              <a:t> </a:t>
            </a:r>
            <a:r>
              <a:rPr sz="1600" i="1" dirty="0">
                <a:latin typeface="Calibri"/>
                <a:cs typeface="Calibri"/>
              </a:rPr>
              <a:t>person</a:t>
            </a:r>
            <a:r>
              <a:rPr sz="1600" i="1" spc="-30" dirty="0">
                <a:latin typeface="Calibri"/>
                <a:cs typeface="Calibri"/>
              </a:rPr>
              <a:t> </a:t>
            </a:r>
            <a:r>
              <a:rPr sz="1600" i="1" dirty="0">
                <a:latin typeface="Calibri"/>
                <a:cs typeface="Calibri"/>
              </a:rPr>
              <a:t>or</a:t>
            </a:r>
            <a:r>
              <a:rPr sz="1600" i="1" spc="-30" dirty="0">
                <a:latin typeface="Calibri"/>
                <a:cs typeface="Calibri"/>
              </a:rPr>
              <a:t> </a:t>
            </a:r>
            <a:r>
              <a:rPr sz="1600" i="1" spc="-10" dirty="0">
                <a:latin typeface="Calibri"/>
                <a:cs typeface="Calibri"/>
              </a:rPr>
              <a:t>property;</a:t>
            </a:r>
            <a:endParaRPr sz="1600">
              <a:latin typeface="Calibri"/>
              <a:cs typeface="Calibri"/>
            </a:endParaRPr>
          </a:p>
          <a:p>
            <a:pPr marL="743585" indent="-273685">
              <a:lnSpc>
                <a:spcPct val="100000"/>
              </a:lnSpc>
              <a:spcBef>
                <a:spcPts val="1080"/>
              </a:spcBef>
              <a:buAutoNum type="alphaLcParenBoth"/>
              <a:tabLst>
                <a:tab pos="743585" algn="l"/>
              </a:tabLst>
            </a:pPr>
            <a:r>
              <a:rPr sz="1600" i="1" dirty="0">
                <a:latin typeface="Calibri"/>
                <a:cs typeface="Calibri"/>
              </a:rPr>
              <a:t>the</a:t>
            </a:r>
            <a:r>
              <a:rPr sz="1600" i="1" spc="-40" dirty="0">
                <a:latin typeface="Calibri"/>
                <a:cs typeface="Calibri"/>
              </a:rPr>
              <a:t> </a:t>
            </a:r>
            <a:r>
              <a:rPr sz="1600" i="1" dirty="0">
                <a:latin typeface="Calibri"/>
                <a:cs typeface="Calibri"/>
              </a:rPr>
              <a:t>aircraft</a:t>
            </a:r>
            <a:r>
              <a:rPr sz="1600" i="1" spc="-35" dirty="0">
                <a:latin typeface="Calibri"/>
                <a:cs typeface="Calibri"/>
              </a:rPr>
              <a:t> </a:t>
            </a:r>
            <a:r>
              <a:rPr sz="1600" i="1" dirty="0">
                <a:latin typeface="Calibri"/>
                <a:cs typeface="Calibri"/>
              </a:rPr>
              <a:t>is</a:t>
            </a:r>
            <a:r>
              <a:rPr sz="1600" i="1" spc="-35" dirty="0">
                <a:latin typeface="Calibri"/>
                <a:cs typeface="Calibri"/>
              </a:rPr>
              <a:t> </a:t>
            </a:r>
            <a:r>
              <a:rPr sz="1600" i="1" dirty="0">
                <a:latin typeface="Calibri"/>
                <a:cs typeface="Calibri"/>
              </a:rPr>
              <a:t>unsafe</a:t>
            </a:r>
            <a:r>
              <a:rPr sz="1600" i="1" spc="-35" dirty="0">
                <a:latin typeface="Calibri"/>
                <a:cs typeface="Calibri"/>
              </a:rPr>
              <a:t> </a:t>
            </a:r>
            <a:r>
              <a:rPr sz="1600" i="1" dirty="0">
                <a:latin typeface="Calibri"/>
                <a:cs typeface="Calibri"/>
              </a:rPr>
              <a:t>for</a:t>
            </a:r>
            <a:r>
              <a:rPr sz="1600" i="1" spc="-35" dirty="0">
                <a:latin typeface="Calibri"/>
                <a:cs typeface="Calibri"/>
              </a:rPr>
              <a:t> </a:t>
            </a:r>
            <a:r>
              <a:rPr sz="1600" i="1" spc="-10" dirty="0">
                <a:latin typeface="Calibri"/>
                <a:cs typeface="Calibri"/>
              </a:rPr>
              <a:t>flight</a:t>
            </a:r>
            <a:endParaRPr sz="16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3F7F8921-EDED-3B05-EF1E-B2A83A7D2D59}"/>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9" name="object 3">
            <a:extLst>
              <a:ext uri="{FF2B5EF4-FFF2-40B4-BE49-F238E27FC236}">
                <a16:creationId xmlns:a16="http://schemas.microsoft.com/office/drawing/2014/main" id="{9BE9696B-7CB7-E43D-1F45-BA126B80C545}"/>
              </a:ext>
            </a:extLst>
          </p:cNvPr>
          <p:cNvPicPr/>
          <p:nvPr/>
        </p:nvPicPr>
        <p:blipFill>
          <a:blip r:embed="rId2" cstate="print"/>
          <a:stretch>
            <a:fillRect/>
          </a:stretch>
        </p:blipFill>
        <p:spPr>
          <a:xfrm>
            <a:off x="1417319" y="566927"/>
            <a:ext cx="4401311" cy="573024"/>
          </a:xfrm>
          <a:prstGeom prst="rect">
            <a:avLst/>
          </a:prstGeom>
        </p:spPr>
      </p:pic>
      <p:sp>
        <p:nvSpPr>
          <p:cNvPr id="10" name="object 4">
            <a:extLst>
              <a:ext uri="{FF2B5EF4-FFF2-40B4-BE49-F238E27FC236}">
                <a16:creationId xmlns:a16="http://schemas.microsoft.com/office/drawing/2014/main" id="{E1ECCC6D-3F9F-B0B3-9EFD-5FA2D43A6E39}"/>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11" name="object 5">
            <a:extLst>
              <a:ext uri="{FF2B5EF4-FFF2-40B4-BE49-F238E27FC236}">
                <a16:creationId xmlns:a16="http://schemas.microsoft.com/office/drawing/2014/main" id="{E166B19B-2D38-095E-6352-5EE26E93E9AD}"/>
              </a:ext>
            </a:extLst>
          </p:cNvPr>
          <p:cNvSpPr txBox="1"/>
          <p:nvPr/>
        </p:nvSpPr>
        <p:spPr>
          <a:xfrm>
            <a:off x="1563049" y="1480820"/>
            <a:ext cx="9081135" cy="2925445"/>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Times New Roman"/>
                <a:cs typeface="Times New Roman"/>
              </a:rPr>
              <a:t>Trespassing </a:t>
            </a:r>
            <a:r>
              <a:rPr sz="1800" b="1" dirty="0">
                <a:latin typeface="Times New Roman"/>
                <a:cs typeface="Times New Roman"/>
              </a:rPr>
              <a:t>at</a:t>
            </a:r>
            <a:r>
              <a:rPr sz="1800" b="1" spc="-20" dirty="0">
                <a:latin typeface="Times New Roman"/>
                <a:cs typeface="Times New Roman"/>
              </a:rPr>
              <a:t> </a:t>
            </a:r>
            <a:r>
              <a:rPr sz="1800" b="1" spc="-10" dirty="0">
                <a:latin typeface="Times New Roman"/>
                <a:cs typeface="Times New Roman"/>
              </a:rPr>
              <a:t>aerodromes,</a:t>
            </a:r>
            <a:r>
              <a:rPr sz="1800" b="1" spc="-20" dirty="0">
                <a:latin typeface="Times New Roman"/>
                <a:cs typeface="Times New Roman"/>
              </a:rPr>
              <a:t> etc.</a:t>
            </a:r>
            <a:endParaRPr sz="1800">
              <a:latin typeface="Times New Roman"/>
              <a:cs typeface="Times New Roman"/>
            </a:endParaRPr>
          </a:p>
          <a:p>
            <a:pPr marL="317500" indent="-304800">
              <a:lnSpc>
                <a:spcPct val="100000"/>
              </a:lnSpc>
              <a:spcBef>
                <a:spcPts val="55"/>
              </a:spcBef>
              <a:buFont typeface="Times New Roman"/>
              <a:buAutoNum type="arabicPeriod" startAt="41"/>
              <a:tabLst>
                <a:tab pos="317500" algn="l"/>
              </a:tabLst>
            </a:pPr>
            <a:r>
              <a:rPr sz="1600" dirty="0">
                <a:latin typeface="Times New Roman"/>
                <a:cs typeface="Times New Roman"/>
              </a:rPr>
              <a:t>–</a:t>
            </a:r>
            <a:r>
              <a:rPr sz="1600" spc="-35" dirty="0">
                <a:latin typeface="Times New Roman"/>
                <a:cs typeface="Times New Roman"/>
              </a:rPr>
              <a:t> </a:t>
            </a:r>
            <a:r>
              <a:rPr sz="1600" dirty="0">
                <a:latin typeface="Times New Roman"/>
                <a:cs typeface="Times New Roman"/>
              </a:rPr>
              <a:t>(1)</a:t>
            </a:r>
            <a:r>
              <a:rPr sz="1600" spc="-30" dirty="0">
                <a:latin typeface="Times New Roman"/>
                <a:cs typeface="Times New Roman"/>
              </a:rPr>
              <a:t> </a:t>
            </a:r>
            <a:r>
              <a:rPr sz="1600" dirty="0">
                <a:latin typeface="Calibri"/>
                <a:cs typeface="Calibri"/>
              </a:rPr>
              <a:t>A</a:t>
            </a:r>
            <a:r>
              <a:rPr sz="1600" spc="-25"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must</a:t>
            </a:r>
            <a:r>
              <a:rPr sz="1600" spc="-25" dirty="0">
                <a:latin typeface="Calibri"/>
                <a:cs typeface="Calibri"/>
              </a:rPr>
              <a:t> </a:t>
            </a:r>
            <a:r>
              <a:rPr sz="1600" dirty="0">
                <a:latin typeface="Calibri"/>
                <a:cs typeface="Calibri"/>
              </a:rPr>
              <a:t>not,</a:t>
            </a:r>
            <a:r>
              <a:rPr sz="1600" spc="-30" dirty="0">
                <a:latin typeface="Calibri"/>
                <a:cs typeface="Calibri"/>
              </a:rPr>
              <a:t> </a:t>
            </a:r>
            <a:r>
              <a:rPr sz="1600" dirty="0">
                <a:latin typeface="Calibri"/>
                <a:cs typeface="Calibri"/>
              </a:rPr>
              <a:t>without</a:t>
            </a:r>
            <a:r>
              <a:rPr sz="1600" spc="-30" dirty="0">
                <a:latin typeface="Calibri"/>
                <a:cs typeface="Calibri"/>
              </a:rPr>
              <a:t> </a:t>
            </a:r>
            <a:r>
              <a:rPr sz="1600" dirty="0">
                <a:latin typeface="Calibri"/>
                <a:cs typeface="Calibri"/>
              </a:rPr>
              <a:t>prior</a:t>
            </a:r>
            <a:r>
              <a:rPr sz="1600" spc="-20" dirty="0">
                <a:latin typeface="Calibri"/>
                <a:cs typeface="Calibri"/>
              </a:rPr>
              <a:t> </a:t>
            </a:r>
            <a:r>
              <a:rPr sz="1600" dirty="0">
                <a:latin typeface="Calibri"/>
                <a:cs typeface="Calibri"/>
              </a:rPr>
              <a:t>authorisation</a:t>
            </a:r>
            <a:r>
              <a:rPr sz="1600" spc="-35" dirty="0">
                <a:latin typeface="Calibri"/>
                <a:cs typeface="Calibri"/>
              </a:rPr>
              <a:t> </a:t>
            </a:r>
            <a:r>
              <a:rPr sz="1600" dirty="0">
                <a:latin typeface="Calibri"/>
                <a:cs typeface="Calibri"/>
              </a:rPr>
              <a:t>from</a:t>
            </a:r>
            <a:r>
              <a:rPr sz="1600" spc="-30" dirty="0">
                <a:latin typeface="Calibri"/>
                <a:cs typeface="Calibri"/>
              </a:rPr>
              <a:t> </a:t>
            </a:r>
            <a:r>
              <a:rPr sz="1600" dirty="0">
                <a:latin typeface="Calibri"/>
                <a:cs typeface="Calibri"/>
              </a:rPr>
              <a:t>the</a:t>
            </a:r>
            <a:r>
              <a:rPr sz="1600" spc="-30" dirty="0">
                <a:latin typeface="Calibri"/>
                <a:cs typeface="Calibri"/>
              </a:rPr>
              <a:t> </a:t>
            </a:r>
            <a:r>
              <a:rPr sz="1600" spc="-10" dirty="0">
                <a:latin typeface="Calibri"/>
                <a:cs typeface="Calibri"/>
              </a:rPr>
              <a:t>authority–</a:t>
            </a:r>
            <a:endParaRPr sz="1600">
              <a:latin typeface="Calibri"/>
              <a:cs typeface="Calibri"/>
            </a:endParaRPr>
          </a:p>
          <a:p>
            <a:pPr marL="1200785" lvl="1" indent="-273685">
              <a:lnSpc>
                <a:spcPct val="100000"/>
              </a:lnSpc>
              <a:spcBef>
                <a:spcPts val="1175"/>
              </a:spcBef>
              <a:buAutoNum type="alphaLcParenBoth"/>
              <a:tabLst>
                <a:tab pos="1200785" algn="l"/>
              </a:tabLst>
            </a:pPr>
            <a:r>
              <a:rPr sz="1600" i="1" dirty="0">
                <a:latin typeface="Calibri"/>
                <a:cs typeface="Calibri"/>
              </a:rPr>
              <a:t>enter</a:t>
            </a:r>
            <a:r>
              <a:rPr sz="1600" i="1" spc="-30" dirty="0">
                <a:latin typeface="Calibri"/>
                <a:cs typeface="Calibri"/>
              </a:rPr>
              <a:t> </a:t>
            </a:r>
            <a:r>
              <a:rPr sz="1600" i="1" dirty="0">
                <a:latin typeface="Calibri"/>
                <a:cs typeface="Calibri"/>
              </a:rPr>
              <a:t>or</a:t>
            </a:r>
            <a:r>
              <a:rPr sz="1600" i="1" spc="-30" dirty="0">
                <a:latin typeface="Calibri"/>
                <a:cs typeface="Calibri"/>
              </a:rPr>
              <a:t> </a:t>
            </a:r>
            <a:r>
              <a:rPr sz="1600" i="1" dirty="0">
                <a:latin typeface="Calibri"/>
                <a:cs typeface="Calibri"/>
              </a:rPr>
              <a:t>remain</a:t>
            </a:r>
            <a:r>
              <a:rPr sz="1600" i="1" spc="-30" dirty="0">
                <a:latin typeface="Calibri"/>
                <a:cs typeface="Calibri"/>
              </a:rPr>
              <a:t> </a:t>
            </a:r>
            <a:r>
              <a:rPr sz="1600" i="1" dirty="0">
                <a:latin typeface="Calibri"/>
                <a:cs typeface="Calibri"/>
              </a:rPr>
              <a:t>within</a:t>
            </a:r>
            <a:r>
              <a:rPr sz="1600" i="1" spc="-30" dirty="0">
                <a:latin typeface="Calibri"/>
                <a:cs typeface="Calibri"/>
              </a:rPr>
              <a:t> </a:t>
            </a:r>
            <a:r>
              <a:rPr sz="1600" i="1" dirty="0">
                <a:latin typeface="Calibri"/>
                <a:cs typeface="Calibri"/>
              </a:rPr>
              <a:t>a</a:t>
            </a:r>
            <a:r>
              <a:rPr sz="1600" i="1" spc="-30" dirty="0">
                <a:latin typeface="Calibri"/>
                <a:cs typeface="Calibri"/>
              </a:rPr>
              <a:t> </a:t>
            </a:r>
            <a:r>
              <a:rPr sz="1600" i="1" dirty="0">
                <a:latin typeface="Calibri"/>
                <a:cs typeface="Calibri"/>
              </a:rPr>
              <a:t>prohibited</a:t>
            </a:r>
            <a:r>
              <a:rPr sz="1600" i="1" spc="-30" dirty="0">
                <a:latin typeface="Calibri"/>
                <a:cs typeface="Calibri"/>
              </a:rPr>
              <a:t> </a:t>
            </a:r>
            <a:r>
              <a:rPr sz="1600" i="1" dirty="0">
                <a:latin typeface="Calibri"/>
                <a:cs typeface="Calibri"/>
              </a:rPr>
              <a:t>area</a:t>
            </a:r>
            <a:r>
              <a:rPr sz="1600" i="1" spc="-25" dirty="0">
                <a:latin typeface="Calibri"/>
                <a:cs typeface="Calibri"/>
              </a:rPr>
              <a:t> </a:t>
            </a:r>
            <a:r>
              <a:rPr sz="1600" i="1" dirty="0">
                <a:latin typeface="Calibri"/>
                <a:cs typeface="Calibri"/>
              </a:rPr>
              <a:t>in</a:t>
            </a:r>
            <a:r>
              <a:rPr sz="1600" i="1" spc="-30" dirty="0">
                <a:latin typeface="Calibri"/>
                <a:cs typeface="Calibri"/>
              </a:rPr>
              <a:t> </a:t>
            </a:r>
            <a:r>
              <a:rPr sz="1600" i="1" dirty="0">
                <a:latin typeface="Calibri"/>
                <a:cs typeface="Calibri"/>
              </a:rPr>
              <a:t>an</a:t>
            </a:r>
            <a:r>
              <a:rPr sz="1600" i="1" spc="-30" dirty="0">
                <a:latin typeface="Calibri"/>
                <a:cs typeface="Calibri"/>
              </a:rPr>
              <a:t> </a:t>
            </a:r>
            <a:r>
              <a:rPr sz="1600" i="1" spc="-10" dirty="0">
                <a:latin typeface="Calibri"/>
                <a:cs typeface="Calibri"/>
              </a:rPr>
              <a:t>aerodrome;</a:t>
            </a:r>
            <a:endParaRPr sz="1600">
              <a:latin typeface="Calibri"/>
              <a:cs typeface="Calibri"/>
            </a:endParaRPr>
          </a:p>
          <a:p>
            <a:pPr marL="1200785" lvl="1" indent="-273685">
              <a:lnSpc>
                <a:spcPct val="100000"/>
              </a:lnSpc>
              <a:spcBef>
                <a:spcPts val="1175"/>
              </a:spcBef>
              <a:buAutoNum type="alphaLcParenBoth"/>
              <a:tabLst>
                <a:tab pos="1200785" algn="l"/>
              </a:tabLst>
            </a:pPr>
            <a:r>
              <a:rPr sz="1600" i="1" dirty="0">
                <a:latin typeface="Calibri"/>
                <a:cs typeface="Calibri"/>
              </a:rPr>
              <a:t>bring</a:t>
            </a:r>
            <a:r>
              <a:rPr sz="1600" i="1" spc="-35" dirty="0">
                <a:latin typeface="Calibri"/>
                <a:cs typeface="Calibri"/>
              </a:rPr>
              <a:t> </a:t>
            </a:r>
            <a:r>
              <a:rPr sz="1600" i="1" dirty="0">
                <a:latin typeface="Calibri"/>
                <a:cs typeface="Calibri"/>
              </a:rPr>
              <a:t>or</a:t>
            </a:r>
            <a:r>
              <a:rPr sz="1600" i="1" spc="-30" dirty="0">
                <a:latin typeface="Calibri"/>
                <a:cs typeface="Calibri"/>
              </a:rPr>
              <a:t> </a:t>
            </a:r>
            <a:r>
              <a:rPr sz="1600" i="1" dirty="0">
                <a:latin typeface="Calibri"/>
                <a:cs typeface="Calibri"/>
              </a:rPr>
              <a:t>leave</a:t>
            </a:r>
            <a:r>
              <a:rPr sz="1600" i="1" spc="-30" dirty="0">
                <a:latin typeface="Calibri"/>
                <a:cs typeface="Calibri"/>
              </a:rPr>
              <a:t> </a:t>
            </a:r>
            <a:r>
              <a:rPr sz="1600" i="1" dirty="0">
                <a:latin typeface="Calibri"/>
                <a:cs typeface="Calibri"/>
              </a:rPr>
              <a:t>any</a:t>
            </a:r>
            <a:r>
              <a:rPr sz="1600" i="1" spc="-35" dirty="0">
                <a:latin typeface="Calibri"/>
                <a:cs typeface="Calibri"/>
              </a:rPr>
              <a:t> </a:t>
            </a:r>
            <a:r>
              <a:rPr sz="1600" i="1" dirty="0">
                <a:latin typeface="Calibri"/>
                <a:cs typeface="Calibri"/>
              </a:rPr>
              <a:t>property</a:t>
            </a:r>
            <a:r>
              <a:rPr sz="1600" i="1" spc="-35" dirty="0">
                <a:latin typeface="Calibri"/>
                <a:cs typeface="Calibri"/>
              </a:rPr>
              <a:t> </a:t>
            </a:r>
            <a:r>
              <a:rPr sz="1600" i="1" dirty="0">
                <a:latin typeface="Calibri"/>
                <a:cs typeface="Calibri"/>
              </a:rPr>
              <a:t>in</a:t>
            </a:r>
            <a:r>
              <a:rPr sz="1600" i="1" spc="-30" dirty="0">
                <a:latin typeface="Calibri"/>
                <a:cs typeface="Calibri"/>
              </a:rPr>
              <a:t> </a:t>
            </a:r>
            <a:r>
              <a:rPr sz="1600" i="1" dirty="0">
                <a:latin typeface="Calibri"/>
                <a:cs typeface="Calibri"/>
              </a:rPr>
              <a:t>a</a:t>
            </a:r>
            <a:r>
              <a:rPr sz="1600" i="1" spc="-30" dirty="0">
                <a:latin typeface="Calibri"/>
                <a:cs typeface="Calibri"/>
              </a:rPr>
              <a:t> </a:t>
            </a:r>
            <a:r>
              <a:rPr sz="1600" i="1" dirty="0">
                <a:latin typeface="Calibri"/>
                <a:cs typeface="Calibri"/>
              </a:rPr>
              <a:t>prohibited</a:t>
            </a:r>
            <a:r>
              <a:rPr sz="1600" i="1" spc="-30" dirty="0">
                <a:latin typeface="Calibri"/>
                <a:cs typeface="Calibri"/>
              </a:rPr>
              <a:t> </a:t>
            </a:r>
            <a:r>
              <a:rPr sz="1600" i="1" dirty="0">
                <a:latin typeface="Calibri"/>
                <a:cs typeface="Calibri"/>
              </a:rPr>
              <a:t>area</a:t>
            </a:r>
            <a:r>
              <a:rPr sz="1600" i="1" spc="-30" dirty="0">
                <a:latin typeface="Calibri"/>
                <a:cs typeface="Calibri"/>
              </a:rPr>
              <a:t> </a:t>
            </a:r>
            <a:r>
              <a:rPr sz="1600" i="1" dirty="0">
                <a:latin typeface="Calibri"/>
                <a:cs typeface="Calibri"/>
              </a:rPr>
              <a:t>within</a:t>
            </a:r>
            <a:r>
              <a:rPr sz="1600" i="1" spc="-30" dirty="0">
                <a:latin typeface="Calibri"/>
                <a:cs typeface="Calibri"/>
              </a:rPr>
              <a:t> </a:t>
            </a:r>
            <a:r>
              <a:rPr sz="1600" i="1" dirty="0">
                <a:latin typeface="Calibri"/>
                <a:cs typeface="Calibri"/>
              </a:rPr>
              <a:t>an</a:t>
            </a:r>
            <a:r>
              <a:rPr sz="1600" i="1" spc="-30" dirty="0">
                <a:latin typeface="Calibri"/>
                <a:cs typeface="Calibri"/>
              </a:rPr>
              <a:t> </a:t>
            </a:r>
            <a:r>
              <a:rPr sz="1600" i="1" spc="-10" dirty="0">
                <a:latin typeface="Calibri"/>
                <a:cs typeface="Calibri"/>
              </a:rPr>
              <a:t>aerodrome;</a:t>
            </a:r>
            <a:endParaRPr sz="1600">
              <a:latin typeface="Calibri"/>
              <a:cs typeface="Calibri"/>
            </a:endParaRPr>
          </a:p>
          <a:p>
            <a:pPr marL="1179830" lvl="1" indent="-252729">
              <a:lnSpc>
                <a:spcPct val="100000"/>
              </a:lnSpc>
              <a:spcBef>
                <a:spcPts val="1180"/>
              </a:spcBef>
              <a:buAutoNum type="alphaLcParenBoth"/>
              <a:tabLst>
                <a:tab pos="1179830" algn="l"/>
              </a:tabLst>
            </a:pPr>
            <a:r>
              <a:rPr sz="1600" i="1" dirty="0">
                <a:latin typeface="Calibri"/>
                <a:cs typeface="Calibri"/>
              </a:rPr>
              <a:t>operate</a:t>
            </a:r>
            <a:r>
              <a:rPr sz="1600" i="1" spc="-40" dirty="0">
                <a:latin typeface="Calibri"/>
                <a:cs typeface="Calibri"/>
              </a:rPr>
              <a:t> </a:t>
            </a:r>
            <a:r>
              <a:rPr sz="1600" i="1" dirty="0">
                <a:latin typeface="Calibri"/>
                <a:cs typeface="Calibri"/>
              </a:rPr>
              <a:t>any</a:t>
            </a:r>
            <a:r>
              <a:rPr sz="1600" i="1" spc="-40" dirty="0">
                <a:latin typeface="Calibri"/>
                <a:cs typeface="Calibri"/>
              </a:rPr>
              <a:t> </a:t>
            </a:r>
            <a:r>
              <a:rPr sz="1600" i="1" dirty="0">
                <a:latin typeface="Calibri"/>
                <a:cs typeface="Calibri"/>
              </a:rPr>
              <a:t>vehicle</a:t>
            </a:r>
            <a:r>
              <a:rPr sz="1600" i="1" spc="-30" dirty="0">
                <a:latin typeface="Calibri"/>
                <a:cs typeface="Calibri"/>
              </a:rPr>
              <a:t> </a:t>
            </a:r>
            <a:r>
              <a:rPr sz="1600" i="1" dirty="0">
                <a:latin typeface="Calibri"/>
                <a:cs typeface="Calibri"/>
              </a:rPr>
              <a:t>in</a:t>
            </a:r>
            <a:r>
              <a:rPr sz="1600" i="1" spc="-35" dirty="0">
                <a:latin typeface="Calibri"/>
                <a:cs typeface="Calibri"/>
              </a:rPr>
              <a:t> </a:t>
            </a:r>
            <a:r>
              <a:rPr sz="1600" i="1" dirty="0">
                <a:latin typeface="Calibri"/>
                <a:cs typeface="Calibri"/>
              </a:rPr>
              <a:t>a</a:t>
            </a:r>
            <a:r>
              <a:rPr sz="1600" i="1" spc="-35" dirty="0">
                <a:latin typeface="Calibri"/>
                <a:cs typeface="Calibri"/>
              </a:rPr>
              <a:t> </a:t>
            </a:r>
            <a:r>
              <a:rPr sz="1600" i="1" dirty="0">
                <a:latin typeface="Calibri"/>
                <a:cs typeface="Calibri"/>
              </a:rPr>
              <a:t>prohibited</a:t>
            </a:r>
            <a:r>
              <a:rPr sz="1600" i="1" spc="-30" dirty="0">
                <a:latin typeface="Calibri"/>
                <a:cs typeface="Calibri"/>
              </a:rPr>
              <a:t> </a:t>
            </a:r>
            <a:r>
              <a:rPr sz="1600" i="1" dirty="0">
                <a:latin typeface="Calibri"/>
                <a:cs typeface="Calibri"/>
              </a:rPr>
              <a:t>area</a:t>
            </a:r>
            <a:r>
              <a:rPr sz="1600" i="1" spc="-35" dirty="0">
                <a:latin typeface="Calibri"/>
                <a:cs typeface="Calibri"/>
              </a:rPr>
              <a:t> </a:t>
            </a:r>
            <a:r>
              <a:rPr sz="1600" i="1" dirty="0">
                <a:latin typeface="Calibri"/>
                <a:cs typeface="Calibri"/>
              </a:rPr>
              <a:t>within</a:t>
            </a:r>
            <a:r>
              <a:rPr sz="1600" i="1" spc="-35" dirty="0">
                <a:latin typeface="Calibri"/>
                <a:cs typeface="Calibri"/>
              </a:rPr>
              <a:t> </a:t>
            </a:r>
            <a:r>
              <a:rPr sz="1600" i="1" dirty="0">
                <a:latin typeface="Calibri"/>
                <a:cs typeface="Calibri"/>
              </a:rPr>
              <a:t>an</a:t>
            </a:r>
            <a:r>
              <a:rPr sz="1600" i="1" spc="-30" dirty="0">
                <a:latin typeface="Calibri"/>
                <a:cs typeface="Calibri"/>
              </a:rPr>
              <a:t> </a:t>
            </a:r>
            <a:r>
              <a:rPr sz="1600" i="1" spc="-10" dirty="0">
                <a:latin typeface="Calibri"/>
                <a:cs typeface="Calibri"/>
              </a:rPr>
              <a:t>aerodrome;</a:t>
            </a:r>
            <a:endParaRPr sz="1600">
              <a:latin typeface="Calibri"/>
              <a:cs typeface="Calibri"/>
            </a:endParaRPr>
          </a:p>
          <a:p>
            <a:pPr marL="1200785" lvl="1" indent="-273685">
              <a:lnSpc>
                <a:spcPct val="100000"/>
              </a:lnSpc>
              <a:spcBef>
                <a:spcPts val="1175"/>
              </a:spcBef>
              <a:buAutoNum type="alphaLcParenBoth"/>
              <a:tabLst>
                <a:tab pos="1200785" algn="l"/>
              </a:tabLst>
            </a:pPr>
            <a:r>
              <a:rPr sz="1600" i="1" dirty="0">
                <a:latin typeface="Calibri"/>
                <a:cs typeface="Calibri"/>
              </a:rPr>
              <a:t>bring</a:t>
            </a:r>
            <a:r>
              <a:rPr sz="1600" i="1" spc="-35" dirty="0">
                <a:latin typeface="Calibri"/>
                <a:cs typeface="Calibri"/>
              </a:rPr>
              <a:t> </a:t>
            </a:r>
            <a:r>
              <a:rPr sz="1600" i="1" dirty="0">
                <a:latin typeface="Calibri"/>
                <a:cs typeface="Calibri"/>
              </a:rPr>
              <a:t>any</a:t>
            </a:r>
            <a:r>
              <a:rPr sz="1600" i="1" spc="-40" dirty="0">
                <a:latin typeface="Calibri"/>
                <a:cs typeface="Calibri"/>
              </a:rPr>
              <a:t> </a:t>
            </a:r>
            <a:r>
              <a:rPr sz="1600" i="1" dirty="0">
                <a:latin typeface="Calibri"/>
                <a:cs typeface="Calibri"/>
              </a:rPr>
              <a:t>animal</a:t>
            </a:r>
            <a:r>
              <a:rPr sz="1600" i="1" spc="-40" dirty="0">
                <a:latin typeface="Calibri"/>
                <a:cs typeface="Calibri"/>
              </a:rPr>
              <a:t> </a:t>
            </a:r>
            <a:r>
              <a:rPr sz="1600" i="1" dirty="0">
                <a:latin typeface="Calibri"/>
                <a:cs typeface="Calibri"/>
              </a:rPr>
              <a:t>or</a:t>
            </a:r>
            <a:r>
              <a:rPr sz="1600" i="1" spc="-35" dirty="0">
                <a:latin typeface="Calibri"/>
                <a:cs typeface="Calibri"/>
              </a:rPr>
              <a:t> </a:t>
            </a:r>
            <a:r>
              <a:rPr sz="1600" i="1" dirty="0">
                <a:latin typeface="Calibri"/>
                <a:cs typeface="Calibri"/>
              </a:rPr>
              <a:t>bird</a:t>
            </a:r>
            <a:r>
              <a:rPr sz="1600" i="1" spc="-30" dirty="0">
                <a:latin typeface="Calibri"/>
                <a:cs typeface="Calibri"/>
              </a:rPr>
              <a:t> </a:t>
            </a:r>
            <a:r>
              <a:rPr sz="1600" i="1" dirty="0">
                <a:latin typeface="Calibri"/>
                <a:cs typeface="Calibri"/>
              </a:rPr>
              <a:t>onto</a:t>
            </a:r>
            <a:r>
              <a:rPr sz="1600" i="1" spc="-30" dirty="0">
                <a:latin typeface="Calibri"/>
                <a:cs typeface="Calibri"/>
              </a:rPr>
              <a:t> </a:t>
            </a:r>
            <a:r>
              <a:rPr sz="1600" i="1" dirty="0">
                <a:latin typeface="Calibri"/>
                <a:cs typeface="Calibri"/>
              </a:rPr>
              <a:t>a</a:t>
            </a:r>
            <a:r>
              <a:rPr sz="1600" i="1" spc="-35" dirty="0">
                <a:latin typeface="Calibri"/>
                <a:cs typeface="Calibri"/>
              </a:rPr>
              <a:t> </a:t>
            </a:r>
            <a:r>
              <a:rPr sz="1600" i="1" dirty="0">
                <a:latin typeface="Calibri"/>
                <a:cs typeface="Calibri"/>
              </a:rPr>
              <a:t>prohibited</a:t>
            </a:r>
            <a:r>
              <a:rPr sz="1600" i="1" spc="-35" dirty="0">
                <a:latin typeface="Calibri"/>
                <a:cs typeface="Calibri"/>
              </a:rPr>
              <a:t> </a:t>
            </a:r>
            <a:r>
              <a:rPr sz="1600" i="1" dirty="0">
                <a:latin typeface="Calibri"/>
                <a:cs typeface="Calibri"/>
              </a:rPr>
              <a:t>area</a:t>
            </a:r>
            <a:r>
              <a:rPr sz="1600" i="1" spc="-35" dirty="0">
                <a:latin typeface="Calibri"/>
                <a:cs typeface="Calibri"/>
              </a:rPr>
              <a:t> </a:t>
            </a:r>
            <a:r>
              <a:rPr sz="1600" i="1" dirty="0">
                <a:latin typeface="Calibri"/>
                <a:cs typeface="Calibri"/>
              </a:rPr>
              <a:t>within</a:t>
            </a:r>
            <a:r>
              <a:rPr sz="1600" i="1" spc="-35" dirty="0">
                <a:latin typeface="Calibri"/>
                <a:cs typeface="Calibri"/>
              </a:rPr>
              <a:t> </a:t>
            </a:r>
            <a:r>
              <a:rPr sz="1600" i="1" dirty="0">
                <a:latin typeface="Calibri"/>
                <a:cs typeface="Calibri"/>
              </a:rPr>
              <a:t>an</a:t>
            </a:r>
            <a:r>
              <a:rPr sz="1600" i="1" spc="-30" dirty="0">
                <a:latin typeface="Calibri"/>
                <a:cs typeface="Calibri"/>
              </a:rPr>
              <a:t> </a:t>
            </a:r>
            <a:r>
              <a:rPr sz="1600" i="1" dirty="0">
                <a:latin typeface="Calibri"/>
                <a:cs typeface="Calibri"/>
              </a:rPr>
              <a:t>aerodrome;</a:t>
            </a:r>
            <a:r>
              <a:rPr sz="1600" i="1" spc="-40" dirty="0">
                <a:latin typeface="Calibri"/>
                <a:cs typeface="Calibri"/>
              </a:rPr>
              <a:t> </a:t>
            </a:r>
            <a:r>
              <a:rPr sz="1600" i="1" spc="-25" dirty="0">
                <a:latin typeface="Calibri"/>
                <a:cs typeface="Calibri"/>
              </a:rPr>
              <a:t>or</a:t>
            </a:r>
            <a:endParaRPr sz="1600">
              <a:latin typeface="Calibri"/>
              <a:cs typeface="Calibri"/>
            </a:endParaRPr>
          </a:p>
          <a:p>
            <a:pPr marL="927100" marR="5080" lvl="1" indent="265430">
              <a:lnSpc>
                <a:spcPct val="161300"/>
              </a:lnSpc>
              <a:spcBef>
                <a:spcPts val="120"/>
              </a:spcBef>
              <a:buAutoNum type="alphaLcParenBoth"/>
              <a:tabLst>
                <a:tab pos="1192530" algn="l"/>
              </a:tabLst>
            </a:pPr>
            <a:r>
              <a:rPr sz="1600" i="1" dirty="0">
                <a:latin typeface="Calibri"/>
                <a:cs typeface="Calibri"/>
              </a:rPr>
              <a:t>permit</a:t>
            </a:r>
            <a:r>
              <a:rPr sz="1600" i="1" spc="-35" dirty="0">
                <a:latin typeface="Calibri"/>
                <a:cs typeface="Calibri"/>
              </a:rPr>
              <a:t> </a:t>
            </a:r>
            <a:r>
              <a:rPr sz="1600" i="1" dirty="0">
                <a:latin typeface="Calibri"/>
                <a:cs typeface="Calibri"/>
              </a:rPr>
              <a:t>any</a:t>
            </a:r>
            <a:r>
              <a:rPr sz="1600" i="1" spc="-35" dirty="0">
                <a:latin typeface="Calibri"/>
                <a:cs typeface="Calibri"/>
              </a:rPr>
              <a:t> </a:t>
            </a:r>
            <a:r>
              <a:rPr sz="1600" i="1" dirty="0">
                <a:latin typeface="Calibri"/>
                <a:cs typeface="Calibri"/>
              </a:rPr>
              <a:t>animal</a:t>
            </a:r>
            <a:r>
              <a:rPr sz="1600" i="1" spc="-40" dirty="0">
                <a:latin typeface="Calibri"/>
                <a:cs typeface="Calibri"/>
              </a:rPr>
              <a:t> </a:t>
            </a:r>
            <a:r>
              <a:rPr sz="1600" i="1" dirty="0">
                <a:latin typeface="Calibri"/>
                <a:cs typeface="Calibri"/>
              </a:rPr>
              <a:t>or</a:t>
            </a:r>
            <a:r>
              <a:rPr sz="1600" i="1" spc="-30" dirty="0">
                <a:latin typeface="Calibri"/>
                <a:cs typeface="Calibri"/>
              </a:rPr>
              <a:t> </a:t>
            </a:r>
            <a:r>
              <a:rPr sz="1600" i="1" dirty="0">
                <a:latin typeface="Calibri"/>
                <a:cs typeface="Calibri"/>
              </a:rPr>
              <a:t>bird</a:t>
            </a:r>
            <a:r>
              <a:rPr sz="1600" i="1" spc="-35" dirty="0">
                <a:latin typeface="Calibri"/>
                <a:cs typeface="Calibri"/>
              </a:rPr>
              <a:t> </a:t>
            </a:r>
            <a:r>
              <a:rPr sz="1600" i="1" dirty="0">
                <a:latin typeface="Calibri"/>
                <a:cs typeface="Calibri"/>
              </a:rPr>
              <a:t>under</a:t>
            </a:r>
            <a:r>
              <a:rPr sz="1600" i="1" spc="-35" dirty="0">
                <a:latin typeface="Calibri"/>
                <a:cs typeface="Calibri"/>
              </a:rPr>
              <a:t> </a:t>
            </a:r>
            <a:r>
              <a:rPr sz="1600" i="1" dirty="0">
                <a:latin typeface="Calibri"/>
                <a:cs typeface="Calibri"/>
              </a:rPr>
              <a:t>his</a:t>
            </a:r>
            <a:r>
              <a:rPr sz="1600" i="1" spc="-35" dirty="0">
                <a:latin typeface="Calibri"/>
                <a:cs typeface="Calibri"/>
              </a:rPr>
              <a:t> </a:t>
            </a:r>
            <a:r>
              <a:rPr sz="1600" i="1" dirty="0">
                <a:latin typeface="Calibri"/>
                <a:cs typeface="Calibri"/>
              </a:rPr>
              <a:t>or</a:t>
            </a:r>
            <a:r>
              <a:rPr sz="1600" i="1" spc="-35" dirty="0">
                <a:latin typeface="Calibri"/>
                <a:cs typeface="Calibri"/>
              </a:rPr>
              <a:t> </a:t>
            </a:r>
            <a:r>
              <a:rPr sz="1600" i="1" dirty="0">
                <a:latin typeface="Calibri"/>
                <a:cs typeface="Calibri"/>
              </a:rPr>
              <a:t>her</a:t>
            </a:r>
            <a:r>
              <a:rPr sz="1600" i="1" spc="-30" dirty="0">
                <a:latin typeface="Calibri"/>
                <a:cs typeface="Calibri"/>
              </a:rPr>
              <a:t> </a:t>
            </a:r>
            <a:r>
              <a:rPr sz="1600" i="1" dirty="0">
                <a:latin typeface="Calibri"/>
                <a:cs typeface="Calibri"/>
              </a:rPr>
              <a:t>possession</a:t>
            </a:r>
            <a:r>
              <a:rPr sz="1600" i="1" spc="-35" dirty="0">
                <a:latin typeface="Calibri"/>
                <a:cs typeface="Calibri"/>
              </a:rPr>
              <a:t> </a:t>
            </a:r>
            <a:r>
              <a:rPr sz="1600" i="1" dirty="0">
                <a:latin typeface="Calibri"/>
                <a:cs typeface="Calibri"/>
              </a:rPr>
              <a:t>or</a:t>
            </a:r>
            <a:r>
              <a:rPr sz="1600" i="1" spc="-30" dirty="0">
                <a:latin typeface="Calibri"/>
                <a:cs typeface="Calibri"/>
              </a:rPr>
              <a:t> </a:t>
            </a:r>
            <a:r>
              <a:rPr sz="1600" i="1" dirty="0">
                <a:latin typeface="Calibri"/>
                <a:cs typeface="Calibri"/>
              </a:rPr>
              <a:t>control</a:t>
            </a:r>
            <a:r>
              <a:rPr sz="1600" i="1" spc="-40" dirty="0">
                <a:latin typeface="Calibri"/>
                <a:cs typeface="Calibri"/>
              </a:rPr>
              <a:t> </a:t>
            </a:r>
            <a:r>
              <a:rPr sz="1600" i="1" dirty="0">
                <a:latin typeface="Calibri"/>
                <a:cs typeface="Calibri"/>
              </a:rPr>
              <a:t>to</a:t>
            </a:r>
            <a:r>
              <a:rPr sz="1600" i="1" spc="-25" dirty="0">
                <a:latin typeface="Calibri"/>
                <a:cs typeface="Calibri"/>
              </a:rPr>
              <a:t> </a:t>
            </a:r>
            <a:r>
              <a:rPr sz="1600" i="1" dirty="0">
                <a:latin typeface="Calibri"/>
                <a:cs typeface="Calibri"/>
              </a:rPr>
              <a:t>trespass</a:t>
            </a:r>
            <a:r>
              <a:rPr sz="1600" i="1" spc="-40" dirty="0">
                <a:latin typeface="Calibri"/>
                <a:cs typeface="Calibri"/>
              </a:rPr>
              <a:t> </a:t>
            </a:r>
            <a:r>
              <a:rPr sz="1600" i="1" dirty="0">
                <a:latin typeface="Calibri"/>
                <a:cs typeface="Calibri"/>
              </a:rPr>
              <a:t>on</a:t>
            </a:r>
            <a:r>
              <a:rPr sz="1600" i="1" spc="-30" dirty="0">
                <a:latin typeface="Calibri"/>
                <a:cs typeface="Calibri"/>
              </a:rPr>
              <a:t> </a:t>
            </a:r>
            <a:r>
              <a:rPr sz="1600" i="1" dirty="0">
                <a:latin typeface="Calibri"/>
                <a:cs typeface="Calibri"/>
              </a:rPr>
              <a:t>a</a:t>
            </a:r>
            <a:r>
              <a:rPr sz="1600" i="1" spc="-35" dirty="0">
                <a:latin typeface="Calibri"/>
                <a:cs typeface="Calibri"/>
              </a:rPr>
              <a:t> </a:t>
            </a:r>
            <a:r>
              <a:rPr sz="1600" i="1" dirty="0">
                <a:latin typeface="Calibri"/>
                <a:cs typeface="Calibri"/>
              </a:rPr>
              <a:t>prohibited</a:t>
            </a:r>
            <a:r>
              <a:rPr sz="1600" i="1" spc="-30" dirty="0">
                <a:latin typeface="Calibri"/>
                <a:cs typeface="Calibri"/>
              </a:rPr>
              <a:t> </a:t>
            </a:r>
            <a:r>
              <a:rPr sz="1600" i="1" spc="-20" dirty="0">
                <a:latin typeface="Calibri"/>
                <a:cs typeface="Calibri"/>
              </a:rPr>
              <a:t>area </a:t>
            </a:r>
            <a:r>
              <a:rPr sz="1600" i="1" dirty="0">
                <a:latin typeface="Calibri"/>
                <a:cs typeface="Calibri"/>
              </a:rPr>
              <a:t>within</a:t>
            </a:r>
            <a:r>
              <a:rPr sz="1600" i="1" spc="-30" dirty="0">
                <a:latin typeface="Calibri"/>
                <a:cs typeface="Calibri"/>
              </a:rPr>
              <a:t> </a:t>
            </a:r>
            <a:r>
              <a:rPr sz="1600" i="1" dirty="0">
                <a:latin typeface="Calibri"/>
                <a:cs typeface="Calibri"/>
              </a:rPr>
              <a:t>an</a:t>
            </a:r>
            <a:r>
              <a:rPr sz="1600" i="1" spc="-25" dirty="0">
                <a:latin typeface="Calibri"/>
                <a:cs typeface="Calibri"/>
              </a:rPr>
              <a:t> </a:t>
            </a:r>
            <a:r>
              <a:rPr sz="1600" i="1" spc="-10" dirty="0">
                <a:latin typeface="Calibri"/>
                <a:cs typeface="Calibri"/>
              </a:rPr>
              <a:t>aerodrome.</a:t>
            </a:r>
            <a:endParaRPr sz="16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401311"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01</a:t>
            </a:r>
            <a:r>
              <a:rPr spc="-25" dirty="0"/>
              <a:t> </a:t>
            </a:r>
            <a:r>
              <a:rPr dirty="0"/>
              <a:t>01:</a:t>
            </a:r>
            <a:r>
              <a:rPr spc="-30" dirty="0"/>
              <a:t> </a:t>
            </a:r>
            <a:r>
              <a:rPr dirty="0"/>
              <a:t>Provisions</a:t>
            </a:r>
            <a:r>
              <a:rPr spc="-25" dirty="0"/>
              <a:t> </a:t>
            </a:r>
            <a:r>
              <a:rPr dirty="0"/>
              <a:t>stated</a:t>
            </a:r>
            <a:r>
              <a:rPr spc="-25" dirty="0"/>
              <a:t> </a:t>
            </a:r>
            <a:r>
              <a:rPr dirty="0"/>
              <a:t>in</a:t>
            </a:r>
            <a:r>
              <a:rPr spc="-30" dirty="0"/>
              <a:t> </a:t>
            </a:r>
            <a:r>
              <a:rPr spc="-10" dirty="0"/>
              <a:t>the</a:t>
            </a:r>
            <a:r>
              <a:rPr spc="-90" dirty="0"/>
              <a:t> </a:t>
            </a:r>
            <a:r>
              <a:rPr spc="-25" dirty="0"/>
              <a:t>ANA</a:t>
            </a:r>
          </a:p>
        </p:txBody>
      </p:sp>
      <p:sp>
        <p:nvSpPr>
          <p:cNvPr id="5" name="object 5"/>
          <p:cNvSpPr txBox="1"/>
          <p:nvPr/>
        </p:nvSpPr>
        <p:spPr>
          <a:xfrm>
            <a:off x="1563048" y="2062988"/>
            <a:ext cx="9573260" cy="15316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Penalty</a:t>
            </a:r>
            <a:r>
              <a:rPr sz="1800" b="1" spc="-50" dirty="0">
                <a:latin typeface="Times New Roman"/>
                <a:cs typeface="Times New Roman"/>
              </a:rPr>
              <a:t> </a:t>
            </a:r>
            <a:r>
              <a:rPr sz="1800" b="1" dirty="0">
                <a:latin typeface="Times New Roman"/>
                <a:cs typeface="Times New Roman"/>
              </a:rPr>
              <a:t>for</a:t>
            </a:r>
            <a:r>
              <a:rPr sz="1800" b="1" spc="-80" dirty="0">
                <a:latin typeface="Times New Roman"/>
                <a:cs typeface="Times New Roman"/>
              </a:rPr>
              <a:t> </a:t>
            </a:r>
            <a:r>
              <a:rPr sz="1800" b="1" dirty="0">
                <a:latin typeface="Times New Roman"/>
                <a:cs typeface="Times New Roman"/>
              </a:rPr>
              <a:t>dangerous</a:t>
            </a:r>
            <a:r>
              <a:rPr sz="1800" b="1" spc="-55" dirty="0">
                <a:latin typeface="Times New Roman"/>
                <a:cs typeface="Times New Roman"/>
              </a:rPr>
              <a:t> </a:t>
            </a:r>
            <a:r>
              <a:rPr sz="1800" b="1" spc="-10" dirty="0">
                <a:latin typeface="Times New Roman"/>
                <a:cs typeface="Times New Roman"/>
              </a:rPr>
              <a:t>flying</a:t>
            </a:r>
            <a:endParaRPr sz="1800">
              <a:latin typeface="Times New Roman"/>
              <a:cs typeface="Times New Roman"/>
            </a:endParaRPr>
          </a:p>
          <a:p>
            <a:pPr marL="12700" marR="809625">
              <a:lnSpc>
                <a:spcPts val="2090"/>
              </a:lnSpc>
              <a:spcBef>
                <a:spcPts val="175"/>
              </a:spcBef>
            </a:pPr>
            <a:r>
              <a:rPr sz="1800" b="1" dirty="0">
                <a:latin typeface="Times New Roman"/>
                <a:cs typeface="Times New Roman"/>
              </a:rPr>
              <a:t>43.</a:t>
            </a:r>
            <a:r>
              <a:rPr sz="1800" b="1" spc="-25"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(1)</a:t>
            </a:r>
            <a:r>
              <a:rPr sz="1800" spc="-20" dirty="0">
                <a:latin typeface="Times New Roman"/>
                <a:cs typeface="Times New Roman"/>
              </a:rPr>
              <a:t> </a:t>
            </a:r>
            <a:r>
              <a:rPr sz="1800" dirty="0">
                <a:latin typeface="Calibri"/>
                <a:cs typeface="Calibri"/>
              </a:rPr>
              <a:t>A</a:t>
            </a:r>
            <a:r>
              <a:rPr sz="1800" spc="-25" dirty="0">
                <a:latin typeface="Calibri"/>
                <a:cs typeface="Calibri"/>
              </a:rPr>
              <a:t> </a:t>
            </a:r>
            <a:r>
              <a:rPr sz="1800" dirty="0">
                <a:latin typeface="Calibri"/>
                <a:cs typeface="Calibri"/>
              </a:rPr>
              <a:t>person</a:t>
            </a:r>
            <a:r>
              <a:rPr sz="1800" spc="-10" dirty="0">
                <a:latin typeface="Calibri"/>
                <a:cs typeface="Calibri"/>
              </a:rPr>
              <a:t> </a:t>
            </a:r>
            <a:r>
              <a:rPr sz="1800" dirty="0">
                <a:latin typeface="Calibri"/>
                <a:cs typeface="Calibri"/>
              </a:rPr>
              <a:t>must</a:t>
            </a:r>
            <a:r>
              <a:rPr sz="1800" spc="-20" dirty="0">
                <a:latin typeface="Calibri"/>
                <a:cs typeface="Calibri"/>
              </a:rPr>
              <a:t> </a:t>
            </a:r>
            <a:r>
              <a:rPr sz="1800" dirty="0">
                <a:latin typeface="Calibri"/>
                <a:cs typeface="Calibri"/>
              </a:rPr>
              <a:t>not,</a:t>
            </a:r>
            <a:r>
              <a:rPr sz="1800" spc="-15" dirty="0">
                <a:latin typeface="Calibri"/>
                <a:cs typeface="Calibri"/>
              </a:rPr>
              <a:t> </a:t>
            </a:r>
            <a:r>
              <a:rPr sz="1800" dirty="0">
                <a:latin typeface="Calibri"/>
                <a:cs typeface="Calibri"/>
              </a:rPr>
              <a:t>Where</a:t>
            </a:r>
            <a:r>
              <a:rPr sz="1800" spc="-15" dirty="0">
                <a:latin typeface="Calibri"/>
                <a:cs typeface="Calibri"/>
              </a:rPr>
              <a:t> </a:t>
            </a:r>
            <a:r>
              <a:rPr sz="1800" dirty="0">
                <a:latin typeface="Calibri"/>
                <a:cs typeface="Calibri"/>
              </a:rPr>
              <a:t>an</a:t>
            </a:r>
            <a:r>
              <a:rPr sz="1800" spc="-10" dirty="0">
                <a:latin typeface="Calibri"/>
                <a:cs typeface="Calibri"/>
              </a:rPr>
              <a:t> aircraft</a:t>
            </a:r>
            <a:r>
              <a:rPr sz="1800" spc="-20" dirty="0">
                <a:latin typeface="Calibri"/>
                <a:cs typeface="Calibri"/>
              </a:rPr>
              <a:t> </a:t>
            </a:r>
            <a:r>
              <a:rPr sz="1800" dirty="0">
                <a:latin typeface="Calibri"/>
                <a:cs typeface="Calibri"/>
              </a:rPr>
              <a:t>is</a:t>
            </a:r>
            <a:r>
              <a:rPr sz="1800" spc="-20" dirty="0">
                <a:latin typeface="Calibri"/>
                <a:cs typeface="Calibri"/>
              </a:rPr>
              <a:t> </a:t>
            </a:r>
            <a:r>
              <a:rPr sz="1800" b="1" dirty="0">
                <a:latin typeface="Calibri"/>
                <a:cs typeface="Calibri"/>
              </a:rPr>
              <a:t>flown</a:t>
            </a:r>
            <a:r>
              <a:rPr sz="1800" b="1" spc="-25" dirty="0">
                <a:latin typeface="Calibri"/>
                <a:cs typeface="Calibri"/>
              </a:rPr>
              <a:t> </a:t>
            </a:r>
            <a:r>
              <a:rPr sz="1800" b="1" dirty="0">
                <a:latin typeface="Calibri"/>
                <a:cs typeface="Calibri"/>
              </a:rPr>
              <a:t>in</a:t>
            </a:r>
            <a:r>
              <a:rPr sz="1800" b="1" spc="-20" dirty="0">
                <a:latin typeface="Calibri"/>
                <a:cs typeface="Calibri"/>
              </a:rPr>
              <a:t> </a:t>
            </a:r>
            <a:r>
              <a:rPr sz="1800" b="1" dirty="0">
                <a:latin typeface="Calibri"/>
                <a:cs typeface="Calibri"/>
              </a:rPr>
              <a:t>such</a:t>
            </a:r>
            <a:r>
              <a:rPr sz="1800" b="1" spc="-20" dirty="0">
                <a:latin typeface="Calibri"/>
                <a:cs typeface="Calibri"/>
              </a:rPr>
              <a:t> </a:t>
            </a:r>
            <a:r>
              <a:rPr sz="1800" b="1" dirty="0">
                <a:latin typeface="Calibri"/>
                <a:cs typeface="Calibri"/>
              </a:rPr>
              <a:t>a</a:t>
            </a:r>
            <a:r>
              <a:rPr sz="1800" b="1" spc="-15" dirty="0">
                <a:latin typeface="Calibri"/>
                <a:cs typeface="Calibri"/>
              </a:rPr>
              <a:t> </a:t>
            </a:r>
            <a:r>
              <a:rPr sz="1800" b="1" dirty="0">
                <a:latin typeface="Calibri"/>
                <a:cs typeface="Calibri"/>
              </a:rPr>
              <a:t>manner</a:t>
            </a:r>
            <a:r>
              <a:rPr sz="1800" b="1" spc="-25" dirty="0">
                <a:latin typeface="Calibri"/>
                <a:cs typeface="Calibri"/>
              </a:rPr>
              <a:t> </a:t>
            </a:r>
            <a:r>
              <a:rPr sz="1800" b="1" dirty="0">
                <a:latin typeface="Calibri"/>
                <a:cs typeface="Calibri"/>
              </a:rPr>
              <a:t>as</a:t>
            </a:r>
            <a:r>
              <a:rPr sz="1800" b="1" spc="-25" dirty="0">
                <a:latin typeface="Calibri"/>
                <a:cs typeface="Calibri"/>
              </a:rPr>
              <a:t> </a:t>
            </a:r>
            <a:r>
              <a:rPr sz="1800" b="1" dirty="0">
                <a:latin typeface="Calibri"/>
                <a:cs typeface="Calibri"/>
              </a:rPr>
              <a:t>to</a:t>
            </a:r>
            <a:r>
              <a:rPr sz="1800" b="1" spc="-20" dirty="0">
                <a:latin typeface="Calibri"/>
                <a:cs typeface="Calibri"/>
              </a:rPr>
              <a:t> </a:t>
            </a:r>
            <a:r>
              <a:rPr sz="1800" b="1" dirty="0">
                <a:latin typeface="Calibri"/>
                <a:cs typeface="Calibri"/>
              </a:rPr>
              <a:t>be</a:t>
            </a:r>
            <a:r>
              <a:rPr sz="1800" b="1" spc="-20" dirty="0">
                <a:latin typeface="Calibri"/>
                <a:cs typeface="Calibri"/>
              </a:rPr>
              <a:t> </a:t>
            </a:r>
            <a:r>
              <a:rPr sz="1800" b="1" dirty="0">
                <a:latin typeface="Calibri"/>
                <a:cs typeface="Calibri"/>
              </a:rPr>
              <a:t>the</a:t>
            </a:r>
            <a:r>
              <a:rPr sz="1800" b="1" spc="-20" dirty="0">
                <a:latin typeface="Calibri"/>
                <a:cs typeface="Calibri"/>
              </a:rPr>
              <a:t> </a:t>
            </a:r>
            <a:r>
              <a:rPr sz="1800" b="1" dirty="0">
                <a:latin typeface="Calibri"/>
                <a:cs typeface="Calibri"/>
              </a:rPr>
              <a:t>cause</a:t>
            </a:r>
            <a:r>
              <a:rPr sz="1800" b="1" spc="-25" dirty="0">
                <a:latin typeface="Calibri"/>
                <a:cs typeface="Calibri"/>
              </a:rPr>
              <a:t> of </a:t>
            </a:r>
            <a:r>
              <a:rPr sz="1800" b="1" dirty="0">
                <a:latin typeface="Calibri"/>
                <a:cs typeface="Calibri"/>
              </a:rPr>
              <a:t>unnecessary</a:t>
            </a:r>
            <a:r>
              <a:rPr sz="1800" b="1" spc="-40" dirty="0">
                <a:latin typeface="Calibri"/>
                <a:cs typeface="Calibri"/>
              </a:rPr>
              <a:t> </a:t>
            </a:r>
            <a:r>
              <a:rPr sz="1800" b="1" dirty="0">
                <a:latin typeface="Calibri"/>
                <a:cs typeface="Calibri"/>
              </a:rPr>
              <a:t>danger</a:t>
            </a:r>
            <a:r>
              <a:rPr sz="1800" b="1" spc="-35" dirty="0">
                <a:latin typeface="Calibri"/>
                <a:cs typeface="Calibri"/>
              </a:rPr>
              <a:t> </a:t>
            </a:r>
            <a:r>
              <a:rPr sz="1800" b="1" dirty="0">
                <a:latin typeface="Calibri"/>
                <a:cs typeface="Calibri"/>
              </a:rPr>
              <a:t>to</a:t>
            </a:r>
            <a:r>
              <a:rPr sz="1800" b="1" spc="-35" dirty="0">
                <a:latin typeface="Calibri"/>
                <a:cs typeface="Calibri"/>
              </a:rPr>
              <a:t> </a:t>
            </a:r>
            <a:r>
              <a:rPr sz="1800" b="1" dirty="0">
                <a:latin typeface="Calibri"/>
                <a:cs typeface="Calibri"/>
              </a:rPr>
              <a:t>any</a:t>
            </a:r>
            <a:r>
              <a:rPr sz="1800" b="1" spc="-35" dirty="0">
                <a:latin typeface="Calibri"/>
                <a:cs typeface="Calibri"/>
              </a:rPr>
              <a:t> </a:t>
            </a:r>
            <a:r>
              <a:rPr sz="1800" b="1" dirty="0">
                <a:latin typeface="Calibri"/>
                <a:cs typeface="Calibri"/>
              </a:rPr>
              <a:t>person</a:t>
            </a:r>
            <a:r>
              <a:rPr sz="1800" b="1" spc="-35" dirty="0">
                <a:latin typeface="Calibri"/>
                <a:cs typeface="Calibri"/>
              </a:rPr>
              <a:t> </a:t>
            </a:r>
            <a:r>
              <a:rPr sz="1800" b="1" dirty="0">
                <a:latin typeface="Calibri"/>
                <a:cs typeface="Calibri"/>
              </a:rPr>
              <a:t>or</a:t>
            </a:r>
            <a:r>
              <a:rPr sz="1800" b="1" spc="-35" dirty="0">
                <a:latin typeface="Calibri"/>
                <a:cs typeface="Calibri"/>
              </a:rPr>
              <a:t> </a:t>
            </a:r>
            <a:r>
              <a:rPr sz="1800" b="1" dirty="0">
                <a:latin typeface="Calibri"/>
                <a:cs typeface="Calibri"/>
              </a:rPr>
              <a:t>property</a:t>
            </a:r>
            <a:r>
              <a:rPr sz="1800" b="1" spc="-35" dirty="0">
                <a:latin typeface="Calibri"/>
                <a:cs typeface="Calibri"/>
              </a:rPr>
              <a:t> </a:t>
            </a:r>
            <a:r>
              <a:rPr sz="1800" b="1" dirty="0">
                <a:latin typeface="Calibri"/>
                <a:cs typeface="Calibri"/>
              </a:rPr>
              <a:t>on</a:t>
            </a:r>
            <a:r>
              <a:rPr sz="1800" b="1" spc="-35" dirty="0">
                <a:latin typeface="Calibri"/>
                <a:cs typeface="Calibri"/>
              </a:rPr>
              <a:t> </a:t>
            </a:r>
            <a:r>
              <a:rPr sz="1800" b="1" dirty="0">
                <a:latin typeface="Calibri"/>
                <a:cs typeface="Calibri"/>
              </a:rPr>
              <a:t>land</a:t>
            </a:r>
            <a:r>
              <a:rPr sz="1800" b="1" spc="-35" dirty="0">
                <a:latin typeface="Calibri"/>
                <a:cs typeface="Calibri"/>
              </a:rPr>
              <a:t> </a:t>
            </a:r>
            <a:r>
              <a:rPr sz="1800" b="1" dirty="0">
                <a:latin typeface="Calibri"/>
                <a:cs typeface="Calibri"/>
              </a:rPr>
              <a:t>or</a:t>
            </a:r>
            <a:r>
              <a:rPr sz="1800" b="1" spc="-35" dirty="0">
                <a:latin typeface="Calibri"/>
                <a:cs typeface="Calibri"/>
              </a:rPr>
              <a:t> </a:t>
            </a:r>
            <a:r>
              <a:rPr sz="1800" b="1" spc="-10" dirty="0">
                <a:latin typeface="Calibri"/>
                <a:cs typeface="Calibri"/>
              </a:rPr>
              <a:t>wate</a:t>
            </a:r>
            <a:r>
              <a:rPr sz="1800" spc="-10" dirty="0">
                <a:latin typeface="Calibri"/>
                <a:cs typeface="Calibri"/>
              </a:rPr>
              <a:t>r,</a:t>
            </a:r>
            <a:endParaRPr sz="1800">
              <a:latin typeface="Calibri"/>
              <a:cs typeface="Calibri"/>
            </a:endParaRPr>
          </a:p>
          <a:p>
            <a:pPr marL="12700" marR="5080" indent="457200">
              <a:lnSpc>
                <a:spcPct val="101099"/>
              </a:lnSpc>
              <a:spcBef>
                <a:spcPts val="969"/>
              </a:spcBef>
            </a:pPr>
            <a:r>
              <a:rPr sz="1800" dirty="0">
                <a:latin typeface="Calibri"/>
                <a:cs typeface="Calibri"/>
              </a:rPr>
              <a:t>(2)</a:t>
            </a:r>
            <a:r>
              <a:rPr sz="1800" spc="-45" dirty="0">
                <a:latin typeface="Calibri"/>
                <a:cs typeface="Calibri"/>
              </a:rPr>
              <a:t> </a:t>
            </a:r>
            <a:r>
              <a:rPr sz="1800" dirty="0">
                <a:latin typeface="Calibri"/>
                <a:cs typeface="Calibri"/>
              </a:rPr>
              <a:t>For</a:t>
            </a:r>
            <a:r>
              <a:rPr sz="1800" spc="-4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purpose</a:t>
            </a:r>
            <a:r>
              <a:rPr sz="1800" spc="-3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this</a:t>
            </a:r>
            <a:r>
              <a:rPr sz="1800" spc="-40" dirty="0">
                <a:latin typeface="Calibri"/>
                <a:cs typeface="Calibri"/>
              </a:rPr>
              <a:t> </a:t>
            </a:r>
            <a:r>
              <a:rPr sz="1800" dirty="0">
                <a:latin typeface="Calibri"/>
                <a:cs typeface="Calibri"/>
              </a:rPr>
              <a:t>section,</a:t>
            </a:r>
            <a:r>
              <a:rPr sz="1800" spc="-35" dirty="0">
                <a:latin typeface="Calibri"/>
                <a:cs typeface="Calibri"/>
              </a:rPr>
              <a:t> </a:t>
            </a:r>
            <a:r>
              <a:rPr sz="1800" spc="-10" dirty="0">
                <a:latin typeface="Calibri"/>
                <a:cs typeface="Calibri"/>
              </a:rPr>
              <a:t>”owner”</a:t>
            </a:r>
            <a:r>
              <a:rPr sz="1800" spc="-40" dirty="0">
                <a:latin typeface="Calibri"/>
                <a:cs typeface="Calibri"/>
              </a:rPr>
              <a:t> </a:t>
            </a:r>
            <a:r>
              <a:rPr sz="1800" dirty="0">
                <a:latin typeface="Calibri"/>
                <a:cs typeface="Calibri"/>
              </a:rPr>
              <a:t>in</a:t>
            </a:r>
            <a:r>
              <a:rPr sz="1800" spc="-30" dirty="0">
                <a:latin typeface="Calibri"/>
                <a:cs typeface="Calibri"/>
              </a:rPr>
              <a:t> </a:t>
            </a:r>
            <a:r>
              <a:rPr sz="1800" dirty="0">
                <a:latin typeface="Calibri"/>
                <a:cs typeface="Calibri"/>
              </a:rPr>
              <a:t>relation</a:t>
            </a:r>
            <a:r>
              <a:rPr sz="1800" spc="-30" dirty="0">
                <a:latin typeface="Calibri"/>
                <a:cs typeface="Calibri"/>
              </a:rPr>
              <a:t> </a:t>
            </a:r>
            <a:r>
              <a:rPr sz="1800" dirty="0">
                <a:latin typeface="Calibri"/>
                <a:cs typeface="Calibri"/>
              </a:rPr>
              <a:t>to</a:t>
            </a:r>
            <a:r>
              <a:rPr sz="1800" spc="-35" dirty="0">
                <a:latin typeface="Calibri"/>
                <a:cs typeface="Calibri"/>
              </a:rPr>
              <a:t> </a:t>
            </a:r>
            <a:r>
              <a:rPr sz="1800" dirty="0">
                <a:latin typeface="Calibri"/>
                <a:cs typeface="Calibri"/>
              </a:rPr>
              <a:t>an</a:t>
            </a:r>
            <a:r>
              <a:rPr sz="1800" spc="-30" dirty="0">
                <a:latin typeface="Calibri"/>
                <a:cs typeface="Calibri"/>
              </a:rPr>
              <a:t> </a:t>
            </a:r>
            <a:r>
              <a:rPr sz="1800" spc="-10" dirty="0">
                <a:latin typeface="Calibri"/>
                <a:cs typeface="Calibri"/>
              </a:rPr>
              <a:t>aircraft</a:t>
            </a:r>
            <a:r>
              <a:rPr sz="1800" spc="-40" dirty="0">
                <a:latin typeface="Calibri"/>
                <a:cs typeface="Calibri"/>
              </a:rPr>
              <a:t> </a:t>
            </a:r>
            <a:r>
              <a:rPr sz="1800" dirty="0">
                <a:latin typeface="Calibri"/>
                <a:cs typeface="Calibri"/>
              </a:rPr>
              <a:t>includes</a:t>
            </a:r>
            <a:r>
              <a:rPr sz="1800" spc="-40" dirty="0">
                <a:latin typeface="Calibri"/>
                <a:cs typeface="Calibri"/>
              </a:rPr>
              <a:t> </a:t>
            </a:r>
            <a:r>
              <a:rPr sz="1800" dirty="0">
                <a:latin typeface="Calibri"/>
                <a:cs typeface="Calibri"/>
              </a:rPr>
              <a:t>any</a:t>
            </a:r>
            <a:r>
              <a:rPr sz="1800" spc="-40" dirty="0">
                <a:latin typeface="Calibri"/>
                <a:cs typeface="Calibri"/>
              </a:rPr>
              <a:t> </a:t>
            </a:r>
            <a:r>
              <a:rPr sz="1800" dirty="0">
                <a:latin typeface="Calibri"/>
                <a:cs typeface="Calibri"/>
              </a:rPr>
              <a:t>person</a:t>
            </a:r>
            <a:r>
              <a:rPr sz="1800" spc="-30" dirty="0">
                <a:latin typeface="Calibri"/>
                <a:cs typeface="Calibri"/>
              </a:rPr>
              <a:t> </a:t>
            </a:r>
            <a:r>
              <a:rPr sz="1800" dirty="0">
                <a:latin typeface="Calibri"/>
                <a:cs typeface="Calibri"/>
              </a:rPr>
              <a:t>by</a:t>
            </a:r>
            <a:r>
              <a:rPr sz="1800" spc="-35" dirty="0">
                <a:latin typeface="Calibri"/>
                <a:cs typeface="Calibri"/>
              </a:rPr>
              <a:t> </a:t>
            </a:r>
            <a:r>
              <a:rPr sz="1800" spc="-20" dirty="0">
                <a:latin typeface="Calibri"/>
                <a:cs typeface="Calibri"/>
              </a:rPr>
              <a:t>whom </a:t>
            </a:r>
            <a:r>
              <a:rPr sz="1800" dirty="0">
                <a:latin typeface="Calibri"/>
                <a:cs typeface="Calibri"/>
              </a:rPr>
              <a:t>the</a:t>
            </a:r>
            <a:r>
              <a:rPr sz="1800" spc="-20" dirty="0">
                <a:latin typeface="Calibri"/>
                <a:cs typeface="Calibri"/>
              </a:rPr>
              <a:t> </a:t>
            </a:r>
            <a:r>
              <a:rPr sz="1800" spc="-10" dirty="0">
                <a:latin typeface="Calibri"/>
                <a:cs typeface="Calibri"/>
              </a:rPr>
              <a:t>aircraft</a:t>
            </a:r>
            <a:r>
              <a:rPr sz="1800" spc="-30" dirty="0">
                <a:latin typeface="Calibri"/>
                <a:cs typeface="Calibri"/>
              </a:rPr>
              <a:t> </a:t>
            </a:r>
            <a:r>
              <a:rPr sz="1800" dirty="0">
                <a:latin typeface="Calibri"/>
                <a:cs typeface="Calibri"/>
              </a:rPr>
              <a:t>is</a:t>
            </a:r>
            <a:r>
              <a:rPr sz="1800" spc="-25" dirty="0">
                <a:latin typeface="Calibri"/>
                <a:cs typeface="Calibri"/>
              </a:rPr>
              <a:t> </a:t>
            </a:r>
            <a:r>
              <a:rPr sz="1800" dirty="0">
                <a:latin typeface="Calibri"/>
                <a:cs typeface="Calibri"/>
              </a:rPr>
              <a:t>hired</a:t>
            </a:r>
            <a:r>
              <a:rPr sz="1800" spc="-20" dirty="0">
                <a:latin typeface="Calibri"/>
                <a:cs typeface="Calibri"/>
              </a:rPr>
              <a:t> </a:t>
            </a:r>
            <a:r>
              <a:rPr sz="1800" dirty="0">
                <a:latin typeface="Calibri"/>
                <a:cs typeface="Calibri"/>
              </a:rPr>
              <a:t>at</a:t>
            </a:r>
            <a:r>
              <a:rPr sz="1800" spc="-25"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time</a:t>
            </a:r>
            <a:r>
              <a:rPr sz="1800" spc="-15"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the</a:t>
            </a:r>
            <a:r>
              <a:rPr sz="1800" spc="-15" dirty="0">
                <a:latin typeface="Calibri"/>
                <a:cs typeface="Calibri"/>
              </a:rPr>
              <a:t> </a:t>
            </a:r>
            <a:r>
              <a:rPr sz="1800" spc="-10" dirty="0">
                <a:latin typeface="Calibri"/>
                <a:cs typeface="Calibri"/>
              </a:rPr>
              <a:t>offence.</a:t>
            </a:r>
            <a:endParaRPr sz="18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9558528"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65" dirty="0"/>
              <a:t> </a:t>
            </a:r>
            <a:r>
              <a:rPr dirty="0"/>
              <a:t>01</a:t>
            </a:r>
            <a:r>
              <a:rPr spc="-35" dirty="0"/>
              <a:t> </a:t>
            </a:r>
            <a:r>
              <a:rPr dirty="0"/>
              <a:t>02:</a:t>
            </a:r>
            <a:r>
              <a:rPr spc="-45" dirty="0"/>
              <a:t> </a:t>
            </a:r>
            <a:r>
              <a:rPr spc="-10" dirty="0"/>
              <a:t>Penalties</a:t>
            </a:r>
            <a:r>
              <a:rPr spc="-35" dirty="0"/>
              <a:t> </a:t>
            </a:r>
            <a:r>
              <a:rPr dirty="0"/>
              <a:t>upon</a:t>
            </a:r>
            <a:r>
              <a:rPr spc="-45" dirty="0"/>
              <a:t> </a:t>
            </a:r>
            <a:r>
              <a:rPr dirty="0"/>
              <a:t>contravening</a:t>
            </a:r>
            <a:r>
              <a:rPr spc="-35" dirty="0"/>
              <a:t> </a:t>
            </a:r>
            <a:r>
              <a:rPr dirty="0"/>
              <a:t>provisions</a:t>
            </a:r>
            <a:r>
              <a:rPr spc="-35" dirty="0"/>
              <a:t> </a:t>
            </a:r>
            <a:r>
              <a:rPr dirty="0"/>
              <a:t>relating</a:t>
            </a:r>
            <a:r>
              <a:rPr spc="-35" dirty="0"/>
              <a:t> </a:t>
            </a:r>
            <a:r>
              <a:rPr dirty="0"/>
              <a:t>to</a:t>
            </a:r>
            <a:r>
              <a:rPr spc="-95" dirty="0"/>
              <a:t> </a:t>
            </a:r>
            <a:r>
              <a:rPr dirty="0"/>
              <a:t>UAS</a:t>
            </a:r>
            <a:r>
              <a:rPr spc="-40" dirty="0"/>
              <a:t> </a:t>
            </a:r>
            <a:r>
              <a:rPr dirty="0"/>
              <a:t>operations</a:t>
            </a:r>
            <a:r>
              <a:rPr spc="-40" dirty="0"/>
              <a:t> </a:t>
            </a:r>
            <a:r>
              <a:rPr dirty="0"/>
              <a:t>of</a:t>
            </a:r>
            <a:r>
              <a:rPr spc="-35" dirty="0"/>
              <a:t> </a:t>
            </a:r>
            <a:r>
              <a:rPr spc="-10" dirty="0"/>
              <a:t>the</a:t>
            </a:r>
            <a:r>
              <a:rPr spc="-90" dirty="0"/>
              <a:t> </a:t>
            </a:r>
            <a:r>
              <a:rPr spc="-25" dirty="0"/>
              <a:t>ANA</a:t>
            </a:r>
          </a:p>
        </p:txBody>
      </p:sp>
      <p:graphicFrame>
        <p:nvGraphicFramePr>
          <p:cNvPr id="5" name="object 5"/>
          <p:cNvGraphicFramePr>
            <a:graphicFrameLocks noGrp="1"/>
          </p:cNvGraphicFramePr>
          <p:nvPr/>
        </p:nvGraphicFramePr>
        <p:xfrm>
          <a:off x="1477959" y="1520650"/>
          <a:ext cx="10019030" cy="5116829"/>
        </p:xfrm>
        <a:graphic>
          <a:graphicData uri="http://schemas.openxmlformats.org/drawingml/2006/table">
            <a:tbl>
              <a:tblPr firstRow="1" bandRow="1">
                <a:tableStyleId>{2D5ABB26-0587-4C30-8999-92F81FD0307C}</a:tableStyleId>
              </a:tblPr>
              <a:tblGrid>
                <a:gridCol w="4210685">
                  <a:extLst>
                    <a:ext uri="{9D8B030D-6E8A-4147-A177-3AD203B41FA5}">
                      <a16:colId xmlns:a16="http://schemas.microsoft.com/office/drawing/2014/main" val="20000"/>
                    </a:ext>
                  </a:extLst>
                </a:gridCol>
                <a:gridCol w="5808345">
                  <a:extLst>
                    <a:ext uri="{9D8B030D-6E8A-4147-A177-3AD203B41FA5}">
                      <a16:colId xmlns:a16="http://schemas.microsoft.com/office/drawing/2014/main" val="20001"/>
                    </a:ext>
                  </a:extLst>
                </a:gridCol>
              </a:tblGrid>
              <a:tr h="448945">
                <a:tc>
                  <a:txBody>
                    <a:bodyPr/>
                    <a:lstStyle/>
                    <a:p>
                      <a:pPr marL="78105">
                        <a:lnSpc>
                          <a:spcPct val="100000"/>
                        </a:lnSpc>
                        <a:spcBef>
                          <a:spcPts val="200"/>
                        </a:spcBef>
                      </a:pPr>
                      <a:r>
                        <a:rPr sz="1600" b="1" spc="-10" dirty="0">
                          <a:solidFill>
                            <a:srgbClr val="FFFFFF"/>
                          </a:solidFill>
                          <a:latin typeface="Corbel"/>
                          <a:cs typeface="Corbel"/>
                        </a:rPr>
                        <a:t>Provisions</a:t>
                      </a:r>
                      <a:endParaRPr sz="1600">
                        <a:latin typeface="Corbel"/>
                        <a:cs typeface="Corbel"/>
                      </a:endParaRPr>
                    </a:p>
                  </a:txBody>
                  <a:tcPr marL="0" marR="0" marT="254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tc>
                  <a:txBody>
                    <a:bodyPr/>
                    <a:lstStyle/>
                    <a:p>
                      <a:pPr marL="78105">
                        <a:lnSpc>
                          <a:spcPct val="100000"/>
                        </a:lnSpc>
                        <a:spcBef>
                          <a:spcPts val="200"/>
                        </a:spcBef>
                      </a:pPr>
                      <a:r>
                        <a:rPr sz="1600" b="1" spc="-10" dirty="0">
                          <a:solidFill>
                            <a:srgbClr val="FFFFFF"/>
                          </a:solidFill>
                          <a:latin typeface="Corbel"/>
                          <a:cs typeface="Corbel"/>
                        </a:rPr>
                        <a:t>Penalties</a:t>
                      </a:r>
                      <a:endParaRPr sz="1600">
                        <a:latin typeface="Corbel"/>
                        <a:cs typeface="Corbel"/>
                      </a:endParaRPr>
                    </a:p>
                  </a:txBody>
                  <a:tcPr marL="0" marR="0" marT="254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extLst>
                  <a:ext uri="{0D108BD9-81ED-4DB2-BD59-A6C34878D82A}">
                    <a16:rowId xmlns:a16="http://schemas.microsoft.com/office/drawing/2014/main" val="10000"/>
                  </a:ext>
                </a:extLst>
              </a:tr>
              <a:tr h="972819">
                <a:tc>
                  <a:txBody>
                    <a:bodyPr/>
                    <a:lstStyle/>
                    <a:p>
                      <a:pPr marL="363855" marR="558165" indent="-285750">
                        <a:lnSpc>
                          <a:spcPct val="105000"/>
                        </a:lnSpc>
                        <a:spcBef>
                          <a:spcPts val="135"/>
                        </a:spcBef>
                        <a:buFont typeface="Wingdings"/>
                        <a:buChar char=""/>
                        <a:tabLst>
                          <a:tab pos="363855" algn="l"/>
                        </a:tabLst>
                      </a:pPr>
                      <a:r>
                        <a:rPr sz="1200" b="1" spc="-10" dirty="0">
                          <a:latin typeface="Corbel"/>
                          <a:cs typeface="Corbel"/>
                        </a:rPr>
                        <a:t>Permit</a:t>
                      </a:r>
                      <a:r>
                        <a:rPr sz="1200" b="1" spc="-30" dirty="0">
                          <a:latin typeface="Corbel"/>
                          <a:cs typeface="Corbel"/>
                        </a:rPr>
                        <a:t> </a:t>
                      </a:r>
                      <a:r>
                        <a:rPr sz="1200" b="1" dirty="0">
                          <a:latin typeface="Corbel"/>
                          <a:cs typeface="Corbel"/>
                        </a:rPr>
                        <a:t>needed</a:t>
                      </a:r>
                      <a:r>
                        <a:rPr sz="1200" b="1" spc="-20" dirty="0">
                          <a:latin typeface="Corbel"/>
                          <a:cs typeface="Corbel"/>
                        </a:rPr>
                        <a:t> </a:t>
                      </a:r>
                      <a:r>
                        <a:rPr sz="1200" b="1" dirty="0">
                          <a:latin typeface="Corbel"/>
                          <a:cs typeface="Corbel"/>
                        </a:rPr>
                        <a:t>for</a:t>
                      </a:r>
                      <a:r>
                        <a:rPr sz="1200" b="1" spc="-20" dirty="0">
                          <a:latin typeface="Corbel"/>
                          <a:cs typeface="Corbel"/>
                        </a:rPr>
                        <a:t> </a:t>
                      </a:r>
                      <a:r>
                        <a:rPr sz="1200" b="1" dirty="0">
                          <a:latin typeface="Corbel"/>
                          <a:cs typeface="Corbel"/>
                        </a:rPr>
                        <a:t>certain</a:t>
                      </a:r>
                      <a:r>
                        <a:rPr sz="1200" b="1" spc="-20" dirty="0">
                          <a:latin typeface="Corbel"/>
                          <a:cs typeface="Corbel"/>
                        </a:rPr>
                        <a:t> </a:t>
                      </a:r>
                      <a:r>
                        <a:rPr sz="1200" b="1" dirty="0">
                          <a:latin typeface="Corbel"/>
                          <a:cs typeface="Corbel"/>
                        </a:rPr>
                        <a:t>overflight</a:t>
                      </a:r>
                      <a:r>
                        <a:rPr sz="1200" b="1" spc="-30" dirty="0">
                          <a:latin typeface="Corbel"/>
                          <a:cs typeface="Corbel"/>
                        </a:rPr>
                        <a:t> </a:t>
                      </a:r>
                      <a:r>
                        <a:rPr sz="1200" b="1" dirty="0">
                          <a:latin typeface="Corbel"/>
                          <a:cs typeface="Corbel"/>
                        </a:rPr>
                        <a:t>by</a:t>
                      </a:r>
                      <a:r>
                        <a:rPr sz="1200" b="1" spc="-30" dirty="0">
                          <a:latin typeface="Corbel"/>
                          <a:cs typeface="Corbel"/>
                        </a:rPr>
                        <a:t> </a:t>
                      </a:r>
                      <a:r>
                        <a:rPr sz="1200" b="1" spc="-10" dirty="0">
                          <a:latin typeface="Corbel"/>
                          <a:cs typeface="Corbel"/>
                        </a:rPr>
                        <a:t>unmanned aircraft</a:t>
                      </a:r>
                      <a:endParaRPr sz="1200">
                        <a:latin typeface="Corbel"/>
                        <a:cs typeface="Corbel"/>
                      </a:endParaRPr>
                    </a:p>
                    <a:p>
                      <a:pPr marL="363855" indent="-285750">
                        <a:lnSpc>
                          <a:spcPts val="1390"/>
                        </a:lnSpc>
                        <a:buFont typeface="Wingdings"/>
                        <a:buChar char=""/>
                        <a:tabLst>
                          <a:tab pos="363855" algn="l"/>
                        </a:tabLst>
                      </a:pPr>
                      <a:r>
                        <a:rPr sz="1200" b="1" dirty="0">
                          <a:latin typeface="Corbel"/>
                          <a:cs typeface="Corbel"/>
                        </a:rPr>
                        <a:t>Discharge</a:t>
                      </a:r>
                      <a:r>
                        <a:rPr sz="1200" b="1" spc="-40" dirty="0">
                          <a:latin typeface="Corbel"/>
                          <a:cs typeface="Corbel"/>
                        </a:rPr>
                        <a:t> </a:t>
                      </a:r>
                      <a:r>
                        <a:rPr sz="1200" b="1" dirty="0">
                          <a:latin typeface="Corbel"/>
                          <a:cs typeface="Corbel"/>
                        </a:rPr>
                        <a:t>from</a:t>
                      </a:r>
                      <a:r>
                        <a:rPr sz="1200" b="1" spc="-30" dirty="0">
                          <a:latin typeface="Corbel"/>
                          <a:cs typeface="Corbel"/>
                        </a:rPr>
                        <a:t> </a:t>
                      </a:r>
                      <a:r>
                        <a:rPr sz="1200" b="1" dirty="0">
                          <a:latin typeface="Corbel"/>
                          <a:cs typeface="Corbel"/>
                        </a:rPr>
                        <a:t>unmanned</a:t>
                      </a:r>
                      <a:r>
                        <a:rPr sz="1200" b="1" spc="-35" dirty="0">
                          <a:latin typeface="Corbel"/>
                          <a:cs typeface="Corbel"/>
                        </a:rPr>
                        <a:t> </a:t>
                      </a:r>
                      <a:r>
                        <a:rPr sz="1200" b="1" spc="-10" dirty="0">
                          <a:latin typeface="Corbel"/>
                          <a:cs typeface="Corbel"/>
                        </a:rPr>
                        <a:t>aircraft</a:t>
                      </a:r>
                      <a:endParaRPr sz="1200">
                        <a:latin typeface="Corbel"/>
                        <a:cs typeface="Corbel"/>
                      </a:endParaRPr>
                    </a:p>
                    <a:p>
                      <a:pPr marL="363855" indent="-285750">
                        <a:lnSpc>
                          <a:spcPct val="100000"/>
                        </a:lnSpc>
                        <a:spcBef>
                          <a:spcPts val="45"/>
                        </a:spcBef>
                        <a:buFont typeface="Wingdings"/>
                        <a:buChar char=""/>
                        <a:tabLst>
                          <a:tab pos="363855" algn="l"/>
                        </a:tabLst>
                      </a:pPr>
                      <a:r>
                        <a:rPr sz="1200" b="1" spc="-10" dirty="0">
                          <a:latin typeface="Times New Roman"/>
                          <a:cs typeface="Times New Roman"/>
                        </a:rPr>
                        <a:t>Prohibited</a:t>
                      </a:r>
                      <a:r>
                        <a:rPr sz="1200" b="1" spc="-35" dirty="0">
                          <a:latin typeface="Times New Roman"/>
                          <a:cs typeface="Times New Roman"/>
                        </a:rPr>
                        <a:t> </a:t>
                      </a:r>
                      <a:r>
                        <a:rPr sz="1200" b="1" dirty="0">
                          <a:latin typeface="Times New Roman"/>
                          <a:cs typeface="Times New Roman"/>
                        </a:rPr>
                        <a:t>photography</a:t>
                      </a:r>
                      <a:r>
                        <a:rPr sz="1200" b="1" spc="-25" dirty="0">
                          <a:latin typeface="Times New Roman"/>
                          <a:cs typeface="Times New Roman"/>
                        </a:rPr>
                        <a:t> </a:t>
                      </a:r>
                      <a:r>
                        <a:rPr sz="1200" b="1" dirty="0">
                          <a:latin typeface="Times New Roman"/>
                          <a:cs typeface="Times New Roman"/>
                        </a:rPr>
                        <a:t>over</a:t>
                      </a:r>
                      <a:r>
                        <a:rPr sz="1200" b="1" spc="-45" dirty="0">
                          <a:latin typeface="Times New Roman"/>
                          <a:cs typeface="Times New Roman"/>
                        </a:rPr>
                        <a:t> </a:t>
                      </a:r>
                      <a:r>
                        <a:rPr sz="1200" b="1" dirty="0">
                          <a:latin typeface="Times New Roman"/>
                          <a:cs typeface="Times New Roman"/>
                        </a:rPr>
                        <a:t>protected</a:t>
                      </a:r>
                      <a:r>
                        <a:rPr sz="1200" b="1" spc="-35" dirty="0">
                          <a:latin typeface="Times New Roman"/>
                          <a:cs typeface="Times New Roman"/>
                        </a:rPr>
                        <a:t> </a:t>
                      </a:r>
                      <a:r>
                        <a:rPr sz="1200" b="1" spc="-20" dirty="0">
                          <a:latin typeface="Times New Roman"/>
                          <a:cs typeface="Times New Roman"/>
                        </a:rPr>
                        <a:t>areas</a:t>
                      </a:r>
                      <a:endParaRPr sz="1200">
                        <a:latin typeface="Times New Roman"/>
                        <a:cs typeface="Times New Roman"/>
                      </a:endParaRPr>
                    </a:p>
                  </a:txBody>
                  <a:tcPr marL="0" marR="0" marT="171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tc>
                  <a:txBody>
                    <a:bodyPr/>
                    <a:lstStyle/>
                    <a:p>
                      <a:pPr marL="421005" indent="-342900">
                        <a:lnSpc>
                          <a:spcPct val="100000"/>
                        </a:lnSpc>
                        <a:spcBef>
                          <a:spcPts val="204"/>
                        </a:spcBef>
                        <a:buAutoNum type="alphaLcParenBoth"/>
                        <a:tabLst>
                          <a:tab pos="421005" algn="l"/>
                        </a:tabLst>
                      </a:pPr>
                      <a:r>
                        <a:rPr sz="1200" i="1" dirty="0">
                          <a:latin typeface="Calibri"/>
                          <a:cs typeface="Calibri"/>
                        </a:rPr>
                        <a:t>to</a:t>
                      </a:r>
                      <a:r>
                        <a:rPr sz="1200" i="1" spc="35" dirty="0">
                          <a:latin typeface="Calibri"/>
                          <a:cs typeface="Calibri"/>
                        </a:rPr>
                        <a:t> </a:t>
                      </a:r>
                      <a:r>
                        <a:rPr sz="1200" i="1" dirty="0">
                          <a:latin typeface="Calibri"/>
                          <a:cs typeface="Calibri"/>
                        </a:rPr>
                        <a:t>a</a:t>
                      </a:r>
                      <a:r>
                        <a:rPr sz="1200" i="1" spc="35" dirty="0">
                          <a:latin typeface="Calibri"/>
                          <a:cs typeface="Calibri"/>
                        </a:rPr>
                        <a:t> </a:t>
                      </a:r>
                      <a:r>
                        <a:rPr sz="1200" i="1" dirty="0">
                          <a:latin typeface="Calibri"/>
                          <a:cs typeface="Calibri"/>
                        </a:rPr>
                        <a:t>fine</a:t>
                      </a:r>
                      <a:r>
                        <a:rPr sz="1200" i="1" spc="40" dirty="0">
                          <a:latin typeface="Calibri"/>
                          <a:cs typeface="Calibri"/>
                        </a:rPr>
                        <a:t> </a:t>
                      </a:r>
                      <a:r>
                        <a:rPr sz="1200" i="1" dirty="0">
                          <a:latin typeface="Calibri"/>
                          <a:cs typeface="Calibri"/>
                        </a:rPr>
                        <a:t>not</a:t>
                      </a:r>
                      <a:r>
                        <a:rPr sz="1200" i="1" spc="35" dirty="0">
                          <a:latin typeface="Calibri"/>
                          <a:cs typeface="Calibri"/>
                        </a:rPr>
                        <a:t> </a:t>
                      </a:r>
                      <a:r>
                        <a:rPr sz="1200" i="1" dirty="0">
                          <a:latin typeface="Calibri"/>
                          <a:cs typeface="Calibri"/>
                        </a:rPr>
                        <a:t>exceeding</a:t>
                      </a:r>
                      <a:r>
                        <a:rPr sz="1200" i="1" spc="30" dirty="0">
                          <a:latin typeface="Calibri"/>
                          <a:cs typeface="Calibri"/>
                        </a:rPr>
                        <a:t> </a:t>
                      </a:r>
                      <a:r>
                        <a:rPr sz="1200" b="1" i="1" dirty="0">
                          <a:latin typeface="Calibri"/>
                          <a:cs typeface="Calibri"/>
                        </a:rPr>
                        <a:t>$50,000</a:t>
                      </a:r>
                      <a:r>
                        <a:rPr sz="1200" b="1" i="1" spc="45" dirty="0">
                          <a:latin typeface="Calibri"/>
                          <a:cs typeface="Calibri"/>
                        </a:rPr>
                        <a:t> </a:t>
                      </a:r>
                      <a:r>
                        <a:rPr sz="1200" i="1" dirty="0">
                          <a:latin typeface="Calibri"/>
                          <a:cs typeface="Calibri"/>
                        </a:rPr>
                        <a:t>or</a:t>
                      </a:r>
                      <a:r>
                        <a:rPr sz="1200" i="1" spc="40" dirty="0">
                          <a:latin typeface="Calibri"/>
                          <a:cs typeface="Calibri"/>
                        </a:rPr>
                        <a:t> </a:t>
                      </a:r>
                      <a:r>
                        <a:rPr sz="1200" i="1" dirty="0">
                          <a:latin typeface="Calibri"/>
                          <a:cs typeface="Calibri"/>
                        </a:rPr>
                        <a:t>to</a:t>
                      </a:r>
                      <a:r>
                        <a:rPr sz="1200" i="1" spc="35" dirty="0">
                          <a:latin typeface="Calibri"/>
                          <a:cs typeface="Calibri"/>
                        </a:rPr>
                        <a:t> </a:t>
                      </a:r>
                      <a:r>
                        <a:rPr sz="1200" i="1" dirty="0">
                          <a:latin typeface="Calibri"/>
                          <a:cs typeface="Calibri"/>
                        </a:rPr>
                        <a:t>imprisonment</a:t>
                      </a:r>
                      <a:r>
                        <a:rPr sz="1200" i="1" spc="35" dirty="0">
                          <a:latin typeface="Calibri"/>
                          <a:cs typeface="Calibri"/>
                        </a:rPr>
                        <a:t> </a:t>
                      </a:r>
                      <a:r>
                        <a:rPr sz="1200" i="1" dirty="0">
                          <a:latin typeface="Calibri"/>
                          <a:cs typeface="Calibri"/>
                        </a:rPr>
                        <a:t>for</a:t>
                      </a:r>
                      <a:r>
                        <a:rPr sz="1200" i="1" spc="40" dirty="0">
                          <a:latin typeface="Calibri"/>
                          <a:cs typeface="Calibri"/>
                        </a:rPr>
                        <a:t> </a:t>
                      </a:r>
                      <a:r>
                        <a:rPr sz="1200" i="1" dirty="0">
                          <a:latin typeface="Calibri"/>
                          <a:cs typeface="Calibri"/>
                        </a:rPr>
                        <a:t>a</a:t>
                      </a:r>
                      <a:r>
                        <a:rPr sz="1200" i="1" spc="35" dirty="0">
                          <a:latin typeface="Calibri"/>
                          <a:cs typeface="Calibri"/>
                        </a:rPr>
                        <a:t> </a:t>
                      </a:r>
                      <a:r>
                        <a:rPr sz="1200" i="1" dirty="0">
                          <a:latin typeface="Calibri"/>
                          <a:cs typeface="Calibri"/>
                        </a:rPr>
                        <a:t>term</a:t>
                      </a:r>
                      <a:r>
                        <a:rPr sz="1200" i="1" spc="40" dirty="0">
                          <a:latin typeface="Calibri"/>
                          <a:cs typeface="Calibri"/>
                        </a:rPr>
                        <a:t> </a:t>
                      </a:r>
                      <a:r>
                        <a:rPr sz="1200" i="1" dirty="0">
                          <a:latin typeface="Calibri"/>
                          <a:cs typeface="Calibri"/>
                        </a:rPr>
                        <a:t>not</a:t>
                      </a:r>
                      <a:r>
                        <a:rPr sz="1200" i="1" spc="40" dirty="0">
                          <a:latin typeface="Calibri"/>
                          <a:cs typeface="Calibri"/>
                        </a:rPr>
                        <a:t> </a:t>
                      </a:r>
                      <a:r>
                        <a:rPr sz="1200" i="1" dirty="0">
                          <a:latin typeface="Calibri"/>
                          <a:cs typeface="Calibri"/>
                        </a:rPr>
                        <a:t>exceeding</a:t>
                      </a:r>
                      <a:r>
                        <a:rPr sz="1200" i="1" spc="30" dirty="0">
                          <a:latin typeface="Calibri"/>
                          <a:cs typeface="Calibri"/>
                        </a:rPr>
                        <a:t> </a:t>
                      </a:r>
                      <a:r>
                        <a:rPr sz="1200" b="1" i="1" dirty="0">
                          <a:latin typeface="Calibri"/>
                          <a:cs typeface="Calibri"/>
                        </a:rPr>
                        <a:t>2</a:t>
                      </a:r>
                      <a:r>
                        <a:rPr sz="1200" b="1" i="1" spc="45" dirty="0">
                          <a:latin typeface="Calibri"/>
                          <a:cs typeface="Calibri"/>
                        </a:rPr>
                        <a:t> </a:t>
                      </a:r>
                      <a:r>
                        <a:rPr sz="1200" b="1" i="1" spc="-10" dirty="0">
                          <a:latin typeface="Calibri"/>
                          <a:cs typeface="Calibri"/>
                        </a:rPr>
                        <a:t>years</a:t>
                      </a:r>
                      <a:endParaRPr sz="1200">
                        <a:latin typeface="Calibri"/>
                        <a:cs typeface="Calibri"/>
                      </a:endParaRPr>
                    </a:p>
                    <a:p>
                      <a:pPr marL="421005">
                        <a:lnSpc>
                          <a:spcPct val="100000"/>
                        </a:lnSpc>
                        <a:spcBef>
                          <a:spcPts val="70"/>
                        </a:spcBef>
                      </a:pPr>
                      <a:r>
                        <a:rPr sz="1200" i="1" dirty="0">
                          <a:latin typeface="Calibri"/>
                          <a:cs typeface="Calibri"/>
                        </a:rPr>
                        <a:t>or</a:t>
                      </a:r>
                      <a:r>
                        <a:rPr sz="1200" i="1" spc="-20" dirty="0">
                          <a:latin typeface="Calibri"/>
                          <a:cs typeface="Calibri"/>
                        </a:rPr>
                        <a:t> </a:t>
                      </a:r>
                      <a:r>
                        <a:rPr sz="1200" i="1" dirty="0">
                          <a:latin typeface="Calibri"/>
                          <a:cs typeface="Calibri"/>
                        </a:rPr>
                        <a:t>to</a:t>
                      </a:r>
                      <a:r>
                        <a:rPr sz="1200" i="1" spc="-15" dirty="0">
                          <a:latin typeface="Calibri"/>
                          <a:cs typeface="Calibri"/>
                        </a:rPr>
                        <a:t> </a:t>
                      </a:r>
                      <a:r>
                        <a:rPr sz="1200" i="1" dirty="0">
                          <a:latin typeface="Calibri"/>
                          <a:cs typeface="Calibri"/>
                        </a:rPr>
                        <a:t>both;</a:t>
                      </a:r>
                      <a:r>
                        <a:rPr sz="1200" i="1" spc="-15" dirty="0">
                          <a:latin typeface="Calibri"/>
                          <a:cs typeface="Calibri"/>
                        </a:rPr>
                        <a:t> </a:t>
                      </a:r>
                      <a:r>
                        <a:rPr sz="1200" i="1" spc="-25" dirty="0">
                          <a:latin typeface="Calibri"/>
                          <a:cs typeface="Calibri"/>
                        </a:rPr>
                        <a:t>but</a:t>
                      </a:r>
                      <a:endParaRPr sz="1200">
                        <a:latin typeface="Calibri"/>
                        <a:cs typeface="Calibri"/>
                      </a:endParaRPr>
                    </a:p>
                    <a:p>
                      <a:pPr marL="421005" marR="73660" indent="-342900">
                        <a:lnSpc>
                          <a:spcPts val="1390"/>
                        </a:lnSpc>
                        <a:spcBef>
                          <a:spcPts val="1240"/>
                        </a:spcBef>
                        <a:buAutoNum type="alphaLcParenBoth" startAt="2"/>
                        <a:tabLst>
                          <a:tab pos="421005" algn="l"/>
                        </a:tabLst>
                      </a:pPr>
                      <a:r>
                        <a:rPr sz="1200" i="1" dirty="0">
                          <a:latin typeface="Calibri"/>
                          <a:cs typeface="Calibri"/>
                        </a:rPr>
                        <a:t>where</a:t>
                      </a:r>
                      <a:r>
                        <a:rPr sz="1200" i="1" spc="305" dirty="0">
                          <a:latin typeface="Calibri"/>
                          <a:cs typeface="Calibri"/>
                        </a:rPr>
                        <a:t> </a:t>
                      </a:r>
                      <a:r>
                        <a:rPr sz="1200" i="1" dirty="0">
                          <a:latin typeface="Calibri"/>
                          <a:cs typeface="Calibri"/>
                        </a:rPr>
                        <a:t>the</a:t>
                      </a:r>
                      <a:r>
                        <a:rPr sz="1200" i="1" spc="310" dirty="0">
                          <a:latin typeface="Calibri"/>
                          <a:cs typeface="Calibri"/>
                        </a:rPr>
                        <a:t> </a:t>
                      </a:r>
                      <a:r>
                        <a:rPr sz="1200" i="1" dirty="0">
                          <a:latin typeface="Calibri"/>
                          <a:cs typeface="Calibri"/>
                        </a:rPr>
                        <a:t>person</a:t>
                      </a:r>
                      <a:r>
                        <a:rPr sz="1200" i="1" spc="305" dirty="0">
                          <a:latin typeface="Calibri"/>
                          <a:cs typeface="Calibri"/>
                        </a:rPr>
                        <a:t> </a:t>
                      </a:r>
                      <a:r>
                        <a:rPr sz="1200" i="1" dirty="0">
                          <a:latin typeface="Calibri"/>
                          <a:cs typeface="Calibri"/>
                        </a:rPr>
                        <a:t>is</a:t>
                      </a:r>
                      <a:r>
                        <a:rPr sz="1200" i="1" spc="305" dirty="0">
                          <a:latin typeface="Calibri"/>
                          <a:cs typeface="Calibri"/>
                        </a:rPr>
                        <a:t> </a:t>
                      </a:r>
                      <a:r>
                        <a:rPr sz="1200" i="1" dirty="0">
                          <a:latin typeface="Calibri"/>
                          <a:cs typeface="Calibri"/>
                        </a:rPr>
                        <a:t>a</a:t>
                      </a:r>
                      <a:r>
                        <a:rPr sz="1200" i="1" spc="305" dirty="0">
                          <a:latin typeface="Calibri"/>
                          <a:cs typeface="Calibri"/>
                        </a:rPr>
                        <a:t> </a:t>
                      </a:r>
                      <a:r>
                        <a:rPr sz="1200" i="1" dirty="0">
                          <a:latin typeface="Calibri"/>
                          <a:cs typeface="Calibri"/>
                        </a:rPr>
                        <a:t>repeat</a:t>
                      </a:r>
                      <a:r>
                        <a:rPr sz="1200" i="1" spc="310" dirty="0">
                          <a:latin typeface="Calibri"/>
                          <a:cs typeface="Calibri"/>
                        </a:rPr>
                        <a:t> </a:t>
                      </a:r>
                      <a:r>
                        <a:rPr sz="1200" i="1" dirty="0">
                          <a:latin typeface="Calibri"/>
                          <a:cs typeface="Calibri"/>
                        </a:rPr>
                        <a:t>offender,</a:t>
                      </a:r>
                      <a:r>
                        <a:rPr sz="1200" i="1" spc="310" dirty="0">
                          <a:latin typeface="Calibri"/>
                          <a:cs typeface="Calibri"/>
                        </a:rPr>
                        <a:t> </a:t>
                      </a:r>
                      <a:r>
                        <a:rPr sz="1200" i="1" dirty="0">
                          <a:latin typeface="Calibri"/>
                          <a:cs typeface="Calibri"/>
                        </a:rPr>
                        <a:t>to</a:t>
                      </a:r>
                      <a:r>
                        <a:rPr sz="1200" i="1" spc="300" dirty="0">
                          <a:latin typeface="Calibri"/>
                          <a:cs typeface="Calibri"/>
                        </a:rPr>
                        <a:t> </a:t>
                      </a:r>
                      <a:r>
                        <a:rPr sz="1200" i="1" dirty="0">
                          <a:latin typeface="Calibri"/>
                          <a:cs typeface="Calibri"/>
                        </a:rPr>
                        <a:t>a</a:t>
                      </a:r>
                      <a:r>
                        <a:rPr sz="1200" i="1" spc="305" dirty="0">
                          <a:latin typeface="Calibri"/>
                          <a:cs typeface="Calibri"/>
                        </a:rPr>
                        <a:t> </a:t>
                      </a:r>
                      <a:r>
                        <a:rPr sz="1200" i="1" dirty="0">
                          <a:latin typeface="Calibri"/>
                          <a:cs typeface="Calibri"/>
                        </a:rPr>
                        <a:t>fine</a:t>
                      </a:r>
                      <a:r>
                        <a:rPr sz="1200" i="1" spc="310" dirty="0">
                          <a:latin typeface="Calibri"/>
                          <a:cs typeface="Calibri"/>
                        </a:rPr>
                        <a:t> </a:t>
                      </a:r>
                      <a:r>
                        <a:rPr sz="1200" i="1" dirty="0">
                          <a:latin typeface="Calibri"/>
                          <a:cs typeface="Calibri"/>
                        </a:rPr>
                        <a:t>not</a:t>
                      </a:r>
                      <a:r>
                        <a:rPr sz="1200" i="1" spc="310" dirty="0">
                          <a:latin typeface="Calibri"/>
                          <a:cs typeface="Calibri"/>
                        </a:rPr>
                        <a:t> </a:t>
                      </a:r>
                      <a:r>
                        <a:rPr sz="1200" i="1" dirty="0">
                          <a:latin typeface="Calibri"/>
                          <a:cs typeface="Calibri"/>
                        </a:rPr>
                        <a:t>exceeding</a:t>
                      </a:r>
                      <a:r>
                        <a:rPr sz="1200" i="1" spc="305" dirty="0">
                          <a:latin typeface="Calibri"/>
                          <a:cs typeface="Calibri"/>
                        </a:rPr>
                        <a:t> </a:t>
                      </a:r>
                      <a:r>
                        <a:rPr sz="1200" b="1" i="1" dirty="0">
                          <a:latin typeface="Calibri"/>
                          <a:cs typeface="Calibri"/>
                        </a:rPr>
                        <a:t>$100,000</a:t>
                      </a:r>
                      <a:r>
                        <a:rPr sz="1200" b="1" i="1" spc="315" dirty="0">
                          <a:latin typeface="Calibri"/>
                          <a:cs typeface="Calibri"/>
                        </a:rPr>
                        <a:t> </a:t>
                      </a:r>
                      <a:r>
                        <a:rPr sz="1200" i="1" dirty="0">
                          <a:latin typeface="Calibri"/>
                          <a:cs typeface="Calibri"/>
                        </a:rPr>
                        <a:t>or</a:t>
                      </a:r>
                      <a:r>
                        <a:rPr sz="1200" i="1" spc="310" dirty="0">
                          <a:latin typeface="Calibri"/>
                          <a:cs typeface="Calibri"/>
                        </a:rPr>
                        <a:t> </a:t>
                      </a:r>
                      <a:r>
                        <a:rPr sz="1200" i="1" spc="-25" dirty="0">
                          <a:latin typeface="Calibri"/>
                          <a:cs typeface="Calibri"/>
                        </a:rPr>
                        <a:t>to </a:t>
                      </a:r>
                      <a:r>
                        <a:rPr sz="1200" i="1" dirty="0">
                          <a:latin typeface="Calibri"/>
                          <a:cs typeface="Calibri"/>
                        </a:rPr>
                        <a:t>imprisonment</a:t>
                      </a:r>
                      <a:r>
                        <a:rPr sz="1200" i="1" spc="-25" dirty="0">
                          <a:latin typeface="Calibri"/>
                          <a:cs typeface="Calibri"/>
                        </a:rPr>
                        <a:t> </a:t>
                      </a:r>
                      <a:r>
                        <a:rPr sz="1200" i="1" dirty="0">
                          <a:latin typeface="Calibri"/>
                          <a:cs typeface="Calibri"/>
                        </a:rPr>
                        <a:t>for</a:t>
                      </a:r>
                      <a:r>
                        <a:rPr sz="1200" i="1" spc="-15" dirty="0">
                          <a:latin typeface="Calibri"/>
                          <a:cs typeface="Calibri"/>
                        </a:rPr>
                        <a:t> </a:t>
                      </a:r>
                      <a:r>
                        <a:rPr sz="1200" i="1" dirty="0">
                          <a:latin typeface="Calibri"/>
                          <a:cs typeface="Calibri"/>
                        </a:rPr>
                        <a:t>a</a:t>
                      </a:r>
                      <a:r>
                        <a:rPr sz="1200" i="1" spc="-25" dirty="0">
                          <a:latin typeface="Calibri"/>
                          <a:cs typeface="Calibri"/>
                        </a:rPr>
                        <a:t> </a:t>
                      </a:r>
                      <a:r>
                        <a:rPr sz="1200" i="1" dirty="0">
                          <a:latin typeface="Calibri"/>
                          <a:cs typeface="Calibri"/>
                        </a:rPr>
                        <a:t>term</a:t>
                      </a:r>
                      <a:r>
                        <a:rPr sz="1200" i="1" spc="-20" dirty="0">
                          <a:latin typeface="Calibri"/>
                          <a:cs typeface="Calibri"/>
                        </a:rPr>
                        <a:t> </a:t>
                      </a:r>
                      <a:r>
                        <a:rPr sz="1200" i="1" dirty="0">
                          <a:latin typeface="Calibri"/>
                          <a:cs typeface="Calibri"/>
                        </a:rPr>
                        <a:t>not</a:t>
                      </a:r>
                      <a:r>
                        <a:rPr sz="1200" i="1" spc="-20" dirty="0">
                          <a:latin typeface="Calibri"/>
                          <a:cs typeface="Calibri"/>
                        </a:rPr>
                        <a:t> </a:t>
                      </a:r>
                      <a:r>
                        <a:rPr sz="1200" i="1" spc="-10" dirty="0">
                          <a:latin typeface="Calibri"/>
                          <a:cs typeface="Calibri"/>
                        </a:rPr>
                        <a:t>exceeding</a:t>
                      </a:r>
                      <a:r>
                        <a:rPr sz="1200" i="1" spc="-25" dirty="0">
                          <a:latin typeface="Calibri"/>
                          <a:cs typeface="Calibri"/>
                        </a:rPr>
                        <a:t> </a:t>
                      </a:r>
                      <a:r>
                        <a:rPr sz="1200" b="1" i="1" dirty="0">
                          <a:latin typeface="Calibri"/>
                          <a:cs typeface="Calibri"/>
                        </a:rPr>
                        <a:t>5</a:t>
                      </a:r>
                      <a:r>
                        <a:rPr sz="1200" b="1" i="1" spc="-15" dirty="0">
                          <a:latin typeface="Calibri"/>
                          <a:cs typeface="Calibri"/>
                        </a:rPr>
                        <a:t> </a:t>
                      </a:r>
                      <a:r>
                        <a:rPr sz="1200" b="1" i="1" dirty="0">
                          <a:latin typeface="Calibri"/>
                          <a:cs typeface="Calibri"/>
                        </a:rPr>
                        <a:t>years</a:t>
                      </a:r>
                      <a:r>
                        <a:rPr sz="1200" b="1" i="1" spc="-2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to</a:t>
                      </a:r>
                      <a:r>
                        <a:rPr sz="1200" i="1" spc="-20" dirty="0">
                          <a:latin typeface="Calibri"/>
                          <a:cs typeface="Calibri"/>
                        </a:rPr>
                        <a:t> both</a:t>
                      </a:r>
                      <a:endParaRPr sz="1200">
                        <a:latin typeface="Calibri"/>
                        <a:cs typeface="Calibri"/>
                      </a:endParaRPr>
                    </a:p>
                  </a:txBody>
                  <a:tcPr marL="0" marR="0" marT="2603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extLst>
                  <a:ext uri="{0D108BD9-81ED-4DB2-BD59-A6C34878D82A}">
                    <a16:rowId xmlns:a16="http://schemas.microsoft.com/office/drawing/2014/main" val="10001"/>
                  </a:ext>
                </a:extLst>
              </a:tr>
              <a:tr h="873760">
                <a:tc>
                  <a:txBody>
                    <a:bodyPr/>
                    <a:lstStyle/>
                    <a:p>
                      <a:pPr marL="249554" marR="129539" indent="-171450">
                        <a:lnSpc>
                          <a:spcPct val="105000"/>
                        </a:lnSpc>
                        <a:spcBef>
                          <a:spcPts val="125"/>
                        </a:spcBef>
                        <a:buFont typeface="Wingdings"/>
                        <a:buChar char=""/>
                        <a:tabLst>
                          <a:tab pos="249554" algn="l"/>
                        </a:tabLst>
                      </a:pPr>
                      <a:r>
                        <a:rPr sz="1200" b="1" dirty="0">
                          <a:latin typeface="Corbel"/>
                          <a:cs typeface="Corbel"/>
                        </a:rPr>
                        <a:t>Absolute</a:t>
                      </a:r>
                      <a:r>
                        <a:rPr sz="1200" b="1" spc="-40" dirty="0">
                          <a:latin typeface="Corbel"/>
                          <a:cs typeface="Corbel"/>
                        </a:rPr>
                        <a:t> </a:t>
                      </a:r>
                      <a:r>
                        <a:rPr sz="1200" b="1" dirty="0">
                          <a:latin typeface="Corbel"/>
                          <a:cs typeface="Corbel"/>
                        </a:rPr>
                        <a:t>prohibition</a:t>
                      </a:r>
                      <a:r>
                        <a:rPr sz="1200" b="1" spc="-40" dirty="0">
                          <a:latin typeface="Corbel"/>
                          <a:cs typeface="Corbel"/>
                        </a:rPr>
                        <a:t> </a:t>
                      </a:r>
                      <a:r>
                        <a:rPr sz="1200" b="1" dirty="0">
                          <a:latin typeface="Corbel"/>
                          <a:cs typeface="Corbel"/>
                        </a:rPr>
                        <a:t>of</a:t>
                      </a:r>
                      <a:r>
                        <a:rPr sz="1200" b="1" spc="-35" dirty="0">
                          <a:latin typeface="Corbel"/>
                          <a:cs typeface="Corbel"/>
                        </a:rPr>
                        <a:t> </a:t>
                      </a:r>
                      <a:r>
                        <a:rPr sz="1200" b="1" dirty="0">
                          <a:latin typeface="Corbel"/>
                          <a:cs typeface="Corbel"/>
                        </a:rPr>
                        <a:t>carriage</a:t>
                      </a:r>
                      <a:r>
                        <a:rPr sz="1200" b="1" spc="-40" dirty="0">
                          <a:latin typeface="Corbel"/>
                          <a:cs typeface="Corbel"/>
                        </a:rPr>
                        <a:t> </a:t>
                      </a:r>
                      <a:r>
                        <a:rPr sz="1200" b="1" dirty="0">
                          <a:latin typeface="Corbel"/>
                          <a:cs typeface="Corbel"/>
                        </a:rPr>
                        <a:t>of</a:t>
                      </a:r>
                      <a:r>
                        <a:rPr sz="1200" b="1" spc="-30" dirty="0">
                          <a:latin typeface="Corbel"/>
                          <a:cs typeface="Corbel"/>
                        </a:rPr>
                        <a:t> </a:t>
                      </a:r>
                      <a:r>
                        <a:rPr sz="1200" b="1" dirty="0">
                          <a:latin typeface="Corbel"/>
                          <a:cs typeface="Corbel"/>
                        </a:rPr>
                        <a:t>dangerous</a:t>
                      </a:r>
                      <a:r>
                        <a:rPr sz="1200" b="1" spc="-30" dirty="0">
                          <a:latin typeface="Corbel"/>
                          <a:cs typeface="Corbel"/>
                        </a:rPr>
                        <a:t> </a:t>
                      </a:r>
                      <a:r>
                        <a:rPr sz="1200" b="1" dirty="0">
                          <a:latin typeface="Corbel"/>
                          <a:cs typeface="Corbel"/>
                        </a:rPr>
                        <a:t>materials</a:t>
                      </a:r>
                      <a:r>
                        <a:rPr sz="1200" b="1" spc="-30" dirty="0">
                          <a:latin typeface="Corbel"/>
                          <a:cs typeface="Corbel"/>
                        </a:rPr>
                        <a:t> </a:t>
                      </a:r>
                      <a:r>
                        <a:rPr sz="1200" b="1" spc="-25" dirty="0">
                          <a:latin typeface="Corbel"/>
                          <a:cs typeface="Corbel"/>
                        </a:rPr>
                        <a:t>on </a:t>
                      </a:r>
                      <a:r>
                        <a:rPr sz="1200" b="1" dirty="0">
                          <a:latin typeface="Corbel"/>
                          <a:cs typeface="Corbel"/>
                        </a:rPr>
                        <a:t>unmanned</a:t>
                      </a:r>
                      <a:r>
                        <a:rPr sz="1200" b="1" spc="-35" dirty="0">
                          <a:latin typeface="Corbel"/>
                          <a:cs typeface="Corbel"/>
                        </a:rPr>
                        <a:t> </a:t>
                      </a:r>
                      <a:r>
                        <a:rPr sz="1200" b="1" spc="-10" dirty="0">
                          <a:latin typeface="Corbel"/>
                          <a:cs typeface="Corbel"/>
                        </a:rPr>
                        <a:t>aircraft</a:t>
                      </a:r>
                      <a:endParaRPr sz="1200">
                        <a:latin typeface="Corbel"/>
                        <a:cs typeface="Corbel"/>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tc>
                  <a:txBody>
                    <a:bodyPr/>
                    <a:lstStyle/>
                    <a:p>
                      <a:pPr marL="78105" marR="509270">
                        <a:lnSpc>
                          <a:spcPct val="105000"/>
                        </a:lnSpc>
                        <a:spcBef>
                          <a:spcPts val="125"/>
                        </a:spcBef>
                      </a:pPr>
                      <a:r>
                        <a:rPr sz="1200" dirty="0">
                          <a:latin typeface="Calibri"/>
                          <a:cs typeface="Calibri"/>
                        </a:rPr>
                        <a:t>the</a:t>
                      </a:r>
                      <a:r>
                        <a:rPr sz="1200" spc="-15" dirty="0">
                          <a:latin typeface="Calibri"/>
                          <a:cs typeface="Calibri"/>
                        </a:rPr>
                        <a:t> </a:t>
                      </a:r>
                      <a:r>
                        <a:rPr sz="1200" dirty="0">
                          <a:latin typeface="Calibri"/>
                          <a:cs typeface="Calibri"/>
                        </a:rPr>
                        <a:t>person</a:t>
                      </a:r>
                      <a:r>
                        <a:rPr sz="1200" spc="-20" dirty="0">
                          <a:latin typeface="Calibri"/>
                          <a:cs typeface="Calibri"/>
                        </a:rPr>
                        <a:t> </a:t>
                      </a:r>
                      <a:r>
                        <a:rPr sz="1200" dirty="0">
                          <a:latin typeface="Calibri"/>
                          <a:cs typeface="Calibri"/>
                        </a:rPr>
                        <a:t>shall</a:t>
                      </a:r>
                      <a:r>
                        <a:rPr sz="1200" spc="-20" dirty="0">
                          <a:latin typeface="Calibri"/>
                          <a:cs typeface="Calibri"/>
                        </a:rPr>
                        <a:t> </a:t>
                      </a:r>
                      <a:r>
                        <a:rPr sz="1200" dirty="0">
                          <a:latin typeface="Calibri"/>
                          <a:cs typeface="Calibri"/>
                        </a:rPr>
                        <a:t>be</a:t>
                      </a:r>
                      <a:r>
                        <a:rPr sz="1200" spc="-10" dirty="0">
                          <a:latin typeface="Calibri"/>
                          <a:cs typeface="Calibri"/>
                        </a:rPr>
                        <a:t> </a:t>
                      </a:r>
                      <a:r>
                        <a:rPr sz="1200" dirty="0">
                          <a:latin typeface="Calibri"/>
                          <a:cs typeface="Calibri"/>
                        </a:rPr>
                        <a:t>guilty</a:t>
                      </a:r>
                      <a:r>
                        <a:rPr sz="1200" spc="-20" dirty="0">
                          <a:latin typeface="Calibri"/>
                          <a:cs typeface="Calibri"/>
                        </a:rPr>
                        <a:t> </a:t>
                      </a:r>
                      <a:r>
                        <a:rPr sz="1200" dirty="0">
                          <a:latin typeface="Calibri"/>
                          <a:cs typeface="Calibri"/>
                        </a:rPr>
                        <a:t>of</a:t>
                      </a:r>
                      <a:r>
                        <a:rPr sz="1200" spc="-20" dirty="0">
                          <a:latin typeface="Calibri"/>
                          <a:cs typeface="Calibri"/>
                        </a:rPr>
                        <a:t> </a:t>
                      </a:r>
                      <a:r>
                        <a:rPr sz="1200" dirty="0">
                          <a:latin typeface="Calibri"/>
                          <a:cs typeface="Calibri"/>
                        </a:rPr>
                        <a:t>an</a:t>
                      </a:r>
                      <a:r>
                        <a:rPr sz="1200" spc="-20" dirty="0">
                          <a:latin typeface="Calibri"/>
                          <a:cs typeface="Calibri"/>
                        </a:rPr>
                        <a:t> </a:t>
                      </a:r>
                      <a:r>
                        <a:rPr sz="1200" spc="-10" dirty="0">
                          <a:latin typeface="Calibri"/>
                          <a:cs typeface="Calibri"/>
                        </a:rPr>
                        <a:t>offence</a:t>
                      </a:r>
                      <a:r>
                        <a:rPr sz="1200" spc="-15" dirty="0">
                          <a:latin typeface="Calibri"/>
                          <a:cs typeface="Calibri"/>
                        </a:rPr>
                        <a:t> </a:t>
                      </a:r>
                      <a:r>
                        <a:rPr sz="1200" dirty="0">
                          <a:latin typeface="Calibri"/>
                          <a:cs typeface="Calibri"/>
                        </a:rPr>
                        <a:t>and</a:t>
                      </a:r>
                      <a:r>
                        <a:rPr sz="1200" spc="-20" dirty="0">
                          <a:latin typeface="Calibri"/>
                          <a:cs typeface="Calibri"/>
                        </a:rPr>
                        <a:t> </a:t>
                      </a:r>
                      <a:r>
                        <a:rPr sz="1200" dirty="0">
                          <a:latin typeface="Calibri"/>
                          <a:cs typeface="Calibri"/>
                        </a:rPr>
                        <a:t>shall</a:t>
                      </a:r>
                      <a:r>
                        <a:rPr sz="1200" spc="-15" dirty="0">
                          <a:latin typeface="Calibri"/>
                          <a:cs typeface="Calibri"/>
                        </a:rPr>
                        <a:t> </a:t>
                      </a:r>
                      <a:r>
                        <a:rPr sz="1200" dirty="0">
                          <a:latin typeface="Calibri"/>
                          <a:cs typeface="Calibri"/>
                        </a:rPr>
                        <a:t>be</a:t>
                      </a:r>
                      <a:r>
                        <a:rPr sz="1200" spc="-15" dirty="0">
                          <a:latin typeface="Calibri"/>
                          <a:cs typeface="Calibri"/>
                        </a:rPr>
                        <a:t> </a:t>
                      </a:r>
                      <a:r>
                        <a:rPr sz="1200" dirty="0">
                          <a:latin typeface="Calibri"/>
                          <a:cs typeface="Calibri"/>
                        </a:rPr>
                        <a:t>liable</a:t>
                      </a:r>
                      <a:r>
                        <a:rPr sz="1200" spc="-10" dirty="0">
                          <a:latin typeface="Calibri"/>
                          <a:cs typeface="Calibri"/>
                        </a:rPr>
                        <a:t> </a:t>
                      </a:r>
                      <a:r>
                        <a:rPr sz="1200" dirty="0">
                          <a:latin typeface="Calibri"/>
                          <a:cs typeface="Calibri"/>
                        </a:rPr>
                        <a:t>on</a:t>
                      </a:r>
                      <a:r>
                        <a:rPr sz="1200" spc="-20" dirty="0">
                          <a:latin typeface="Calibri"/>
                          <a:cs typeface="Calibri"/>
                        </a:rPr>
                        <a:t> </a:t>
                      </a:r>
                      <a:r>
                        <a:rPr sz="1200" spc="-10" dirty="0">
                          <a:latin typeface="Calibri"/>
                          <a:cs typeface="Calibri"/>
                        </a:rPr>
                        <a:t>conviction</a:t>
                      </a:r>
                      <a:r>
                        <a:rPr sz="1200" spc="-25" dirty="0">
                          <a:latin typeface="Calibri"/>
                          <a:cs typeface="Calibri"/>
                        </a:rPr>
                        <a:t> </a:t>
                      </a:r>
                      <a:r>
                        <a:rPr sz="1200" dirty="0">
                          <a:latin typeface="Calibri"/>
                          <a:cs typeface="Calibri"/>
                        </a:rPr>
                        <a:t>to</a:t>
                      </a:r>
                      <a:r>
                        <a:rPr sz="1200" spc="-10" dirty="0">
                          <a:latin typeface="Calibri"/>
                          <a:cs typeface="Calibri"/>
                        </a:rPr>
                        <a:t> </a:t>
                      </a:r>
                      <a:r>
                        <a:rPr sz="1200" dirty="0">
                          <a:latin typeface="Calibri"/>
                          <a:cs typeface="Calibri"/>
                        </a:rPr>
                        <a:t>a</a:t>
                      </a:r>
                      <a:r>
                        <a:rPr sz="1200" spc="-20" dirty="0">
                          <a:latin typeface="Calibri"/>
                          <a:cs typeface="Calibri"/>
                        </a:rPr>
                        <a:t> </a:t>
                      </a:r>
                      <a:r>
                        <a:rPr sz="1200" dirty="0">
                          <a:latin typeface="Calibri"/>
                          <a:cs typeface="Calibri"/>
                        </a:rPr>
                        <a:t>fine</a:t>
                      </a:r>
                      <a:r>
                        <a:rPr sz="1200" spc="-10" dirty="0">
                          <a:latin typeface="Calibri"/>
                          <a:cs typeface="Calibri"/>
                        </a:rPr>
                        <a:t> </a:t>
                      </a:r>
                      <a:r>
                        <a:rPr sz="1200" spc="-25" dirty="0">
                          <a:latin typeface="Calibri"/>
                          <a:cs typeface="Calibri"/>
                        </a:rPr>
                        <a:t>not </a:t>
                      </a:r>
                      <a:r>
                        <a:rPr sz="1200" spc="-10" dirty="0">
                          <a:latin typeface="Calibri"/>
                          <a:cs typeface="Calibri"/>
                        </a:rPr>
                        <a:t>exceeding</a:t>
                      </a:r>
                      <a:r>
                        <a:rPr sz="1200" spc="-15" dirty="0">
                          <a:latin typeface="Calibri"/>
                          <a:cs typeface="Calibri"/>
                        </a:rPr>
                        <a:t> </a:t>
                      </a:r>
                      <a:r>
                        <a:rPr sz="1200" b="1" dirty="0">
                          <a:latin typeface="Calibri"/>
                          <a:cs typeface="Calibri"/>
                        </a:rPr>
                        <a:t>$100,000</a:t>
                      </a:r>
                      <a:r>
                        <a:rPr sz="1200" b="1" spc="-5" dirty="0">
                          <a:latin typeface="Calibri"/>
                          <a:cs typeface="Calibri"/>
                        </a:rPr>
                        <a:t> </a:t>
                      </a:r>
                      <a:r>
                        <a:rPr sz="1200" dirty="0">
                          <a:latin typeface="Calibri"/>
                          <a:cs typeface="Calibri"/>
                        </a:rPr>
                        <a:t>or</a:t>
                      </a:r>
                      <a:r>
                        <a:rPr sz="1200" spc="-20" dirty="0">
                          <a:latin typeface="Calibri"/>
                          <a:cs typeface="Calibri"/>
                        </a:rPr>
                        <a:t> </a:t>
                      </a:r>
                      <a:r>
                        <a:rPr sz="1200" dirty="0">
                          <a:latin typeface="Calibri"/>
                          <a:cs typeface="Calibri"/>
                        </a:rPr>
                        <a:t>to</a:t>
                      </a:r>
                      <a:r>
                        <a:rPr sz="1200" spc="-5" dirty="0">
                          <a:latin typeface="Calibri"/>
                          <a:cs typeface="Calibri"/>
                        </a:rPr>
                        <a:t> </a:t>
                      </a:r>
                      <a:r>
                        <a:rPr sz="1200" spc="-10" dirty="0">
                          <a:latin typeface="Calibri"/>
                          <a:cs typeface="Calibri"/>
                        </a:rPr>
                        <a:t>imprisonment </a:t>
                      </a:r>
                      <a:r>
                        <a:rPr sz="1200" dirty="0">
                          <a:latin typeface="Calibri"/>
                          <a:cs typeface="Calibri"/>
                        </a:rPr>
                        <a:t>for</a:t>
                      </a:r>
                      <a:r>
                        <a:rPr sz="1200" spc="-20" dirty="0">
                          <a:latin typeface="Calibri"/>
                          <a:cs typeface="Calibri"/>
                        </a:rPr>
                        <a:t> </a:t>
                      </a:r>
                      <a:r>
                        <a:rPr sz="1200" dirty="0">
                          <a:latin typeface="Calibri"/>
                          <a:cs typeface="Calibri"/>
                        </a:rPr>
                        <a:t>a</a:t>
                      </a:r>
                      <a:r>
                        <a:rPr sz="1200" spc="-10" dirty="0">
                          <a:latin typeface="Calibri"/>
                          <a:cs typeface="Calibri"/>
                        </a:rPr>
                        <a:t> </a:t>
                      </a:r>
                      <a:r>
                        <a:rPr sz="1200" dirty="0">
                          <a:latin typeface="Calibri"/>
                          <a:cs typeface="Calibri"/>
                        </a:rPr>
                        <a:t>term</a:t>
                      </a:r>
                      <a:r>
                        <a:rPr sz="1200" spc="-5" dirty="0">
                          <a:latin typeface="Calibri"/>
                          <a:cs typeface="Calibri"/>
                        </a:rPr>
                        <a:t> </a:t>
                      </a:r>
                      <a:r>
                        <a:rPr sz="1200" dirty="0">
                          <a:latin typeface="Calibri"/>
                          <a:cs typeface="Calibri"/>
                        </a:rPr>
                        <a:t>not</a:t>
                      </a:r>
                      <a:r>
                        <a:rPr sz="1200" spc="-15" dirty="0">
                          <a:latin typeface="Calibri"/>
                          <a:cs typeface="Calibri"/>
                        </a:rPr>
                        <a:t> </a:t>
                      </a:r>
                      <a:r>
                        <a:rPr sz="1200" spc="-10" dirty="0">
                          <a:latin typeface="Calibri"/>
                          <a:cs typeface="Calibri"/>
                        </a:rPr>
                        <a:t>exceeding</a:t>
                      </a:r>
                      <a:r>
                        <a:rPr sz="1200" spc="-15" dirty="0">
                          <a:latin typeface="Calibri"/>
                          <a:cs typeface="Calibri"/>
                        </a:rPr>
                        <a:t> </a:t>
                      </a:r>
                      <a:r>
                        <a:rPr sz="1200" b="1" dirty="0">
                          <a:latin typeface="Calibri"/>
                          <a:cs typeface="Calibri"/>
                        </a:rPr>
                        <a:t>5</a:t>
                      </a:r>
                      <a:r>
                        <a:rPr sz="1200" b="1" spc="-10" dirty="0">
                          <a:latin typeface="Calibri"/>
                          <a:cs typeface="Calibri"/>
                        </a:rPr>
                        <a:t> </a:t>
                      </a:r>
                      <a:r>
                        <a:rPr sz="1200" b="1" dirty="0">
                          <a:latin typeface="Calibri"/>
                          <a:cs typeface="Calibri"/>
                        </a:rPr>
                        <a:t>years</a:t>
                      </a:r>
                      <a:r>
                        <a:rPr sz="1200" b="1" spc="-15" dirty="0">
                          <a:latin typeface="Calibri"/>
                          <a:cs typeface="Calibri"/>
                        </a:rPr>
                        <a:t> </a:t>
                      </a:r>
                      <a:r>
                        <a:rPr sz="1200" dirty="0">
                          <a:latin typeface="Calibri"/>
                          <a:cs typeface="Calibri"/>
                        </a:rPr>
                        <a:t>or</a:t>
                      </a:r>
                      <a:r>
                        <a:rPr sz="1200" spc="-15" dirty="0">
                          <a:latin typeface="Calibri"/>
                          <a:cs typeface="Calibri"/>
                        </a:rPr>
                        <a:t> </a:t>
                      </a:r>
                      <a:r>
                        <a:rPr sz="1200" dirty="0">
                          <a:latin typeface="Calibri"/>
                          <a:cs typeface="Calibri"/>
                        </a:rPr>
                        <a:t>to</a:t>
                      </a:r>
                      <a:r>
                        <a:rPr sz="1200" spc="-10" dirty="0">
                          <a:latin typeface="Calibri"/>
                          <a:cs typeface="Calibri"/>
                        </a:rPr>
                        <a:t> both.</a:t>
                      </a:r>
                      <a:endParaRPr sz="1200">
                        <a:latin typeface="Calibri"/>
                        <a:cs typeface="Calibri"/>
                      </a:endParaRPr>
                    </a:p>
                  </a:txBody>
                  <a:tcPr marL="0" marR="0" marT="158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extLst>
                  <a:ext uri="{0D108BD9-81ED-4DB2-BD59-A6C34878D82A}">
                    <a16:rowId xmlns:a16="http://schemas.microsoft.com/office/drawing/2014/main" val="10002"/>
                  </a:ext>
                </a:extLst>
              </a:tr>
              <a:tr h="2821305">
                <a:tc>
                  <a:txBody>
                    <a:bodyPr/>
                    <a:lstStyle/>
                    <a:p>
                      <a:pPr marL="249554" marR="88265" indent="-171450">
                        <a:lnSpc>
                          <a:spcPct val="105000"/>
                        </a:lnSpc>
                        <a:spcBef>
                          <a:spcPts val="130"/>
                        </a:spcBef>
                        <a:buFont typeface="Wingdings"/>
                        <a:buChar char=""/>
                        <a:tabLst>
                          <a:tab pos="249554" algn="l"/>
                        </a:tabLst>
                      </a:pPr>
                      <a:r>
                        <a:rPr sz="1200" b="1" dirty="0">
                          <a:latin typeface="Corbel"/>
                          <a:cs typeface="Corbel"/>
                        </a:rPr>
                        <a:t>Dangerous</a:t>
                      </a:r>
                      <a:r>
                        <a:rPr sz="1200" b="1" spc="-40" dirty="0">
                          <a:latin typeface="Corbel"/>
                          <a:cs typeface="Corbel"/>
                        </a:rPr>
                        <a:t> </a:t>
                      </a:r>
                      <a:r>
                        <a:rPr sz="1200" b="1" dirty="0">
                          <a:latin typeface="Corbel"/>
                          <a:cs typeface="Corbel"/>
                        </a:rPr>
                        <a:t>activity</a:t>
                      </a:r>
                      <a:r>
                        <a:rPr sz="1200" b="1" spc="-40" dirty="0">
                          <a:latin typeface="Corbel"/>
                          <a:cs typeface="Corbel"/>
                        </a:rPr>
                        <a:t> </a:t>
                      </a:r>
                      <a:r>
                        <a:rPr sz="1200" b="1" dirty="0">
                          <a:latin typeface="Corbel"/>
                          <a:cs typeface="Corbel"/>
                        </a:rPr>
                        <a:t>involving</a:t>
                      </a:r>
                      <a:r>
                        <a:rPr sz="1200" b="1" spc="-35" dirty="0">
                          <a:latin typeface="Corbel"/>
                          <a:cs typeface="Corbel"/>
                        </a:rPr>
                        <a:t> </a:t>
                      </a:r>
                      <a:r>
                        <a:rPr sz="1200" b="1" dirty="0">
                          <a:latin typeface="Corbel"/>
                          <a:cs typeface="Corbel"/>
                        </a:rPr>
                        <a:t>aircraft,</a:t>
                      </a:r>
                      <a:r>
                        <a:rPr sz="1200" b="1" spc="-45" dirty="0">
                          <a:latin typeface="Corbel"/>
                          <a:cs typeface="Corbel"/>
                        </a:rPr>
                        <a:t> </a:t>
                      </a:r>
                      <a:r>
                        <a:rPr sz="1200" b="1" dirty="0">
                          <a:latin typeface="Corbel"/>
                          <a:cs typeface="Corbel"/>
                        </a:rPr>
                        <a:t>aeronautical</a:t>
                      </a:r>
                      <a:r>
                        <a:rPr sz="1200" b="1" spc="-45" dirty="0">
                          <a:latin typeface="Corbel"/>
                          <a:cs typeface="Corbel"/>
                        </a:rPr>
                        <a:t> </a:t>
                      </a:r>
                      <a:r>
                        <a:rPr sz="1200" b="1" spc="-10" dirty="0">
                          <a:latin typeface="Corbel"/>
                          <a:cs typeface="Corbel"/>
                        </a:rPr>
                        <a:t>product, </a:t>
                      </a:r>
                      <a:r>
                        <a:rPr sz="1200" b="1" spc="-20" dirty="0">
                          <a:latin typeface="Corbel"/>
                          <a:cs typeface="Corbel"/>
                        </a:rPr>
                        <a:t>etc.</a:t>
                      </a:r>
                      <a:endParaRPr sz="1200">
                        <a:latin typeface="Corbel"/>
                        <a:cs typeface="Corbel"/>
                      </a:endParaRPr>
                    </a:p>
                  </a:txBody>
                  <a:tcPr marL="0" marR="0" marT="165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3F5"/>
                    </a:solidFill>
                  </a:tcPr>
                </a:tc>
                <a:tc>
                  <a:txBody>
                    <a:bodyPr/>
                    <a:lstStyle/>
                    <a:p>
                      <a:pPr marL="78105" marR="97790" algn="just">
                        <a:lnSpc>
                          <a:spcPct val="100800"/>
                        </a:lnSpc>
                        <a:spcBef>
                          <a:spcPts val="195"/>
                        </a:spcBef>
                      </a:pPr>
                      <a:r>
                        <a:rPr sz="1200" dirty="0">
                          <a:latin typeface="Calibri"/>
                          <a:cs typeface="Calibri"/>
                        </a:rPr>
                        <a:t>Any</a:t>
                      </a:r>
                      <a:r>
                        <a:rPr sz="1200" spc="-30" dirty="0">
                          <a:latin typeface="Calibri"/>
                          <a:cs typeface="Calibri"/>
                        </a:rPr>
                        <a:t> </a:t>
                      </a:r>
                      <a:r>
                        <a:rPr sz="1200" dirty="0">
                          <a:latin typeface="Calibri"/>
                          <a:cs typeface="Calibri"/>
                        </a:rPr>
                        <a:t>person</a:t>
                      </a:r>
                      <a:r>
                        <a:rPr sz="1200" spc="-25" dirty="0">
                          <a:latin typeface="Calibri"/>
                          <a:cs typeface="Calibri"/>
                        </a:rPr>
                        <a:t> </a:t>
                      </a:r>
                      <a:r>
                        <a:rPr sz="1200" dirty="0">
                          <a:latin typeface="Calibri"/>
                          <a:cs typeface="Calibri"/>
                        </a:rPr>
                        <a:t>who</a:t>
                      </a:r>
                      <a:r>
                        <a:rPr sz="1200" spc="-15" dirty="0">
                          <a:latin typeface="Calibri"/>
                          <a:cs typeface="Calibri"/>
                        </a:rPr>
                        <a:t> </a:t>
                      </a:r>
                      <a:r>
                        <a:rPr sz="1200" spc="-10" dirty="0">
                          <a:latin typeface="Calibri"/>
                          <a:cs typeface="Calibri"/>
                        </a:rPr>
                        <a:t>contravenes</a:t>
                      </a:r>
                      <a:r>
                        <a:rPr sz="1200" spc="-15" dirty="0">
                          <a:latin typeface="Calibri"/>
                          <a:cs typeface="Calibri"/>
                        </a:rPr>
                        <a:t> </a:t>
                      </a:r>
                      <a:r>
                        <a:rPr sz="1200" dirty="0">
                          <a:latin typeface="Calibri"/>
                          <a:cs typeface="Calibri"/>
                        </a:rPr>
                        <a:t>subsection</a:t>
                      </a:r>
                      <a:r>
                        <a:rPr sz="1200" spc="-20" dirty="0">
                          <a:latin typeface="Calibri"/>
                          <a:cs typeface="Calibri"/>
                        </a:rPr>
                        <a:t> </a:t>
                      </a:r>
                      <a:r>
                        <a:rPr sz="1200" dirty="0">
                          <a:latin typeface="Calibri"/>
                          <a:cs typeface="Calibri"/>
                        </a:rPr>
                        <a:t>(1),</a:t>
                      </a:r>
                      <a:r>
                        <a:rPr sz="1200" spc="-20" dirty="0">
                          <a:latin typeface="Calibri"/>
                          <a:cs typeface="Calibri"/>
                        </a:rPr>
                        <a:t> </a:t>
                      </a:r>
                      <a:r>
                        <a:rPr sz="1200" dirty="0">
                          <a:latin typeface="Calibri"/>
                          <a:cs typeface="Calibri"/>
                        </a:rPr>
                        <a:t>(2)</a:t>
                      </a:r>
                      <a:r>
                        <a:rPr sz="1200" spc="-20" dirty="0">
                          <a:latin typeface="Calibri"/>
                          <a:cs typeface="Calibri"/>
                        </a:rPr>
                        <a:t> </a:t>
                      </a:r>
                      <a:r>
                        <a:rPr sz="1200" dirty="0">
                          <a:latin typeface="Calibri"/>
                          <a:cs typeface="Calibri"/>
                        </a:rPr>
                        <a:t>or</a:t>
                      </a:r>
                      <a:r>
                        <a:rPr sz="1200" spc="-30" dirty="0">
                          <a:latin typeface="Calibri"/>
                          <a:cs typeface="Calibri"/>
                        </a:rPr>
                        <a:t> </a:t>
                      </a:r>
                      <a:r>
                        <a:rPr sz="1200" dirty="0">
                          <a:latin typeface="Calibri"/>
                          <a:cs typeface="Calibri"/>
                        </a:rPr>
                        <a:t>(3)</a:t>
                      </a:r>
                      <a:r>
                        <a:rPr sz="1200" spc="-20" dirty="0">
                          <a:latin typeface="Calibri"/>
                          <a:cs typeface="Calibri"/>
                        </a:rPr>
                        <a:t> </a:t>
                      </a:r>
                      <a:r>
                        <a:rPr sz="1200" dirty="0">
                          <a:latin typeface="Calibri"/>
                          <a:cs typeface="Calibri"/>
                        </a:rPr>
                        <a:t>shall</a:t>
                      </a:r>
                      <a:r>
                        <a:rPr sz="1200" spc="-20" dirty="0">
                          <a:latin typeface="Calibri"/>
                          <a:cs typeface="Calibri"/>
                        </a:rPr>
                        <a:t> </a:t>
                      </a:r>
                      <a:r>
                        <a:rPr sz="1200" dirty="0">
                          <a:latin typeface="Calibri"/>
                          <a:cs typeface="Calibri"/>
                        </a:rPr>
                        <a:t>be</a:t>
                      </a:r>
                      <a:r>
                        <a:rPr sz="1200" spc="-20" dirty="0">
                          <a:latin typeface="Calibri"/>
                          <a:cs typeface="Calibri"/>
                        </a:rPr>
                        <a:t> </a:t>
                      </a:r>
                      <a:r>
                        <a:rPr sz="1200" dirty="0">
                          <a:latin typeface="Calibri"/>
                          <a:cs typeface="Calibri"/>
                        </a:rPr>
                        <a:t>guilty</a:t>
                      </a:r>
                      <a:r>
                        <a:rPr sz="1200" spc="-25" dirty="0">
                          <a:latin typeface="Calibri"/>
                          <a:cs typeface="Calibri"/>
                        </a:rPr>
                        <a:t> </a:t>
                      </a:r>
                      <a:r>
                        <a:rPr sz="1200" dirty="0">
                          <a:latin typeface="Calibri"/>
                          <a:cs typeface="Calibri"/>
                        </a:rPr>
                        <a:t>of</a:t>
                      </a:r>
                      <a:r>
                        <a:rPr sz="1200" spc="-20" dirty="0">
                          <a:latin typeface="Calibri"/>
                          <a:cs typeface="Calibri"/>
                        </a:rPr>
                        <a:t> </a:t>
                      </a:r>
                      <a:r>
                        <a:rPr sz="1200" dirty="0">
                          <a:latin typeface="Calibri"/>
                          <a:cs typeface="Calibri"/>
                        </a:rPr>
                        <a:t>an</a:t>
                      </a:r>
                      <a:r>
                        <a:rPr sz="1200" spc="-25" dirty="0">
                          <a:latin typeface="Calibri"/>
                          <a:cs typeface="Calibri"/>
                        </a:rPr>
                        <a:t> </a:t>
                      </a:r>
                      <a:r>
                        <a:rPr sz="1200" spc="-10" dirty="0">
                          <a:latin typeface="Calibri"/>
                          <a:cs typeface="Calibri"/>
                        </a:rPr>
                        <a:t>offence</a:t>
                      </a:r>
                      <a:r>
                        <a:rPr sz="1200" spc="-20" dirty="0">
                          <a:latin typeface="Calibri"/>
                          <a:cs typeface="Calibri"/>
                        </a:rPr>
                        <a:t> </a:t>
                      </a:r>
                      <a:r>
                        <a:rPr sz="1200" dirty="0">
                          <a:latin typeface="Calibri"/>
                          <a:cs typeface="Calibri"/>
                        </a:rPr>
                        <a:t>and</a:t>
                      </a:r>
                      <a:r>
                        <a:rPr sz="1200" spc="-25" dirty="0">
                          <a:latin typeface="Calibri"/>
                          <a:cs typeface="Calibri"/>
                        </a:rPr>
                        <a:t> </a:t>
                      </a:r>
                      <a:r>
                        <a:rPr sz="1200" spc="-10" dirty="0">
                          <a:latin typeface="Calibri"/>
                          <a:cs typeface="Calibri"/>
                        </a:rPr>
                        <a:t>shall </a:t>
                      </a:r>
                      <a:r>
                        <a:rPr sz="1200" dirty="0">
                          <a:latin typeface="Calibri"/>
                          <a:cs typeface="Calibri"/>
                        </a:rPr>
                        <a:t>be</a:t>
                      </a:r>
                      <a:r>
                        <a:rPr sz="1200" spc="-10" dirty="0">
                          <a:latin typeface="Calibri"/>
                          <a:cs typeface="Calibri"/>
                        </a:rPr>
                        <a:t> </a:t>
                      </a:r>
                      <a:r>
                        <a:rPr sz="1200" dirty="0">
                          <a:latin typeface="Calibri"/>
                          <a:cs typeface="Calibri"/>
                        </a:rPr>
                        <a:t>liable</a:t>
                      </a:r>
                      <a:r>
                        <a:rPr sz="1200" spc="-10" dirty="0">
                          <a:latin typeface="Calibri"/>
                          <a:cs typeface="Calibri"/>
                        </a:rPr>
                        <a:t> </a:t>
                      </a:r>
                      <a:r>
                        <a:rPr sz="1200" dirty="0">
                          <a:latin typeface="Calibri"/>
                          <a:cs typeface="Calibri"/>
                        </a:rPr>
                        <a:t>on</a:t>
                      </a:r>
                      <a:r>
                        <a:rPr sz="1200" spc="-20" dirty="0">
                          <a:latin typeface="Calibri"/>
                          <a:cs typeface="Calibri"/>
                        </a:rPr>
                        <a:t> </a:t>
                      </a:r>
                      <a:r>
                        <a:rPr sz="1200" spc="-10" dirty="0">
                          <a:latin typeface="Calibri"/>
                          <a:cs typeface="Calibri"/>
                        </a:rPr>
                        <a:t>conviction</a:t>
                      </a:r>
                      <a:r>
                        <a:rPr sz="1200" spc="-15" dirty="0">
                          <a:latin typeface="Calibri"/>
                          <a:cs typeface="Calibri"/>
                        </a:rPr>
                        <a:t> </a:t>
                      </a:r>
                      <a:r>
                        <a:rPr sz="1200" dirty="0">
                          <a:latin typeface="Calibri"/>
                          <a:cs typeface="Calibri"/>
                        </a:rPr>
                        <a:t>to</a:t>
                      </a:r>
                      <a:r>
                        <a:rPr sz="1200" spc="-10" dirty="0">
                          <a:latin typeface="Calibri"/>
                          <a:cs typeface="Calibri"/>
                        </a:rPr>
                        <a:t> </a:t>
                      </a:r>
                      <a:r>
                        <a:rPr sz="1200" dirty="0">
                          <a:latin typeface="Calibri"/>
                          <a:cs typeface="Calibri"/>
                        </a:rPr>
                        <a:t>a</a:t>
                      </a:r>
                      <a:r>
                        <a:rPr sz="1200" spc="-15" dirty="0">
                          <a:latin typeface="Calibri"/>
                          <a:cs typeface="Calibri"/>
                        </a:rPr>
                        <a:t> </a:t>
                      </a:r>
                      <a:r>
                        <a:rPr sz="1200" dirty="0">
                          <a:latin typeface="Calibri"/>
                          <a:cs typeface="Calibri"/>
                        </a:rPr>
                        <a:t>fine</a:t>
                      </a:r>
                      <a:r>
                        <a:rPr sz="1200" spc="-10" dirty="0">
                          <a:latin typeface="Calibri"/>
                          <a:cs typeface="Calibri"/>
                        </a:rPr>
                        <a:t> </a:t>
                      </a:r>
                      <a:r>
                        <a:rPr sz="1200" dirty="0">
                          <a:latin typeface="Calibri"/>
                          <a:cs typeface="Calibri"/>
                        </a:rPr>
                        <a:t>not</a:t>
                      </a:r>
                      <a:r>
                        <a:rPr sz="1200" spc="-10" dirty="0">
                          <a:latin typeface="Calibri"/>
                          <a:cs typeface="Calibri"/>
                        </a:rPr>
                        <a:t> exceeding</a:t>
                      </a:r>
                      <a:r>
                        <a:rPr sz="1200" spc="-15" dirty="0">
                          <a:latin typeface="Calibri"/>
                          <a:cs typeface="Calibri"/>
                        </a:rPr>
                        <a:t> </a:t>
                      </a:r>
                      <a:r>
                        <a:rPr sz="1200" dirty="0">
                          <a:latin typeface="Calibri"/>
                          <a:cs typeface="Calibri"/>
                        </a:rPr>
                        <a:t>$100,000</a:t>
                      </a:r>
                      <a:r>
                        <a:rPr sz="1200" spc="-10" dirty="0">
                          <a:latin typeface="Calibri"/>
                          <a:cs typeface="Calibri"/>
                        </a:rPr>
                        <a:t> </a:t>
                      </a:r>
                      <a:r>
                        <a:rPr sz="1200" dirty="0">
                          <a:latin typeface="Calibri"/>
                          <a:cs typeface="Calibri"/>
                        </a:rPr>
                        <a:t>or</a:t>
                      </a:r>
                      <a:r>
                        <a:rPr sz="1200" spc="-20" dirty="0">
                          <a:latin typeface="Calibri"/>
                          <a:cs typeface="Calibri"/>
                        </a:rPr>
                        <a:t> </a:t>
                      </a:r>
                      <a:r>
                        <a:rPr sz="1200" dirty="0">
                          <a:latin typeface="Calibri"/>
                          <a:cs typeface="Calibri"/>
                        </a:rPr>
                        <a:t>to</a:t>
                      </a:r>
                      <a:r>
                        <a:rPr sz="1200" spc="-5" dirty="0">
                          <a:latin typeface="Calibri"/>
                          <a:cs typeface="Calibri"/>
                        </a:rPr>
                        <a:t> </a:t>
                      </a:r>
                      <a:r>
                        <a:rPr sz="1200" spc="-10" dirty="0">
                          <a:latin typeface="Calibri"/>
                          <a:cs typeface="Calibri"/>
                        </a:rPr>
                        <a:t>imprisonment</a:t>
                      </a:r>
                      <a:r>
                        <a:rPr sz="1200" spc="-15" dirty="0">
                          <a:latin typeface="Calibri"/>
                          <a:cs typeface="Calibri"/>
                        </a:rPr>
                        <a:t> </a:t>
                      </a:r>
                      <a:r>
                        <a:rPr sz="1200" dirty="0">
                          <a:latin typeface="Calibri"/>
                          <a:cs typeface="Calibri"/>
                        </a:rPr>
                        <a:t>for</a:t>
                      </a:r>
                      <a:r>
                        <a:rPr sz="1200" spc="-20" dirty="0">
                          <a:latin typeface="Calibri"/>
                          <a:cs typeface="Calibri"/>
                        </a:rPr>
                        <a:t> </a:t>
                      </a:r>
                      <a:r>
                        <a:rPr sz="1200" dirty="0">
                          <a:latin typeface="Calibri"/>
                          <a:cs typeface="Calibri"/>
                        </a:rPr>
                        <a:t>a</a:t>
                      </a:r>
                      <a:r>
                        <a:rPr sz="1200" spc="-15" dirty="0">
                          <a:latin typeface="Calibri"/>
                          <a:cs typeface="Calibri"/>
                        </a:rPr>
                        <a:t> </a:t>
                      </a:r>
                      <a:r>
                        <a:rPr sz="1200" dirty="0">
                          <a:latin typeface="Calibri"/>
                          <a:cs typeface="Calibri"/>
                        </a:rPr>
                        <a:t>term</a:t>
                      </a:r>
                      <a:r>
                        <a:rPr sz="1200" spc="-5" dirty="0">
                          <a:latin typeface="Calibri"/>
                          <a:cs typeface="Calibri"/>
                        </a:rPr>
                        <a:t> </a:t>
                      </a:r>
                      <a:r>
                        <a:rPr sz="1200" spc="-25" dirty="0">
                          <a:latin typeface="Calibri"/>
                          <a:cs typeface="Calibri"/>
                        </a:rPr>
                        <a:t>not </a:t>
                      </a:r>
                      <a:r>
                        <a:rPr sz="1200" spc="-10" dirty="0">
                          <a:latin typeface="Calibri"/>
                          <a:cs typeface="Calibri"/>
                        </a:rPr>
                        <a:t>exceeding</a:t>
                      </a:r>
                      <a:r>
                        <a:rPr sz="1200" spc="-20" dirty="0">
                          <a:latin typeface="Calibri"/>
                          <a:cs typeface="Calibri"/>
                        </a:rPr>
                        <a:t> </a:t>
                      </a:r>
                      <a:r>
                        <a:rPr sz="1200" dirty="0">
                          <a:latin typeface="Calibri"/>
                          <a:cs typeface="Calibri"/>
                        </a:rPr>
                        <a:t>5</a:t>
                      </a:r>
                      <a:r>
                        <a:rPr sz="1200" spc="-15" dirty="0">
                          <a:latin typeface="Calibri"/>
                          <a:cs typeface="Calibri"/>
                        </a:rPr>
                        <a:t> </a:t>
                      </a:r>
                      <a:r>
                        <a:rPr sz="1200" dirty="0">
                          <a:latin typeface="Calibri"/>
                          <a:cs typeface="Calibri"/>
                        </a:rPr>
                        <a:t>years</a:t>
                      </a:r>
                      <a:r>
                        <a:rPr sz="1200" spc="-15" dirty="0">
                          <a:latin typeface="Calibri"/>
                          <a:cs typeface="Calibri"/>
                        </a:rPr>
                        <a:t> </a:t>
                      </a:r>
                      <a:r>
                        <a:rPr sz="1200" dirty="0">
                          <a:latin typeface="Calibri"/>
                          <a:cs typeface="Calibri"/>
                        </a:rPr>
                        <a:t>or</a:t>
                      </a:r>
                      <a:r>
                        <a:rPr sz="1200" spc="-25" dirty="0">
                          <a:latin typeface="Calibri"/>
                          <a:cs typeface="Calibri"/>
                        </a:rPr>
                        <a:t> </a:t>
                      </a:r>
                      <a:r>
                        <a:rPr sz="1200" dirty="0">
                          <a:latin typeface="Calibri"/>
                          <a:cs typeface="Calibri"/>
                        </a:rPr>
                        <a:t>to</a:t>
                      </a:r>
                      <a:r>
                        <a:rPr sz="1200" spc="-15" dirty="0">
                          <a:latin typeface="Calibri"/>
                          <a:cs typeface="Calibri"/>
                        </a:rPr>
                        <a:t> </a:t>
                      </a:r>
                      <a:r>
                        <a:rPr sz="1200" spc="-20" dirty="0">
                          <a:latin typeface="Calibri"/>
                          <a:cs typeface="Calibri"/>
                        </a:rPr>
                        <a:t>both.</a:t>
                      </a:r>
                      <a:endParaRPr sz="1200">
                        <a:latin typeface="Calibri"/>
                        <a:cs typeface="Calibri"/>
                      </a:endParaRPr>
                    </a:p>
                    <a:p>
                      <a:pPr>
                        <a:lnSpc>
                          <a:spcPct val="100000"/>
                        </a:lnSpc>
                        <a:spcBef>
                          <a:spcPts val="170"/>
                        </a:spcBef>
                      </a:pPr>
                      <a:endParaRPr sz="1200">
                        <a:latin typeface="Times New Roman"/>
                        <a:cs typeface="Times New Roman"/>
                      </a:endParaRPr>
                    </a:p>
                    <a:p>
                      <a:pPr marL="78105" marR="273685">
                        <a:lnSpc>
                          <a:spcPts val="1390"/>
                        </a:lnSpc>
                      </a:pPr>
                      <a:r>
                        <a:rPr sz="1200" i="1" dirty="0">
                          <a:latin typeface="Calibri"/>
                          <a:cs typeface="Calibri"/>
                        </a:rPr>
                        <a:t>Despite</a:t>
                      </a:r>
                      <a:r>
                        <a:rPr sz="1200" i="1" spc="-25" dirty="0">
                          <a:latin typeface="Calibri"/>
                          <a:cs typeface="Calibri"/>
                        </a:rPr>
                        <a:t> </a:t>
                      </a:r>
                      <a:r>
                        <a:rPr sz="1200" i="1" dirty="0">
                          <a:latin typeface="Calibri"/>
                          <a:cs typeface="Calibri"/>
                        </a:rPr>
                        <a:t>subsection</a:t>
                      </a:r>
                      <a:r>
                        <a:rPr sz="1200" i="1" spc="-35" dirty="0">
                          <a:latin typeface="Calibri"/>
                          <a:cs typeface="Calibri"/>
                        </a:rPr>
                        <a:t> </a:t>
                      </a:r>
                      <a:r>
                        <a:rPr sz="1200" i="1" dirty="0">
                          <a:latin typeface="Calibri"/>
                          <a:cs typeface="Calibri"/>
                        </a:rPr>
                        <a:t>(4),</a:t>
                      </a:r>
                      <a:r>
                        <a:rPr sz="1200" i="1" spc="-30" dirty="0">
                          <a:latin typeface="Calibri"/>
                          <a:cs typeface="Calibri"/>
                        </a:rPr>
                        <a:t> </a:t>
                      </a:r>
                      <a:r>
                        <a:rPr sz="1200" i="1" dirty="0">
                          <a:latin typeface="Calibri"/>
                          <a:cs typeface="Calibri"/>
                        </a:rPr>
                        <a:t>where</a:t>
                      </a:r>
                      <a:r>
                        <a:rPr sz="1200" i="1" spc="-25" dirty="0">
                          <a:latin typeface="Calibri"/>
                          <a:cs typeface="Calibri"/>
                        </a:rPr>
                        <a:t> </a:t>
                      </a:r>
                      <a:r>
                        <a:rPr sz="1200" i="1" dirty="0">
                          <a:latin typeface="Calibri"/>
                          <a:cs typeface="Calibri"/>
                        </a:rPr>
                        <a:t>a</a:t>
                      </a:r>
                      <a:r>
                        <a:rPr sz="1200" i="1" spc="-30" dirty="0">
                          <a:latin typeface="Calibri"/>
                          <a:cs typeface="Calibri"/>
                        </a:rPr>
                        <a:t> </a:t>
                      </a:r>
                      <a:r>
                        <a:rPr sz="1200" i="1" dirty="0">
                          <a:latin typeface="Calibri"/>
                          <a:cs typeface="Calibri"/>
                        </a:rPr>
                        <a:t>person</a:t>
                      </a:r>
                      <a:r>
                        <a:rPr sz="1200" i="1" spc="-35" dirty="0">
                          <a:latin typeface="Calibri"/>
                          <a:cs typeface="Calibri"/>
                        </a:rPr>
                        <a:t> </a:t>
                      </a:r>
                      <a:r>
                        <a:rPr sz="1200" i="1" dirty="0">
                          <a:latin typeface="Calibri"/>
                          <a:cs typeface="Calibri"/>
                        </a:rPr>
                        <a:t>commits</a:t>
                      </a:r>
                      <a:r>
                        <a:rPr sz="1200" i="1" spc="-30" dirty="0">
                          <a:latin typeface="Calibri"/>
                          <a:cs typeface="Calibri"/>
                        </a:rPr>
                        <a:t> </a:t>
                      </a:r>
                      <a:r>
                        <a:rPr sz="1200" i="1" dirty="0">
                          <a:latin typeface="Calibri"/>
                          <a:cs typeface="Calibri"/>
                        </a:rPr>
                        <a:t>an</a:t>
                      </a:r>
                      <a:r>
                        <a:rPr sz="1200" i="1" spc="-35" dirty="0">
                          <a:latin typeface="Calibri"/>
                          <a:cs typeface="Calibri"/>
                        </a:rPr>
                        <a:t> </a:t>
                      </a:r>
                      <a:r>
                        <a:rPr sz="1200" i="1" dirty="0">
                          <a:latin typeface="Calibri"/>
                          <a:cs typeface="Calibri"/>
                        </a:rPr>
                        <a:t>offence</a:t>
                      </a:r>
                      <a:r>
                        <a:rPr sz="1200" i="1" spc="-25" dirty="0">
                          <a:latin typeface="Calibri"/>
                          <a:cs typeface="Calibri"/>
                        </a:rPr>
                        <a:t> </a:t>
                      </a:r>
                      <a:r>
                        <a:rPr sz="1200" i="1" dirty="0">
                          <a:latin typeface="Calibri"/>
                          <a:cs typeface="Calibri"/>
                        </a:rPr>
                        <a:t>under</a:t>
                      </a:r>
                      <a:r>
                        <a:rPr sz="1200" i="1" spc="-25" dirty="0">
                          <a:latin typeface="Calibri"/>
                          <a:cs typeface="Calibri"/>
                        </a:rPr>
                        <a:t> </a:t>
                      </a:r>
                      <a:r>
                        <a:rPr sz="1200" i="1" dirty="0">
                          <a:latin typeface="Calibri"/>
                          <a:cs typeface="Calibri"/>
                        </a:rPr>
                        <a:t>subsection</a:t>
                      </a:r>
                      <a:r>
                        <a:rPr sz="1200" i="1" spc="-30" dirty="0">
                          <a:latin typeface="Calibri"/>
                          <a:cs typeface="Calibri"/>
                        </a:rPr>
                        <a:t> </a:t>
                      </a:r>
                      <a:r>
                        <a:rPr sz="1200" i="1" dirty="0">
                          <a:latin typeface="Calibri"/>
                          <a:cs typeface="Calibri"/>
                        </a:rPr>
                        <a:t>(1)</a:t>
                      </a:r>
                      <a:r>
                        <a:rPr sz="1200" i="1" spc="-30" dirty="0">
                          <a:latin typeface="Calibri"/>
                          <a:cs typeface="Calibri"/>
                        </a:rPr>
                        <a:t> </a:t>
                      </a:r>
                      <a:r>
                        <a:rPr sz="1200" i="1" dirty="0">
                          <a:latin typeface="Calibri"/>
                          <a:cs typeface="Calibri"/>
                        </a:rPr>
                        <a:t>or</a:t>
                      </a:r>
                      <a:r>
                        <a:rPr sz="1200" i="1" spc="-25" dirty="0">
                          <a:latin typeface="Calibri"/>
                          <a:cs typeface="Calibri"/>
                        </a:rPr>
                        <a:t> </a:t>
                      </a:r>
                      <a:r>
                        <a:rPr sz="1200" i="1" dirty="0">
                          <a:latin typeface="Calibri"/>
                          <a:cs typeface="Calibri"/>
                        </a:rPr>
                        <a:t>(2)</a:t>
                      </a:r>
                      <a:r>
                        <a:rPr sz="1200" i="1" spc="-30" dirty="0">
                          <a:latin typeface="Calibri"/>
                          <a:cs typeface="Calibri"/>
                        </a:rPr>
                        <a:t> </a:t>
                      </a:r>
                      <a:r>
                        <a:rPr sz="1200" i="1" spc="-25" dirty="0">
                          <a:latin typeface="Calibri"/>
                          <a:cs typeface="Calibri"/>
                        </a:rPr>
                        <a:t>by </a:t>
                      </a:r>
                      <a:r>
                        <a:rPr sz="1200" i="1" dirty="0">
                          <a:latin typeface="Calibri"/>
                          <a:cs typeface="Calibri"/>
                        </a:rPr>
                        <a:t>doing</a:t>
                      </a:r>
                      <a:r>
                        <a:rPr sz="1200" i="1" spc="-35" dirty="0">
                          <a:latin typeface="Calibri"/>
                          <a:cs typeface="Calibri"/>
                        </a:rPr>
                        <a:t> </a:t>
                      </a:r>
                      <a:r>
                        <a:rPr sz="1200" i="1" dirty="0">
                          <a:latin typeface="Calibri"/>
                          <a:cs typeface="Calibri"/>
                        </a:rPr>
                        <a:t>any</a:t>
                      </a:r>
                      <a:r>
                        <a:rPr sz="1200" i="1" spc="-30" dirty="0">
                          <a:latin typeface="Calibri"/>
                          <a:cs typeface="Calibri"/>
                        </a:rPr>
                        <a:t> </a:t>
                      </a:r>
                      <a:r>
                        <a:rPr sz="1200" i="1" dirty="0">
                          <a:latin typeface="Calibri"/>
                          <a:cs typeface="Calibri"/>
                        </a:rPr>
                        <a:t>act,</a:t>
                      </a:r>
                      <a:r>
                        <a:rPr sz="1200" i="1" spc="-30" dirty="0">
                          <a:latin typeface="Calibri"/>
                          <a:cs typeface="Calibri"/>
                        </a:rPr>
                        <a:t> </a:t>
                      </a:r>
                      <a:r>
                        <a:rPr sz="1200" i="1" dirty="0">
                          <a:latin typeface="Calibri"/>
                          <a:cs typeface="Calibri"/>
                        </a:rPr>
                        <a:t>or</a:t>
                      </a:r>
                      <a:r>
                        <a:rPr sz="1200" i="1" spc="-25" dirty="0">
                          <a:latin typeface="Calibri"/>
                          <a:cs typeface="Calibri"/>
                        </a:rPr>
                        <a:t> </a:t>
                      </a:r>
                      <a:r>
                        <a:rPr sz="1200" i="1" dirty="0">
                          <a:latin typeface="Calibri"/>
                          <a:cs typeface="Calibri"/>
                        </a:rPr>
                        <a:t>causing</a:t>
                      </a:r>
                      <a:r>
                        <a:rPr sz="1200" i="1" spc="-35" dirty="0">
                          <a:latin typeface="Calibri"/>
                          <a:cs typeface="Calibri"/>
                        </a:rPr>
                        <a:t> </a:t>
                      </a:r>
                      <a:r>
                        <a:rPr sz="1200" i="1" dirty="0">
                          <a:latin typeface="Calibri"/>
                          <a:cs typeface="Calibri"/>
                        </a:rPr>
                        <a:t>or</a:t>
                      </a:r>
                      <a:r>
                        <a:rPr sz="1200" i="1" spc="-25" dirty="0">
                          <a:latin typeface="Calibri"/>
                          <a:cs typeface="Calibri"/>
                        </a:rPr>
                        <a:t> </a:t>
                      </a:r>
                      <a:r>
                        <a:rPr sz="1200" i="1" dirty="0">
                          <a:latin typeface="Calibri"/>
                          <a:cs typeface="Calibri"/>
                        </a:rPr>
                        <a:t>permitting</a:t>
                      </a:r>
                      <a:r>
                        <a:rPr sz="1200" i="1" spc="-35" dirty="0">
                          <a:latin typeface="Calibri"/>
                          <a:cs typeface="Calibri"/>
                        </a:rPr>
                        <a:t> </a:t>
                      </a:r>
                      <a:r>
                        <a:rPr sz="1200" i="1" dirty="0">
                          <a:latin typeface="Calibri"/>
                          <a:cs typeface="Calibri"/>
                        </a:rPr>
                        <a:t>any</a:t>
                      </a:r>
                      <a:r>
                        <a:rPr sz="1200" i="1" spc="-30" dirty="0">
                          <a:latin typeface="Calibri"/>
                          <a:cs typeface="Calibri"/>
                        </a:rPr>
                        <a:t> </a:t>
                      </a:r>
                      <a:r>
                        <a:rPr sz="1200" i="1" spc="-25" dirty="0">
                          <a:latin typeface="Calibri"/>
                          <a:cs typeface="Calibri"/>
                        </a:rPr>
                        <a:t>act</a:t>
                      </a:r>
                      <a:endParaRPr sz="1200">
                        <a:latin typeface="Calibri"/>
                        <a:cs typeface="Calibri"/>
                      </a:endParaRPr>
                    </a:p>
                    <a:p>
                      <a:pPr>
                        <a:lnSpc>
                          <a:spcPct val="100000"/>
                        </a:lnSpc>
                        <a:spcBef>
                          <a:spcPts val="45"/>
                        </a:spcBef>
                      </a:pPr>
                      <a:endParaRPr sz="1200">
                        <a:latin typeface="Times New Roman"/>
                        <a:cs typeface="Times New Roman"/>
                      </a:endParaRPr>
                    </a:p>
                    <a:p>
                      <a:pPr marL="236854" indent="-158750">
                        <a:lnSpc>
                          <a:spcPts val="1415"/>
                        </a:lnSpc>
                        <a:spcBef>
                          <a:spcPts val="5"/>
                        </a:spcBef>
                        <a:buAutoNum type="alphaLcParenR"/>
                        <a:tabLst>
                          <a:tab pos="236854" algn="l"/>
                        </a:tabLst>
                      </a:pPr>
                      <a:r>
                        <a:rPr sz="1200" i="1" spc="-10" dirty="0">
                          <a:latin typeface="Calibri"/>
                          <a:cs typeface="Calibri"/>
                        </a:rPr>
                        <a:t>involving</a:t>
                      </a:r>
                      <a:r>
                        <a:rPr sz="1200" i="1" spc="-20" dirty="0">
                          <a:latin typeface="Calibri"/>
                          <a:cs typeface="Calibri"/>
                        </a:rPr>
                        <a:t> </a:t>
                      </a:r>
                      <a:r>
                        <a:rPr sz="1200" i="1" dirty="0">
                          <a:latin typeface="Calibri"/>
                          <a:cs typeface="Calibri"/>
                        </a:rPr>
                        <a:t>an</a:t>
                      </a:r>
                      <a:r>
                        <a:rPr sz="1200" i="1" spc="-20" dirty="0">
                          <a:latin typeface="Calibri"/>
                          <a:cs typeface="Calibri"/>
                        </a:rPr>
                        <a:t> </a:t>
                      </a:r>
                      <a:r>
                        <a:rPr sz="1200" i="1" dirty="0">
                          <a:latin typeface="Calibri"/>
                          <a:cs typeface="Calibri"/>
                        </a:rPr>
                        <a:t>unmanned</a:t>
                      </a:r>
                      <a:r>
                        <a:rPr sz="1200" i="1" spc="-20" dirty="0">
                          <a:latin typeface="Calibri"/>
                          <a:cs typeface="Calibri"/>
                        </a:rPr>
                        <a:t> </a:t>
                      </a:r>
                      <a:r>
                        <a:rPr sz="1200" i="1" dirty="0">
                          <a:latin typeface="Calibri"/>
                          <a:cs typeface="Calibri"/>
                        </a:rPr>
                        <a:t>aircraft;</a:t>
                      </a:r>
                      <a:r>
                        <a:rPr sz="1200" i="1" spc="-10" dirty="0">
                          <a:latin typeface="Calibri"/>
                          <a:cs typeface="Calibri"/>
                        </a:rPr>
                        <a:t> </a:t>
                      </a:r>
                      <a:r>
                        <a:rPr sz="1200" i="1" spc="-25" dirty="0">
                          <a:latin typeface="Calibri"/>
                          <a:cs typeface="Calibri"/>
                        </a:rPr>
                        <a:t>and</a:t>
                      </a:r>
                      <a:endParaRPr sz="1200">
                        <a:latin typeface="Calibri"/>
                        <a:cs typeface="Calibri"/>
                      </a:endParaRPr>
                    </a:p>
                    <a:p>
                      <a:pPr marL="236854" indent="-158750">
                        <a:lnSpc>
                          <a:spcPts val="1415"/>
                        </a:lnSpc>
                        <a:buAutoNum type="alphaLcParenR"/>
                        <a:tabLst>
                          <a:tab pos="236854" algn="l"/>
                        </a:tabLst>
                      </a:pPr>
                      <a:r>
                        <a:rPr sz="1200" i="1" dirty="0">
                          <a:latin typeface="Calibri"/>
                          <a:cs typeface="Calibri"/>
                        </a:rPr>
                        <a:t>knowing</a:t>
                      </a:r>
                      <a:r>
                        <a:rPr sz="1200" i="1" spc="-30" dirty="0">
                          <a:latin typeface="Calibri"/>
                          <a:cs typeface="Calibri"/>
                        </a:rPr>
                        <a:t> </a:t>
                      </a:r>
                      <a:r>
                        <a:rPr sz="1200" i="1" dirty="0">
                          <a:latin typeface="Calibri"/>
                          <a:cs typeface="Calibri"/>
                        </a:rPr>
                        <a:t>that</a:t>
                      </a:r>
                      <a:r>
                        <a:rPr sz="1200" i="1" spc="-25"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reckless</a:t>
                      </a:r>
                      <a:r>
                        <a:rPr sz="1200" i="1" spc="-30" dirty="0">
                          <a:latin typeface="Calibri"/>
                          <a:cs typeface="Calibri"/>
                        </a:rPr>
                        <a:t> </a:t>
                      </a:r>
                      <a:r>
                        <a:rPr sz="1200" i="1" dirty="0">
                          <a:latin typeface="Calibri"/>
                          <a:cs typeface="Calibri"/>
                        </a:rPr>
                        <a:t>as</a:t>
                      </a:r>
                      <a:r>
                        <a:rPr sz="1200" i="1" spc="-30" dirty="0">
                          <a:latin typeface="Calibri"/>
                          <a:cs typeface="Calibri"/>
                        </a:rPr>
                        <a:t> </a:t>
                      </a:r>
                      <a:r>
                        <a:rPr sz="1200" i="1" dirty="0">
                          <a:latin typeface="Calibri"/>
                          <a:cs typeface="Calibri"/>
                        </a:rPr>
                        <a:t>to</a:t>
                      </a:r>
                      <a:r>
                        <a:rPr sz="1200" i="1" spc="-25" dirty="0">
                          <a:latin typeface="Calibri"/>
                          <a:cs typeface="Calibri"/>
                        </a:rPr>
                        <a:t> </a:t>
                      </a:r>
                      <a:r>
                        <a:rPr sz="1200" i="1" spc="-10" dirty="0">
                          <a:latin typeface="Calibri"/>
                          <a:cs typeface="Calibri"/>
                        </a:rPr>
                        <a:t>whether,</a:t>
                      </a:r>
                      <a:r>
                        <a:rPr sz="1200" i="1" spc="-20" dirty="0">
                          <a:latin typeface="Calibri"/>
                          <a:cs typeface="Calibri"/>
                        </a:rPr>
                        <a:t> </a:t>
                      </a:r>
                      <a:r>
                        <a:rPr sz="1200" i="1" dirty="0">
                          <a:latin typeface="Calibri"/>
                          <a:cs typeface="Calibri"/>
                        </a:rPr>
                        <a:t>when</a:t>
                      </a:r>
                      <a:r>
                        <a:rPr sz="1200" i="1" spc="-30" dirty="0">
                          <a:latin typeface="Calibri"/>
                          <a:cs typeface="Calibri"/>
                        </a:rPr>
                        <a:t> </a:t>
                      </a:r>
                      <a:r>
                        <a:rPr sz="1200" i="1" dirty="0">
                          <a:latin typeface="Calibri"/>
                          <a:cs typeface="Calibri"/>
                        </a:rPr>
                        <a:t>so</a:t>
                      </a:r>
                      <a:r>
                        <a:rPr sz="1200" i="1" spc="-25" dirty="0">
                          <a:latin typeface="Calibri"/>
                          <a:cs typeface="Calibri"/>
                        </a:rPr>
                        <a:t> </a:t>
                      </a:r>
                      <a:r>
                        <a:rPr sz="1200" i="1" dirty="0">
                          <a:latin typeface="Calibri"/>
                          <a:cs typeface="Calibri"/>
                        </a:rPr>
                        <a:t>acting</a:t>
                      </a:r>
                      <a:r>
                        <a:rPr sz="1200" i="1" spc="-3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causing</a:t>
                      </a:r>
                      <a:r>
                        <a:rPr sz="1200" i="1" spc="-3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permitting</a:t>
                      </a:r>
                      <a:r>
                        <a:rPr sz="1200" i="1" spc="-25" dirty="0">
                          <a:latin typeface="Calibri"/>
                          <a:cs typeface="Calibri"/>
                        </a:rPr>
                        <a:t> </a:t>
                      </a:r>
                      <a:r>
                        <a:rPr sz="1200" i="1" dirty="0">
                          <a:latin typeface="Calibri"/>
                          <a:cs typeface="Calibri"/>
                        </a:rPr>
                        <a:t>the</a:t>
                      </a:r>
                      <a:r>
                        <a:rPr sz="1200" i="1" spc="-20" dirty="0">
                          <a:latin typeface="Calibri"/>
                          <a:cs typeface="Calibri"/>
                        </a:rPr>
                        <a:t> act,</a:t>
                      </a:r>
                      <a:endParaRPr sz="1200">
                        <a:latin typeface="Calibri"/>
                        <a:cs typeface="Calibri"/>
                      </a:endParaRPr>
                    </a:p>
                    <a:p>
                      <a:pPr marL="78105" marR="704850">
                        <a:lnSpc>
                          <a:spcPts val="1390"/>
                        </a:lnSpc>
                        <a:spcBef>
                          <a:spcPts val="160"/>
                        </a:spcBef>
                      </a:pPr>
                      <a:r>
                        <a:rPr sz="1200" i="1" dirty="0">
                          <a:latin typeface="Calibri"/>
                          <a:cs typeface="Calibri"/>
                        </a:rPr>
                        <a:t>the</a:t>
                      </a:r>
                      <a:r>
                        <a:rPr sz="1200" i="1" spc="-20" dirty="0">
                          <a:latin typeface="Calibri"/>
                          <a:cs typeface="Calibri"/>
                        </a:rPr>
                        <a:t> </a:t>
                      </a:r>
                      <a:r>
                        <a:rPr sz="1200" i="1" dirty="0">
                          <a:latin typeface="Calibri"/>
                          <a:cs typeface="Calibri"/>
                        </a:rPr>
                        <a:t>life</a:t>
                      </a:r>
                      <a:r>
                        <a:rPr sz="1200" i="1" spc="-2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property</a:t>
                      </a:r>
                      <a:r>
                        <a:rPr sz="1200" i="1" spc="-15" dirty="0">
                          <a:latin typeface="Calibri"/>
                          <a:cs typeface="Calibri"/>
                        </a:rPr>
                        <a:t> </a:t>
                      </a:r>
                      <a:r>
                        <a:rPr sz="1200" i="1" dirty="0">
                          <a:latin typeface="Calibri"/>
                          <a:cs typeface="Calibri"/>
                        </a:rPr>
                        <a:t>of</a:t>
                      </a:r>
                      <a:r>
                        <a:rPr sz="1200" i="1" spc="-25" dirty="0">
                          <a:latin typeface="Calibri"/>
                          <a:cs typeface="Calibri"/>
                        </a:rPr>
                        <a:t> </a:t>
                      </a:r>
                      <a:r>
                        <a:rPr sz="1200" i="1" dirty="0">
                          <a:latin typeface="Calibri"/>
                          <a:cs typeface="Calibri"/>
                        </a:rPr>
                        <a:t>another</a:t>
                      </a:r>
                      <a:r>
                        <a:rPr sz="1200" i="1" spc="-20" dirty="0">
                          <a:latin typeface="Calibri"/>
                          <a:cs typeface="Calibri"/>
                        </a:rPr>
                        <a:t> </a:t>
                      </a:r>
                      <a:r>
                        <a:rPr sz="1200" i="1" dirty="0">
                          <a:latin typeface="Calibri"/>
                          <a:cs typeface="Calibri"/>
                        </a:rPr>
                        <a:t>person</a:t>
                      </a:r>
                      <a:r>
                        <a:rPr sz="1200" i="1" spc="-25" dirty="0">
                          <a:latin typeface="Calibri"/>
                          <a:cs typeface="Calibri"/>
                        </a:rPr>
                        <a:t> </a:t>
                      </a:r>
                      <a:r>
                        <a:rPr sz="1200" i="1" dirty="0">
                          <a:latin typeface="Calibri"/>
                          <a:cs typeface="Calibri"/>
                        </a:rPr>
                        <a:t>could</a:t>
                      </a:r>
                      <a:r>
                        <a:rPr sz="1200" i="1" spc="-30" dirty="0">
                          <a:latin typeface="Calibri"/>
                          <a:cs typeface="Calibri"/>
                        </a:rPr>
                        <a:t> </a:t>
                      </a:r>
                      <a:r>
                        <a:rPr sz="1200" i="1" dirty="0">
                          <a:latin typeface="Calibri"/>
                          <a:cs typeface="Calibri"/>
                        </a:rPr>
                        <a:t>be</a:t>
                      </a:r>
                      <a:r>
                        <a:rPr sz="1200" i="1" spc="-15" dirty="0">
                          <a:latin typeface="Calibri"/>
                          <a:cs typeface="Calibri"/>
                        </a:rPr>
                        <a:t> </a:t>
                      </a:r>
                      <a:r>
                        <a:rPr sz="1200" i="1" dirty="0">
                          <a:latin typeface="Calibri"/>
                          <a:cs typeface="Calibri"/>
                        </a:rPr>
                        <a:t>endangered</a:t>
                      </a:r>
                      <a:r>
                        <a:rPr sz="1200" i="1" spc="-3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the</a:t>
                      </a:r>
                      <a:r>
                        <a:rPr sz="1200" i="1" spc="-15" dirty="0">
                          <a:latin typeface="Calibri"/>
                          <a:cs typeface="Calibri"/>
                        </a:rPr>
                        <a:t> </a:t>
                      </a:r>
                      <a:r>
                        <a:rPr sz="1200" i="1" dirty="0">
                          <a:latin typeface="Calibri"/>
                          <a:cs typeface="Calibri"/>
                        </a:rPr>
                        <a:t>person</a:t>
                      </a:r>
                      <a:r>
                        <a:rPr sz="1200" i="1" spc="-30" dirty="0">
                          <a:latin typeface="Calibri"/>
                          <a:cs typeface="Calibri"/>
                        </a:rPr>
                        <a:t> </a:t>
                      </a:r>
                      <a:r>
                        <a:rPr sz="1200" i="1" dirty="0">
                          <a:latin typeface="Calibri"/>
                          <a:cs typeface="Calibri"/>
                        </a:rPr>
                        <a:t>could</a:t>
                      </a:r>
                      <a:r>
                        <a:rPr sz="1200" i="1" spc="-25" dirty="0">
                          <a:latin typeface="Calibri"/>
                          <a:cs typeface="Calibri"/>
                        </a:rPr>
                        <a:t> be </a:t>
                      </a:r>
                      <a:r>
                        <a:rPr sz="1200" i="1" spc="-10" dirty="0">
                          <a:latin typeface="Calibri"/>
                          <a:cs typeface="Calibri"/>
                        </a:rPr>
                        <a:t>endangered</a:t>
                      </a:r>
                      <a:endParaRPr sz="1200">
                        <a:latin typeface="Calibri"/>
                        <a:cs typeface="Calibri"/>
                      </a:endParaRPr>
                    </a:p>
                    <a:p>
                      <a:pPr>
                        <a:lnSpc>
                          <a:spcPct val="100000"/>
                        </a:lnSpc>
                        <a:spcBef>
                          <a:spcPts val="135"/>
                        </a:spcBef>
                      </a:pPr>
                      <a:endParaRPr sz="1200">
                        <a:latin typeface="Times New Roman"/>
                        <a:cs typeface="Times New Roman"/>
                      </a:endParaRPr>
                    </a:p>
                    <a:p>
                      <a:pPr marL="78105" marR="419734">
                        <a:lnSpc>
                          <a:spcPts val="1390"/>
                        </a:lnSpc>
                      </a:pPr>
                      <a:r>
                        <a:rPr sz="1200" i="1" dirty="0">
                          <a:latin typeface="Calibri"/>
                          <a:cs typeface="Calibri"/>
                        </a:rPr>
                        <a:t>then</a:t>
                      </a:r>
                      <a:r>
                        <a:rPr sz="1200" i="1" spc="-20" dirty="0">
                          <a:latin typeface="Calibri"/>
                          <a:cs typeface="Calibri"/>
                        </a:rPr>
                        <a:t> </a:t>
                      </a:r>
                      <a:r>
                        <a:rPr sz="1200" i="1" dirty="0">
                          <a:latin typeface="Calibri"/>
                          <a:cs typeface="Calibri"/>
                        </a:rPr>
                        <a:t>the</a:t>
                      </a:r>
                      <a:r>
                        <a:rPr sz="1200" i="1" spc="-10" dirty="0">
                          <a:latin typeface="Calibri"/>
                          <a:cs typeface="Calibri"/>
                        </a:rPr>
                        <a:t> </a:t>
                      </a:r>
                      <a:r>
                        <a:rPr sz="1200" i="1" dirty="0">
                          <a:latin typeface="Calibri"/>
                          <a:cs typeface="Calibri"/>
                        </a:rPr>
                        <a:t>person</a:t>
                      </a:r>
                      <a:r>
                        <a:rPr sz="1200" i="1" spc="-20" dirty="0">
                          <a:latin typeface="Calibri"/>
                          <a:cs typeface="Calibri"/>
                        </a:rPr>
                        <a:t> </a:t>
                      </a:r>
                      <a:r>
                        <a:rPr sz="1200" i="1" dirty="0">
                          <a:latin typeface="Calibri"/>
                          <a:cs typeface="Calibri"/>
                        </a:rPr>
                        <a:t>who</a:t>
                      </a:r>
                      <a:r>
                        <a:rPr sz="1200" i="1" spc="-15" dirty="0">
                          <a:latin typeface="Calibri"/>
                          <a:cs typeface="Calibri"/>
                        </a:rPr>
                        <a:t> </a:t>
                      </a:r>
                      <a:r>
                        <a:rPr sz="1200" i="1" dirty="0">
                          <a:latin typeface="Calibri"/>
                          <a:cs typeface="Calibri"/>
                        </a:rPr>
                        <a:t>is</a:t>
                      </a:r>
                      <a:r>
                        <a:rPr sz="1200" i="1" spc="-20" dirty="0">
                          <a:latin typeface="Calibri"/>
                          <a:cs typeface="Calibri"/>
                        </a:rPr>
                        <a:t> </a:t>
                      </a:r>
                      <a:r>
                        <a:rPr sz="1200" i="1" dirty="0">
                          <a:latin typeface="Calibri"/>
                          <a:cs typeface="Calibri"/>
                        </a:rPr>
                        <a:t>guilty</a:t>
                      </a:r>
                      <a:r>
                        <a:rPr sz="1200" i="1" spc="-10" dirty="0">
                          <a:latin typeface="Calibri"/>
                          <a:cs typeface="Calibri"/>
                        </a:rPr>
                        <a:t> </a:t>
                      </a:r>
                      <a:r>
                        <a:rPr sz="1200" i="1" dirty="0">
                          <a:latin typeface="Calibri"/>
                          <a:cs typeface="Calibri"/>
                        </a:rPr>
                        <a:t>of</a:t>
                      </a:r>
                      <a:r>
                        <a:rPr sz="1200" i="1" spc="-15" dirty="0">
                          <a:latin typeface="Calibri"/>
                          <a:cs typeface="Calibri"/>
                        </a:rPr>
                        <a:t> </a:t>
                      </a:r>
                      <a:r>
                        <a:rPr sz="1200" i="1" dirty="0">
                          <a:latin typeface="Calibri"/>
                          <a:cs typeface="Calibri"/>
                        </a:rPr>
                        <a:t>the</a:t>
                      </a:r>
                      <a:r>
                        <a:rPr sz="1200" i="1" spc="-10" dirty="0">
                          <a:latin typeface="Calibri"/>
                          <a:cs typeface="Calibri"/>
                        </a:rPr>
                        <a:t> </a:t>
                      </a:r>
                      <a:r>
                        <a:rPr sz="1200" i="1" dirty="0">
                          <a:latin typeface="Calibri"/>
                          <a:cs typeface="Calibri"/>
                        </a:rPr>
                        <a:t>offence</a:t>
                      </a:r>
                      <a:r>
                        <a:rPr sz="1200" i="1" spc="-10" dirty="0">
                          <a:latin typeface="Calibri"/>
                          <a:cs typeface="Calibri"/>
                        </a:rPr>
                        <a:t> </a:t>
                      </a:r>
                      <a:r>
                        <a:rPr sz="1200" i="1" dirty="0">
                          <a:latin typeface="Calibri"/>
                          <a:cs typeface="Calibri"/>
                        </a:rPr>
                        <a:t>shall</a:t>
                      </a:r>
                      <a:r>
                        <a:rPr sz="1200" i="1" spc="-15" dirty="0">
                          <a:latin typeface="Calibri"/>
                          <a:cs typeface="Calibri"/>
                        </a:rPr>
                        <a:t> </a:t>
                      </a:r>
                      <a:r>
                        <a:rPr sz="1200" i="1" dirty="0">
                          <a:latin typeface="Calibri"/>
                          <a:cs typeface="Calibri"/>
                        </a:rPr>
                        <a:t>be</a:t>
                      </a:r>
                      <a:r>
                        <a:rPr sz="1200" i="1" spc="-10" dirty="0">
                          <a:latin typeface="Calibri"/>
                          <a:cs typeface="Calibri"/>
                        </a:rPr>
                        <a:t> </a:t>
                      </a:r>
                      <a:r>
                        <a:rPr sz="1200" i="1" dirty="0">
                          <a:latin typeface="Calibri"/>
                          <a:cs typeface="Calibri"/>
                        </a:rPr>
                        <a:t>liable</a:t>
                      </a:r>
                      <a:r>
                        <a:rPr sz="1200" i="1" spc="-10" dirty="0">
                          <a:latin typeface="Calibri"/>
                          <a:cs typeface="Calibri"/>
                        </a:rPr>
                        <a:t> </a:t>
                      </a:r>
                      <a:r>
                        <a:rPr sz="1200" i="1" dirty="0">
                          <a:latin typeface="Calibri"/>
                          <a:cs typeface="Calibri"/>
                        </a:rPr>
                        <a:t>on</a:t>
                      </a:r>
                      <a:r>
                        <a:rPr sz="1200" i="1" spc="-20" dirty="0">
                          <a:latin typeface="Calibri"/>
                          <a:cs typeface="Calibri"/>
                        </a:rPr>
                        <a:t> </a:t>
                      </a:r>
                      <a:r>
                        <a:rPr sz="1200" i="1" spc="-10" dirty="0">
                          <a:latin typeface="Calibri"/>
                          <a:cs typeface="Calibri"/>
                        </a:rPr>
                        <a:t>conviction</a:t>
                      </a:r>
                      <a:r>
                        <a:rPr sz="1200" i="1" spc="-20" dirty="0">
                          <a:latin typeface="Calibri"/>
                          <a:cs typeface="Calibri"/>
                        </a:rPr>
                        <a:t> </a:t>
                      </a:r>
                      <a:r>
                        <a:rPr sz="1200" i="1" dirty="0">
                          <a:latin typeface="Calibri"/>
                          <a:cs typeface="Calibri"/>
                        </a:rPr>
                        <a:t>to</a:t>
                      </a:r>
                      <a:r>
                        <a:rPr sz="1200" i="1" spc="-15" dirty="0">
                          <a:latin typeface="Calibri"/>
                          <a:cs typeface="Calibri"/>
                        </a:rPr>
                        <a:t> </a:t>
                      </a:r>
                      <a:r>
                        <a:rPr sz="1200" i="1" dirty="0">
                          <a:latin typeface="Calibri"/>
                          <a:cs typeface="Calibri"/>
                        </a:rPr>
                        <a:t>a</a:t>
                      </a:r>
                      <a:r>
                        <a:rPr sz="1200" i="1" spc="-20" dirty="0">
                          <a:latin typeface="Calibri"/>
                          <a:cs typeface="Calibri"/>
                        </a:rPr>
                        <a:t> </a:t>
                      </a:r>
                      <a:r>
                        <a:rPr sz="1200" i="1" dirty="0">
                          <a:latin typeface="Calibri"/>
                          <a:cs typeface="Calibri"/>
                        </a:rPr>
                        <a:t>fine</a:t>
                      </a:r>
                      <a:r>
                        <a:rPr sz="1200" i="1" spc="-10" dirty="0">
                          <a:latin typeface="Calibri"/>
                          <a:cs typeface="Calibri"/>
                        </a:rPr>
                        <a:t> </a:t>
                      </a:r>
                      <a:r>
                        <a:rPr sz="1200" i="1" spc="-25" dirty="0">
                          <a:latin typeface="Calibri"/>
                          <a:cs typeface="Calibri"/>
                        </a:rPr>
                        <a:t>not </a:t>
                      </a:r>
                      <a:r>
                        <a:rPr sz="1200" i="1" spc="-10" dirty="0">
                          <a:latin typeface="Calibri"/>
                          <a:cs typeface="Calibri"/>
                        </a:rPr>
                        <a:t>exceeding</a:t>
                      </a:r>
                      <a:r>
                        <a:rPr sz="1200" i="1" spc="-30" dirty="0">
                          <a:latin typeface="Calibri"/>
                          <a:cs typeface="Calibri"/>
                        </a:rPr>
                        <a:t> </a:t>
                      </a:r>
                      <a:r>
                        <a:rPr sz="1200" b="1" i="1" dirty="0">
                          <a:latin typeface="Calibri"/>
                          <a:cs typeface="Calibri"/>
                        </a:rPr>
                        <a:t>$100,000</a:t>
                      </a:r>
                      <a:r>
                        <a:rPr sz="1200" b="1" i="1" spc="-15" dirty="0">
                          <a:latin typeface="Calibri"/>
                          <a:cs typeface="Calibri"/>
                        </a:rPr>
                        <a:t> </a:t>
                      </a:r>
                      <a:r>
                        <a:rPr sz="1200" b="1" i="1" dirty="0">
                          <a:latin typeface="Calibri"/>
                          <a:cs typeface="Calibri"/>
                        </a:rPr>
                        <a:t>or</a:t>
                      </a:r>
                      <a:r>
                        <a:rPr sz="1200" b="1" i="1" spc="-15" dirty="0">
                          <a:latin typeface="Calibri"/>
                          <a:cs typeface="Calibri"/>
                        </a:rPr>
                        <a:t> </a:t>
                      </a:r>
                      <a:r>
                        <a:rPr sz="1200" b="1" i="1" dirty="0">
                          <a:latin typeface="Calibri"/>
                          <a:cs typeface="Calibri"/>
                        </a:rPr>
                        <a:t>to</a:t>
                      </a:r>
                      <a:r>
                        <a:rPr sz="1200" b="1" i="1" spc="-20" dirty="0">
                          <a:latin typeface="Calibri"/>
                          <a:cs typeface="Calibri"/>
                        </a:rPr>
                        <a:t> </a:t>
                      </a:r>
                      <a:r>
                        <a:rPr sz="1200" b="1" i="1" dirty="0">
                          <a:latin typeface="Calibri"/>
                          <a:cs typeface="Calibri"/>
                        </a:rPr>
                        <a:t>imprisonment</a:t>
                      </a:r>
                      <a:r>
                        <a:rPr sz="1200" b="1" i="1" spc="-20" dirty="0">
                          <a:latin typeface="Calibri"/>
                          <a:cs typeface="Calibri"/>
                        </a:rPr>
                        <a:t> </a:t>
                      </a:r>
                      <a:r>
                        <a:rPr sz="1200" b="1" i="1" dirty="0">
                          <a:latin typeface="Calibri"/>
                          <a:cs typeface="Calibri"/>
                        </a:rPr>
                        <a:t>for</a:t>
                      </a:r>
                      <a:r>
                        <a:rPr sz="1200" b="1" i="1" spc="-15" dirty="0">
                          <a:latin typeface="Calibri"/>
                          <a:cs typeface="Calibri"/>
                        </a:rPr>
                        <a:t> </a:t>
                      </a:r>
                      <a:r>
                        <a:rPr sz="1200" b="1" i="1" dirty="0">
                          <a:latin typeface="Calibri"/>
                          <a:cs typeface="Calibri"/>
                        </a:rPr>
                        <a:t>a</a:t>
                      </a:r>
                      <a:r>
                        <a:rPr sz="1200" b="1" i="1" spc="-20" dirty="0">
                          <a:latin typeface="Calibri"/>
                          <a:cs typeface="Calibri"/>
                        </a:rPr>
                        <a:t> </a:t>
                      </a:r>
                      <a:r>
                        <a:rPr sz="1200" b="1" i="1" dirty="0">
                          <a:latin typeface="Calibri"/>
                          <a:cs typeface="Calibri"/>
                        </a:rPr>
                        <a:t>term</a:t>
                      </a:r>
                      <a:r>
                        <a:rPr sz="1200" b="1" i="1" spc="-20" dirty="0">
                          <a:latin typeface="Calibri"/>
                          <a:cs typeface="Calibri"/>
                        </a:rPr>
                        <a:t> </a:t>
                      </a:r>
                      <a:r>
                        <a:rPr sz="1200" b="1" i="1" dirty="0">
                          <a:latin typeface="Calibri"/>
                          <a:cs typeface="Calibri"/>
                        </a:rPr>
                        <a:t>not</a:t>
                      </a:r>
                      <a:r>
                        <a:rPr sz="1200" b="1" i="1" spc="-20" dirty="0">
                          <a:latin typeface="Calibri"/>
                          <a:cs typeface="Calibri"/>
                        </a:rPr>
                        <a:t> </a:t>
                      </a:r>
                      <a:r>
                        <a:rPr sz="1200" b="1" i="1" spc="-10" dirty="0">
                          <a:latin typeface="Calibri"/>
                          <a:cs typeface="Calibri"/>
                        </a:rPr>
                        <a:t>exceeding</a:t>
                      </a:r>
                      <a:r>
                        <a:rPr sz="1200" b="1" i="1" spc="-20" dirty="0">
                          <a:latin typeface="Calibri"/>
                          <a:cs typeface="Calibri"/>
                        </a:rPr>
                        <a:t> </a:t>
                      </a:r>
                      <a:r>
                        <a:rPr sz="1200" b="1" i="1" dirty="0">
                          <a:latin typeface="Calibri"/>
                          <a:cs typeface="Calibri"/>
                        </a:rPr>
                        <a:t>10</a:t>
                      </a:r>
                      <a:r>
                        <a:rPr sz="1200" b="1" i="1" spc="-15" dirty="0">
                          <a:latin typeface="Calibri"/>
                          <a:cs typeface="Calibri"/>
                        </a:rPr>
                        <a:t> </a:t>
                      </a:r>
                      <a:r>
                        <a:rPr sz="1200" b="1" i="1" dirty="0">
                          <a:latin typeface="Calibri"/>
                          <a:cs typeface="Calibri"/>
                        </a:rPr>
                        <a:t>years</a:t>
                      </a:r>
                      <a:r>
                        <a:rPr sz="1200" b="1" i="1" spc="-20" dirty="0">
                          <a:latin typeface="Calibri"/>
                          <a:cs typeface="Calibri"/>
                        </a:rPr>
                        <a:t> </a:t>
                      </a:r>
                      <a:r>
                        <a:rPr sz="1200" b="1" i="1" dirty="0">
                          <a:latin typeface="Calibri"/>
                          <a:cs typeface="Calibri"/>
                        </a:rPr>
                        <a:t>or</a:t>
                      </a:r>
                      <a:r>
                        <a:rPr sz="1200" b="1" i="1" spc="-15" dirty="0">
                          <a:latin typeface="Calibri"/>
                          <a:cs typeface="Calibri"/>
                        </a:rPr>
                        <a:t> </a:t>
                      </a:r>
                      <a:r>
                        <a:rPr sz="1200" b="1" i="1" dirty="0">
                          <a:latin typeface="Calibri"/>
                          <a:cs typeface="Calibri"/>
                        </a:rPr>
                        <a:t>to</a:t>
                      </a:r>
                      <a:r>
                        <a:rPr sz="1200" b="1" i="1" spc="-15" dirty="0">
                          <a:latin typeface="Calibri"/>
                          <a:cs typeface="Calibri"/>
                        </a:rPr>
                        <a:t> </a:t>
                      </a:r>
                      <a:r>
                        <a:rPr sz="1200" b="1" i="1" spc="-20" dirty="0">
                          <a:latin typeface="Calibri"/>
                          <a:cs typeface="Calibri"/>
                        </a:rPr>
                        <a:t>both</a:t>
                      </a:r>
                      <a:endParaRPr sz="1200">
                        <a:latin typeface="Calibri"/>
                        <a:cs typeface="Calibri"/>
                      </a:endParaRPr>
                    </a:p>
                  </a:txBody>
                  <a:tcPr marL="0" marR="0" marT="24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3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9558528"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65" dirty="0"/>
              <a:t> </a:t>
            </a:r>
            <a:r>
              <a:rPr dirty="0"/>
              <a:t>01</a:t>
            </a:r>
            <a:r>
              <a:rPr spc="-35" dirty="0"/>
              <a:t> </a:t>
            </a:r>
            <a:r>
              <a:rPr dirty="0"/>
              <a:t>02:</a:t>
            </a:r>
            <a:r>
              <a:rPr spc="-45" dirty="0"/>
              <a:t> </a:t>
            </a:r>
            <a:r>
              <a:rPr spc="-10" dirty="0"/>
              <a:t>Penalties</a:t>
            </a:r>
            <a:r>
              <a:rPr spc="-35" dirty="0"/>
              <a:t> </a:t>
            </a:r>
            <a:r>
              <a:rPr dirty="0"/>
              <a:t>upon</a:t>
            </a:r>
            <a:r>
              <a:rPr spc="-45" dirty="0"/>
              <a:t> </a:t>
            </a:r>
            <a:r>
              <a:rPr dirty="0"/>
              <a:t>contravening</a:t>
            </a:r>
            <a:r>
              <a:rPr spc="-35" dirty="0"/>
              <a:t> </a:t>
            </a:r>
            <a:r>
              <a:rPr dirty="0"/>
              <a:t>provisions</a:t>
            </a:r>
            <a:r>
              <a:rPr spc="-35" dirty="0"/>
              <a:t> </a:t>
            </a:r>
            <a:r>
              <a:rPr dirty="0"/>
              <a:t>relating</a:t>
            </a:r>
            <a:r>
              <a:rPr spc="-35" dirty="0"/>
              <a:t> </a:t>
            </a:r>
            <a:r>
              <a:rPr dirty="0"/>
              <a:t>to</a:t>
            </a:r>
            <a:r>
              <a:rPr spc="-95" dirty="0"/>
              <a:t> </a:t>
            </a:r>
            <a:r>
              <a:rPr dirty="0"/>
              <a:t>UAS</a:t>
            </a:r>
            <a:r>
              <a:rPr spc="-40" dirty="0"/>
              <a:t> </a:t>
            </a:r>
            <a:r>
              <a:rPr dirty="0"/>
              <a:t>operations</a:t>
            </a:r>
            <a:r>
              <a:rPr spc="-40" dirty="0"/>
              <a:t> </a:t>
            </a:r>
            <a:r>
              <a:rPr dirty="0"/>
              <a:t>of</a:t>
            </a:r>
            <a:r>
              <a:rPr spc="-35" dirty="0"/>
              <a:t> </a:t>
            </a:r>
            <a:r>
              <a:rPr spc="-10" dirty="0"/>
              <a:t>the</a:t>
            </a:r>
            <a:r>
              <a:rPr spc="-90" dirty="0"/>
              <a:t> </a:t>
            </a:r>
            <a:r>
              <a:rPr spc="-25" dirty="0"/>
              <a:t>ANA</a:t>
            </a:r>
          </a:p>
        </p:txBody>
      </p:sp>
      <p:graphicFrame>
        <p:nvGraphicFramePr>
          <p:cNvPr id="5" name="object 5"/>
          <p:cNvGraphicFramePr>
            <a:graphicFrameLocks noGrp="1"/>
          </p:cNvGraphicFramePr>
          <p:nvPr/>
        </p:nvGraphicFramePr>
        <p:xfrm>
          <a:off x="1477959" y="1500986"/>
          <a:ext cx="10019030" cy="2295524"/>
        </p:xfrm>
        <a:graphic>
          <a:graphicData uri="http://schemas.openxmlformats.org/drawingml/2006/table">
            <a:tbl>
              <a:tblPr firstRow="1" bandRow="1">
                <a:tableStyleId>{2D5ABB26-0587-4C30-8999-92F81FD0307C}</a:tableStyleId>
              </a:tblPr>
              <a:tblGrid>
                <a:gridCol w="4210685">
                  <a:extLst>
                    <a:ext uri="{9D8B030D-6E8A-4147-A177-3AD203B41FA5}">
                      <a16:colId xmlns:a16="http://schemas.microsoft.com/office/drawing/2014/main" val="20000"/>
                    </a:ext>
                  </a:extLst>
                </a:gridCol>
                <a:gridCol w="5808345">
                  <a:extLst>
                    <a:ext uri="{9D8B030D-6E8A-4147-A177-3AD203B41FA5}">
                      <a16:colId xmlns:a16="http://schemas.microsoft.com/office/drawing/2014/main" val="20001"/>
                    </a:ext>
                  </a:extLst>
                </a:gridCol>
              </a:tblGrid>
              <a:tr h="448945">
                <a:tc>
                  <a:txBody>
                    <a:bodyPr/>
                    <a:lstStyle/>
                    <a:p>
                      <a:pPr marL="78105">
                        <a:lnSpc>
                          <a:spcPct val="100000"/>
                        </a:lnSpc>
                        <a:spcBef>
                          <a:spcPts val="210"/>
                        </a:spcBef>
                      </a:pPr>
                      <a:r>
                        <a:rPr sz="1600" b="1" spc="-10" dirty="0">
                          <a:solidFill>
                            <a:srgbClr val="FFFFFF"/>
                          </a:solidFill>
                          <a:latin typeface="Corbel"/>
                          <a:cs typeface="Corbel"/>
                        </a:rPr>
                        <a:t>Provisions</a:t>
                      </a:r>
                      <a:endParaRPr sz="1600">
                        <a:latin typeface="Corbel"/>
                        <a:cs typeface="Corbel"/>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tc>
                  <a:txBody>
                    <a:bodyPr/>
                    <a:lstStyle/>
                    <a:p>
                      <a:pPr marL="78105">
                        <a:lnSpc>
                          <a:spcPct val="100000"/>
                        </a:lnSpc>
                        <a:spcBef>
                          <a:spcPts val="210"/>
                        </a:spcBef>
                      </a:pPr>
                      <a:r>
                        <a:rPr sz="1600" b="1" spc="-10" dirty="0">
                          <a:solidFill>
                            <a:srgbClr val="FFFFFF"/>
                          </a:solidFill>
                          <a:latin typeface="Corbel"/>
                          <a:cs typeface="Corbel"/>
                        </a:rPr>
                        <a:t>Penalties</a:t>
                      </a:r>
                      <a:endParaRPr sz="1600">
                        <a:latin typeface="Corbel"/>
                        <a:cs typeface="Corbel"/>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extLst>
                  <a:ext uri="{0D108BD9-81ED-4DB2-BD59-A6C34878D82A}">
                    <a16:rowId xmlns:a16="http://schemas.microsoft.com/office/drawing/2014/main" val="10000"/>
                  </a:ext>
                </a:extLst>
              </a:tr>
              <a:tr h="972819">
                <a:tc>
                  <a:txBody>
                    <a:bodyPr/>
                    <a:lstStyle/>
                    <a:p>
                      <a:pPr marL="363855" indent="-285750">
                        <a:lnSpc>
                          <a:spcPct val="100000"/>
                        </a:lnSpc>
                        <a:spcBef>
                          <a:spcPts val="215"/>
                        </a:spcBef>
                        <a:buFont typeface="Wingdings"/>
                        <a:buChar char=""/>
                        <a:tabLst>
                          <a:tab pos="363855" algn="l"/>
                        </a:tabLst>
                      </a:pPr>
                      <a:r>
                        <a:rPr sz="1200" b="1" dirty="0">
                          <a:latin typeface="Corbel"/>
                          <a:cs typeface="Corbel"/>
                        </a:rPr>
                        <a:t>Flying</a:t>
                      </a:r>
                      <a:r>
                        <a:rPr sz="1200" b="1" spc="-30" dirty="0">
                          <a:latin typeface="Corbel"/>
                          <a:cs typeface="Corbel"/>
                        </a:rPr>
                        <a:t> </a:t>
                      </a:r>
                      <a:r>
                        <a:rPr sz="1200" b="1" dirty="0">
                          <a:latin typeface="Corbel"/>
                          <a:cs typeface="Corbel"/>
                        </a:rPr>
                        <a:t>without</a:t>
                      </a:r>
                      <a:r>
                        <a:rPr sz="1200" b="1" spc="-35" dirty="0">
                          <a:latin typeface="Corbel"/>
                          <a:cs typeface="Corbel"/>
                        </a:rPr>
                        <a:t> </a:t>
                      </a:r>
                      <a:r>
                        <a:rPr sz="1200" b="1" dirty="0">
                          <a:latin typeface="Corbel"/>
                          <a:cs typeface="Corbel"/>
                        </a:rPr>
                        <a:t>satisfying</a:t>
                      </a:r>
                      <a:r>
                        <a:rPr sz="1200" b="1" spc="-30" dirty="0">
                          <a:latin typeface="Corbel"/>
                          <a:cs typeface="Corbel"/>
                        </a:rPr>
                        <a:t> </a:t>
                      </a:r>
                      <a:r>
                        <a:rPr sz="1200" b="1" dirty="0">
                          <a:latin typeface="Corbel"/>
                          <a:cs typeface="Corbel"/>
                        </a:rPr>
                        <a:t>safety</a:t>
                      </a:r>
                      <a:r>
                        <a:rPr sz="1200" b="1" spc="-35" dirty="0">
                          <a:latin typeface="Corbel"/>
                          <a:cs typeface="Corbel"/>
                        </a:rPr>
                        <a:t> </a:t>
                      </a:r>
                      <a:r>
                        <a:rPr sz="1200" b="1" spc="-10" dirty="0">
                          <a:latin typeface="Corbel"/>
                          <a:cs typeface="Corbel"/>
                        </a:rPr>
                        <a:t>requirements</a:t>
                      </a:r>
                      <a:endParaRPr sz="1200">
                        <a:latin typeface="Corbel"/>
                        <a:cs typeface="Corbel"/>
                      </a:endParaRPr>
                    </a:p>
                    <a:p>
                      <a:pPr marL="363855" indent="-285750">
                        <a:lnSpc>
                          <a:spcPct val="100000"/>
                        </a:lnSpc>
                        <a:spcBef>
                          <a:spcPts val="50"/>
                        </a:spcBef>
                        <a:buFont typeface="Wingdings"/>
                        <a:buChar char=""/>
                        <a:tabLst>
                          <a:tab pos="363855" algn="l"/>
                        </a:tabLst>
                      </a:pPr>
                      <a:r>
                        <a:rPr sz="1200" b="1" spc="-10" dirty="0">
                          <a:latin typeface="Corbel"/>
                          <a:cs typeface="Corbel"/>
                        </a:rPr>
                        <a:t>Penalty</a:t>
                      </a:r>
                      <a:r>
                        <a:rPr sz="1200" b="1" spc="-35" dirty="0">
                          <a:latin typeface="Corbel"/>
                          <a:cs typeface="Corbel"/>
                        </a:rPr>
                        <a:t> </a:t>
                      </a:r>
                      <a:r>
                        <a:rPr sz="1200" b="1" dirty="0">
                          <a:latin typeface="Corbel"/>
                          <a:cs typeface="Corbel"/>
                        </a:rPr>
                        <a:t>for</a:t>
                      </a:r>
                      <a:r>
                        <a:rPr sz="1200" b="1" spc="-25" dirty="0">
                          <a:latin typeface="Corbel"/>
                          <a:cs typeface="Corbel"/>
                        </a:rPr>
                        <a:t> </a:t>
                      </a:r>
                      <a:r>
                        <a:rPr sz="1200" b="1" dirty="0">
                          <a:latin typeface="Corbel"/>
                          <a:cs typeface="Corbel"/>
                        </a:rPr>
                        <a:t>Dangerous</a:t>
                      </a:r>
                      <a:r>
                        <a:rPr sz="1200" b="1" spc="-25" dirty="0">
                          <a:latin typeface="Corbel"/>
                          <a:cs typeface="Corbel"/>
                        </a:rPr>
                        <a:t> </a:t>
                      </a:r>
                      <a:r>
                        <a:rPr sz="1200" b="1" spc="-10" dirty="0">
                          <a:latin typeface="Corbel"/>
                          <a:cs typeface="Corbel"/>
                        </a:rPr>
                        <a:t>Flying</a:t>
                      </a:r>
                      <a:endParaRPr sz="1200">
                        <a:latin typeface="Corbel"/>
                        <a:cs typeface="Corbel"/>
                      </a:endParaRPr>
                    </a:p>
                  </a:txBody>
                  <a:tcPr marL="0" marR="0" marT="273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tc>
                  <a:txBody>
                    <a:bodyPr/>
                    <a:lstStyle/>
                    <a:p>
                      <a:pPr marL="78105" marR="71120" algn="just">
                        <a:lnSpc>
                          <a:spcPct val="100800"/>
                        </a:lnSpc>
                        <a:spcBef>
                          <a:spcPts val="204"/>
                        </a:spcBef>
                      </a:pPr>
                      <a:r>
                        <a:rPr sz="1200" i="1" dirty="0">
                          <a:latin typeface="Calibri"/>
                          <a:cs typeface="Calibri"/>
                        </a:rPr>
                        <a:t>Any</a:t>
                      </a:r>
                      <a:r>
                        <a:rPr sz="1200" i="1" spc="40" dirty="0">
                          <a:latin typeface="Calibri"/>
                          <a:cs typeface="Calibri"/>
                        </a:rPr>
                        <a:t> </a:t>
                      </a:r>
                      <a:r>
                        <a:rPr sz="1200" i="1" dirty="0">
                          <a:latin typeface="Calibri"/>
                          <a:cs typeface="Calibri"/>
                        </a:rPr>
                        <a:t>person</a:t>
                      </a:r>
                      <a:r>
                        <a:rPr sz="1200" i="1" spc="35" dirty="0">
                          <a:latin typeface="Calibri"/>
                          <a:cs typeface="Calibri"/>
                        </a:rPr>
                        <a:t> </a:t>
                      </a:r>
                      <a:r>
                        <a:rPr sz="1200" i="1" dirty="0">
                          <a:latin typeface="Calibri"/>
                          <a:cs typeface="Calibri"/>
                        </a:rPr>
                        <a:t>who</a:t>
                      </a:r>
                      <a:r>
                        <a:rPr sz="1200" i="1" spc="35" dirty="0">
                          <a:latin typeface="Calibri"/>
                          <a:cs typeface="Calibri"/>
                        </a:rPr>
                        <a:t> </a:t>
                      </a:r>
                      <a:r>
                        <a:rPr sz="1200" i="1" dirty="0">
                          <a:latin typeface="Calibri"/>
                          <a:cs typeface="Calibri"/>
                        </a:rPr>
                        <a:t>contravenes</a:t>
                      </a:r>
                      <a:r>
                        <a:rPr sz="1200" i="1" spc="30" dirty="0">
                          <a:latin typeface="Calibri"/>
                          <a:cs typeface="Calibri"/>
                        </a:rPr>
                        <a:t> </a:t>
                      </a:r>
                      <a:r>
                        <a:rPr sz="1200" i="1" dirty="0">
                          <a:latin typeface="Calibri"/>
                          <a:cs typeface="Calibri"/>
                        </a:rPr>
                        <a:t>subsection</a:t>
                      </a:r>
                      <a:r>
                        <a:rPr sz="1200" i="1" spc="35" dirty="0">
                          <a:latin typeface="Calibri"/>
                          <a:cs typeface="Calibri"/>
                        </a:rPr>
                        <a:t> </a:t>
                      </a:r>
                      <a:r>
                        <a:rPr sz="1200" i="1" dirty="0">
                          <a:latin typeface="Calibri"/>
                          <a:cs typeface="Calibri"/>
                        </a:rPr>
                        <a:t>(1)</a:t>
                      </a:r>
                      <a:r>
                        <a:rPr sz="1200" i="1" spc="40" dirty="0">
                          <a:latin typeface="Calibri"/>
                          <a:cs typeface="Calibri"/>
                        </a:rPr>
                        <a:t> </a:t>
                      </a:r>
                      <a:r>
                        <a:rPr sz="1200" i="1" dirty="0">
                          <a:latin typeface="Calibri"/>
                          <a:cs typeface="Calibri"/>
                        </a:rPr>
                        <a:t>or</a:t>
                      </a:r>
                      <a:r>
                        <a:rPr sz="1200" i="1" spc="40" dirty="0">
                          <a:latin typeface="Calibri"/>
                          <a:cs typeface="Calibri"/>
                        </a:rPr>
                        <a:t> </a:t>
                      </a:r>
                      <a:r>
                        <a:rPr sz="1200" i="1" dirty="0">
                          <a:latin typeface="Calibri"/>
                          <a:cs typeface="Calibri"/>
                        </a:rPr>
                        <a:t>(2)</a:t>
                      </a:r>
                      <a:r>
                        <a:rPr sz="1200" i="1" spc="35" dirty="0">
                          <a:latin typeface="Calibri"/>
                          <a:cs typeface="Calibri"/>
                        </a:rPr>
                        <a:t> </a:t>
                      </a:r>
                      <a:r>
                        <a:rPr sz="1200" i="1" dirty="0">
                          <a:latin typeface="Calibri"/>
                          <a:cs typeface="Calibri"/>
                        </a:rPr>
                        <a:t>shall</a:t>
                      </a:r>
                      <a:r>
                        <a:rPr sz="1200" i="1" spc="40" dirty="0">
                          <a:latin typeface="Calibri"/>
                          <a:cs typeface="Calibri"/>
                        </a:rPr>
                        <a:t> </a:t>
                      </a:r>
                      <a:r>
                        <a:rPr sz="1200" i="1" dirty="0">
                          <a:latin typeface="Calibri"/>
                          <a:cs typeface="Calibri"/>
                        </a:rPr>
                        <a:t>be</a:t>
                      </a:r>
                      <a:r>
                        <a:rPr sz="1200" i="1" spc="40" dirty="0">
                          <a:latin typeface="Calibri"/>
                          <a:cs typeface="Calibri"/>
                        </a:rPr>
                        <a:t> </a:t>
                      </a:r>
                      <a:r>
                        <a:rPr sz="1200" i="1" dirty="0">
                          <a:latin typeface="Calibri"/>
                          <a:cs typeface="Calibri"/>
                        </a:rPr>
                        <a:t>guilty</a:t>
                      </a:r>
                      <a:r>
                        <a:rPr sz="1200" i="1" spc="40" dirty="0">
                          <a:latin typeface="Calibri"/>
                          <a:cs typeface="Calibri"/>
                        </a:rPr>
                        <a:t> </a:t>
                      </a:r>
                      <a:r>
                        <a:rPr sz="1200" i="1" dirty="0">
                          <a:latin typeface="Calibri"/>
                          <a:cs typeface="Calibri"/>
                        </a:rPr>
                        <a:t>of</a:t>
                      </a:r>
                      <a:r>
                        <a:rPr sz="1200" i="1" spc="35" dirty="0">
                          <a:latin typeface="Calibri"/>
                          <a:cs typeface="Calibri"/>
                        </a:rPr>
                        <a:t> </a:t>
                      </a:r>
                      <a:r>
                        <a:rPr sz="1200" i="1" dirty="0">
                          <a:latin typeface="Calibri"/>
                          <a:cs typeface="Calibri"/>
                        </a:rPr>
                        <a:t>an</a:t>
                      </a:r>
                      <a:r>
                        <a:rPr sz="1200" i="1" spc="35" dirty="0">
                          <a:latin typeface="Calibri"/>
                          <a:cs typeface="Calibri"/>
                        </a:rPr>
                        <a:t> </a:t>
                      </a:r>
                      <a:r>
                        <a:rPr sz="1200" i="1" dirty="0">
                          <a:latin typeface="Calibri"/>
                          <a:cs typeface="Calibri"/>
                        </a:rPr>
                        <a:t>offence</a:t>
                      </a:r>
                      <a:r>
                        <a:rPr sz="1200" i="1" spc="40" dirty="0">
                          <a:latin typeface="Calibri"/>
                          <a:cs typeface="Calibri"/>
                        </a:rPr>
                        <a:t> </a:t>
                      </a:r>
                      <a:r>
                        <a:rPr sz="1200" i="1" dirty="0">
                          <a:latin typeface="Calibri"/>
                          <a:cs typeface="Calibri"/>
                        </a:rPr>
                        <a:t>and</a:t>
                      </a:r>
                      <a:r>
                        <a:rPr sz="1200" i="1" spc="40" dirty="0">
                          <a:latin typeface="Calibri"/>
                          <a:cs typeface="Calibri"/>
                        </a:rPr>
                        <a:t> </a:t>
                      </a:r>
                      <a:r>
                        <a:rPr sz="1200" i="1" dirty="0">
                          <a:latin typeface="Calibri"/>
                          <a:cs typeface="Calibri"/>
                        </a:rPr>
                        <a:t>shall</a:t>
                      </a:r>
                      <a:r>
                        <a:rPr sz="1200" i="1" spc="40" dirty="0">
                          <a:latin typeface="Calibri"/>
                          <a:cs typeface="Calibri"/>
                        </a:rPr>
                        <a:t> </a:t>
                      </a:r>
                      <a:r>
                        <a:rPr sz="1200" i="1" spc="-25" dirty="0">
                          <a:latin typeface="Calibri"/>
                          <a:cs typeface="Calibri"/>
                        </a:rPr>
                        <a:t>be </a:t>
                      </a:r>
                      <a:r>
                        <a:rPr sz="1200" i="1" dirty="0">
                          <a:latin typeface="Calibri"/>
                          <a:cs typeface="Calibri"/>
                        </a:rPr>
                        <a:t>liable</a:t>
                      </a:r>
                      <a:r>
                        <a:rPr sz="1200" i="1" spc="140" dirty="0">
                          <a:latin typeface="Calibri"/>
                          <a:cs typeface="Calibri"/>
                        </a:rPr>
                        <a:t> </a:t>
                      </a:r>
                      <a:r>
                        <a:rPr sz="1200" i="1" dirty="0">
                          <a:latin typeface="Calibri"/>
                          <a:cs typeface="Calibri"/>
                        </a:rPr>
                        <a:t>on</a:t>
                      </a:r>
                      <a:r>
                        <a:rPr sz="1200" i="1" spc="135" dirty="0">
                          <a:latin typeface="Calibri"/>
                          <a:cs typeface="Calibri"/>
                        </a:rPr>
                        <a:t> </a:t>
                      </a:r>
                      <a:r>
                        <a:rPr sz="1200" i="1" dirty="0">
                          <a:latin typeface="Calibri"/>
                          <a:cs typeface="Calibri"/>
                        </a:rPr>
                        <a:t>conviction</a:t>
                      </a:r>
                      <a:r>
                        <a:rPr sz="1200" i="1" spc="135" dirty="0">
                          <a:latin typeface="Calibri"/>
                          <a:cs typeface="Calibri"/>
                        </a:rPr>
                        <a:t> </a:t>
                      </a:r>
                      <a:r>
                        <a:rPr sz="1200" i="1" dirty="0">
                          <a:latin typeface="Calibri"/>
                          <a:cs typeface="Calibri"/>
                        </a:rPr>
                        <a:t>to</a:t>
                      </a:r>
                      <a:r>
                        <a:rPr sz="1200" i="1" spc="140" dirty="0">
                          <a:latin typeface="Calibri"/>
                          <a:cs typeface="Calibri"/>
                        </a:rPr>
                        <a:t> </a:t>
                      </a:r>
                      <a:r>
                        <a:rPr sz="1200" i="1" dirty="0">
                          <a:latin typeface="Calibri"/>
                          <a:cs typeface="Calibri"/>
                        </a:rPr>
                        <a:t>a</a:t>
                      </a:r>
                      <a:r>
                        <a:rPr sz="1200" i="1" spc="135" dirty="0">
                          <a:latin typeface="Calibri"/>
                          <a:cs typeface="Calibri"/>
                        </a:rPr>
                        <a:t> </a:t>
                      </a:r>
                      <a:r>
                        <a:rPr sz="1200" i="1" dirty="0">
                          <a:latin typeface="Calibri"/>
                          <a:cs typeface="Calibri"/>
                        </a:rPr>
                        <a:t>fine</a:t>
                      </a:r>
                      <a:r>
                        <a:rPr sz="1200" i="1" spc="140" dirty="0">
                          <a:latin typeface="Calibri"/>
                          <a:cs typeface="Calibri"/>
                        </a:rPr>
                        <a:t> </a:t>
                      </a:r>
                      <a:r>
                        <a:rPr sz="1200" i="1" dirty="0">
                          <a:latin typeface="Calibri"/>
                          <a:cs typeface="Calibri"/>
                        </a:rPr>
                        <a:t>not</a:t>
                      </a:r>
                      <a:r>
                        <a:rPr sz="1200" i="1" spc="135" dirty="0">
                          <a:latin typeface="Calibri"/>
                          <a:cs typeface="Calibri"/>
                        </a:rPr>
                        <a:t> </a:t>
                      </a:r>
                      <a:r>
                        <a:rPr sz="1200" i="1" dirty="0">
                          <a:latin typeface="Calibri"/>
                          <a:cs typeface="Calibri"/>
                        </a:rPr>
                        <a:t>exceeding</a:t>
                      </a:r>
                      <a:r>
                        <a:rPr sz="1200" i="1" spc="135" dirty="0">
                          <a:latin typeface="Calibri"/>
                          <a:cs typeface="Calibri"/>
                        </a:rPr>
                        <a:t> </a:t>
                      </a:r>
                      <a:r>
                        <a:rPr sz="1200" i="1" dirty="0">
                          <a:latin typeface="Calibri"/>
                          <a:cs typeface="Calibri"/>
                        </a:rPr>
                        <a:t>$100,000</a:t>
                      </a:r>
                      <a:r>
                        <a:rPr sz="1200" i="1" spc="145" dirty="0">
                          <a:latin typeface="Calibri"/>
                          <a:cs typeface="Calibri"/>
                        </a:rPr>
                        <a:t> </a:t>
                      </a:r>
                      <a:r>
                        <a:rPr sz="1200" i="1" dirty="0">
                          <a:latin typeface="Calibri"/>
                          <a:cs typeface="Calibri"/>
                        </a:rPr>
                        <a:t>or</a:t>
                      </a:r>
                      <a:r>
                        <a:rPr sz="1200" i="1" spc="140" dirty="0">
                          <a:latin typeface="Calibri"/>
                          <a:cs typeface="Calibri"/>
                        </a:rPr>
                        <a:t> </a:t>
                      </a:r>
                      <a:r>
                        <a:rPr sz="1200" i="1" dirty="0">
                          <a:latin typeface="Calibri"/>
                          <a:cs typeface="Calibri"/>
                        </a:rPr>
                        <a:t>to</a:t>
                      </a:r>
                      <a:r>
                        <a:rPr sz="1200" i="1" spc="135" dirty="0">
                          <a:latin typeface="Calibri"/>
                          <a:cs typeface="Calibri"/>
                        </a:rPr>
                        <a:t> </a:t>
                      </a:r>
                      <a:r>
                        <a:rPr sz="1200" i="1" dirty="0">
                          <a:latin typeface="Calibri"/>
                          <a:cs typeface="Calibri"/>
                        </a:rPr>
                        <a:t>imprisonment</a:t>
                      </a:r>
                      <a:r>
                        <a:rPr sz="1200" i="1" spc="140" dirty="0">
                          <a:latin typeface="Calibri"/>
                          <a:cs typeface="Calibri"/>
                        </a:rPr>
                        <a:t> </a:t>
                      </a:r>
                      <a:r>
                        <a:rPr sz="1200" i="1" dirty="0">
                          <a:latin typeface="Calibri"/>
                          <a:cs typeface="Calibri"/>
                        </a:rPr>
                        <a:t>for</a:t>
                      </a:r>
                      <a:r>
                        <a:rPr sz="1200" i="1" spc="140" dirty="0">
                          <a:latin typeface="Calibri"/>
                          <a:cs typeface="Calibri"/>
                        </a:rPr>
                        <a:t> </a:t>
                      </a:r>
                      <a:r>
                        <a:rPr sz="1200" i="1" dirty="0">
                          <a:latin typeface="Calibri"/>
                          <a:cs typeface="Calibri"/>
                        </a:rPr>
                        <a:t>a</a:t>
                      </a:r>
                      <a:r>
                        <a:rPr sz="1200" i="1" spc="135" dirty="0">
                          <a:latin typeface="Calibri"/>
                          <a:cs typeface="Calibri"/>
                        </a:rPr>
                        <a:t> </a:t>
                      </a:r>
                      <a:r>
                        <a:rPr sz="1200" i="1" dirty="0">
                          <a:latin typeface="Calibri"/>
                          <a:cs typeface="Calibri"/>
                        </a:rPr>
                        <a:t>term</a:t>
                      </a:r>
                      <a:r>
                        <a:rPr sz="1200" i="1" spc="140" dirty="0">
                          <a:latin typeface="Calibri"/>
                          <a:cs typeface="Calibri"/>
                        </a:rPr>
                        <a:t> </a:t>
                      </a:r>
                      <a:r>
                        <a:rPr sz="1200" i="1" spc="-25" dirty="0">
                          <a:latin typeface="Calibri"/>
                          <a:cs typeface="Calibri"/>
                        </a:rPr>
                        <a:t>not </a:t>
                      </a:r>
                      <a:r>
                        <a:rPr sz="1200" i="1" spc="-10" dirty="0">
                          <a:latin typeface="Calibri"/>
                          <a:cs typeface="Calibri"/>
                        </a:rPr>
                        <a:t>exceeding</a:t>
                      </a:r>
                      <a:r>
                        <a:rPr sz="1200" i="1" spc="-15" dirty="0">
                          <a:latin typeface="Calibri"/>
                          <a:cs typeface="Calibri"/>
                        </a:rPr>
                        <a:t> </a:t>
                      </a:r>
                      <a:r>
                        <a:rPr sz="1200" i="1" dirty="0">
                          <a:latin typeface="Calibri"/>
                          <a:cs typeface="Calibri"/>
                        </a:rPr>
                        <a:t>5</a:t>
                      </a:r>
                      <a:r>
                        <a:rPr sz="1200" i="1" spc="-5" dirty="0">
                          <a:latin typeface="Calibri"/>
                          <a:cs typeface="Calibri"/>
                        </a:rPr>
                        <a:t> </a:t>
                      </a:r>
                      <a:r>
                        <a:rPr sz="1200" i="1" dirty="0">
                          <a:latin typeface="Calibri"/>
                          <a:cs typeface="Calibri"/>
                        </a:rPr>
                        <a:t>years</a:t>
                      </a:r>
                      <a:r>
                        <a:rPr sz="1200" i="1" spc="-10" dirty="0">
                          <a:latin typeface="Calibri"/>
                          <a:cs typeface="Calibri"/>
                        </a:rPr>
                        <a:t> </a:t>
                      </a:r>
                      <a:r>
                        <a:rPr sz="1200" i="1" dirty="0">
                          <a:latin typeface="Calibri"/>
                          <a:cs typeface="Calibri"/>
                        </a:rPr>
                        <a:t>or</a:t>
                      </a:r>
                      <a:r>
                        <a:rPr sz="1200" i="1" spc="-10" dirty="0">
                          <a:latin typeface="Calibri"/>
                          <a:cs typeface="Calibri"/>
                        </a:rPr>
                        <a:t> </a:t>
                      </a:r>
                      <a:r>
                        <a:rPr sz="1200" i="1" dirty="0">
                          <a:latin typeface="Calibri"/>
                          <a:cs typeface="Calibri"/>
                        </a:rPr>
                        <a:t>to</a:t>
                      </a:r>
                      <a:r>
                        <a:rPr sz="1200" i="1" spc="-10" dirty="0">
                          <a:latin typeface="Calibri"/>
                          <a:cs typeface="Calibri"/>
                        </a:rPr>
                        <a:t> both.</a:t>
                      </a:r>
                      <a:endParaRPr sz="1200">
                        <a:latin typeface="Calibri"/>
                        <a:cs typeface="Calibri"/>
                      </a:endParaRPr>
                    </a:p>
                  </a:txBody>
                  <a:tcPr marL="0" marR="0" marT="2603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extLst>
                  <a:ext uri="{0D108BD9-81ED-4DB2-BD59-A6C34878D82A}">
                    <a16:rowId xmlns:a16="http://schemas.microsoft.com/office/drawing/2014/main" val="10001"/>
                  </a:ext>
                </a:extLst>
              </a:tr>
              <a:tr h="873760">
                <a:tc>
                  <a:txBody>
                    <a:bodyPr/>
                    <a:lstStyle/>
                    <a:p>
                      <a:pPr marL="248920" indent="-170815">
                        <a:lnSpc>
                          <a:spcPct val="100000"/>
                        </a:lnSpc>
                        <a:spcBef>
                          <a:spcPts val="209"/>
                        </a:spcBef>
                        <a:buFont typeface="Wingdings"/>
                        <a:buChar char=""/>
                        <a:tabLst>
                          <a:tab pos="248920" algn="l"/>
                        </a:tabLst>
                      </a:pPr>
                      <a:r>
                        <a:rPr sz="1200" b="1" spc="-10" dirty="0">
                          <a:latin typeface="Corbel"/>
                          <a:cs typeface="Corbel"/>
                        </a:rPr>
                        <a:t>Trespassing</a:t>
                      </a:r>
                      <a:r>
                        <a:rPr sz="1200" b="1" spc="-20" dirty="0">
                          <a:latin typeface="Corbel"/>
                          <a:cs typeface="Corbel"/>
                        </a:rPr>
                        <a:t> </a:t>
                      </a:r>
                      <a:r>
                        <a:rPr sz="1200" b="1" dirty="0">
                          <a:latin typeface="Corbel"/>
                          <a:cs typeface="Corbel"/>
                        </a:rPr>
                        <a:t>at</a:t>
                      </a:r>
                      <a:r>
                        <a:rPr sz="1200" b="1" spc="-25" dirty="0">
                          <a:latin typeface="Corbel"/>
                          <a:cs typeface="Corbel"/>
                        </a:rPr>
                        <a:t> </a:t>
                      </a:r>
                      <a:r>
                        <a:rPr sz="1200" b="1" dirty="0">
                          <a:latin typeface="Corbel"/>
                          <a:cs typeface="Corbel"/>
                        </a:rPr>
                        <a:t>aerodromes,</a:t>
                      </a:r>
                      <a:r>
                        <a:rPr sz="1200" b="1" spc="-25" dirty="0">
                          <a:latin typeface="Corbel"/>
                          <a:cs typeface="Corbel"/>
                        </a:rPr>
                        <a:t> etc</a:t>
                      </a:r>
                      <a:endParaRPr sz="1200">
                        <a:latin typeface="Corbel"/>
                        <a:cs typeface="Corbel"/>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tc>
                  <a:txBody>
                    <a:bodyPr/>
                    <a:lstStyle/>
                    <a:p>
                      <a:pPr marL="78105" marR="200660">
                        <a:lnSpc>
                          <a:spcPct val="105000"/>
                        </a:lnSpc>
                        <a:spcBef>
                          <a:spcPts val="135"/>
                        </a:spcBef>
                      </a:pPr>
                      <a:r>
                        <a:rPr sz="1200" i="1" dirty="0">
                          <a:latin typeface="Calibri"/>
                          <a:cs typeface="Calibri"/>
                        </a:rPr>
                        <a:t>Any</a:t>
                      </a:r>
                      <a:r>
                        <a:rPr sz="1200" i="1" spc="-15" dirty="0">
                          <a:latin typeface="Calibri"/>
                          <a:cs typeface="Calibri"/>
                        </a:rPr>
                        <a:t> </a:t>
                      </a:r>
                      <a:r>
                        <a:rPr sz="1200" i="1" dirty="0">
                          <a:latin typeface="Calibri"/>
                          <a:cs typeface="Calibri"/>
                        </a:rPr>
                        <a:t>person</a:t>
                      </a:r>
                      <a:r>
                        <a:rPr sz="1200" i="1" spc="-25" dirty="0">
                          <a:latin typeface="Calibri"/>
                          <a:cs typeface="Calibri"/>
                        </a:rPr>
                        <a:t> </a:t>
                      </a:r>
                      <a:r>
                        <a:rPr sz="1200" i="1" dirty="0">
                          <a:latin typeface="Calibri"/>
                          <a:cs typeface="Calibri"/>
                        </a:rPr>
                        <a:t>who</a:t>
                      </a:r>
                      <a:r>
                        <a:rPr sz="1200" i="1" spc="-20" dirty="0">
                          <a:latin typeface="Calibri"/>
                          <a:cs typeface="Calibri"/>
                        </a:rPr>
                        <a:t> </a:t>
                      </a:r>
                      <a:r>
                        <a:rPr sz="1200" i="1" spc="-10" dirty="0">
                          <a:latin typeface="Calibri"/>
                          <a:cs typeface="Calibri"/>
                        </a:rPr>
                        <a:t>contravenes</a:t>
                      </a:r>
                      <a:r>
                        <a:rPr sz="1200" i="1" spc="-20" dirty="0">
                          <a:latin typeface="Calibri"/>
                          <a:cs typeface="Calibri"/>
                        </a:rPr>
                        <a:t> </a:t>
                      </a:r>
                      <a:r>
                        <a:rPr sz="1200" i="1" dirty="0">
                          <a:latin typeface="Calibri"/>
                          <a:cs typeface="Calibri"/>
                        </a:rPr>
                        <a:t>subsection</a:t>
                      </a:r>
                      <a:r>
                        <a:rPr sz="1200" i="1" spc="-25" dirty="0">
                          <a:latin typeface="Calibri"/>
                          <a:cs typeface="Calibri"/>
                        </a:rPr>
                        <a:t> </a:t>
                      </a:r>
                      <a:r>
                        <a:rPr sz="1200" i="1" dirty="0">
                          <a:latin typeface="Calibri"/>
                          <a:cs typeface="Calibri"/>
                        </a:rPr>
                        <a:t>(1)</a:t>
                      </a:r>
                      <a:r>
                        <a:rPr sz="1200" i="1" spc="-20" dirty="0">
                          <a:latin typeface="Calibri"/>
                          <a:cs typeface="Calibri"/>
                        </a:rPr>
                        <a:t> </a:t>
                      </a:r>
                      <a:r>
                        <a:rPr sz="1200" i="1" dirty="0">
                          <a:latin typeface="Calibri"/>
                          <a:cs typeface="Calibri"/>
                        </a:rPr>
                        <a:t>shall</a:t>
                      </a:r>
                      <a:r>
                        <a:rPr sz="1200" i="1" spc="-20" dirty="0">
                          <a:latin typeface="Calibri"/>
                          <a:cs typeface="Calibri"/>
                        </a:rPr>
                        <a:t> </a:t>
                      </a:r>
                      <a:r>
                        <a:rPr sz="1200" i="1" dirty="0">
                          <a:latin typeface="Calibri"/>
                          <a:cs typeface="Calibri"/>
                        </a:rPr>
                        <a:t>be</a:t>
                      </a:r>
                      <a:r>
                        <a:rPr sz="1200" i="1" spc="-15" dirty="0">
                          <a:latin typeface="Calibri"/>
                          <a:cs typeface="Calibri"/>
                        </a:rPr>
                        <a:t> </a:t>
                      </a:r>
                      <a:r>
                        <a:rPr sz="1200" i="1" dirty="0">
                          <a:latin typeface="Calibri"/>
                          <a:cs typeface="Calibri"/>
                        </a:rPr>
                        <a:t>guilty</a:t>
                      </a:r>
                      <a:r>
                        <a:rPr sz="1200" i="1" spc="-10" dirty="0">
                          <a:latin typeface="Calibri"/>
                          <a:cs typeface="Calibri"/>
                        </a:rPr>
                        <a:t> </a:t>
                      </a:r>
                      <a:r>
                        <a:rPr sz="1200" i="1" dirty="0">
                          <a:latin typeface="Calibri"/>
                          <a:cs typeface="Calibri"/>
                        </a:rPr>
                        <a:t>of</a:t>
                      </a:r>
                      <a:r>
                        <a:rPr sz="1200" i="1" spc="-20" dirty="0">
                          <a:latin typeface="Calibri"/>
                          <a:cs typeface="Calibri"/>
                        </a:rPr>
                        <a:t> </a:t>
                      </a:r>
                      <a:r>
                        <a:rPr sz="1200" i="1" dirty="0">
                          <a:latin typeface="Calibri"/>
                          <a:cs typeface="Calibri"/>
                        </a:rPr>
                        <a:t>an</a:t>
                      </a:r>
                      <a:r>
                        <a:rPr sz="1200" i="1" spc="-25" dirty="0">
                          <a:latin typeface="Calibri"/>
                          <a:cs typeface="Calibri"/>
                        </a:rPr>
                        <a:t> </a:t>
                      </a:r>
                      <a:r>
                        <a:rPr sz="1200" i="1" dirty="0">
                          <a:latin typeface="Calibri"/>
                          <a:cs typeface="Calibri"/>
                        </a:rPr>
                        <a:t>offence</a:t>
                      </a:r>
                      <a:r>
                        <a:rPr sz="1200" i="1" spc="-15" dirty="0">
                          <a:latin typeface="Calibri"/>
                          <a:cs typeface="Calibri"/>
                        </a:rPr>
                        <a:t> </a:t>
                      </a:r>
                      <a:r>
                        <a:rPr sz="1200" i="1" dirty="0">
                          <a:latin typeface="Calibri"/>
                          <a:cs typeface="Calibri"/>
                        </a:rPr>
                        <a:t>and</a:t>
                      </a:r>
                      <a:r>
                        <a:rPr sz="1200" i="1" spc="-20" dirty="0">
                          <a:latin typeface="Calibri"/>
                          <a:cs typeface="Calibri"/>
                        </a:rPr>
                        <a:t> </a:t>
                      </a:r>
                      <a:r>
                        <a:rPr sz="1200" i="1" dirty="0">
                          <a:latin typeface="Calibri"/>
                          <a:cs typeface="Calibri"/>
                        </a:rPr>
                        <a:t>shall</a:t>
                      </a:r>
                      <a:r>
                        <a:rPr sz="1200" i="1" spc="-20" dirty="0">
                          <a:latin typeface="Calibri"/>
                          <a:cs typeface="Calibri"/>
                        </a:rPr>
                        <a:t> </a:t>
                      </a:r>
                      <a:r>
                        <a:rPr sz="1200" i="1" dirty="0">
                          <a:latin typeface="Calibri"/>
                          <a:cs typeface="Calibri"/>
                        </a:rPr>
                        <a:t>be</a:t>
                      </a:r>
                      <a:r>
                        <a:rPr sz="1200" i="1" spc="-15" dirty="0">
                          <a:latin typeface="Calibri"/>
                          <a:cs typeface="Calibri"/>
                        </a:rPr>
                        <a:t> </a:t>
                      </a:r>
                      <a:r>
                        <a:rPr sz="1200" i="1" spc="-10" dirty="0">
                          <a:latin typeface="Calibri"/>
                          <a:cs typeface="Calibri"/>
                        </a:rPr>
                        <a:t>liable </a:t>
                      </a:r>
                      <a:r>
                        <a:rPr sz="1200" i="1" dirty="0">
                          <a:latin typeface="Calibri"/>
                          <a:cs typeface="Calibri"/>
                        </a:rPr>
                        <a:t>on</a:t>
                      </a:r>
                      <a:r>
                        <a:rPr sz="1200" i="1" spc="-15" dirty="0">
                          <a:latin typeface="Calibri"/>
                          <a:cs typeface="Calibri"/>
                        </a:rPr>
                        <a:t> </a:t>
                      </a:r>
                      <a:r>
                        <a:rPr sz="1200" i="1" spc="-10" dirty="0">
                          <a:latin typeface="Calibri"/>
                          <a:cs typeface="Calibri"/>
                        </a:rPr>
                        <a:t>conviction</a:t>
                      </a:r>
                      <a:r>
                        <a:rPr sz="1200" i="1" spc="-15" dirty="0">
                          <a:latin typeface="Calibri"/>
                          <a:cs typeface="Calibri"/>
                        </a:rPr>
                        <a:t> </a:t>
                      </a:r>
                      <a:r>
                        <a:rPr sz="1200" i="1" dirty="0">
                          <a:latin typeface="Calibri"/>
                          <a:cs typeface="Calibri"/>
                        </a:rPr>
                        <a:t>to</a:t>
                      </a:r>
                      <a:r>
                        <a:rPr sz="1200" i="1" spc="-5" dirty="0">
                          <a:latin typeface="Calibri"/>
                          <a:cs typeface="Calibri"/>
                        </a:rPr>
                        <a:t> </a:t>
                      </a:r>
                      <a:r>
                        <a:rPr sz="1200" i="1" dirty="0">
                          <a:latin typeface="Calibri"/>
                          <a:cs typeface="Calibri"/>
                        </a:rPr>
                        <a:t>a</a:t>
                      </a:r>
                      <a:r>
                        <a:rPr sz="1200" i="1" spc="-15" dirty="0">
                          <a:latin typeface="Calibri"/>
                          <a:cs typeface="Calibri"/>
                        </a:rPr>
                        <a:t> </a:t>
                      </a:r>
                      <a:r>
                        <a:rPr sz="1200" i="1" dirty="0">
                          <a:latin typeface="Calibri"/>
                          <a:cs typeface="Calibri"/>
                        </a:rPr>
                        <a:t>fine not</a:t>
                      </a:r>
                      <a:r>
                        <a:rPr sz="1200" i="1" spc="-10" dirty="0">
                          <a:latin typeface="Calibri"/>
                          <a:cs typeface="Calibri"/>
                        </a:rPr>
                        <a:t> exceeding </a:t>
                      </a:r>
                      <a:r>
                        <a:rPr sz="1200" b="1" i="1" spc="-10" dirty="0">
                          <a:latin typeface="Calibri"/>
                          <a:cs typeface="Calibri"/>
                        </a:rPr>
                        <a:t>$5,000.</a:t>
                      </a:r>
                      <a:endParaRPr sz="1200">
                        <a:latin typeface="Calibri"/>
                        <a:cs typeface="Calibri"/>
                      </a:endParaRPr>
                    </a:p>
                  </a:txBody>
                  <a:tcPr marL="0" marR="0" marT="171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grpSp>
        <p:nvGrpSpPr>
          <p:cNvPr id="8" name="object 8"/>
          <p:cNvGrpSpPr/>
          <p:nvPr/>
        </p:nvGrpSpPr>
        <p:grpSpPr>
          <a:xfrm>
            <a:off x="3533499" y="1776983"/>
            <a:ext cx="5920740" cy="1760855"/>
            <a:chOff x="3533499" y="1776983"/>
            <a:chExt cx="5920740" cy="1760855"/>
          </a:xfrm>
        </p:grpSpPr>
        <p:sp>
          <p:nvSpPr>
            <p:cNvPr id="9" name="object 9"/>
            <p:cNvSpPr/>
            <p:nvPr/>
          </p:nvSpPr>
          <p:spPr>
            <a:xfrm>
              <a:off x="6493667" y="3016650"/>
              <a:ext cx="2952750" cy="513080"/>
            </a:xfrm>
            <a:custGeom>
              <a:avLst/>
              <a:gdLst/>
              <a:ahLst/>
              <a:cxnLst/>
              <a:rect l="l" t="t" r="r" b="b"/>
              <a:pathLst>
                <a:path w="2952750" h="513079">
                  <a:moveTo>
                    <a:pt x="0" y="0"/>
                  </a:moveTo>
                  <a:lnTo>
                    <a:pt x="0" y="256445"/>
                  </a:lnTo>
                  <a:lnTo>
                    <a:pt x="2952230" y="256445"/>
                  </a:lnTo>
                  <a:lnTo>
                    <a:pt x="2952230" y="512630"/>
                  </a:lnTo>
                </a:path>
              </a:pathLst>
            </a:custGeom>
            <a:ln w="15875">
              <a:solidFill>
                <a:srgbClr val="1489B6"/>
              </a:solidFill>
            </a:ln>
          </p:spPr>
          <p:txBody>
            <a:bodyPr wrap="square" lIns="0" tIns="0" rIns="0" bIns="0" rtlCol="0"/>
            <a:lstStyle/>
            <a:p>
              <a:endParaRPr/>
            </a:p>
          </p:txBody>
        </p:sp>
        <p:sp>
          <p:nvSpPr>
            <p:cNvPr id="10" name="object 10"/>
            <p:cNvSpPr/>
            <p:nvPr/>
          </p:nvSpPr>
          <p:spPr>
            <a:xfrm>
              <a:off x="6493667" y="3016650"/>
              <a:ext cx="0" cy="513080"/>
            </a:xfrm>
            <a:custGeom>
              <a:avLst/>
              <a:gdLst/>
              <a:ahLst/>
              <a:cxnLst/>
              <a:rect l="l" t="t" r="r" b="b"/>
              <a:pathLst>
                <a:path h="513079">
                  <a:moveTo>
                    <a:pt x="0" y="0"/>
                  </a:moveTo>
                  <a:lnTo>
                    <a:pt x="0" y="512630"/>
                  </a:lnTo>
                </a:path>
              </a:pathLst>
            </a:custGeom>
            <a:ln w="15875">
              <a:solidFill>
                <a:srgbClr val="1489B6"/>
              </a:solidFill>
            </a:ln>
          </p:spPr>
          <p:txBody>
            <a:bodyPr wrap="square" lIns="0" tIns="0" rIns="0" bIns="0" rtlCol="0"/>
            <a:lstStyle/>
            <a:p>
              <a:endParaRPr/>
            </a:p>
          </p:txBody>
        </p:sp>
        <p:sp>
          <p:nvSpPr>
            <p:cNvPr id="11" name="object 11"/>
            <p:cNvSpPr/>
            <p:nvPr/>
          </p:nvSpPr>
          <p:spPr>
            <a:xfrm>
              <a:off x="3541436" y="3016650"/>
              <a:ext cx="2952750" cy="513080"/>
            </a:xfrm>
            <a:custGeom>
              <a:avLst/>
              <a:gdLst/>
              <a:ahLst/>
              <a:cxnLst/>
              <a:rect l="l" t="t" r="r" b="b"/>
              <a:pathLst>
                <a:path w="2952750" h="513079">
                  <a:moveTo>
                    <a:pt x="2952230" y="0"/>
                  </a:moveTo>
                  <a:lnTo>
                    <a:pt x="2952230" y="256445"/>
                  </a:lnTo>
                  <a:lnTo>
                    <a:pt x="0" y="256445"/>
                  </a:lnTo>
                  <a:lnTo>
                    <a:pt x="0" y="512630"/>
                  </a:lnTo>
                </a:path>
              </a:pathLst>
            </a:custGeom>
            <a:ln w="15875">
              <a:solidFill>
                <a:srgbClr val="1489B6"/>
              </a:solidFill>
            </a:ln>
          </p:spPr>
          <p:txBody>
            <a:bodyPr wrap="square" lIns="0" tIns="0" rIns="0" bIns="0" rtlCol="0"/>
            <a:lstStyle/>
            <a:p>
              <a:endParaRPr/>
            </a:p>
          </p:txBody>
        </p:sp>
        <p:pic>
          <p:nvPicPr>
            <p:cNvPr id="12" name="object 12"/>
            <p:cNvPicPr/>
            <p:nvPr/>
          </p:nvPicPr>
          <p:blipFill>
            <a:blip r:embed="rId5" cstate="print"/>
            <a:stretch>
              <a:fillRect/>
            </a:stretch>
          </p:blipFill>
          <p:spPr>
            <a:xfrm>
              <a:off x="5047488" y="1776983"/>
              <a:ext cx="2907791" cy="1310639"/>
            </a:xfrm>
            <a:prstGeom prst="rect">
              <a:avLst/>
            </a:prstGeom>
          </p:spPr>
        </p:pic>
      </p:grpSp>
      <p:sp>
        <p:nvSpPr>
          <p:cNvPr id="13" name="object 13"/>
          <p:cNvSpPr txBox="1"/>
          <p:nvPr/>
        </p:nvSpPr>
        <p:spPr>
          <a:xfrm>
            <a:off x="5249193" y="2105659"/>
            <a:ext cx="2489200" cy="553085"/>
          </a:xfrm>
          <a:prstGeom prst="rect">
            <a:avLst/>
          </a:prstGeom>
        </p:spPr>
        <p:txBody>
          <a:bodyPr vert="horz" wrap="square" lIns="0" tIns="38735" rIns="0" bIns="0" rtlCol="0">
            <a:spAutoFit/>
          </a:bodyPr>
          <a:lstStyle/>
          <a:p>
            <a:pPr marL="737870" marR="5080" indent="-725805">
              <a:lnSpc>
                <a:spcPts val="1989"/>
              </a:lnSpc>
              <a:spcBef>
                <a:spcPts val="305"/>
              </a:spcBef>
            </a:pPr>
            <a:r>
              <a:rPr sz="1800" spc="-10" dirty="0">
                <a:latin typeface="Corbel"/>
                <a:cs typeface="Corbel"/>
              </a:rPr>
              <a:t>Different</a:t>
            </a:r>
            <a:r>
              <a:rPr sz="1800" spc="-25" dirty="0">
                <a:latin typeface="Corbel"/>
                <a:cs typeface="Corbel"/>
              </a:rPr>
              <a:t> </a:t>
            </a:r>
            <a:r>
              <a:rPr sz="1800" dirty="0">
                <a:latin typeface="Corbel"/>
                <a:cs typeface="Corbel"/>
              </a:rPr>
              <a:t>purposes</a:t>
            </a:r>
            <a:r>
              <a:rPr sz="1800" spc="-20" dirty="0">
                <a:latin typeface="Corbel"/>
                <a:cs typeface="Corbel"/>
              </a:rPr>
              <a:t> </a:t>
            </a:r>
            <a:r>
              <a:rPr sz="1800" dirty="0">
                <a:latin typeface="Corbel"/>
                <a:cs typeface="Corbel"/>
              </a:rPr>
              <a:t>of</a:t>
            </a:r>
            <a:r>
              <a:rPr sz="1800" spc="-75" dirty="0">
                <a:latin typeface="Corbel"/>
                <a:cs typeface="Corbel"/>
              </a:rPr>
              <a:t> </a:t>
            </a:r>
            <a:r>
              <a:rPr sz="1800" spc="-25" dirty="0">
                <a:latin typeface="Corbel"/>
                <a:cs typeface="Corbel"/>
              </a:rPr>
              <a:t>UAS </a:t>
            </a:r>
            <a:r>
              <a:rPr sz="1800" spc="-10" dirty="0">
                <a:latin typeface="Corbel"/>
                <a:cs typeface="Corbel"/>
              </a:rPr>
              <a:t>operations</a:t>
            </a:r>
            <a:endParaRPr sz="1800">
              <a:latin typeface="Corbel"/>
              <a:cs typeface="Corbel"/>
            </a:endParaRPr>
          </a:p>
        </p:txBody>
      </p:sp>
      <p:pic>
        <p:nvPicPr>
          <p:cNvPr id="14" name="object 14"/>
          <p:cNvPicPr/>
          <p:nvPr/>
        </p:nvPicPr>
        <p:blipFill>
          <a:blip r:embed="rId6" cstate="print"/>
          <a:stretch>
            <a:fillRect/>
          </a:stretch>
        </p:blipFill>
        <p:spPr>
          <a:xfrm>
            <a:off x="2255520" y="3508247"/>
            <a:ext cx="2572511" cy="1310639"/>
          </a:xfrm>
          <a:prstGeom prst="rect">
            <a:avLst/>
          </a:prstGeom>
        </p:spPr>
      </p:pic>
      <p:sp>
        <p:nvSpPr>
          <p:cNvPr id="15" name="object 15"/>
          <p:cNvSpPr txBox="1"/>
          <p:nvPr/>
        </p:nvSpPr>
        <p:spPr>
          <a:xfrm>
            <a:off x="2427042" y="3836923"/>
            <a:ext cx="2228850" cy="553085"/>
          </a:xfrm>
          <a:prstGeom prst="rect">
            <a:avLst/>
          </a:prstGeom>
        </p:spPr>
        <p:txBody>
          <a:bodyPr vert="horz" wrap="square" lIns="0" tIns="38735" rIns="0" bIns="0" rtlCol="0">
            <a:spAutoFit/>
          </a:bodyPr>
          <a:lstStyle/>
          <a:p>
            <a:pPr marL="12700" marR="5080" indent="505459">
              <a:lnSpc>
                <a:spcPts val="1989"/>
              </a:lnSpc>
              <a:spcBef>
                <a:spcPts val="305"/>
              </a:spcBef>
            </a:pPr>
            <a:r>
              <a:rPr sz="1800" dirty="0">
                <a:latin typeface="Corbel"/>
                <a:cs typeface="Corbel"/>
              </a:rPr>
              <a:t>Activities</a:t>
            </a:r>
            <a:r>
              <a:rPr sz="1800" spc="-40" dirty="0">
                <a:latin typeface="Corbel"/>
                <a:cs typeface="Corbel"/>
              </a:rPr>
              <a:t> </a:t>
            </a:r>
            <a:r>
              <a:rPr sz="1800" spc="-25" dirty="0">
                <a:latin typeface="Corbel"/>
                <a:cs typeface="Corbel"/>
              </a:rPr>
              <a:t>for </a:t>
            </a:r>
            <a:r>
              <a:rPr sz="1800" spc="-10" dirty="0">
                <a:latin typeface="Corbel"/>
                <a:cs typeface="Corbel"/>
              </a:rPr>
              <a:t>RECREATION</a:t>
            </a:r>
            <a:r>
              <a:rPr sz="1800" spc="-40" dirty="0">
                <a:latin typeface="Corbel"/>
                <a:cs typeface="Corbel"/>
              </a:rPr>
              <a:t> </a:t>
            </a:r>
            <a:r>
              <a:rPr sz="1800" spc="-10" dirty="0">
                <a:latin typeface="Corbel"/>
                <a:cs typeface="Corbel"/>
              </a:rPr>
              <a:t>purposes</a:t>
            </a:r>
            <a:endParaRPr sz="1800">
              <a:latin typeface="Corbel"/>
              <a:cs typeface="Corbel"/>
            </a:endParaRPr>
          </a:p>
        </p:txBody>
      </p:sp>
      <p:pic>
        <p:nvPicPr>
          <p:cNvPr id="16" name="object 16"/>
          <p:cNvPicPr/>
          <p:nvPr/>
        </p:nvPicPr>
        <p:blipFill>
          <a:blip r:embed="rId7" cstate="print"/>
          <a:stretch>
            <a:fillRect/>
          </a:stretch>
        </p:blipFill>
        <p:spPr>
          <a:xfrm>
            <a:off x="5227320" y="3508247"/>
            <a:ext cx="2532887" cy="1310639"/>
          </a:xfrm>
          <a:prstGeom prst="rect">
            <a:avLst/>
          </a:prstGeom>
        </p:spPr>
      </p:pic>
      <p:sp>
        <p:nvSpPr>
          <p:cNvPr id="17" name="object 17"/>
          <p:cNvSpPr txBox="1"/>
          <p:nvPr/>
        </p:nvSpPr>
        <p:spPr>
          <a:xfrm>
            <a:off x="5424199" y="3836923"/>
            <a:ext cx="2139315" cy="553085"/>
          </a:xfrm>
          <a:prstGeom prst="rect">
            <a:avLst/>
          </a:prstGeom>
        </p:spPr>
        <p:txBody>
          <a:bodyPr vert="horz" wrap="square" lIns="0" tIns="38735" rIns="0" bIns="0" rtlCol="0">
            <a:spAutoFit/>
          </a:bodyPr>
          <a:lstStyle/>
          <a:p>
            <a:pPr marL="12700" marR="5080" indent="460375">
              <a:lnSpc>
                <a:spcPts val="1989"/>
              </a:lnSpc>
              <a:spcBef>
                <a:spcPts val="305"/>
              </a:spcBef>
            </a:pPr>
            <a:r>
              <a:rPr sz="1800" dirty="0">
                <a:latin typeface="Corbel"/>
                <a:cs typeface="Corbel"/>
              </a:rPr>
              <a:t>Activities</a:t>
            </a:r>
            <a:r>
              <a:rPr sz="1800" spc="-40" dirty="0">
                <a:latin typeface="Corbel"/>
                <a:cs typeface="Corbel"/>
              </a:rPr>
              <a:t> </a:t>
            </a:r>
            <a:r>
              <a:rPr sz="1800" spc="-25" dirty="0">
                <a:latin typeface="Corbel"/>
                <a:cs typeface="Corbel"/>
              </a:rPr>
              <a:t>for </a:t>
            </a:r>
            <a:r>
              <a:rPr sz="1800" spc="-10" dirty="0">
                <a:latin typeface="Corbel"/>
                <a:cs typeface="Corbel"/>
              </a:rPr>
              <a:t>EDUCATION</a:t>
            </a:r>
            <a:r>
              <a:rPr sz="1800" spc="-65" dirty="0">
                <a:latin typeface="Corbel"/>
                <a:cs typeface="Corbel"/>
              </a:rPr>
              <a:t> </a:t>
            </a:r>
            <a:r>
              <a:rPr sz="1800" spc="-10" dirty="0">
                <a:latin typeface="Corbel"/>
                <a:cs typeface="Corbel"/>
              </a:rPr>
              <a:t>purposes</a:t>
            </a:r>
            <a:endParaRPr sz="1800">
              <a:latin typeface="Corbel"/>
              <a:cs typeface="Corbel"/>
            </a:endParaRPr>
          </a:p>
        </p:txBody>
      </p:sp>
      <p:pic>
        <p:nvPicPr>
          <p:cNvPr id="18" name="object 18"/>
          <p:cNvPicPr/>
          <p:nvPr/>
        </p:nvPicPr>
        <p:blipFill>
          <a:blip r:embed="rId8" cstate="print"/>
          <a:stretch>
            <a:fillRect/>
          </a:stretch>
        </p:blipFill>
        <p:spPr>
          <a:xfrm>
            <a:off x="8180831" y="3508247"/>
            <a:ext cx="2529839" cy="1310639"/>
          </a:xfrm>
          <a:prstGeom prst="rect">
            <a:avLst/>
          </a:prstGeom>
        </p:spPr>
      </p:pic>
      <p:sp>
        <p:nvSpPr>
          <p:cNvPr id="19" name="object 19"/>
          <p:cNvSpPr txBox="1"/>
          <p:nvPr/>
        </p:nvSpPr>
        <p:spPr>
          <a:xfrm>
            <a:off x="8477204" y="3752596"/>
            <a:ext cx="1937385" cy="714375"/>
          </a:xfrm>
          <a:prstGeom prst="rect">
            <a:avLst/>
          </a:prstGeom>
        </p:spPr>
        <p:txBody>
          <a:bodyPr vert="horz" wrap="square" lIns="0" tIns="33019" rIns="0" bIns="0" rtlCol="0">
            <a:spAutoFit/>
          </a:bodyPr>
          <a:lstStyle/>
          <a:p>
            <a:pPr marL="12700" marR="5080" indent="156210">
              <a:lnSpc>
                <a:spcPts val="1800"/>
              </a:lnSpc>
              <a:spcBef>
                <a:spcPts val="259"/>
              </a:spcBef>
            </a:pPr>
            <a:r>
              <a:rPr sz="1600" dirty="0">
                <a:latin typeface="Corbel"/>
                <a:cs typeface="Corbel"/>
              </a:rPr>
              <a:t>Activities</a:t>
            </a:r>
            <a:r>
              <a:rPr sz="1600" spc="-45" dirty="0">
                <a:latin typeface="Corbel"/>
                <a:cs typeface="Corbel"/>
              </a:rPr>
              <a:t> </a:t>
            </a:r>
            <a:r>
              <a:rPr sz="1600" dirty="0">
                <a:latin typeface="Corbel"/>
                <a:cs typeface="Corbel"/>
              </a:rPr>
              <a:t>for</a:t>
            </a:r>
            <a:r>
              <a:rPr sz="1600" spc="-40" dirty="0">
                <a:latin typeface="Corbel"/>
                <a:cs typeface="Corbel"/>
              </a:rPr>
              <a:t> </a:t>
            </a:r>
            <a:r>
              <a:rPr sz="1600" spc="-20" dirty="0">
                <a:latin typeface="Corbel"/>
                <a:cs typeface="Corbel"/>
              </a:rPr>
              <a:t>NON- </a:t>
            </a:r>
            <a:r>
              <a:rPr sz="1600" spc="-10" dirty="0">
                <a:latin typeface="Corbel"/>
                <a:cs typeface="Corbel"/>
              </a:rPr>
              <a:t>RECREATION</a:t>
            </a:r>
            <a:r>
              <a:rPr sz="1600" spc="-25" dirty="0">
                <a:latin typeface="Corbel"/>
                <a:cs typeface="Corbel"/>
              </a:rPr>
              <a:t> </a:t>
            </a:r>
            <a:r>
              <a:rPr sz="1600" dirty="0">
                <a:latin typeface="Corbel"/>
                <a:cs typeface="Corbel"/>
              </a:rPr>
              <a:t>or</a:t>
            </a:r>
            <a:r>
              <a:rPr sz="1600" spc="-20" dirty="0">
                <a:latin typeface="Corbel"/>
                <a:cs typeface="Corbel"/>
              </a:rPr>
              <a:t> NON-</a:t>
            </a:r>
            <a:endParaRPr sz="1600">
              <a:latin typeface="Corbel"/>
              <a:cs typeface="Corbel"/>
            </a:endParaRPr>
          </a:p>
          <a:p>
            <a:pPr marL="29209">
              <a:lnSpc>
                <a:spcPts val="1664"/>
              </a:lnSpc>
            </a:pPr>
            <a:r>
              <a:rPr sz="1600" spc="-10" dirty="0">
                <a:latin typeface="Corbel"/>
                <a:cs typeface="Corbel"/>
              </a:rPr>
              <a:t>EDUCATION</a:t>
            </a:r>
            <a:r>
              <a:rPr sz="1600" spc="-45" dirty="0">
                <a:latin typeface="Corbel"/>
                <a:cs typeface="Corbel"/>
              </a:rPr>
              <a:t> </a:t>
            </a:r>
            <a:r>
              <a:rPr sz="1600" spc="-10" dirty="0">
                <a:latin typeface="Corbel"/>
                <a:cs typeface="Corbel"/>
              </a:rPr>
              <a:t>purposes</a:t>
            </a:r>
            <a:endParaRPr sz="1600">
              <a:latin typeface="Corbel"/>
              <a:cs typeface="Corbe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F5924E86-E88E-F262-EAA0-9FFC3CAD3E2A}"/>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sp>
        <p:nvSpPr>
          <p:cNvPr id="8" name="object 3">
            <a:extLst>
              <a:ext uri="{FF2B5EF4-FFF2-40B4-BE49-F238E27FC236}">
                <a16:creationId xmlns:a16="http://schemas.microsoft.com/office/drawing/2014/main" id="{BE458B72-2DD2-35D1-F28D-876A570B5625}"/>
              </a:ext>
            </a:extLst>
          </p:cNvPr>
          <p:cNvSpPr txBox="1"/>
          <p:nvPr/>
        </p:nvSpPr>
        <p:spPr>
          <a:xfrm>
            <a:off x="1856739" y="1890267"/>
            <a:ext cx="9347200" cy="2100575"/>
          </a:xfrm>
          <a:prstGeom prst="rect">
            <a:avLst/>
          </a:prstGeom>
        </p:spPr>
        <p:txBody>
          <a:bodyPr vert="horz" wrap="square" lIns="0" tIns="22860" rIns="0" bIns="0" rtlCol="0">
            <a:spAutoFit/>
          </a:bodyPr>
          <a:lstStyle/>
          <a:p>
            <a:pPr marL="12700" marR="5080">
              <a:lnSpc>
                <a:spcPts val="1900"/>
              </a:lnSpc>
              <a:spcBef>
                <a:spcPts val="180"/>
              </a:spcBef>
            </a:pPr>
            <a:r>
              <a:rPr sz="1600" dirty="0">
                <a:latin typeface="Corbel"/>
                <a:cs typeface="Corbel"/>
              </a:rPr>
              <a:t>As</a:t>
            </a:r>
            <a:r>
              <a:rPr sz="1600" spc="-40" dirty="0">
                <a:latin typeface="Corbel"/>
                <a:cs typeface="Corbel"/>
              </a:rPr>
              <a:t> </a:t>
            </a:r>
            <a:r>
              <a:rPr sz="1600" dirty="0">
                <a:latin typeface="Corbel"/>
                <a:cs typeface="Corbel"/>
              </a:rPr>
              <a:t>defined</a:t>
            </a:r>
            <a:r>
              <a:rPr sz="1600" spc="-25" dirty="0">
                <a:latin typeface="Corbel"/>
                <a:cs typeface="Corbel"/>
              </a:rPr>
              <a:t> </a:t>
            </a:r>
            <a:r>
              <a:rPr sz="1600" dirty="0">
                <a:latin typeface="Corbel"/>
                <a:cs typeface="Corbel"/>
              </a:rPr>
              <a:t>in</a:t>
            </a:r>
            <a:r>
              <a:rPr sz="1600" spc="-85" dirty="0">
                <a:latin typeface="Corbel"/>
                <a:cs typeface="Corbel"/>
              </a:rPr>
              <a:t> </a:t>
            </a:r>
            <a:r>
              <a:rPr sz="1600" spc="-30" dirty="0">
                <a:latin typeface="Corbel"/>
                <a:cs typeface="Corbel"/>
              </a:rPr>
              <a:t>ANR-</a:t>
            </a:r>
            <a:r>
              <a:rPr sz="1600" dirty="0">
                <a:latin typeface="Corbel"/>
                <a:cs typeface="Corbel"/>
              </a:rPr>
              <a:t>101,</a:t>
            </a:r>
            <a:r>
              <a:rPr sz="1600" spc="-25" dirty="0">
                <a:latin typeface="Corbel"/>
                <a:cs typeface="Corbel"/>
              </a:rPr>
              <a:t> </a:t>
            </a:r>
            <a:r>
              <a:rPr sz="1600" dirty="0">
                <a:latin typeface="Corbel"/>
                <a:cs typeface="Corbel"/>
              </a:rPr>
              <a:t>“</a:t>
            </a:r>
            <a:r>
              <a:rPr sz="1600" dirty="0">
                <a:latin typeface="Corbel"/>
              </a:rPr>
              <a:t>recreation purpose</a:t>
            </a:r>
            <a:r>
              <a:rPr lang="en-GB" sz="1600" dirty="0">
                <a:latin typeface="Corbel"/>
              </a:rPr>
              <a:t>means any activity engaged in for enjoyment, relaxation or leisure, but not taking part in — </a:t>
            </a:r>
          </a:p>
          <a:p>
            <a:pPr marL="12700" marR="5080">
              <a:lnSpc>
                <a:spcPts val="1900"/>
              </a:lnSpc>
              <a:spcBef>
                <a:spcPts val="180"/>
              </a:spcBef>
            </a:pPr>
            <a:endParaRPr lang="en-GB" sz="1600" dirty="0">
              <a:latin typeface="Corbel"/>
              <a:cs typeface="Corbel"/>
            </a:endParaRPr>
          </a:p>
          <a:p>
            <a:pPr marL="355600" marR="5080" indent="-342900">
              <a:lnSpc>
                <a:spcPts val="1900"/>
              </a:lnSpc>
              <a:spcBef>
                <a:spcPts val="180"/>
              </a:spcBef>
              <a:buAutoNum type="alphaLcParenR"/>
            </a:pPr>
            <a:r>
              <a:rPr lang="en-GB" sz="1600" dirty="0">
                <a:latin typeface="Corbel"/>
              </a:rPr>
              <a:t>a sporting activity that forms part of an organised group activity or organised competition, race or tournament;</a:t>
            </a:r>
          </a:p>
          <a:p>
            <a:pPr marL="355600" marR="5080" indent="-342900">
              <a:lnSpc>
                <a:spcPts val="1900"/>
              </a:lnSpc>
              <a:spcBef>
                <a:spcPts val="180"/>
              </a:spcBef>
              <a:buAutoNum type="alphaLcParenR"/>
            </a:pPr>
            <a:r>
              <a:rPr lang="en-GB" sz="1600" dirty="0">
                <a:latin typeface="Corbel"/>
              </a:rPr>
              <a:t>a recreational activity provided in the course of carrying on a business;</a:t>
            </a:r>
          </a:p>
          <a:p>
            <a:pPr marL="355600" marR="5080" indent="-342900">
              <a:lnSpc>
                <a:spcPts val="1900"/>
              </a:lnSpc>
              <a:spcBef>
                <a:spcPts val="180"/>
              </a:spcBef>
              <a:buAutoNum type="alphaLcParenR"/>
            </a:pPr>
            <a:r>
              <a:rPr lang="en-SG" sz="1600" dirty="0">
                <a:latin typeface="Corbel"/>
              </a:rPr>
              <a:t>a flying display; or</a:t>
            </a:r>
          </a:p>
          <a:p>
            <a:pPr marL="355600" marR="5080" indent="-342900">
              <a:lnSpc>
                <a:spcPts val="1900"/>
              </a:lnSpc>
              <a:spcBef>
                <a:spcPts val="180"/>
              </a:spcBef>
              <a:buAutoNum type="alphaLcParenR"/>
            </a:pPr>
            <a:r>
              <a:rPr lang="en-SG" sz="1600" dirty="0">
                <a:latin typeface="Corbel"/>
              </a:rPr>
              <a:t>a light show</a:t>
            </a:r>
            <a:endParaRPr lang="en-GB" sz="1600" dirty="0">
              <a:latin typeface="Corbel"/>
            </a:endParaRPr>
          </a:p>
        </p:txBody>
      </p:sp>
      <p:sp>
        <p:nvSpPr>
          <p:cNvPr id="9" name="object 4">
            <a:extLst>
              <a:ext uri="{FF2B5EF4-FFF2-40B4-BE49-F238E27FC236}">
                <a16:creationId xmlns:a16="http://schemas.microsoft.com/office/drawing/2014/main" id="{F8CD2067-5361-9463-6178-265CC24A22CD}"/>
              </a:ext>
            </a:extLst>
          </p:cNvPr>
          <p:cNvSpPr txBox="1">
            <a:spLocks noGrp="1"/>
          </p:cNvSpPr>
          <p:nvPr>
            <p:ph type="title"/>
          </p:nvPr>
        </p:nvSpPr>
        <p:spPr>
          <a:xfrm>
            <a:off x="1563049" y="1328420"/>
            <a:ext cx="3822065" cy="299720"/>
          </a:xfrm>
          <a:prstGeom prst="rect">
            <a:avLst/>
          </a:prstGeom>
        </p:spPr>
        <p:txBody>
          <a:bodyPr vert="horz" wrap="square" lIns="0" tIns="12700" rIns="0" bIns="0" rtlCol="0">
            <a:spAutoFit/>
          </a:bodyPr>
          <a:lstStyle/>
          <a:p>
            <a:pPr marL="12700">
              <a:lnSpc>
                <a:spcPct val="100000"/>
              </a:lnSpc>
              <a:spcBef>
                <a:spcPts val="100"/>
              </a:spcBef>
            </a:pPr>
            <a:r>
              <a:rPr sz="1800" dirty="0"/>
              <a:t>1.</a:t>
            </a:r>
            <a:r>
              <a:rPr sz="1800" spc="-40" dirty="0"/>
              <a:t> </a:t>
            </a:r>
            <a:r>
              <a:rPr sz="1800" b="1" u="sng" dirty="0">
                <a:uFill>
                  <a:solidFill>
                    <a:srgbClr val="000000"/>
                  </a:solidFill>
                </a:uFill>
                <a:latin typeface="Corbel"/>
                <a:cs typeface="Corbel"/>
              </a:rPr>
              <a:t>Activities</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for</a:t>
            </a:r>
            <a:r>
              <a:rPr sz="1800" b="1" u="sng" spc="-40" dirty="0">
                <a:uFill>
                  <a:solidFill>
                    <a:srgbClr val="000000"/>
                  </a:solidFill>
                </a:uFill>
                <a:latin typeface="Corbel"/>
                <a:cs typeface="Corbel"/>
              </a:rPr>
              <a:t> </a:t>
            </a:r>
            <a:r>
              <a:rPr sz="1800" b="1" u="sng" spc="-10" dirty="0">
                <a:uFill>
                  <a:solidFill>
                    <a:srgbClr val="000000"/>
                  </a:solidFill>
                </a:uFill>
                <a:latin typeface="Corbel"/>
                <a:cs typeface="Corbel"/>
              </a:rPr>
              <a:t>RECREATION</a:t>
            </a:r>
            <a:r>
              <a:rPr sz="1800" b="1" u="sng" spc="-35" dirty="0">
                <a:uFill>
                  <a:solidFill>
                    <a:srgbClr val="000000"/>
                  </a:solidFill>
                </a:uFill>
                <a:latin typeface="Corbel"/>
                <a:cs typeface="Corbel"/>
              </a:rPr>
              <a:t> </a:t>
            </a:r>
            <a:r>
              <a:rPr sz="1800" b="1" u="sng" spc="-10" dirty="0">
                <a:uFill>
                  <a:solidFill>
                    <a:srgbClr val="000000"/>
                  </a:solidFill>
                </a:uFill>
                <a:latin typeface="Corbel"/>
                <a:cs typeface="Corbel"/>
              </a:rPr>
              <a:t>purposes</a:t>
            </a:r>
            <a:endParaRPr sz="1800">
              <a:latin typeface="Corbel"/>
              <a:cs typeface="Corbel"/>
            </a:endParaRPr>
          </a:p>
        </p:txBody>
      </p:sp>
      <p:sp>
        <p:nvSpPr>
          <p:cNvPr id="10" name="TextBox 9">
            <a:extLst>
              <a:ext uri="{FF2B5EF4-FFF2-40B4-BE49-F238E27FC236}">
                <a16:creationId xmlns:a16="http://schemas.microsoft.com/office/drawing/2014/main" id="{458B1E12-35A2-D218-DFD0-63C693F36F5C}"/>
              </a:ext>
            </a:extLst>
          </p:cNvPr>
          <p:cNvSpPr txBox="1"/>
          <p:nvPr/>
        </p:nvSpPr>
        <p:spPr>
          <a:xfrm>
            <a:off x="1795778" y="4724400"/>
            <a:ext cx="8694421" cy="1323439"/>
          </a:xfrm>
          <a:prstGeom prst="rect">
            <a:avLst/>
          </a:prstGeom>
          <a:noFill/>
        </p:spPr>
        <p:txBody>
          <a:bodyPr wrap="square">
            <a:spAutoFit/>
          </a:bodyPr>
          <a:lstStyle/>
          <a:p>
            <a:r>
              <a:rPr lang="en-GB" sz="1600" dirty="0">
                <a:latin typeface="Corbel"/>
              </a:rPr>
              <a:t>Some examples of activities that are considered as “recreation purpose” include:</a:t>
            </a:r>
          </a:p>
          <a:p>
            <a:endParaRPr lang="en-GB" sz="1600" dirty="0">
              <a:latin typeface="Corbel"/>
            </a:endParaRPr>
          </a:p>
          <a:p>
            <a:r>
              <a:rPr lang="en-GB" sz="1600" dirty="0">
                <a:latin typeface="Corbel"/>
              </a:rPr>
              <a:t>(a) An individual flying a UA for fun. </a:t>
            </a:r>
          </a:p>
          <a:p>
            <a:endParaRPr lang="en-GB" sz="1600" dirty="0">
              <a:latin typeface="Corbel"/>
            </a:endParaRPr>
          </a:p>
          <a:p>
            <a:r>
              <a:rPr lang="en-GB" sz="1600" dirty="0">
                <a:latin typeface="Corbel"/>
              </a:rPr>
              <a:t>(b) An individual flying a UA for aerial photography for personal collection.</a:t>
            </a:r>
            <a:endParaRPr lang="en-SG" sz="1600" dirty="0">
              <a:latin typeface="Corbel"/>
            </a:endParaRPr>
          </a:p>
        </p:txBody>
      </p:sp>
      <p:sp>
        <p:nvSpPr>
          <p:cNvPr id="11" name="TextBox 10">
            <a:extLst>
              <a:ext uri="{FF2B5EF4-FFF2-40B4-BE49-F238E27FC236}">
                <a16:creationId xmlns:a16="http://schemas.microsoft.com/office/drawing/2014/main" id="{7C649F59-4308-C3C3-C97E-AB5E55B023AA}"/>
              </a:ext>
            </a:extLst>
          </p:cNvPr>
          <p:cNvSpPr txBox="1"/>
          <p:nvPr/>
        </p:nvSpPr>
        <p:spPr>
          <a:xfrm>
            <a:off x="1795778" y="4281997"/>
            <a:ext cx="10685782" cy="338554"/>
          </a:xfrm>
          <a:prstGeom prst="rect">
            <a:avLst/>
          </a:prstGeom>
          <a:noFill/>
        </p:spPr>
        <p:txBody>
          <a:bodyPr wrap="square">
            <a:spAutoFit/>
          </a:bodyPr>
          <a:lstStyle/>
          <a:p>
            <a:r>
              <a:rPr lang="en-GB" sz="1600" i="1" dirty="0">
                <a:latin typeface="Corbel"/>
              </a:rPr>
              <a:t>Note: The definition for recreation has been clarified to exclude drone races and light shows. </a:t>
            </a:r>
            <a:endParaRPr lang="en-SG" sz="1600" i="1" dirty="0">
              <a:latin typeface="Corbe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A9DC4DB9-A908-A4B1-DC67-5413609B2015}"/>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sp>
        <p:nvSpPr>
          <p:cNvPr id="8" name="object 3">
            <a:extLst>
              <a:ext uri="{FF2B5EF4-FFF2-40B4-BE49-F238E27FC236}">
                <a16:creationId xmlns:a16="http://schemas.microsoft.com/office/drawing/2014/main" id="{1B4C8063-87EB-DBE0-0F52-F0783A9439BE}"/>
              </a:ext>
            </a:extLst>
          </p:cNvPr>
          <p:cNvSpPr txBox="1"/>
          <p:nvPr/>
        </p:nvSpPr>
        <p:spPr>
          <a:xfrm>
            <a:off x="1856739" y="1835403"/>
            <a:ext cx="9525635" cy="4476482"/>
          </a:xfrm>
          <a:prstGeom prst="rect">
            <a:avLst/>
          </a:prstGeom>
        </p:spPr>
        <p:txBody>
          <a:bodyPr vert="horz" wrap="square" lIns="0" tIns="22860" rIns="0" bIns="0" rtlCol="0">
            <a:spAutoFit/>
          </a:bodyPr>
          <a:lstStyle/>
          <a:p>
            <a:pPr marL="12700" marR="119380">
              <a:lnSpc>
                <a:spcPts val="1900"/>
              </a:lnSpc>
              <a:spcBef>
                <a:spcPts val="180"/>
              </a:spcBef>
            </a:pPr>
            <a:r>
              <a:rPr lang="en-GB" sz="1600" dirty="0">
                <a:latin typeface="Corbel"/>
              </a:rPr>
              <a:t>As defined in ANR-101, “education purpose” means any lecture, tutorial, seminar, demonstration, class or similar activity on unmanned aircraft, offered or provided by an education institution mentioned in section 45 of the Private Education Act 2009 to students enrolled in that education institution.</a:t>
            </a:r>
          </a:p>
          <a:p>
            <a:pPr marL="12700" marR="119380">
              <a:lnSpc>
                <a:spcPts val="1900"/>
              </a:lnSpc>
              <a:spcBef>
                <a:spcPts val="180"/>
              </a:spcBef>
            </a:pPr>
            <a:endParaRPr lang="en-GB" sz="1600" dirty="0">
              <a:latin typeface="Corbel"/>
              <a:cs typeface="Corbel"/>
            </a:endParaRPr>
          </a:p>
          <a:p>
            <a:pPr marL="12700" marR="119380">
              <a:lnSpc>
                <a:spcPts val="1900"/>
              </a:lnSpc>
              <a:spcBef>
                <a:spcPts val="180"/>
              </a:spcBef>
            </a:pPr>
            <a:r>
              <a:rPr sz="1600" dirty="0">
                <a:latin typeface="Corbel"/>
                <a:cs typeface="Corbel"/>
              </a:rPr>
              <a:t>Some</a:t>
            </a:r>
            <a:r>
              <a:rPr sz="1600" spc="-35" dirty="0">
                <a:latin typeface="Corbel"/>
                <a:cs typeface="Corbel"/>
              </a:rPr>
              <a:t> </a:t>
            </a:r>
            <a:r>
              <a:rPr sz="1600" dirty="0">
                <a:latin typeface="Corbel"/>
                <a:cs typeface="Corbel"/>
              </a:rPr>
              <a:t>examples</a:t>
            </a:r>
            <a:r>
              <a:rPr sz="1600" spc="-35"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activities</a:t>
            </a:r>
            <a:r>
              <a:rPr sz="1600" spc="-35" dirty="0">
                <a:latin typeface="Corbel"/>
                <a:cs typeface="Corbel"/>
              </a:rPr>
              <a:t> </a:t>
            </a:r>
            <a:r>
              <a:rPr sz="1600" dirty="0">
                <a:latin typeface="Corbel"/>
                <a:cs typeface="Corbel"/>
              </a:rPr>
              <a:t>that</a:t>
            </a:r>
            <a:r>
              <a:rPr sz="1600" spc="-45" dirty="0">
                <a:latin typeface="Corbel"/>
                <a:cs typeface="Corbel"/>
              </a:rPr>
              <a:t> </a:t>
            </a:r>
            <a:r>
              <a:rPr sz="1600" dirty="0">
                <a:latin typeface="Corbel"/>
                <a:cs typeface="Corbel"/>
              </a:rPr>
              <a:t>are</a:t>
            </a:r>
            <a:r>
              <a:rPr sz="1600" spc="-35" dirty="0">
                <a:latin typeface="Corbel"/>
                <a:cs typeface="Corbel"/>
              </a:rPr>
              <a:t> </a:t>
            </a:r>
            <a:r>
              <a:rPr sz="1600" dirty="0">
                <a:latin typeface="Corbel"/>
                <a:cs typeface="Corbel"/>
              </a:rPr>
              <a:t>considered</a:t>
            </a:r>
            <a:r>
              <a:rPr sz="1600" spc="-35" dirty="0">
                <a:latin typeface="Corbel"/>
                <a:cs typeface="Corbel"/>
              </a:rPr>
              <a:t> </a:t>
            </a:r>
            <a:r>
              <a:rPr sz="1600" dirty="0">
                <a:latin typeface="Corbel"/>
                <a:cs typeface="Corbel"/>
              </a:rPr>
              <a:t>as</a:t>
            </a:r>
            <a:r>
              <a:rPr sz="1600" spc="-35" dirty="0">
                <a:latin typeface="Corbel"/>
                <a:cs typeface="Corbel"/>
              </a:rPr>
              <a:t> </a:t>
            </a:r>
            <a:r>
              <a:rPr sz="1600" dirty="0">
                <a:latin typeface="Corbel"/>
                <a:cs typeface="Corbel"/>
              </a:rPr>
              <a:t>“education</a:t>
            </a:r>
            <a:r>
              <a:rPr sz="1600" spc="-30" dirty="0">
                <a:latin typeface="Corbel"/>
                <a:cs typeface="Corbel"/>
              </a:rPr>
              <a:t> </a:t>
            </a:r>
            <a:r>
              <a:rPr sz="1600" dirty="0">
                <a:latin typeface="Corbel"/>
                <a:cs typeface="Corbel"/>
              </a:rPr>
              <a:t>purpose”</a:t>
            </a:r>
            <a:r>
              <a:rPr sz="1600" spc="-35" dirty="0">
                <a:latin typeface="Corbel"/>
                <a:cs typeface="Corbel"/>
              </a:rPr>
              <a:t> </a:t>
            </a:r>
            <a:r>
              <a:rPr sz="1600" spc="-10" dirty="0">
                <a:latin typeface="Corbel"/>
                <a:cs typeface="Corbel"/>
              </a:rPr>
              <a:t>include:</a:t>
            </a:r>
            <a:endParaRPr sz="1600" dirty="0">
              <a:latin typeface="Corbel"/>
              <a:cs typeface="Corbel"/>
            </a:endParaRPr>
          </a:p>
          <a:p>
            <a:pPr marL="355600" marR="5080" indent="-342900">
              <a:lnSpc>
                <a:spcPct val="103800"/>
              </a:lnSpc>
              <a:spcBef>
                <a:spcPts val="910"/>
              </a:spcBef>
              <a:buAutoNum type="alphaLcParenR"/>
              <a:tabLst>
                <a:tab pos="355600" algn="l"/>
              </a:tabLst>
            </a:pPr>
            <a:r>
              <a:rPr lang="en-GB" sz="1600" dirty="0">
                <a:latin typeface="Corbel"/>
              </a:rPr>
              <a:t>A university or tertiary institute mentioned in section 45 of the Private Education Act 2009 conducting a course that involves flying of a UA for its enrolled students, as part of its fulltime curriculum</a:t>
            </a:r>
            <a:r>
              <a:rPr lang="en-GB" sz="1600" dirty="0"/>
              <a:t>.</a:t>
            </a:r>
          </a:p>
          <a:p>
            <a:pPr marL="355600" marR="5080" indent="-342900">
              <a:lnSpc>
                <a:spcPct val="103800"/>
              </a:lnSpc>
              <a:spcBef>
                <a:spcPts val="910"/>
              </a:spcBef>
              <a:buAutoNum type="alphaLcParenR"/>
              <a:tabLst>
                <a:tab pos="355600" algn="l"/>
              </a:tabLst>
            </a:pPr>
            <a:r>
              <a:rPr lang="en-GB" sz="1600" dirty="0">
                <a:latin typeface="Corbel"/>
              </a:rPr>
              <a:t>A public educational institute within 5km of a civil airport / military airbase flying UA outdoors to demonstrate its capabilities to the students.</a:t>
            </a:r>
          </a:p>
          <a:p>
            <a:pPr marL="355600" marR="5080" indent="-342900">
              <a:lnSpc>
                <a:spcPct val="103800"/>
              </a:lnSpc>
              <a:spcBef>
                <a:spcPts val="910"/>
              </a:spcBef>
              <a:buAutoNum type="alphaLcParenR"/>
              <a:tabLst>
                <a:tab pos="355600" algn="l"/>
              </a:tabLst>
            </a:pPr>
            <a:r>
              <a:rPr lang="en-GB" sz="1600" dirty="0">
                <a:latin typeface="Corbel"/>
              </a:rPr>
              <a:t>Students of a public educational institute showcasing their UA as part of a school activity that is not open to the public</a:t>
            </a:r>
          </a:p>
          <a:p>
            <a:pPr marL="355600" marR="5080" indent="-342900">
              <a:lnSpc>
                <a:spcPct val="103800"/>
              </a:lnSpc>
              <a:spcBef>
                <a:spcPts val="910"/>
              </a:spcBef>
              <a:buAutoNum type="alphaLcParenR"/>
              <a:tabLst>
                <a:tab pos="355600" algn="l"/>
              </a:tabLst>
            </a:pPr>
            <a:r>
              <a:rPr lang="en-GB" sz="1600" dirty="0">
                <a:latin typeface="Corbel"/>
              </a:rPr>
              <a:t>A teacher of a public educational institute educating his students on UA technology that involves flying of a UA as part of co-curricular activities. </a:t>
            </a:r>
          </a:p>
          <a:p>
            <a:pPr marL="355600" marR="5080" indent="-342900">
              <a:lnSpc>
                <a:spcPct val="103800"/>
              </a:lnSpc>
              <a:spcBef>
                <a:spcPts val="910"/>
              </a:spcBef>
              <a:buAutoNum type="alphaLcParenR"/>
              <a:tabLst>
                <a:tab pos="355600" algn="l"/>
              </a:tabLst>
            </a:pPr>
            <a:r>
              <a:rPr lang="en-GB" sz="1600" dirty="0">
                <a:latin typeface="Corbel"/>
              </a:rPr>
              <a:t>Students of a university or tertiary institute mentioned in section 45 of the Private Education Act 2009 conducting flight tests as part of their final year projects.</a:t>
            </a:r>
            <a:endParaRPr sz="1600" dirty="0">
              <a:latin typeface="Corbel"/>
            </a:endParaRPr>
          </a:p>
        </p:txBody>
      </p:sp>
      <p:sp>
        <p:nvSpPr>
          <p:cNvPr id="9" name="object 4">
            <a:extLst>
              <a:ext uri="{FF2B5EF4-FFF2-40B4-BE49-F238E27FC236}">
                <a16:creationId xmlns:a16="http://schemas.microsoft.com/office/drawing/2014/main" id="{AB4CD581-70C8-CB3B-A4E3-D446A25F9B38}"/>
              </a:ext>
            </a:extLst>
          </p:cNvPr>
          <p:cNvSpPr txBox="1">
            <a:spLocks noGrp="1"/>
          </p:cNvSpPr>
          <p:nvPr>
            <p:ph type="title"/>
          </p:nvPr>
        </p:nvSpPr>
        <p:spPr>
          <a:xfrm>
            <a:off x="1563049" y="1474723"/>
            <a:ext cx="3738245" cy="299720"/>
          </a:xfrm>
          <a:prstGeom prst="rect">
            <a:avLst/>
          </a:prstGeom>
        </p:spPr>
        <p:txBody>
          <a:bodyPr vert="horz" wrap="square" lIns="0" tIns="12700" rIns="0" bIns="0" rtlCol="0">
            <a:spAutoFit/>
          </a:bodyPr>
          <a:lstStyle/>
          <a:p>
            <a:pPr marL="12700">
              <a:lnSpc>
                <a:spcPct val="100000"/>
              </a:lnSpc>
              <a:spcBef>
                <a:spcPts val="100"/>
              </a:spcBef>
            </a:pPr>
            <a:r>
              <a:rPr sz="1800" dirty="0"/>
              <a:t>2.</a:t>
            </a:r>
            <a:r>
              <a:rPr sz="1800" spc="-40" dirty="0"/>
              <a:t> </a:t>
            </a:r>
            <a:r>
              <a:rPr sz="1800" b="1" u="sng" dirty="0">
                <a:uFill>
                  <a:solidFill>
                    <a:srgbClr val="000000"/>
                  </a:solidFill>
                </a:uFill>
                <a:latin typeface="Corbel"/>
                <a:cs typeface="Corbel"/>
              </a:rPr>
              <a:t>Activities</a:t>
            </a:r>
            <a:r>
              <a:rPr sz="1800" b="1" u="sng" spc="-40" dirty="0">
                <a:uFill>
                  <a:solidFill>
                    <a:srgbClr val="000000"/>
                  </a:solidFill>
                </a:uFill>
                <a:latin typeface="Corbel"/>
                <a:cs typeface="Corbel"/>
              </a:rPr>
              <a:t> </a:t>
            </a:r>
            <a:r>
              <a:rPr sz="1800" b="1" u="sng" dirty="0">
                <a:uFill>
                  <a:solidFill>
                    <a:srgbClr val="000000"/>
                  </a:solidFill>
                </a:uFill>
                <a:latin typeface="Corbel"/>
                <a:cs typeface="Corbel"/>
              </a:rPr>
              <a:t>for</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EDUCATION</a:t>
            </a:r>
            <a:r>
              <a:rPr sz="1800" b="1" u="sng" spc="-35" dirty="0">
                <a:uFill>
                  <a:solidFill>
                    <a:srgbClr val="000000"/>
                  </a:solidFill>
                </a:uFill>
                <a:latin typeface="Corbel"/>
                <a:cs typeface="Corbel"/>
              </a:rPr>
              <a:t> </a:t>
            </a:r>
            <a:r>
              <a:rPr sz="1800" b="1" u="sng" spc="-10" dirty="0">
                <a:uFill>
                  <a:solidFill>
                    <a:srgbClr val="000000"/>
                  </a:solidFill>
                </a:uFill>
                <a:latin typeface="Corbel"/>
                <a:cs typeface="Corbel"/>
              </a:rPr>
              <a:t>purposes</a:t>
            </a:r>
            <a:endParaRPr sz="1800">
              <a:latin typeface="Corbel"/>
              <a:cs typeface="Corbe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sp>
        <p:nvSpPr>
          <p:cNvPr id="3" name="object 3"/>
          <p:cNvSpPr txBox="1"/>
          <p:nvPr/>
        </p:nvSpPr>
        <p:spPr>
          <a:xfrm>
            <a:off x="1844039" y="1825244"/>
            <a:ext cx="9461500" cy="4893310"/>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Some</a:t>
            </a:r>
            <a:r>
              <a:rPr sz="1200" spc="-25" dirty="0">
                <a:latin typeface="Corbel"/>
                <a:cs typeface="Corbel"/>
              </a:rPr>
              <a:t> </a:t>
            </a:r>
            <a:r>
              <a:rPr sz="1200" dirty="0">
                <a:latin typeface="Corbel"/>
                <a:cs typeface="Corbel"/>
              </a:rPr>
              <a:t>examples</a:t>
            </a:r>
            <a:r>
              <a:rPr sz="1200" spc="-30" dirty="0">
                <a:latin typeface="Corbel"/>
                <a:cs typeface="Corbel"/>
              </a:rPr>
              <a:t> </a:t>
            </a:r>
            <a:r>
              <a:rPr sz="1200" dirty="0">
                <a:latin typeface="Corbel"/>
                <a:cs typeface="Corbel"/>
              </a:rPr>
              <a:t>of</a:t>
            </a:r>
            <a:r>
              <a:rPr sz="1200" spc="-25" dirty="0">
                <a:latin typeface="Corbel"/>
                <a:cs typeface="Corbel"/>
              </a:rPr>
              <a:t> </a:t>
            </a:r>
            <a:r>
              <a:rPr sz="1200" dirty="0">
                <a:latin typeface="Corbel"/>
                <a:cs typeface="Corbel"/>
              </a:rPr>
              <a:t>activities</a:t>
            </a:r>
            <a:r>
              <a:rPr sz="1200" spc="-30" dirty="0">
                <a:latin typeface="Corbel"/>
                <a:cs typeface="Corbel"/>
              </a:rPr>
              <a:t> </a:t>
            </a:r>
            <a:r>
              <a:rPr sz="1200" dirty="0">
                <a:latin typeface="Corbel"/>
                <a:cs typeface="Corbel"/>
              </a:rPr>
              <a:t>that</a:t>
            </a:r>
            <a:r>
              <a:rPr sz="1200" spc="-35" dirty="0">
                <a:latin typeface="Corbel"/>
                <a:cs typeface="Corbel"/>
              </a:rPr>
              <a:t> </a:t>
            </a:r>
            <a:r>
              <a:rPr sz="1200" dirty="0">
                <a:latin typeface="Corbel"/>
                <a:cs typeface="Corbel"/>
              </a:rPr>
              <a:t>are</a:t>
            </a:r>
            <a:r>
              <a:rPr sz="1200" spc="-25" dirty="0">
                <a:latin typeface="Corbel"/>
                <a:cs typeface="Corbel"/>
              </a:rPr>
              <a:t> </a:t>
            </a:r>
            <a:r>
              <a:rPr sz="1200" dirty="0">
                <a:latin typeface="Corbel"/>
                <a:cs typeface="Corbel"/>
              </a:rPr>
              <a:t>neither</a:t>
            </a:r>
            <a:r>
              <a:rPr sz="1200" spc="-30" dirty="0">
                <a:latin typeface="Corbel"/>
                <a:cs typeface="Corbel"/>
              </a:rPr>
              <a:t> </a:t>
            </a:r>
            <a:r>
              <a:rPr sz="1200" spc="-10" dirty="0">
                <a:latin typeface="Corbel"/>
                <a:cs typeface="Corbel"/>
              </a:rPr>
              <a:t>considered</a:t>
            </a:r>
            <a:r>
              <a:rPr sz="1200" spc="-35" dirty="0">
                <a:latin typeface="Corbel"/>
                <a:cs typeface="Corbel"/>
              </a:rPr>
              <a:t> </a:t>
            </a:r>
            <a:r>
              <a:rPr sz="1200" dirty="0">
                <a:latin typeface="Corbel"/>
                <a:cs typeface="Corbel"/>
              </a:rPr>
              <a:t>as</a:t>
            </a:r>
            <a:r>
              <a:rPr sz="1200" spc="-30" dirty="0">
                <a:latin typeface="Corbel"/>
                <a:cs typeface="Corbel"/>
              </a:rPr>
              <a:t> </a:t>
            </a:r>
            <a:r>
              <a:rPr sz="1200" dirty="0">
                <a:latin typeface="Corbel"/>
                <a:cs typeface="Corbel"/>
              </a:rPr>
              <a:t>“recreation</a:t>
            </a:r>
            <a:r>
              <a:rPr sz="1200" spc="-25" dirty="0">
                <a:latin typeface="Corbel"/>
                <a:cs typeface="Corbel"/>
              </a:rPr>
              <a:t> </a:t>
            </a:r>
            <a:r>
              <a:rPr sz="1200" dirty="0">
                <a:latin typeface="Corbel"/>
                <a:cs typeface="Corbel"/>
              </a:rPr>
              <a:t>purpose”</a:t>
            </a:r>
            <a:r>
              <a:rPr sz="1200" spc="-30" dirty="0">
                <a:latin typeface="Corbel"/>
                <a:cs typeface="Corbel"/>
              </a:rPr>
              <a:t> </a:t>
            </a:r>
            <a:r>
              <a:rPr sz="1200" dirty="0">
                <a:latin typeface="Corbel"/>
                <a:cs typeface="Corbel"/>
              </a:rPr>
              <a:t>nor</a:t>
            </a:r>
            <a:r>
              <a:rPr sz="1200" spc="-30" dirty="0">
                <a:latin typeface="Corbel"/>
                <a:cs typeface="Corbel"/>
              </a:rPr>
              <a:t> </a:t>
            </a:r>
            <a:r>
              <a:rPr sz="1200" dirty="0">
                <a:latin typeface="Corbel"/>
                <a:cs typeface="Corbel"/>
              </a:rPr>
              <a:t>“education</a:t>
            </a:r>
            <a:r>
              <a:rPr sz="1200" spc="-25" dirty="0">
                <a:latin typeface="Corbel"/>
                <a:cs typeface="Corbel"/>
              </a:rPr>
              <a:t> </a:t>
            </a:r>
            <a:r>
              <a:rPr sz="1200" dirty="0">
                <a:latin typeface="Corbel"/>
                <a:cs typeface="Corbel"/>
              </a:rPr>
              <a:t>purpose”</a:t>
            </a:r>
            <a:r>
              <a:rPr sz="1200" spc="-25" dirty="0">
                <a:latin typeface="Corbel"/>
                <a:cs typeface="Corbel"/>
              </a:rPr>
              <a:t> </a:t>
            </a:r>
            <a:r>
              <a:rPr sz="1200" spc="-10" dirty="0">
                <a:latin typeface="Corbel"/>
                <a:cs typeface="Corbel"/>
              </a:rPr>
              <a:t>include:</a:t>
            </a:r>
            <a:endParaRPr sz="1200">
              <a:latin typeface="Corbel"/>
              <a:cs typeface="Corbel"/>
            </a:endParaRPr>
          </a:p>
          <a:p>
            <a:pPr marL="354965" indent="-342265">
              <a:lnSpc>
                <a:spcPct val="100000"/>
              </a:lnSpc>
              <a:spcBef>
                <a:spcPts val="960"/>
              </a:spcBef>
              <a:buAutoNum type="alphaLcParenR"/>
              <a:tabLst>
                <a:tab pos="354965" algn="l"/>
              </a:tabLst>
            </a:pPr>
            <a:r>
              <a:rPr sz="1200" dirty="0">
                <a:latin typeface="Corbel"/>
                <a:cs typeface="Corbel"/>
              </a:rPr>
              <a:t>A</a:t>
            </a:r>
            <a:r>
              <a:rPr sz="1200" spc="-25" dirty="0">
                <a:latin typeface="Corbel"/>
                <a:cs typeface="Corbel"/>
              </a:rPr>
              <a:t> </a:t>
            </a:r>
            <a:r>
              <a:rPr sz="1200" dirty="0">
                <a:latin typeface="Corbel"/>
                <a:cs typeface="Corbel"/>
              </a:rPr>
              <a:t>company</a:t>
            </a:r>
            <a:r>
              <a:rPr sz="1200" spc="-25" dirty="0">
                <a:latin typeface="Corbel"/>
                <a:cs typeface="Corbel"/>
              </a:rPr>
              <a:t> </a:t>
            </a:r>
            <a:r>
              <a:rPr sz="1200" dirty="0">
                <a:latin typeface="Corbel"/>
                <a:cs typeface="Corbel"/>
              </a:rPr>
              <a:t>providing</a:t>
            </a:r>
            <a:r>
              <a:rPr sz="1200" spc="-25" dirty="0">
                <a:latin typeface="Corbel"/>
                <a:cs typeface="Corbel"/>
              </a:rPr>
              <a:t> </a:t>
            </a:r>
            <a:r>
              <a:rPr sz="1200" dirty="0">
                <a:latin typeface="Corbel"/>
                <a:cs typeface="Corbel"/>
              </a:rPr>
              <a:t>aerial</a:t>
            </a:r>
            <a:r>
              <a:rPr sz="1200" spc="-30" dirty="0">
                <a:latin typeface="Corbel"/>
                <a:cs typeface="Corbel"/>
              </a:rPr>
              <a:t> </a:t>
            </a:r>
            <a:r>
              <a:rPr sz="1200" dirty="0">
                <a:latin typeface="Corbel"/>
                <a:cs typeface="Corbel"/>
              </a:rPr>
              <a:t>surveying</a:t>
            </a:r>
            <a:r>
              <a:rPr sz="1200" spc="-25" dirty="0">
                <a:latin typeface="Corbel"/>
                <a:cs typeface="Corbel"/>
              </a:rPr>
              <a:t> </a:t>
            </a:r>
            <a:r>
              <a:rPr sz="1200" dirty="0">
                <a:latin typeface="Corbel"/>
                <a:cs typeface="Corbel"/>
              </a:rPr>
              <a:t>or</a:t>
            </a:r>
            <a:r>
              <a:rPr sz="1200" spc="-30" dirty="0">
                <a:latin typeface="Corbel"/>
                <a:cs typeface="Corbel"/>
              </a:rPr>
              <a:t> </a:t>
            </a:r>
            <a:r>
              <a:rPr sz="1200" dirty="0">
                <a:latin typeface="Corbel"/>
                <a:cs typeface="Corbel"/>
              </a:rPr>
              <a:t>outdoor</a:t>
            </a:r>
            <a:r>
              <a:rPr sz="1200" spc="-30" dirty="0">
                <a:latin typeface="Corbel"/>
                <a:cs typeface="Corbel"/>
              </a:rPr>
              <a:t> </a:t>
            </a:r>
            <a:r>
              <a:rPr sz="1200" dirty="0">
                <a:latin typeface="Corbel"/>
                <a:cs typeface="Corbel"/>
              </a:rPr>
              <a:t>photography</a:t>
            </a:r>
            <a:r>
              <a:rPr sz="1200" spc="-25" dirty="0">
                <a:latin typeface="Corbel"/>
                <a:cs typeface="Corbel"/>
              </a:rPr>
              <a:t> </a:t>
            </a:r>
            <a:r>
              <a:rPr sz="1200" dirty="0">
                <a:latin typeface="Corbel"/>
                <a:cs typeface="Corbel"/>
              </a:rPr>
              <a:t>services</a:t>
            </a:r>
            <a:r>
              <a:rPr sz="1200" spc="-20" dirty="0">
                <a:latin typeface="Corbel"/>
                <a:cs typeface="Corbel"/>
              </a:rPr>
              <a:t> </a:t>
            </a:r>
            <a:r>
              <a:rPr sz="1200" dirty="0">
                <a:latin typeface="Corbel"/>
                <a:cs typeface="Corbel"/>
              </a:rPr>
              <a:t>for</a:t>
            </a:r>
            <a:r>
              <a:rPr sz="1200" spc="-30" dirty="0">
                <a:latin typeface="Corbel"/>
                <a:cs typeface="Corbel"/>
              </a:rPr>
              <a:t> </a:t>
            </a:r>
            <a:r>
              <a:rPr sz="1200" dirty="0">
                <a:latin typeface="Corbel"/>
                <a:cs typeface="Corbel"/>
              </a:rPr>
              <a:t>a</a:t>
            </a:r>
            <a:r>
              <a:rPr sz="1200" spc="-25" dirty="0">
                <a:latin typeface="Corbel"/>
                <a:cs typeface="Corbel"/>
              </a:rPr>
              <a:t> </a:t>
            </a:r>
            <a:r>
              <a:rPr sz="1200" dirty="0">
                <a:latin typeface="Corbel"/>
                <a:cs typeface="Corbel"/>
              </a:rPr>
              <a:t>public</a:t>
            </a:r>
            <a:r>
              <a:rPr sz="1200" spc="-25" dirty="0">
                <a:latin typeface="Corbel"/>
                <a:cs typeface="Corbel"/>
              </a:rPr>
              <a:t> </a:t>
            </a:r>
            <a:r>
              <a:rPr sz="1200" spc="-10" dirty="0">
                <a:latin typeface="Corbel"/>
                <a:cs typeface="Corbel"/>
              </a:rPr>
              <a:t>educational</a:t>
            </a:r>
            <a:r>
              <a:rPr sz="1200" spc="-30" dirty="0">
                <a:latin typeface="Corbel"/>
                <a:cs typeface="Corbel"/>
              </a:rPr>
              <a:t> </a:t>
            </a:r>
            <a:r>
              <a:rPr sz="1200" spc="-10" dirty="0">
                <a:latin typeface="Corbel"/>
                <a:cs typeface="Corbel"/>
              </a:rPr>
              <a:t>institute.</a:t>
            </a:r>
            <a:endParaRPr sz="1200">
              <a:latin typeface="Corbel"/>
              <a:cs typeface="Corbel"/>
            </a:endParaRPr>
          </a:p>
          <a:p>
            <a:pPr marL="354965" indent="-342265">
              <a:lnSpc>
                <a:spcPct val="100000"/>
              </a:lnSpc>
              <a:spcBef>
                <a:spcPts val="840"/>
              </a:spcBef>
              <a:buAutoNum type="alphaLcParenR"/>
              <a:tabLst>
                <a:tab pos="354965" algn="l"/>
              </a:tabLst>
            </a:pPr>
            <a:r>
              <a:rPr sz="1200" dirty="0">
                <a:latin typeface="Corbel"/>
                <a:cs typeface="Corbel"/>
              </a:rPr>
              <a:t>A</a:t>
            </a:r>
            <a:r>
              <a:rPr sz="1200" spc="-15" dirty="0">
                <a:latin typeface="Corbel"/>
                <a:cs typeface="Corbel"/>
              </a:rPr>
              <a:t> </a:t>
            </a:r>
            <a:r>
              <a:rPr sz="1200" dirty="0">
                <a:latin typeface="Corbel"/>
                <a:cs typeface="Corbel"/>
              </a:rPr>
              <a:t>company</a:t>
            </a:r>
            <a:r>
              <a:rPr sz="1200" spc="-15" dirty="0">
                <a:latin typeface="Corbel"/>
                <a:cs typeface="Corbel"/>
              </a:rPr>
              <a:t> </a:t>
            </a:r>
            <a:r>
              <a:rPr sz="1200" spc="-10" dirty="0">
                <a:latin typeface="Corbel"/>
                <a:cs typeface="Corbel"/>
              </a:rPr>
              <a:t>conducting</a:t>
            </a:r>
            <a:r>
              <a:rPr sz="1200" spc="-15" dirty="0">
                <a:latin typeface="Corbel"/>
                <a:cs typeface="Corbel"/>
              </a:rPr>
              <a:t> </a:t>
            </a:r>
            <a:r>
              <a:rPr sz="1200" dirty="0">
                <a:latin typeface="Corbel"/>
                <a:cs typeface="Corbel"/>
              </a:rPr>
              <a:t>an</a:t>
            </a:r>
            <a:r>
              <a:rPr sz="1200" spc="-10" dirty="0">
                <a:latin typeface="Corbel"/>
                <a:cs typeface="Corbel"/>
              </a:rPr>
              <a:t> </a:t>
            </a:r>
            <a:r>
              <a:rPr sz="1200" dirty="0">
                <a:latin typeface="Corbel"/>
                <a:cs typeface="Corbel"/>
              </a:rPr>
              <a:t>outdoor</a:t>
            </a:r>
            <a:r>
              <a:rPr sz="1200" spc="-15" dirty="0">
                <a:latin typeface="Corbel"/>
                <a:cs typeface="Corbel"/>
              </a:rPr>
              <a:t> </a:t>
            </a:r>
            <a:r>
              <a:rPr sz="1200" dirty="0">
                <a:latin typeface="Corbel"/>
                <a:cs typeface="Corbel"/>
              </a:rPr>
              <a:t>flight</a:t>
            </a:r>
            <a:r>
              <a:rPr sz="1200" spc="-20" dirty="0">
                <a:latin typeface="Corbel"/>
                <a:cs typeface="Corbel"/>
              </a:rPr>
              <a:t> </a:t>
            </a:r>
            <a:r>
              <a:rPr sz="1200" spc="-10" dirty="0">
                <a:latin typeface="Corbel"/>
                <a:cs typeface="Corbel"/>
              </a:rPr>
              <a:t>demonstration </a:t>
            </a:r>
            <a:r>
              <a:rPr sz="1200" dirty="0">
                <a:latin typeface="Corbel"/>
                <a:cs typeface="Corbel"/>
              </a:rPr>
              <a:t>with</a:t>
            </a:r>
            <a:r>
              <a:rPr sz="1200" spc="-15" dirty="0">
                <a:latin typeface="Corbel"/>
                <a:cs typeface="Corbel"/>
              </a:rPr>
              <a:t> </a:t>
            </a:r>
            <a:r>
              <a:rPr sz="1200" dirty="0">
                <a:latin typeface="Corbel"/>
                <a:cs typeface="Corbel"/>
              </a:rPr>
              <a:t>its</a:t>
            </a:r>
            <a:r>
              <a:rPr sz="1200" spc="-45" dirty="0">
                <a:latin typeface="Corbel"/>
                <a:cs typeface="Corbel"/>
              </a:rPr>
              <a:t> </a:t>
            </a:r>
            <a:r>
              <a:rPr sz="1200" dirty="0">
                <a:latin typeface="Corbel"/>
                <a:cs typeface="Corbel"/>
              </a:rPr>
              <a:t>UA</a:t>
            </a:r>
            <a:r>
              <a:rPr sz="1200" spc="-15" dirty="0">
                <a:latin typeface="Corbel"/>
                <a:cs typeface="Corbel"/>
              </a:rPr>
              <a:t> </a:t>
            </a:r>
            <a:r>
              <a:rPr sz="1200" dirty="0">
                <a:latin typeface="Corbel"/>
                <a:cs typeface="Corbel"/>
              </a:rPr>
              <a:t>to</a:t>
            </a:r>
            <a:r>
              <a:rPr sz="1200" spc="-20" dirty="0">
                <a:latin typeface="Corbel"/>
                <a:cs typeface="Corbel"/>
              </a:rPr>
              <a:t> </a:t>
            </a:r>
            <a:r>
              <a:rPr sz="1200" dirty="0">
                <a:latin typeface="Corbel"/>
                <a:cs typeface="Corbel"/>
              </a:rPr>
              <a:t>its</a:t>
            </a:r>
            <a:r>
              <a:rPr sz="1200" spc="-15" dirty="0">
                <a:latin typeface="Corbel"/>
                <a:cs typeface="Corbel"/>
              </a:rPr>
              <a:t> </a:t>
            </a:r>
            <a:r>
              <a:rPr sz="1200" dirty="0">
                <a:latin typeface="Corbel"/>
                <a:cs typeface="Corbel"/>
              </a:rPr>
              <a:t>prospective</a:t>
            </a:r>
            <a:r>
              <a:rPr sz="1200" spc="-5" dirty="0">
                <a:latin typeface="Corbel"/>
                <a:cs typeface="Corbel"/>
              </a:rPr>
              <a:t> </a:t>
            </a:r>
            <a:r>
              <a:rPr sz="1200" spc="-10" dirty="0">
                <a:latin typeface="Corbel"/>
                <a:cs typeface="Corbel"/>
              </a:rPr>
              <a:t>customers.</a:t>
            </a:r>
            <a:endParaRPr sz="1200">
              <a:latin typeface="Corbel"/>
              <a:cs typeface="Corbel"/>
            </a:endParaRPr>
          </a:p>
          <a:p>
            <a:pPr marL="354965" indent="-342265">
              <a:lnSpc>
                <a:spcPct val="100000"/>
              </a:lnSpc>
              <a:spcBef>
                <a:spcPts val="860"/>
              </a:spcBef>
              <a:buAutoNum type="alphaLcParenR"/>
              <a:tabLst>
                <a:tab pos="354965" algn="l"/>
              </a:tabLst>
            </a:pPr>
            <a:r>
              <a:rPr sz="1200" dirty="0">
                <a:latin typeface="Corbel"/>
                <a:cs typeface="Corbel"/>
              </a:rPr>
              <a:t>An</a:t>
            </a:r>
            <a:r>
              <a:rPr sz="1200" spc="-20" dirty="0">
                <a:latin typeface="Corbel"/>
                <a:cs typeface="Corbel"/>
              </a:rPr>
              <a:t> </a:t>
            </a:r>
            <a:r>
              <a:rPr sz="1200" dirty="0">
                <a:latin typeface="Corbel"/>
                <a:cs typeface="Corbel"/>
              </a:rPr>
              <a:t>organiser</a:t>
            </a:r>
            <a:r>
              <a:rPr sz="1200" spc="-20" dirty="0">
                <a:latin typeface="Corbel"/>
                <a:cs typeface="Corbel"/>
              </a:rPr>
              <a:t> </a:t>
            </a:r>
            <a:r>
              <a:rPr sz="1200" dirty="0">
                <a:latin typeface="Corbel"/>
                <a:cs typeface="Corbel"/>
              </a:rPr>
              <a:t>conducting</a:t>
            </a:r>
            <a:r>
              <a:rPr sz="1200" spc="-15" dirty="0">
                <a:latin typeface="Corbel"/>
                <a:cs typeface="Corbel"/>
              </a:rPr>
              <a:t> </a:t>
            </a:r>
            <a:r>
              <a:rPr sz="1200" spc="-10" dirty="0">
                <a:latin typeface="Corbel"/>
                <a:cs typeface="Corbel"/>
              </a:rPr>
              <a:t>competitive</a:t>
            </a:r>
            <a:r>
              <a:rPr sz="1200" spc="-50" dirty="0">
                <a:latin typeface="Corbel"/>
                <a:cs typeface="Corbel"/>
              </a:rPr>
              <a:t> </a:t>
            </a:r>
            <a:r>
              <a:rPr sz="1200" dirty="0">
                <a:latin typeface="Corbel"/>
                <a:cs typeface="Corbel"/>
              </a:rPr>
              <a:t>UA</a:t>
            </a:r>
            <a:r>
              <a:rPr sz="1200" spc="-20" dirty="0">
                <a:latin typeface="Corbel"/>
                <a:cs typeface="Corbel"/>
              </a:rPr>
              <a:t> </a:t>
            </a:r>
            <a:r>
              <a:rPr sz="1200" dirty="0">
                <a:latin typeface="Corbel"/>
                <a:cs typeface="Corbel"/>
              </a:rPr>
              <a:t>races,</a:t>
            </a:r>
            <a:r>
              <a:rPr sz="1200" spc="-20" dirty="0">
                <a:latin typeface="Corbel"/>
                <a:cs typeface="Corbel"/>
              </a:rPr>
              <a:t> </a:t>
            </a:r>
            <a:r>
              <a:rPr sz="1200" dirty="0">
                <a:latin typeface="Corbel"/>
                <a:cs typeface="Corbel"/>
              </a:rPr>
              <a:t>flying</a:t>
            </a:r>
            <a:r>
              <a:rPr sz="1200" spc="-20" dirty="0">
                <a:latin typeface="Corbel"/>
                <a:cs typeface="Corbel"/>
              </a:rPr>
              <a:t> </a:t>
            </a:r>
            <a:r>
              <a:rPr sz="1200" dirty="0">
                <a:latin typeface="Corbel"/>
                <a:cs typeface="Corbel"/>
              </a:rPr>
              <a:t>displays</a:t>
            </a:r>
            <a:r>
              <a:rPr sz="1200" spc="-20" dirty="0">
                <a:latin typeface="Corbel"/>
                <a:cs typeface="Corbel"/>
              </a:rPr>
              <a:t> </a:t>
            </a:r>
            <a:r>
              <a:rPr sz="1200" dirty="0">
                <a:latin typeface="Corbel"/>
                <a:cs typeface="Corbel"/>
              </a:rPr>
              <a:t>or</a:t>
            </a:r>
            <a:r>
              <a:rPr sz="1200" spc="-20" dirty="0">
                <a:latin typeface="Corbel"/>
                <a:cs typeface="Corbel"/>
              </a:rPr>
              <a:t> </a:t>
            </a:r>
            <a:r>
              <a:rPr sz="1200" spc="-10" dirty="0">
                <a:latin typeface="Corbel"/>
                <a:cs typeface="Corbel"/>
              </a:rPr>
              <a:t>using</a:t>
            </a:r>
            <a:r>
              <a:rPr sz="1200" spc="-50" dirty="0">
                <a:latin typeface="Corbel"/>
                <a:cs typeface="Corbel"/>
              </a:rPr>
              <a:t> </a:t>
            </a:r>
            <a:r>
              <a:rPr sz="1200" dirty="0">
                <a:latin typeface="Corbel"/>
                <a:cs typeface="Corbel"/>
              </a:rPr>
              <a:t>UA</a:t>
            </a:r>
            <a:r>
              <a:rPr sz="1200" spc="-20" dirty="0">
                <a:latin typeface="Corbel"/>
                <a:cs typeface="Corbel"/>
              </a:rPr>
              <a:t> </a:t>
            </a:r>
            <a:r>
              <a:rPr sz="1200" dirty="0">
                <a:latin typeface="Corbel"/>
                <a:cs typeface="Corbel"/>
              </a:rPr>
              <a:t>as</a:t>
            </a:r>
            <a:r>
              <a:rPr sz="1200" spc="-15" dirty="0">
                <a:latin typeface="Corbel"/>
                <a:cs typeface="Corbel"/>
              </a:rPr>
              <a:t> </a:t>
            </a:r>
            <a:r>
              <a:rPr sz="1200" dirty="0">
                <a:latin typeface="Corbel"/>
                <a:cs typeface="Corbel"/>
              </a:rPr>
              <a:t>part</a:t>
            </a:r>
            <a:r>
              <a:rPr sz="1200" spc="-25" dirty="0">
                <a:latin typeface="Corbel"/>
                <a:cs typeface="Corbel"/>
              </a:rPr>
              <a:t> </a:t>
            </a:r>
            <a:r>
              <a:rPr sz="1200" dirty="0">
                <a:latin typeface="Corbel"/>
                <a:cs typeface="Corbel"/>
              </a:rPr>
              <a:t>of</a:t>
            </a:r>
            <a:r>
              <a:rPr sz="1200" spc="-15" dirty="0">
                <a:latin typeface="Corbel"/>
                <a:cs typeface="Corbel"/>
              </a:rPr>
              <a:t> </a:t>
            </a:r>
            <a:r>
              <a:rPr sz="1200" dirty="0">
                <a:latin typeface="Corbel"/>
                <a:cs typeface="Corbel"/>
              </a:rPr>
              <a:t>a</a:t>
            </a:r>
            <a:r>
              <a:rPr sz="1200" spc="-20" dirty="0">
                <a:latin typeface="Corbel"/>
                <a:cs typeface="Corbel"/>
              </a:rPr>
              <a:t> </a:t>
            </a:r>
            <a:r>
              <a:rPr sz="1200" spc="-10" dirty="0">
                <a:latin typeface="Corbel"/>
                <a:cs typeface="Corbel"/>
              </a:rPr>
              <a:t>ticketed</a:t>
            </a:r>
            <a:r>
              <a:rPr sz="1200" spc="-25" dirty="0">
                <a:latin typeface="Corbel"/>
                <a:cs typeface="Corbel"/>
              </a:rPr>
              <a:t> </a:t>
            </a:r>
            <a:r>
              <a:rPr sz="1200" dirty="0">
                <a:latin typeface="Corbel"/>
                <a:cs typeface="Corbel"/>
              </a:rPr>
              <a:t>show</a:t>
            </a:r>
            <a:r>
              <a:rPr sz="1200" spc="-20" dirty="0">
                <a:latin typeface="Corbel"/>
                <a:cs typeface="Corbel"/>
              </a:rPr>
              <a:t> </a:t>
            </a:r>
            <a:r>
              <a:rPr sz="1200" dirty="0">
                <a:latin typeface="Corbel"/>
                <a:cs typeface="Corbel"/>
              </a:rPr>
              <a:t>staged</a:t>
            </a:r>
            <a:r>
              <a:rPr sz="1200" spc="-25" dirty="0">
                <a:latin typeface="Corbel"/>
                <a:cs typeface="Corbel"/>
              </a:rPr>
              <a:t> </a:t>
            </a:r>
            <a:r>
              <a:rPr sz="1200" dirty="0">
                <a:latin typeface="Corbel"/>
                <a:cs typeface="Corbel"/>
              </a:rPr>
              <a:t>in</a:t>
            </a:r>
            <a:r>
              <a:rPr sz="1200" spc="-15" dirty="0">
                <a:latin typeface="Corbel"/>
                <a:cs typeface="Corbel"/>
              </a:rPr>
              <a:t> </a:t>
            </a:r>
            <a:r>
              <a:rPr sz="1200" dirty="0">
                <a:latin typeface="Corbel"/>
                <a:cs typeface="Corbel"/>
              </a:rPr>
              <a:t>the</a:t>
            </a:r>
            <a:r>
              <a:rPr sz="1200" spc="-40" dirty="0">
                <a:latin typeface="Corbel"/>
                <a:cs typeface="Corbel"/>
              </a:rPr>
              <a:t> </a:t>
            </a:r>
            <a:r>
              <a:rPr sz="1200" dirty="0">
                <a:latin typeface="Corbel"/>
                <a:cs typeface="Corbel"/>
              </a:rPr>
              <a:t>Singapore</a:t>
            </a:r>
            <a:r>
              <a:rPr sz="1200" spc="-15" dirty="0">
                <a:latin typeface="Corbel"/>
                <a:cs typeface="Corbel"/>
              </a:rPr>
              <a:t> </a:t>
            </a:r>
            <a:r>
              <a:rPr sz="1200" dirty="0">
                <a:latin typeface="Corbel"/>
                <a:cs typeface="Corbel"/>
              </a:rPr>
              <a:t>Indoor</a:t>
            </a:r>
            <a:r>
              <a:rPr sz="1200" spc="-50" dirty="0">
                <a:latin typeface="Corbel"/>
                <a:cs typeface="Corbel"/>
              </a:rPr>
              <a:t> </a:t>
            </a:r>
            <a:r>
              <a:rPr sz="1200" spc="-10" dirty="0">
                <a:latin typeface="Corbel"/>
                <a:cs typeface="Corbel"/>
              </a:rPr>
              <a:t>Stadium.</a:t>
            </a:r>
            <a:endParaRPr sz="1200">
              <a:latin typeface="Corbel"/>
              <a:cs typeface="Corbel"/>
            </a:endParaRPr>
          </a:p>
          <a:p>
            <a:pPr marL="354965" indent="-342265">
              <a:lnSpc>
                <a:spcPct val="100000"/>
              </a:lnSpc>
              <a:spcBef>
                <a:spcPts val="865"/>
              </a:spcBef>
              <a:buAutoNum type="alphaLcParenR"/>
              <a:tabLst>
                <a:tab pos="354965" algn="l"/>
              </a:tabLst>
            </a:pPr>
            <a:r>
              <a:rPr sz="1200" dirty="0">
                <a:latin typeface="Corbel"/>
                <a:cs typeface="Corbel"/>
              </a:rPr>
              <a:t>A</a:t>
            </a:r>
            <a:r>
              <a:rPr sz="1200" spc="-25" dirty="0">
                <a:latin typeface="Corbel"/>
                <a:cs typeface="Corbel"/>
              </a:rPr>
              <a:t> </a:t>
            </a:r>
            <a:r>
              <a:rPr sz="1200" dirty="0">
                <a:latin typeface="Corbel"/>
                <a:cs typeface="Corbel"/>
              </a:rPr>
              <a:t>company</a:t>
            </a:r>
            <a:r>
              <a:rPr sz="1200" spc="-25" dirty="0">
                <a:latin typeface="Corbel"/>
                <a:cs typeface="Corbel"/>
              </a:rPr>
              <a:t> </a:t>
            </a:r>
            <a:r>
              <a:rPr sz="1200" dirty="0">
                <a:latin typeface="Corbel"/>
                <a:cs typeface="Corbel"/>
              </a:rPr>
              <a:t>(the</a:t>
            </a:r>
            <a:r>
              <a:rPr sz="1200" spc="-20" dirty="0">
                <a:latin typeface="Corbel"/>
                <a:cs typeface="Corbel"/>
              </a:rPr>
              <a:t> </a:t>
            </a:r>
            <a:r>
              <a:rPr sz="1200" dirty="0">
                <a:latin typeface="Corbel"/>
                <a:cs typeface="Corbel"/>
              </a:rPr>
              <a:t>business</a:t>
            </a:r>
            <a:r>
              <a:rPr sz="1200" spc="-25" dirty="0">
                <a:latin typeface="Corbel"/>
                <a:cs typeface="Corbel"/>
              </a:rPr>
              <a:t> </a:t>
            </a:r>
            <a:r>
              <a:rPr sz="1200" dirty="0">
                <a:latin typeface="Corbel"/>
                <a:cs typeface="Corbel"/>
              </a:rPr>
              <a:t>being</a:t>
            </a:r>
            <a:r>
              <a:rPr sz="1200" spc="-25" dirty="0">
                <a:latin typeface="Corbel"/>
                <a:cs typeface="Corbel"/>
              </a:rPr>
              <a:t> </a:t>
            </a:r>
            <a:r>
              <a:rPr sz="1200" spc="-10" dirty="0">
                <a:latin typeface="Corbel"/>
                <a:cs typeface="Corbel"/>
              </a:rPr>
              <a:t>agriculture)</a:t>
            </a:r>
            <a:r>
              <a:rPr sz="1200" spc="-25" dirty="0">
                <a:latin typeface="Corbel"/>
                <a:cs typeface="Corbel"/>
              </a:rPr>
              <a:t> </a:t>
            </a:r>
            <a:r>
              <a:rPr sz="1200" dirty="0">
                <a:latin typeface="Corbel"/>
                <a:cs typeface="Corbel"/>
              </a:rPr>
              <a:t>using</a:t>
            </a:r>
            <a:r>
              <a:rPr sz="1200" spc="-20" dirty="0">
                <a:latin typeface="Corbel"/>
                <a:cs typeface="Corbel"/>
              </a:rPr>
              <a:t> </a:t>
            </a:r>
            <a:r>
              <a:rPr sz="1200" dirty="0">
                <a:latin typeface="Corbel"/>
                <a:cs typeface="Corbel"/>
              </a:rPr>
              <a:t>its</a:t>
            </a:r>
            <a:r>
              <a:rPr sz="1200" spc="-60" dirty="0">
                <a:latin typeface="Corbel"/>
                <a:cs typeface="Corbel"/>
              </a:rPr>
              <a:t> </a:t>
            </a:r>
            <a:r>
              <a:rPr sz="1200" dirty="0">
                <a:latin typeface="Corbel"/>
                <a:cs typeface="Corbel"/>
              </a:rPr>
              <a:t>UA</a:t>
            </a:r>
            <a:r>
              <a:rPr sz="1200" spc="-25" dirty="0">
                <a:latin typeface="Corbel"/>
                <a:cs typeface="Corbel"/>
              </a:rPr>
              <a:t> </a:t>
            </a:r>
            <a:r>
              <a:rPr sz="1200" dirty="0">
                <a:latin typeface="Corbel"/>
                <a:cs typeface="Corbel"/>
              </a:rPr>
              <a:t>outdoors</a:t>
            </a:r>
            <a:r>
              <a:rPr sz="1200" spc="-20" dirty="0">
                <a:latin typeface="Corbel"/>
                <a:cs typeface="Corbel"/>
              </a:rPr>
              <a:t> </a:t>
            </a:r>
            <a:r>
              <a:rPr sz="1200" dirty="0">
                <a:latin typeface="Corbel"/>
                <a:cs typeface="Corbel"/>
              </a:rPr>
              <a:t>to</a:t>
            </a:r>
            <a:r>
              <a:rPr sz="1200" spc="-30" dirty="0">
                <a:latin typeface="Corbel"/>
                <a:cs typeface="Corbel"/>
              </a:rPr>
              <a:t> </a:t>
            </a:r>
            <a:r>
              <a:rPr sz="1200" dirty="0">
                <a:latin typeface="Corbel"/>
                <a:cs typeface="Corbel"/>
              </a:rPr>
              <a:t>survey</a:t>
            </a:r>
            <a:r>
              <a:rPr sz="1200" spc="-25" dirty="0">
                <a:latin typeface="Corbel"/>
                <a:cs typeface="Corbel"/>
              </a:rPr>
              <a:t> </a:t>
            </a:r>
            <a:r>
              <a:rPr sz="1200" dirty="0">
                <a:latin typeface="Corbel"/>
                <a:cs typeface="Corbel"/>
              </a:rPr>
              <a:t>crops</a:t>
            </a:r>
            <a:r>
              <a:rPr sz="1200" spc="-25" dirty="0">
                <a:latin typeface="Corbel"/>
                <a:cs typeface="Corbel"/>
              </a:rPr>
              <a:t> </a:t>
            </a:r>
            <a:r>
              <a:rPr sz="1200" dirty="0">
                <a:latin typeface="Corbel"/>
                <a:cs typeface="Corbel"/>
              </a:rPr>
              <a:t>or</a:t>
            </a:r>
            <a:r>
              <a:rPr sz="1200" spc="-30" dirty="0">
                <a:latin typeface="Corbel"/>
                <a:cs typeface="Corbel"/>
              </a:rPr>
              <a:t> </a:t>
            </a:r>
            <a:r>
              <a:rPr sz="1200" dirty="0">
                <a:latin typeface="Corbel"/>
                <a:cs typeface="Corbel"/>
              </a:rPr>
              <a:t>spray</a:t>
            </a:r>
            <a:r>
              <a:rPr sz="1200" spc="-20" dirty="0">
                <a:latin typeface="Corbel"/>
                <a:cs typeface="Corbel"/>
              </a:rPr>
              <a:t> </a:t>
            </a:r>
            <a:r>
              <a:rPr sz="1200" spc="-10" dirty="0">
                <a:latin typeface="Corbel"/>
                <a:cs typeface="Corbel"/>
              </a:rPr>
              <a:t>pesticides.</a:t>
            </a:r>
            <a:endParaRPr sz="1200">
              <a:latin typeface="Corbel"/>
              <a:cs typeface="Corbel"/>
            </a:endParaRPr>
          </a:p>
          <a:p>
            <a:pPr marL="355600" marR="328930" indent="-342900">
              <a:lnSpc>
                <a:spcPts val="1390"/>
              </a:lnSpc>
              <a:spcBef>
                <a:spcPts val="1050"/>
              </a:spcBef>
              <a:buAutoNum type="alphaLcParenR"/>
              <a:tabLst>
                <a:tab pos="355600" algn="l"/>
              </a:tabLst>
            </a:pPr>
            <a:r>
              <a:rPr sz="1200" dirty="0">
                <a:latin typeface="Corbel"/>
                <a:cs typeface="Corbel"/>
              </a:rPr>
              <a:t>A</a:t>
            </a:r>
            <a:r>
              <a:rPr sz="1200" spc="-25" dirty="0">
                <a:latin typeface="Corbel"/>
                <a:cs typeface="Corbel"/>
              </a:rPr>
              <a:t> </a:t>
            </a:r>
            <a:r>
              <a:rPr sz="1200" dirty="0">
                <a:latin typeface="Corbel"/>
                <a:cs typeface="Corbel"/>
              </a:rPr>
              <a:t>government</a:t>
            </a:r>
            <a:r>
              <a:rPr sz="1200" spc="-20" dirty="0">
                <a:latin typeface="Corbel"/>
                <a:cs typeface="Corbel"/>
              </a:rPr>
              <a:t> </a:t>
            </a:r>
            <a:r>
              <a:rPr sz="1200" dirty="0">
                <a:latin typeface="Corbel"/>
                <a:cs typeface="Corbel"/>
              </a:rPr>
              <a:t>agency</a:t>
            </a:r>
            <a:r>
              <a:rPr sz="1200" spc="-15" dirty="0">
                <a:latin typeface="Corbel"/>
                <a:cs typeface="Corbel"/>
              </a:rPr>
              <a:t> </a:t>
            </a:r>
            <a:r>
              <a:rPr sz="1200" spc="-10" dirty="0">
                <a:latin typeface="Corbel"/>
                <a:cs typeface="Corbel"/>
              </a:rPr>
              <a:t>(excluding</a:t>
            </a:r>
            <a:r>
              <a:rPr sz="1200" spc="-15" dirty="0">
                <a:latin typeface="Corbel"/>
                <a:cs typeface="Corbel"/>
              </a:rPr>
              <a:t> </a:t>
            </a:r>
            <a:r>
              <a:rPr sz="1200" dirty="0">
                <a:latin typeface="Corbel"/>
                <a:cs typeface="Corbel"/>
              </a:rPr>
              <a:t>the</a:t>
            </a:r>
            <a:r>
              <a:rPr sz="1200" spc="-40" dirty="0">
                <a:latin typeface="Corbel"/>
                <a:cs typeface="Corbel"/>
              </a:rPr>
              <a:t> </a:t>
            </a:r>
            <a:r>
              <a:rPr sz="1200" spc="-10" dirty="0">
                <a:latin typeface="Corbel"/>
                <a:cs typeface="Corbel"/>
              </a:rPr>
              <a:t>Singapore</a:t>
            </a:r>
            <a:r>
              <a:rPr sz="1200" spc="-55" dirty="0">
                <a:latin typeface="Corbel"/>
                <a:cs typeface="Corbel"/>
              </a:rPr>
              <a:t> </a:t>
            </a:r>
            <a:r>
              <a:rPr sz="1200" dirty="0">
                <a:latin typeface="Corbel"/>
                <a:cs typeface="Corbel"/>
              </a:rPr>
              <a:t>Armed</a:t>
            </a:r>
            <a:r>
              <a:rPr sz="1200" spc="-20" dirty="0">
                <a:latin typeface="Corbel"/>
                <a:cs typeface="Corbel"/>
              </a:rPr>
              <a:t> </a:t>
            </a:r>
            <a:r>
              <a:rPr sz="1200" dirty="0">
                <a:latin typeface="Corbel"/>
                <a:cs typeface="Corbel"/>
              </a:rPr>
              <a:t>Forces)</a:t>
            </a:r>
            <a:r>
              <a:rPr sz="1200" spc="-15" dirty="0">
                <a:latin typeface="Corbel"/>
                <a:cs typeface="Corbel"/>
              </a:rPr>
              <a:t> </a:t>
            </a:r>
            <a:r>
              <a:rPr sz="1200" dirty="0">
                <a:latin typeface="Corbel"/>
                <a:cs typeface="Corbel"/>
              </a:rPr>
              <a:t>using</a:t>
            </a:r>
            <a:r>
              <a:rPr sz="1200" spc="-15" dirty="0">
                <a:latin typeface="Corbel"/>
                <a:cs typeface="Corbel"/>
              </a:rPr>
              <a:t> </a:t>
            </a:r>
            <a:r>
              <a:rPr sz="1200" dirty="0">
                <a:latin typeface="Corbel"/>
                <a:cs typeface="Corbel"/>
              </a:rPr>
              <a:t>its</a:t>
            </a:r>
            <a:r>
              <a:rPr sz="1200" spc="-50" dirty="0">
                <a:latin typeface="Corbel"/>
                <a:cs typeface="Corbel"/>
              </a:rPr>
              <a:t> </a:t>
            </a:r>
            <a:r>
              <a:rPr sz="1200" dirty="0">
                <a:latin typeface="Corbel"/>
                <a:cs typeface="Corbel"/>
              </a:rPr>
              <a:t>UA</a:t>
            </a:r>
            <a:r>
              <a:rPr sz="1200" spc="-15" dirty="0">
                <a:latin typeface="Corbel"/>
                <a:cs typeface="Corbel"/>
              </a:rPr>
              <a:t> </a:t>
            </a:r>
            <a:r>
              <a:rPr sz="1200" dirty="0">
                <a:latin typeface="Corbel"/>
                <a:cs typeface="Corbel"/>
              </a:rPr>
              <a:t>to</a:t>
            </a:r>
            <a:r>
              <a:rPr sz="1200" spc="-20" dirty="0">
                <a:latin typeface="Corbel"/>
                <a:cs typeface="Corbel"/>
              </a:rPr>
              <a:t> </a:t>
            </a:r>
            <a:r>
              <a:rPr sz="1200" dirty="0">
                <a:latin typeface="Corbel"/>
                <a:cs typeface="Corbel"/>
              </a:rPr>
              <a:t>perform</a:t>
            </a:r>
            <a:r>
              <a:rPr sz="1200" spc="-10" dirty="0">
                <a:latin typeface="Corbel"/>
                <a:cs typeface="Corbel"/>
              </a:rPr>
              <a:t> </a:t>
            </a:r>
            <a:r>
              <a:rPr sz="1200" dirty="0">
                <a:latin typeface="Corbel"/>
                <a:cs typeface="Corbel"/>
              </a:rPr>
              <a:t>aerial</a:t>
            </a:r>
            <a:r>
              <a:rPr sz="1200" spc="-20" dirty="0">
                <a:latin typeface="Corbel"/>
                <a:cs typeface="Corbel"/>
              </a:rPr>
              <a:t> </a:t>
            </a:r>
            <a:r>
              <a:rPr sz="1200" spc="-10" dirty="0">
                <a:latin typeface="Corbel"/>
                <a:cs typeface="Corbel"/>
              </a:rPr>
              <a:t>surveillance,</a:t>
            </a:r>
            <a:r>
              <a:rPr sz="1200" spc="-20" dirty="0">
                <a:latin typeface="Corbel"/>
                <a:cs typeface="Corbel"/>
              </a:rPr>
              <a:t> </a:t>
            </a:r>
            <a:r>
              <a:rPr sz="1200" dirty="0">
                <a:latin typeface="Corbel"/>
                <a:cs typeface="Corbel"/>
              </a:rPr>
              <a:t>aerial</a:t>
            </a:r>
            <a:r>
              <a:rPr sz="1200" spc="-20" dirty="0">
                <a:latin typeface="Corbel"/>
                <a:cs typeface="Corbel"/>
              </a:rPr>
              <a:t> </a:t>
            </a:r>
            <a:r>
              <a:rPr sz="1200" spc="-10" dirty="0">
                <a:latin typeface="Corbel"/>
                <a:cs typeface="Corbel"/>
              </a:rPr>
              <a:t>fire-</a:t>
            </a:r>
            <a:r>
              <a:rPr sz="1200" dirty="0">
                <a:latin typeface="Corbel"/>
                <a:cs typeface="Corbel"/>
              </a:rPr>
              <a:t>fighting</a:t>
            </a:r>
            <a:r>
              <a:rPr sz="1200" spc="-15" dirty="0">
                <a:latin typeface="Corbel"/>
                <a:cs typeface="Corbel"/>
              </a:rPr>
              <a:t> </a:t>
            </a:r>
            <a:r>
              <a:rPr sz="1200" dirty="0">
                <a:latin typeface="Corbel"/>
                <a:cs typeface="Corbel"/>
              </a:rPr>
              <a:t>or</a:t>
            </a:r>
            <a:r>
              <a:rPr sz="1200" spc="-15" dirty="0">
                <a:latin typeface="Corbel"/>
                <a:cs typeface="Corbel"/>
              </a:rPr>
              <a:t> </a:t>
            </a:r>
            <a:r>
              <a:rPr sz="1200" dirty="0">
                <a:latin typeface="Corbel"/>
                <a:cs typeface="Corbel"/>
              </a:rPr>
              <a:t>as</a:t>
            </a:r>
            <a:r>
              <a:rPr sz="1200" spc="-15" dirty="0">
                <a:latin typeface="Corbel"/>
                <a:cs typeface="Corbel"/>
              </a:rPr>
              <a:t> </a:t>
            </a:r>
            <a:r>
              <a:rPr sz="1200" dirty="0">
                <a:latin typeface="Corbel"/>
                <a:cs typeface="Corbel"/>
              </a:rPr>
              <a:t>part</a:t>
            </a:r>
            <a:r>
              <a:rPr sz="1200" spc="-20" dirty="0">
                <a:latin typeface="Corbel"/>
                <a:cs typeface="Corbel"/>
              </a:rPr>
              <a:t> </a:t>
            </a:r>
            <a:r>
              <a:rPr sz="1200" dirty="0">
                <a:latin typeface="Corbel"/>
                <a:cs typeface="Corbel"/>
              </a:rPr>
              <a:t>of</a:t>
            </a:r>
            <a:r>
              <a:rPr sz="1200" spc="-10" dirty="0">
                <a:latin typeface="Corbel"/>
                <a:cs typeface="Corbel"/>
              </a:rPr>
              <a:t> </a:t>
            </a:r>
            <a:r>
              <a:rPr sz="1200" spc="-25" dirty="0">
                <a:latin typeface="Corbel"/>
                <a:cs typeface="Corbel"/>
              </a:rPr>
              <a:t>the </a:t>
            </a:r>
            <a:r>
              <a:rPr sz="1200" dirty="0">
                <a:latin typeface="Corbel"/>
                <a:cs typeface="Corbel"/>
              </a:rPr>
              <a:t>provision</a:t>
            </a:r>
            <a:r>
              <a:rPr sz="1200" spc="-30" dirty="0">
                <a:latin typeface="Corbel"/>
                <a:cs typeface="Corbel"/>
              </a:rPr>
              <a:t> </a:t>
            </a:r>
            <a:r>
              <a:rPr sz="1200" dirty="0">
                <a:latin typeface="Corbel"/>
                <a:cs typeface="Corbel"/>
              </a:rPr>
              <a:t>of</a:t>
            </a:r>
            <a:r>
              <a:rPr sz="1200" spc="-30" dirty="0">
                <a:latin typeface="Corbel"/>
                <a:cs typeface="Corbel"/>
              </a:rPr>
              <a:t> </a:t>
            </a:r>
            <a:r>
              <a:rPr sz="1200" dirty="0">
                <a:latin typeface="Corbel"/>
                <a:cs typeface="Corbel"/>
              </a:rPr>
              <a:t>emergency</a:t>
            </a:r>
            <a:r>
              <a:rPr sz="1200" spc="-30" dirty="0">
                <a:latin typeface="Corbel"/>
                <a:cs typeface="Corbel"/>
              </a:rPr>
              <a:t> </a:t>
            </a:r>
            <a:r>
              <a:rPr sz="1200" dirty="0">
                <a:latin typeface="Corbel"/>
                <a:cs typeface="Corbel"/>
              </a:rPr>
              <a:t>or</a:t>
            </a:r>
            <a:r>
              <a:rPr sz="1200" spc="-35" dirty="0">
                <a:latin typeface="Corbel"/>
                <a:cs typeface="Corbel"/>
              </a:rPr>
              <a:t> </a:t>
            </a:r>
            <a:r>
              <a:rPr sz="1200" dirty="0">
                <a:latin typeface="Corbel"/>
                <a:cs typeface="Corbel"/>
              </a:rPr>
              <a:t>essential</a:t>
            </a:r>
            <a:r>
              <a:rPr sz="1200" spc="-35" dirty="0">
                <a:latin typeface="Corbel"/>
                <a:cs typeface="Corbel"/>
              </a:rPr>
              <a:t> </a:t>
            </a:r>
            <a:r>
              <a:rPr sz="1200" spc="-10" dirty="0">
                <a:latin typeface="Corbel"/>
                <a:cs typeface="Corbel"/>
              </a:rPr>
              <a:t>services.</a:t>
            </a:r>
            <a:endParaRPr sz="1200">
              <a:latin typeface="Corbel"/>
              <a:cs typeface="Corbel"/>
            </a:endParaRPr>
          </a:p>
          <a:p>
            <a:pPr marL="354965" indent="-342265">
              <a:lnSpc>
                <a:spcPct val="100000"/>
              </a:lnSpc>
              <a:spcBef>
                <a:spcPts val="825"/>
              </a:spcBef>
              <a:buAutoNum type="alphaLcParenR"/>
              <a:tabLst>
                <a:tab pos="354965" algn="l"/>
              </a:tabLst>
            </a:pPr>
            <a:r>
              <a:rPr sz="1200" dirty="0">
                <a:latin typeface="Corbel"/>
                <a:cs typeface="Corbel"/>
              </a:rPr>
              <a:t>A</a:t>
            </a:r>
            <a:r>
              <a:rPr sz="1200" spc="-25" dirty="0">
                <a:latin typeface="Corbel"/>
                <a:cs typeface="Corbel"/>
              </a:rPr>
              <a:t> </a:t>
            </a:r>
            <a:r>
              <a:rPr sz="1200" spc="-10" dirty="0">
                <a:latin typeface="Corbel"/>
                <a:cs typeface="Corbel"/>
              </a:rPr>
              <a:t>company,</a:t>
            </a:r>
            <a:r>
              <a:rPr sz="1200" spc="-30" dirty="0">
                <a:latin typeface="Corbel"/>
                <a:cs typeface="Corbel"/>
              </a:rPr>
              <a:t> </a:t>
            </a:r>
            <a:r>
              <a:rPr sz="1200" dirty="0">
                <a:latin typeface="Corbel"/>
                <a:cs typeface="Corbel"/>
              </a:rPr>
              <a:t>such</a:t>
            </a:r>
            <a:r>
              <a:rPr sz="1200" spc="-25" dirty="0">
                <a:latin typeface="Corbel"/>
                <a:cs typeface="Corbel"/>
              </a:rPr>
              <a:t> </a:t>
            </a:r>
            <a:r>
              <a:rPr sz="1200" dirty="0">
                <a:latin typeface="Corbel"/>
                <a:cs typeface="Corbel"/>
              </a:rPr>
              <a:t>as</a:t>
            </a:r>
            <a:r>
              <a:rPr sz="1200" spc="-20" dirty="0">
                <a:latin typeface="Corbel"/>
                <a:cs typeface="Corbel"/>
              </a:rPr>
              <a:t> </a:t>
            </a:r>
            <a:r>
              <a:rPr sz="1200" dirty="0">
                <a:latin typeface="Corbel"/>
                <a:cs typeface="Corbel"/>
              </a:rPr>
              <a:t>a</a:t>
            </a:r>
            <a:r>
              <a:rPr sz="1200" spc="-25" dirty="0">
                <a:latin typeface="Corbel"/>
                <a:cs typeface="Corbel"/>
              </a:rPr>
              <a:t> </a:t>
            </a:r>
            <a:r>
              <a:rPr sz="1200" spc="-10" dirty="0">
                <a:latin typeface="Corbel"/>
                <a:cs typeface="Corbel"/>
              </a:rPr>
              <a:t>factory,</a:t>
            </a:r>
            <a:r>
              <a:rPr sz="1200" spc="-30" dirty="0">
                <a:latin typeface="Corbel"/>
                <a:cs typeface="Corbel"/>
              </a:rPr>
              <a:t> </a:t>
            </a:r>
            <a:r>
              <a:rPr sz="1200" dirty="0">
                <a:latin typeface="Corbel"/>
                <a:cs typeface="Corbel"/>
              </a:rPr>
              <a:t>using</a:t>
            </a:r>
            <a:r>
              <a:rPr sz="1200" spc="-25" dirty="0">
                <a:latin typeface="Corbel"/>
                <a:cs typeface="Corbel"/>
              </a:rPr>
              <a:t> </a:t>
            </a:r>
            <a:r>
              <a:rPr sz="1200" dirty="0">
                <a:latin typeface="Corbel"/>
                <a:cs typeface="Corbel"/>
              </a:rPr>
              <a:t>its</a:t>
            </a:r>
            <a:r>
              <a:rPr sz="1200" spc="-55" dirty="0">
                <a:latin typeface="Corbel"/>
                <a:cs typeface="Corbel"/>
              </a:rPr>
              <a:t> </a:t>
            </a:r>
            <a:r>
              <a:rPr sz="1200" dirty="0">
                <a:latin typeface="Corbel"/>
                <a:cs typeface="Corbel"/>
              </a:rPr>
              <a:t>UA</a:t>
            </a:r>
            <a:r>
              <a:rPr sz="1200" spc="-20" dirty="0">
                <a:latin typeface="Corbel"/>
                <a:cs typeface="Corbel"/>
              </a:rPr>
              <a:t> </a:t>
            </a:r>
            <a:r>
              <a:rPr sz="1200" dirty="0">
                <a:latin typeface="Corbel"/>
                <a:cs typeface="Corbel"/>
              </a:rPr>
              <a:t>outdoors</a:t>
            </a:r>
            <a:r>
              <a:rPr sz="1200" spc="-25" dirty="0">
                <a:latin typeface="Corbel"/>
                <a:cs typeface="Corbel"/>
              </a:rPr>
              <a:t> </a:t>
            </a:r>
            <a:r>
              <a:rPr sz="1200" dirty="0">
                <a:latin typeface="Corbel"/>
                <a:cs typeface="Corbel"/>
              </a:rPr>
              <a:t>to</a:t>
            </a:r>
            <a:r>
              <a:rPr sz="1200" spc="-30" dirty="0">
                <a:latin typeface="Corbel"/>
                <a:cs typeface="Corbel"/>
              </a:rPr>
              <a:t> </a:t>
            </a:r>
            <a:r>
              <a:rPr sz="1200" dirty="0">
                <a:latin typeface="Corbel"/>
                <a:cs typeface="Corbel"/>
              </a:rPr>
              <a:t>deliver</a:t>
            </a:r>
            <a:r>
              <a:rPr sz="1200" spc="-25" dirty="0">
                <a:latin typeface="Corbel"/>
                <a:cs typeface="Corbel"/>
              </a:rPr>
              <a:t> </a:t>
            </a:r>
            <a:r>
              <a:rPr sz="1200" dirty="0">
                <a:latin typeface="Corbel"/>
                <a:cs typeface="Corbel"/>
              </a:rPr>
              <a:t>small</a:t>
            </a:r>
            <a:r>
              <a:rPr sz="1200" spc="-30" dirty="0">
                <a:latin typeface="Corbel"/>
                <a:cs typeface="Corbel"/>
              </a:rPr>
              <a:t> </a:t>
            </a:r>
            <a:r>
              <a:rPr sz="1200" dirty="0">
                <a:latin typeface="Corbel"/>
                <a:cs typeface="Corbel"/>
              </a:rPr>
              <a:t>articles</a:t>
            </a:r>
            <a:r>
              <a:rPr sz="1200" spc="-25" dirty="0">
                <a:latin typeface="Corbel"/>
                <a:cs typeface="Corbel"/>
              </a:rPr>
              <a:t> </a:t>
            </a:r>
            <a:r>
              <a:rPr sz="1200" dirty="0">
                <a:latin typeface="Corbel"/>
                <a:cs typeface="Corbel"/>
              </a:rPr>
              <a:t>between</a:t>
            </a:r>
            <a:r>
              <a:rPr sz="1200" spc="-20" dirty="0">
                <a:latin typeface="Corbel"/>
                <a:cs typeface="Corbel"/>
              </a:rPr>
              <a:t> </a:t>
            </a:r>
            <a:r>
              <a:rPr sz="1200" dirty="0">
                <a:latin typeface="Corbel"/>
                <a:cs typeface="Corbel"/>
              </a:rPr>
              <a:t>various</a:t>
            </a:r>
            <a:r>
              <a:rPr sz="1200" spc="-20" dirty="0">
                <a:latin typeface="Corbel"/>
                <a:cs typeface="Corbel"/>
              </a:rPr>
              <a:t> </a:t>
            </a:r>
            <a:r>
              <a:rPr sz="1200" dirty="0">
                <a:latin typeface="Corbel"/>
                <a:cs typeface="Corbel"/>
              </a:rPr>
              <a:t>locations</a:t>
            </a:r>
            <a:r>
              <a:rPr sz="1200" spc="-25" dirty="0">
                <a:latin typeface="Corbel"/>
                <a:cs typeface="Corbel"/>
              </a:rPr>
              <a:t> </a:t>
            </a:r>
            <a:r>
              <a:rPr sz="1200" dirty="0">
                <a:latin typeface="Corbel"/>
                <a:cs typeface="Corbel"/>
              </a:rPr>
              <a:t>in</a:t>
            </a:r>
            <a:r>
              <a:rPr sz="1200" spc="-20" dirty="0">
                <a:latin typeface="Corbel"/>
                <a:cs typeface="Corbel"/>
              </a:rPr>
              <a:t> </a:t>
            </a:r>
            <a:r>
              <a:rPr sz="1200" dirty="0">
                <a:latin typeface="Corbel"/>
                <a:cs typeface="Corbel"/>
              </a:rPr>
              <a:t>its</a:t>
            </a:r>
            <a:r>
              <a:rPr sz="1200" spc="-25" dirty="0">
                <a:latin typeface="Corbel"/>
                <a:cs typeface="Corbel"/>
              </a:rPr>
              <a:t> </a:t>
            </a:r>
            <a:r>
              <a:rPr sz="1200" spc="-10" dirty="0">
                <a:latin typeface="Corbel"/>
                <a:cs typeface="Corbel"/>
              </a:rPr>
              <a:t>compound.</a:t>
            </a:r>
            <a:endParaRPr sz="1200">
              <a:latin typeface="Corbel"/>
              <a:cs typeface="Corbel"/>
            </a:endParaRPr>
          </a:p>
          <a:p>
            <a:pPr marL="354965" indent="-342265">
              <a:lnSpc>
                <a:spcPct val="100000"/>
              </a:lnSpc>
              <a:spcBef>
                <a:spcPts val="960"/>
              </a:spcBef>
              <a:buAutoNum type="alphaLcParenR"/>
              <a:tabLst>
                <a:tab pos="354965" algn="l"/>
              </a:tabLst>
            </a:pPr>
            <a:r>
              <a:rPr sz="1200" dirty="0">
                <a:latin typeface="Corbel"/>
                <a:cs typeface="Corbel"/>
              </a:rPr>
              <a:t>An</a:t>
            </a:r>
            <a:r>
              <a:rPr sz="1200" spc="-30" dirty="0">
                <a:latin typeface="Corbel"/>
                <a:cs typeface="Corbel"/>
              </a:rPr>
              <a:t> </a:t>
            </a:r>
            <a:r>
              <a:rPr sz="1200" dirty="0">
                <a:latin typeface="Corbel"/>
                <a:cs typeface="Corbel"/>
              </a:rPr>
              <a:t>outdoor</a:t>
            </a:r>
            <a:r>
              <a:rPr sz="1200" spc="-25" dirty="0">
                <a:latin typeface="Corbel"/>
                <a:cs typeface="Corbel"/>
              </a:rPr>
              <a:t> </a:t>
            </a:r>
            <a:r>
              <a:rPr sz="1200" dirty="0">
                <a:latin typeface="Corbel"/>
                <a:cs typeface="Corbel"/>
              </a:rPr>
              <a:t>performance</a:t>
            </a:r>
            <a:r>
              <a:rPr sz="1200" spc="-15" dirty="0">
                <a:latin typeface="Corbel"/>
                <a:cs typeface="Corbel"/>
              </a:rPr>
              <a:t> </a:t>
            </a:r>
            <a:r>
              <a:rPr sz="1200" spc="-10" dirty="0">
                <a:latin typeface="Corbel"/>
                <a:cs typeface="Corbel"/>
              </a:rPr>
              <a:t>involving</a:t>
            </a:r>
            <a:r>
              <a:rPr sz="1200" spc="-50" dirty="0">
                <a:latin typeface="Corbel"/>
                <a:cs typeface="Corbel"/>
              </a:rPr>
              <a:t> </a:t>
            </a:r>
            <a:r>
              <a:rPr sz="1200" dirty="0">
                <a:latin typeface="Corbel"/>
                <a:cs typeface="Corbel"/>
              </a:rPr>
              <a:t>UA</a:t>
            </a:r>
            <a:r>
              <a:rPr sz="1200" spc="-20" dirty="0">
                <a:latin typeface="Corbel"/>
                <a:cs typeface="Corbel"/>
              </a:rPr>
              <a:t> </a:t>
            </a:r>
            <a:r>
              <a:rPr sz="1200" spc="-10" dirty="0">
                <a:latin typeface="Corbel"/>
                <a:cs typeface="Corbel"/>
              </a:rPr>
              <a:t>at</a:t>
            </a:r>
            <a:r>
              <a:rPr sz="1200" spc="-55" dirty="0">
                <a:latin typeface="Corbel"/>
                <a:cs typeface="Corbel"/>
              </a:rPr>
              <a:t> </a:t>
            </a:r>
            <a:r>
              <a:rPr sz="1200" dirty="0">
                <a:latin typeface="Corbel"/>
                <a:cs typeface="Corbel"/>
              </a:rPr>
              <a:t>Chingay</a:t>
            </a:r>
            <a:r>
              <a:rPr sz="1200" spc="-20" dirty="0">
                <a:latin typeface="Corbel"/>
                <a:cs typeface="Corbel"/>
              </a:rPr>
              <a:t> </a:t>
            </a:r>
            <a:r>
              <a:rPr sz="1200" dirty="0">
                <a:latin typeface="Corbel"/>
                <a:cs typeface="Corbel"/>
              </a:rPr>
              <a:t>Parade</a:t>
            </a:r>
            <a:r>
              <a:rPr sz="1200" spc="-15" dirty="0">
                <a:latin typeface="Corbel"/>
                <a:cs typeface="Corbel"/>
              </a:rPr>
              <a:t> </a:t>
            </a:r>
            <a:r>
              <a:rPr sz="1200" dirty="0">
                <a:latin typeface="Corbel"/>
                <a:cs typeface="Corbel"/>
              </a:rPr>
              <a:t>or</a:t>
            </a:r>
            <a:r>
              <a:rPr sz="1200" spc="-25" dirty="0">
                <a:latin typeface="Corbel"/>
                <a:cs typeface="Corbel"/>
              </a:rPr>
              <a:t> </a:t>
            </a:r>
            <a:r>
              <a:rPr sz="1200" dirty="0">
                <a:latin typeface="Corbel"/>
                <a:cs typeface="Corbel"/>
              </a:rPr>
              <a:t>National</a:t>
            </a:r>
            <a:r>
              <a:rPr sz="1200" spc="-25" dirty="0">
                <a:latin typeface="Corbel"/>
                <a:cs typeface="Corbel"/>
              </a:rPr>
              <a:t> </a:t>
            </a:r>
            <a:r>
              <a:rPr sz="1200" dirty="0">
                <a:latin typeface="Corbel"/>
                <a:cs typeface="Corbel"/>
              </a:rPr>
              <a:t>Day</a:t>
            </a:r>
            <a:r>
              <a:rPr sz="1200" spc="-20" dirty="0">
                <a:latin typeface="Corbel"/>
                <a:cs typeface="Corbel"/>
              </a:rPr>
              <a:t> </a:t>
            </a:r>
            <a:r>
              <a:rPr sz="1200" spc="-10" dirty="0">
                <a:latin typeface="Corbel"/>
                <a:cs typeface="Corbel"/>
              </a:rPr>
              <a:t>Parade.</a:t>
            </a:r>
            <a:endParaRPr sz="1200">
              <a:latin typeface="Corbel"/>
              <a:cs typeface="Corbel"/>
            </a:endParaRPr>
          </a:p>
          <a:p>
            <a:pPr marL="355600" marR="370840" indent="-342900">
              <a:lnSpc>
                <a:spcPts val="1390"/>
              </a:lnSpc>
              <a:spcBef>
                <a:spcPts val="955"/>
              </a:spcBef>
              <a:buAutoNum type="alphaLcParenR"/>
              <a:tabLst>
                <a:tab pos="355600" algn="l"/>
              </a:tabLst>
            </a:pPr>
            <a:r>
              <a:rPr sz="1200" dirty="0">
                <a:latin typeface="Corbel"/>
                <a:cs typeface="Corbel"/>
              </a:rPr>
              <a:t>A</a:t>
            </a:r>
            <a:r>
              <a:rPr sz="1200" spc="-25" dirty="0">
                <a:latin typeface="Corbel"/>
                <a:cs typeface="Corbel"/>
              </a:rPr>
              <a:t> </a:t>
            </a:r>
            <a:r>
              <a:rPr sz="1200" dirty="0">
                <a:latin typeface="Corbel"/>
                <a:cs typeface="Corbel"/>
              </a:rPr>
              <a:t>company</a:t>
            </a:r>
            <a:r>
              <a:rPr sz="1200" spc="-20" dirty="0">
                <a:latin typeface="Corbel"/>
                <a:cs typeface="Corbel"/>
              </a:rPr>
              <a:t> </a:t>
            </a:r>
            <a:r>
              <a:rPr sz="1200" dirty="0">
                <a:latin typeface="Corbel"/>
                <a:cs typeface="Corbel"/>
              </a:rPr>
              <a:t>using</a:t>
            </a:r>
            <a:r>
              <a:rPr sz="1200" spc="-20" dirty="0">
                <a:latin typeface="Corbel"/>
                <a:cs typeface="Corbel"/>
              </a:rPr>
              <a:t> </a:t>
            </a:r>
            <a:r>
              <a:rPr sz="1200" dirty="0">
                <a:latin typeface="Corbel"/>
                <a:cs typeface="Corbel"/>
              </a:rPr>
              <a:t>its</a:t>
            </a:r>
            <a:r>
              <a:rPr sz="1200" spc="-55" dirty="0">
                <a:latin typeface="Corbel"/>
                <a:cs typeface="Corbel"/>
              </a:rPr>
              <a:t> </a:t>
            </a:r>
            <a:r>
              <a:rPr sz="1200" dirty="0">
                <a:latin typeface="Corbel"/>
                <a:cs typeface="Corbel"/>
              </a:rPr>
              <a:t>UA</a:t>
            </a:r>
            <a:r>
              <a:rPr sz="1200" spc="-20" dirty="0">
                <a:latin typeface="Corbel"/>
                <a:cs typeface="Corbel"/>
              </a:rPr>
              <a:t> </a:t>
            </a:r>
            <a:r>
              <a:rPr sz="1200" dirty="0">
                <a:latin typeface="Corbel"/>
                <a:cs typeface="Corbel"/>
              </a:rPr>
              <a:t>to</a:t>
            </a:r>
            <a:r>
              <a:rPr sz="1200" spc="-25" dirty="0">
                <a:latin typeface="Corbel"/>
                <a:cs typeface="Corbel"/>
              </a:rPr>
              <a:t> </a:t>
            </a:r>
            <a:r>
              <a:rPr sz="1200" dirty="0">
                <a:latin typeface="Corbel"/>
                <a:cs typeface="Corbel"/>
              </a:rPr>
              <a:t>carry</a:t>
            </a:r>
            <a:r>
              <a:rPr sz="1200" spc="-20" dirty="0">
                <a:latin typeface="Corbel"/>
                <a:cs typeface="Corbel"/>
              </a:rPr>
              <a:t> </a:t>
            </a:r>
            <a:r>
              <a:rPr sz="1200" dirty="0">
                <a:latin typeface="Corbel"/>
                <a:cs typeface="Corbel"/>
              </a:rPr>
              <a:t>out</a:t>
            </a:r>
            <a:r>
              <a:rPr sz="1200" spc="-25" dirty="0">
                <a:latin typeface="Corbel"/>
                <a:cs typeface="Corbel"/>
              </a:rPr>
              <a:t> </a:t>
            </a:r>
            <a:r>
              <a:rPr sz="1200" dirty="0">
                <a:latin typeface="Corbel"/>
                <a:cs typeface="Corbel"/>
              </a:rPr>
              <a:t>inspections</a:t>
            </a:r>
            <a:r>
              <a:rPr sz="1200" spc="-25" dirty="0">
                <a:latin typeface="Corbel"/>
                <a:cs typeface="Corbel"/>
              </a:rPr>
              <a:t> </a:t>
            </a:r>
            <a:r>
              <a:rPr sz="1200" dirty="0">
                <a:latin typeface="Corbel"/>
                <a:cs typeface="Corbel"/>
              </a:rPr>
              <a:t>of</a:t>
            </a:r>
            <a:r>
              <a:rPr sz="1200" spc="-15" dirty="0">
                <a:latin typeface="Corbel"/>
                <a:cs typeface="Corbel"/>
              </a:rPr>
              <a:t> </a:t>
            </a:r>
            <a:r>
              <a:rPr sz="1200" dirty="0">
                <a:latin typeface="Corbel"/>
                <a:cs typeface="Corbel"/>
              </a:rPr>
              <a:t>its</a:t>
            </a:r>
            <a:r>
              <a:rPr sz="1200" spc="-20" dirty="0">
                <a:latin typeface="Corbel"/>
                <a:cs typeface="Corbel"/>
              </a:rPr>
              <a:t> </a:t>
            </a:r>
            <a:r>
              <a:rPr sz="1200" dirty="0">
                <a:latin typeface="Corbel"/>
                <a:cs typeface="Corbel"/>
              </a:rPr>
              <a:t>facilities</a:t>
            </a:r>
            <a:r>
              <a:rPr sz="1200" spc="-20" dirty="0">
                <a:latin typeface="Corbel"/>
                <a:cs typeface="Corbel"/>
              </a:rPr>
              <a:t> </a:t>
            </a:r>
            <a:r>
              <a:rPr sz="1200" dirty="0">
                <a:latin typeface="Corbel"/>
                <a:cs typeface="Corbel"/>
              </a:rPr>
              <a:t>or</a:t>
            </a:r>
            <a:r>
              <a:rPr sz="1200" spc="-25" dirty="0">
                <a:latin typeface="Corbel"/>
                <a:cs typeface="Corbel"/>
              </a:rPr>
              <a:t> </a:t>
            </a:r>
            <a:r>
              <a:rPr sz="1200" dirty="0">
                <a:latin typeface="Corbel"/>
                <a:cs typeface="Corbel"/>
              </a:rPr>
              <a:t>properties</a:t>
            </a:r>
            <a:r>
              <a:rPr sz="1200" spc="-25" dirty="0">
                <a:latin typeface="Corbel"/>
                <a:cs typeface="Corbel"/>
              </a:rPr>
              <a:t> </a:t>
            </a:r>
            <a:r>
              <a:rPr sz="1200" dirty="0">
                <a:latin typeface="Corbel"/>
                <a:cs typeface="Corbel"/>
              </a:rPr>
              <a:t>indoors.</a:t>
            </a:r>
            <a:r>
              <a:rPr sz="1200" spc="-25"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example,</a:t>
            </a:r>
            <a:r>
              <a:rPr sz="1200" spc="-25" dirty="0">
                <a:latin typeface="Corbel"/>
                <a:cs typeface="Corbel"/>
              </a:rPr>
              <a:t> </a:t>
            </a:r>
            <a:r>
              <a:rPr sz="1200" dirty="0">
                <a:latin typeface="Corbel"/>
                <a:cs typeface="Corbel"/>
              </a:rPr>
              <a:t>tunnel</a:t>
            </a:r>
            <a:r>
              <a:rPr sz="1200" spc="-25" dirty="0">
                <a:latin typeface="Corbel"/>
                <a:cs typeface="Corbel"/>
              </a:rPr>
              <a:t> </a:t>
            </a:r>
            <a:r>
              <a:rPr sz="1200" spc="-10" dirty="0">
                <a:latin typeface="Corbel"/>
                <a:cs typeface="Corbel"/>
              </a:rPr>
              <a:t>inspections,</a:t>
            </a:r>
            <a:r>
              <a:rPr sz="1200" spc="-25" dirty="0">
                <a:latin typeface="Corbel"/>
                <a:cs typeface="Corbel"/>
              </a:rPr>
              <a:t> </a:t>
            </a:r>
            <a:r>
              <a:rPr sz="1200" dirty="0">
                <a:latin typeface="Corbel"/>
                <a:cs typeface="Corbel"/>
              </a:rPr>
              <a:t>sewage</a:t>
            </a:r>
            <a:r>
              <a:rPr sz="1200" spc="-20" dirty="0">
                <a:latin typeface="Corbel"/>
                <a:cs typeface="Corbel"/>
              </a:rPr>
              <a:t> </a:t>
            </a:r>
            <a:r>
              <a:rPr sz="1200" spc="-10" dirty="0">
                <a:latin typeface="Corbel"/>
                <a:cs typeface="Corbel"/>
              </a:rPr>
              <a:t>inspections</a:t>
            </a:r>
            <a:r>
              <a:rPr sz="1200" spc="-25" dirty="0">
                <a:latin typeface="Corbel"/>
                <a:cs typeface="Corbel"/>
              </a:rPr>
              <a:t> or </a:t>
            </a:r>
            <a:r>
              <a:rPr sz="1200" dirty="0">
                <a:latin typeface="Corbel"/>
                <a:cs typeface="Corbel"/>
              </a:rPr>
              <a:t>internal</a:t>
            </a:r>
            <a:r>
              <a:rPr sz="1200" spc="-35" dirty="0">
                <a:latin typeface="Corbel"/>
                <a:cs typeface="Corbel"/>
              </a:rPr>
              <a:t> </a:t>
            </a:r>
            <a:r>
              <a:rPr sz="1200" dirty="0">
                <a:latin typeface="Corbel"/>
                <a:cs typeface="Corbel"/>
              </a:rPr>
              <a:t>fuel</a:t>
            </a:r>
            <a:r>
              <a:rPr sz="1200" spc="-35" dirty="0">
                <a:latin typeface="Corbel"/>
                <a:cs typeface="Corbel"/>
              </a:rPr>
              <a:t> </a:t>
            </a:r>
            <a:r>
              <a:rPr sz="1200" dirty="0">
                <a:latin typeface="Corbel"/>
                <a:cs typeface="Corbel"/>
              </a:rPr>
              <a:t>tank</a:t>
            </a:r>
            <a:r>
              <a:rPr sz="1200" spc="-25" dirty="0">
                <a:latin typeface="Corbel"/>
                <a:cs typeface="Corbel"/>
              </a:rPr>
              <a:t> </a:t>
            </a:r>
            <a:r>
              <a:rPr sz="1200" spc="-10" dirty="0">
                <a:latin typeface="Corbel"/>
                <a:cs typeface="Corbel"/>
              </a:rPr>
              <a:t>inspections.</a:t>
            </a:r>
            <a:endParaRPr sz="1200">
              <a:latin typeface="Corbel"/>
              <a:cs typeface="Corbel"/>
            </a:endParaRPr>
          </a:p>
          <a:p>
            <a:pPr marL="354965" indent="-342265">
              <a:lnSpc>
                <a:spcPct val="100000"/>
              </a:lnSpc>
              <a:spcBef>
                <a:spcPts val="925"/>
              </a:spcBef>
              <a:buAutoNum type="alphaLcParenR"/>
              <a:tabLst>
                <a:tab pos="354965" algn="l"/>
              </a:tabLst>
            </a:pPr>
            <a:r>
              <a:rPr sz="1200" dirty="0">
                <a:latin typeface="Corbel"/>
                <a:cs typeface="Corbel"/>
              </a:rPr>
              <a:t>A</a:t>
            </a:r>
            <a:r>
              <a:rPr sz="1200" spc="-35" dirty="0">
                <a:latin typeface="Corbel"/>
                <a:cs typeface="Corbel"/>
              </a:rPr>
              <a:t> </a:t>
            </a:r>
            <a:r>
              <a:rPr sz="1200" dirty="0">
                <a:latin typeface="Corbel"/>
                <a:cs typeface="Corbel"/>
              </a:rPr>
              <a:t>warehouse</a:t>
            </a:r>
            <a:r>
              <a:rPr sz="1200" spc="-20" dirty="0">
                <a:latin typeface="Corbel"/>
                <a:cs typeface="Corbel"/>
              </a:rPr>
              <a:t> </a:t>
            </a:r>
            <a:r>
              <a:rPr sz="1200" dirty="0">
                <a:latin typeface="Corbel"/>
                <a:cs typeface="Corbel"/>
              </a:rPr>
              <a:t>using</a:t>
            </a:r>
            <a:r>
              <a:rPr sz="1200" spc="-30" dirty="0">
                <a:latin typeface="Corbel"/>
                <a:cs typeface="Corbel"/>
              </a:rPr>
              <a:t> </a:t>
            </a:r>
            <a:r>
              <a:rPr sz="1200" dirty="0">
                <a:latin typeface="Corbel"/>
                <a:cs typeface="Corbel"/>
              </a:rPr>
              <a:t>its</a:t>
            </a:r>
            <a:r>
              <a:rPr sz="1200" spc="-60" dirty="0">
                <a:latin typeface="Corbel"/>
                <a:cs typeface="Corbel"/>
              </a:rPr>
              <a:t> </a:t>
            </a:r>
            <a:r>
              <a:rPr sz="1200" dirty="0">
                <a:latin typeface="Corbel"/>
                <a:cs typeface="Corbel"/>
              </a:rPr>
              <a:t>UA</a:t>
            </a:r>
            <a:r>
              <a:rPr sz="1200" spc="-30" dirty="0">
                <a:latin typeface="Corbel"/>
                <a:cs typeface="Corbel"/>
              </a:rPr>
              <a:t> </a:t>
            </a:r>
            <a:r>
              <a:rPr sz="1200" dirty="0">
                <a:latin typeface="Corbel"/>
                <a:cs typeface="Corbel"/>
              </a:rPr>
              <a:t>to</a:t>
            </a:r>
            <a:r>
              <a:rPr sz="1200" spc="-35" dirty="0">
                <a:latin typeface="Corbel"/>
                <a:cs typeface="Corbel"/>
              </a:rPr>
              <a:t> </a:t>
            </a:r>
            <a:r>
              <a:rPr sz="1200" dirty="0">
                <a:latin typeface="Corbel"/>
                <a:cs typeface="Corbel"/>
              </a:rPr>
              <a:t>stock</a:t>
            </a:r>
            <a:r>
              <a:rPr sz="1200" spc="-25" dirty="0">
                <a:latin typeface="Corbel"/>
                <a:cs typeface="Corbel"/>
              </a:rPr>
              <a:t> </a:t>
            </a:r>
            <a:r>
              <a:rPr sz="1200" dirty="0">
                <a:latin typeface="Corbel"/>
                <a:cs typeface="Corbel"/>
              </a:rPr>
              <a:t>take</a:t>
            </a:r>
            <a:r>
              <a:rPr sz="1200" spc="-25" dirty="0">
                <a:latin typeface="Corbel"/>
                <a:cs typeface="Corbel"/>
              </a:rPr>
              <a:t> </a:t>
            </a:r>
            <a:r>
              <a:rPr sz="1200" dirty="0">
                <a:latin typeface="Corbel"/>
                <a:cs typeface="Corbel"/>
              </a:rPr>
              <a:t>its</a:t>
            </a:r>
            <a:r>
              <a:rPr sz="1200" spc="-30" dirty="0">
                <a:latin typeface="Corbel"/>
                <a:cs typeface="Corbel"/>
              </a:rPr>
              <a:t> </a:t>
            </a:r>
            <a:r>
              <a:rPr sz="1200" dirty="0">
                <a:latin typeface="Corbel"/>
                <a:cs typeface="Corbel"/>
              </a:rPr>
              <a:t>inventory</a:t>
            </a:r>
            <a:r>
              <a:rPr sz="1200" spc="-30" dirty="0">
                <a:latin typeface="Corbel"/>
                <a:cs typeface="Corbel"/>
              </a:rPr>
              <a:t> </a:t>
            </a:r>
            <a:r>
              <a:rPr sz="1200" spc="-10" dirty="0">
                <a:latin typeface="Corbel"/>
                <a:cs typeface="Corbel"/>
              </a:rPr>
              <a:t>indoors.</a:t>
            </a:r>
            <a:endParaRPr sz="1200">
              <a:latin typeface="Corbel"/>
              <a:cs typeface="Corbel"/>
            </a:endParaRPr>
          </a:p>
          <a:p>
            <a:pPr marL="354965" indent="-342265">
              <a:lnSpc>
                <a:spcPct val="100000"/>
              </a:lnSpc>
              <a:spcBef>
                <a:spcPts val="860"/>
              </a:spcBef>
              <a:buAutoNum type="alphaLcParenR"/>
              <a:tabLst>
                <a:tab pos="354965" algn="l"/>
              </a:tabLst>
            </a:pPr>
            <a:r>
              <a:rPr sz="1200" dirty="0">
                <a:latin typeface="Corbel"/>
                <a:cs typeface="Corbel"/>
              </a:rPr>
              <a:t>A</a:t>
            </a:r>
            <a:r>
              <a:rPr sz="1200" spc="-20" dirty="0">
                <a:latin typeface="Corbel"/>
                <a:cs typeface="Corbel"/>
              </a:rPr>
              <a:t> </a:t>
            </a:r>
            <a:r>
              <a:rPr sz="1200" dirty="0">
                <a:latin typeface="Corbel"/>
                <a:cs typeface="Corbel"/>
              </a:rPr>
              <a:t>training</a:t>
            </a:r>
            <a:r>
              <a:rPr sz="1200" spc="-15" dirty="0">
                <a:latin typeface="Corbel"/>
                <a:cs typeface="Corbel"/>
              </a:rPr>
              <a:t> </a:t>
            </a:r>
            <a:r>
              <a:rPr sz="1200" dirty="0">
                <a:latin typeface="Corbel"/>
                <a:cs typeface="Corbel"/>
              </a:rPr>
              <a:t>service</a:t>
            </a:r>
            <a:r>
              <a:rPr sz="1200" spc="-10" dirty="0">
                <a:latin typeface="Corbel"/>
                <a:cs typeface="Corbel"/>
              </a:rPr>
              <a:t> </a:t>
            </a:r>
            <a:r>
              <a:rPr sz="1200" dirty="0">
                <a:latin typeface="Corbel"/>
                <a:cs typeface="Corbel"/>
              </a:rPr>
              <a:t>provider</a:t>
            </a:r>
            <a:r>
              <a:rPr sz="1200" spc="-20" dirty="0">
                <a:latin typeface="Corbel"/>
                <a:cs typeface="Corbel"/>
              </a:rPr>
              <a:t> </a:t>
            </a:r>
            <a:r>
              <a:rPr sz="1200" spc="-10" dirty="0">
                <a:latin typeface="Corbel"/>
                <a:cs typeface="Corbel"/>
              </a:rPr>
              <a:t>conducting</a:t>
            </a:r>
            <a:r>
              <a:rPr sz="1200" spc="-50" dirty="0">
                <a:latin typeface="Corbel"/>
                <a:cs typeface="Corbel"/>
              </a:rPr>
              <a:t> </a:t>
            </a:r>
            <a:r>
              <a:rPr sz="1200" dirty="0">
                <a:latin typeface="Corbel"/>
                <a:cs typeface="Corbel"/>
              </a:rPr>
              <a:t>UA</a:t>
            </a:r>
            <a:r>
              <a:rPr sz="1200" spc="-15" dirty="0">
                <a:latin typeface="Corbel"/>
                <a:cs typeface="Corbel"/>
              </a:rPr>
              <a:t> </a:t>
            </a:r>
            <a:r>
              <a:rPr sz="1200" dirty="0">
                <a:latin typeface="Corbel"/>
                <a:cs typeface="Corbel"/>
              </a:rPr>
              <a:t>flying</a:t>
            </a:r>
            <a:r>
              <a:rPr sz="1200" spc="-15" dirty="0">
                <a:latin typeface="Corbel"/>
                <a:cs typeface="Corbel"/>
              </a:rPr>
              <a:t> </a:t>
            </a:r>
            <a:r>
              <a:rPr sz="1200" dirty="0">
                <a:latin typeface="Corbel"/>
                <a:cs typeface="Corbel"/>
              </a:rPr>
              <a:t>courses</a:t>
            </a:r>
            <a:r>
              <a:rPr sz="1200" spc="-15"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an</a:t>
            </a:r>
            <a:r>
              <a:rPr sz="1200" spc="-10" dirty="0">
                <a:latin typeface="Corbel"/>
                <a:cs typeface="Corbel"/>
              </a:rPr>
              <a:t> educational</a:t>
            </a:r>
            <a:r>
              <a:rPr sz="1200" spc="-20" dirty="0">
                <a:latin typeface="Corbel"/>
                <a:cs typeface="Corbel"/>
              </a:rPr>
              <a:t> </a:t>
            </a:r>
            <a:r>
              <a:rPr sz="1200" spc="-10" dirty="0">
                <a:latin typeface="Corbel"/>
                <a:cs typeface="Corbel"/>
              </a:rPr>
              <a:t>institute’s</a:t>
            </a:r>
            <a:r>
              <a:rPr sz="1200" spc="-15" dirty="0">
                <a:latin typeface="Corbel"/>
                <a:cs typeface="Corbel"/>
              </a:rPr>
              <a:t> </a:t>
            </a:r>
            <a:r>
              <a:rPr sz="1200" dirty="0">
                <a:latin typeface="Corbel"/>
                <a:cs typeface="Corbel"/>
              </a:rPr>
              <a:t>students</a:t>
            </a:r>
            <a:r>
              <a:rPr sz="1200" spc="-15" dirty="0">
                <a:latin typeface="Corbel"/>
                <a:cs typeface="Corbel"/>
              </a:rPr>
              <a:t> </a:t>
            </a:r>
            <a:r>
              <a:rPr sz="1200" dirty="0">
                <a:latin typeface="Corbel"/>
                <a:cs typeface="Corbel"/>
              </a:rPr>
              <a:t>on</a:t>
            </a:r>
            <a:r>
              <a:rPr sz="1200" spc="-10" dirty="0">
                <a:latin typeface="Corbel"/>
                <a:cs typeface="Corbel"/>
              </a:rPr>
              <a:t> </a:t>
            </a:r>
            <a:r>
              <a:rPr sz="1200" dirty="0">
                <a:latin typeface="Corbel"/>
                <a:cs typeface="Corbel"/>
              </a:rPr>
              <a:t>its</a:t>
            </a:r>
            <a:r>
              <a:rPr sz="1200" spc="-20" dirty="0">
                <a:latin typeface="Corbel"/>
                <a:cs typeface="Corbel"/>
              </a:rPr>
              <a:t> </a:t>
            </a:r>
            <a:r>
              <a:rPr sz="1200" spc="-10" dirty="0">
                <a:latin typeface="Corbel"/>
                <a:cs typeface="Corbel"/>
              </a:rPr>
              <a:t>behalf.</a:t>
            </a:r>
            <a:endParaRPr sz="1200">
              <a:latin typeface="Corbel"/>
              <a:cs typeface="Corbel"/>
            </a:endParaRPr>
          </a:p>
          <a:p>
            <a:pPr marL="354965" indent="-342265">
              <a:lnSpc>
                <a:spcPct val="100000"/>
              </a:lnSpc>
              <a:spcBef>
                <a:spcPts val="865"/>
              </a:spcBef>
              <a:buAutoNum type="alphaLcParenR"/>
              <a:tabLst>
                <a:tab pos="354965" algn="l"/>
              </a:tabLst>
            </a:pPr>
            <a:r>
              <a:rPr sz="1200" dirty="0">
                <a:latin typeface="Corbel"/>
                <a:cs typeface="Corbel"/>
              </a:rPr>
              <a:t>A</a:t>
            </a:r>
            <a:r>
              <a:rPr sz="1200" spc="-25" dirty="0">
                <a:latin typeface="Corbel"/>
                <a:cs typeface="Corbel"/>
              </a:rPr>
              <a:t> </a:t>
            </a:r>
            <a:r>
              <a:rPr sz="1200" dirty="0">
                <a:latin typeface="Corbel"/>
                <a:cs typeface="Corbel"/>
              </a:rPr>
              <a:t>public</a:t>
            </a:r>
            <a:r>
              <a:rPr sz="1200" spc="-25" dirty="0">
                <a:latin typeface="Corbel"/>
                <a:cs typeface="Corbel"/>
              </a:rPr>
              <a:t> </a:t>
            </a:r>
            <a:r>
              <a:rPr sz="1200" spc="-10" dirty="0">
                <a:latin typeface="Corbel"/>
                <a:cs typeface="Corbel"/>
              </a:rPr>
              <a:t>educational</a:t>
            </a:r>
            <a:r>
              <a:rPr sz="1200" spc="-25" dirty="0">
                <a:latin typeface="Corbel"/>
                <a:cs typeface="Corbel"/>
              </a:rPr>
              <a:t> </a:t>
            </a:r>
            <a:r>
              <a:rPr sz="1200" dirty="0">
                <a:latin typeface="Corbel"/>
                <a:cs typeface="Corbel"/>
              </a:rPr>
              <a:t>institute</a:t>
            </a:r>
            <a:r>
              <a:rPr sz="1200" spc="-20" dirty="0">
                <a:latin typeface="Corbel"/>
                <a:cs typeface="Corbel"/>
              </a:rPr>
              <a:t> </a:t>
            </a:r>
            <a:r>
              <a:rPr sz="1200" dirty="0">
                <a:latin typeface="Corbel"/>
                <a:cs typeface="Corbel"/>
              </a:rPr>
              <a:t>using</a:t>
            </a:r>
            <a:r>
              <a:rPr sz="1200" spc="-25" dirty="0">
                <a:latin typeface="Corbel"/>
                <a:cs typeface="Corbel"/>
              </a:rPr>
              <a:t> </a:t>
            </a:r>
            <a:r>
              <a:rPr sz="1200" dirty="0">
                <a:latin typeface="Corbel"/>
                <a:cs typeface="Corbel"/>
              </a:rPr>
              <a:t>its</a:t>
            </a:r>
            <a:r>
              <a:rPr sz="1200" spc="-55" dirty="0">
                <a:latin typeface="Corbel"/>
                <a:cs typeface="Corbel"/>
              </a:rPr>
              <a:t> </a:t>
            </a:r>
            <a:r>
              <a:rPr sz="1200" dirty="0">
                <a:latin typeface="Corbel"/>
                <a:cs typeface="Corbel"/>
              </a:rPr>
              <a:t>UA</a:t>
            </a:r>
            <a:r>
              <a:rPr sz="1200" spc="-20" dirty="0">
                <a:latin typeface="Corbel"/>
                <a:cs typeface="Corbel"/>
              </a:rPr>
              <a:t> </a:t>
            </a:r>
            <a:r>
              <a:rPr sz="1200" dirty="0">
                <a:latin typeface="Corbel"/>
                <a:cs typeface="Corbel"/>
              </a:rPr>
              <a:t>to</a:t>
            </a:r>
            <a:r>
              <a:rPr sz="1200" spc="-30" dirty="0">
                <a:latin typeface="Corbel"/>
                <a:cs typeface="Corbel"/>
              </a:rPr>
              <a:t> </a:t>
            </a:r>
            <a:r>
              <a:rPr sz="1200" dirty="0">
                <a:latin typeface="Corbel"/>
                <a:cs typeface="Corbel"/>
              </a:rPr>
              <a:t>take</a:t>
            </a:r>
            <a:r>
              <a:rPr sz="1200" spc="-20" dirty="0">
                <a:latin typeface="Corbel"/>
                <a:cs typeface="Corbel"/>
              </a:rPr>
              <a:t> </a:t>
            </a:r>
            <a:r>
              <a:rPr sz="1200" dirty="0">
                <a:latin typeface="Corbel"/>
                <a:cs typeface="Corbel"/>
              </a:rPr>
              <a:t>photographs</a:t>
            </a:r>
            <a:r>
              <a:rPr sz="1200" spc="-20" dirty="0">
                <a:latin typeface="Corbel"/>
                <a:cs typeface="Corbel"/>
              </a:rPr>
              <a:t> </a:t>
            </a:r>
            <a:r>
              <a:rPr sz="1200" dirty="0">
                <a:latin typeface="Corbel"/>
                <a:cs typeface="Corbel"/>
              </a:rPr>
              <a:t>and</a:t>
            </a:r>
            <a:r>
              <a:rPr sz="1200" spc="-30" dirty="0">
                <a:latin typeface="Corbel"/>
                <a:cs typeface="Corbel"/>
              </a:rPr>
              <a:t> </a:t>
            </a:r>
            <a:r>
              <a:rPr sz="1200" dirty="0">
                <a:latin typeface="Corbel"/>
                <a:cs typeface="Corbel"/>
              </a:rPr>
              <a:t>videos</a:t>
            </a:r>
            <a:r>
              <a:rPr sz="1200" spc="-20"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its</a:t>
            </a:r>
            <a:r>
              <a:rPr sz="1200" spc="-25" dirty="0">
                <a:latin typeface="Corbel"/>
                <a:cs typeface="Corbel"/>
              </a:rPr>
              <a:t> </a:t>
            </a:r>
            <a:r>
              <a:rPr sz="1200" dirty="0">
                <a:latin typeface="Corbel"/>
                <a:cs typeface="Corbel"/>
              </a:rPr>
              <a:t>activities</a:t>
            </a:r>
            <a:r>
              <a:rPr sz="1200" spc="-20" dirty="0">
                <a:latin typeface="Corbel"/>
                <a:cs typeface="Corbel"/>
              </a:rPr>
              <a:t> </a:t>
            </a:r>
            <a:r>
              <a:rPr sz="1200" dirty="0">
                <a:latin typeface="Corbel"/>
                <a:cs typeface="Corbel"/>
              </a:rPr>
              <a:t>and</a:t>
            </a:r>
            <a:r>
              <a:rPr sz="1200" spc="-30" dirty="0">
                <a:latin typeface="Corbel"/>
                <a:cs typeface="Corbel"/>
              </a:rPr>
              <a:t> </a:t>
            </a:r>
            <a:r>
              <a:rPr sz="1200" spc="-10" dirty="0">
                <a:latin typeface="Corbel"/>
                <a:cs typeface="Corbel"/>
              </a:rPr>
              <a:t>events.</a:t>
            </a:r>
            <a:endParaRPr sz="1200">
              <a:latin typeface="Corbel"/>
              <a:cs typeface="Corbel"/>
            </a:endParaRPr>
          </a:p>
          <a:p>
            <a:pPr marL="354965" indent="-342265">
              <a:lnSpc>
                <a:spcPct val="100000"/>
              </a:lnSpc>
              <a:spcBef>
                <a:spcPts val="865"/>
              </a:spcBef>
              <a:buAutoNum type="alphaLcParenR"/>
              <a:tabLst>
                <a:tab pos="354965" algn="l"/>
              </a:tabLst>
            </a:pPr>
            <a:r>
              <a:rPr sz="1200" dirty="0">
                <a:latin typeface="Corbel"/>
                <a:cs typeface="Corbel"/>
              </a:rPr>
              <a:t>A</a:t>
            </a:r>
            <a:r>
              <a:rPr sz="1200" spc="-15" dirty="0">
                <a:latin typeface="Corbel"/>
                <a:cs typeface="Corbel"/>
              </a:rPr>
              <a:t> </a:t>
            </a:r>
            <a:r>
              <a:rPr sz="1200" spc="-10" dirty="0">
                <a:latin typeface="Corbel"/>
                <a:cs typeface="Corbel"/>
              </a:rPr>
              <a:t>company’s </a:t>
            </a:r>
            <a:r>
              <a:rPr sz="1200" dirty="0">
                <a:latin typeface="Corbel"/>
                <a:cs typeface="Corbel"/>
              </a:rPr>
              <a:t>public</a:t>
            </a:r>
            <a:r>
              <a:rPr sz="1200" spc="-10" dirty="0">
                <a:latin typeface="Corbel"/>
                <a:cs typeface="Corbel"/>
              </a:rPr>
              <a:t> communications</a:t>
            </a:r>
            <a:r>
              <a:rPr sz="1200" spc="-15" dirty="0">
                <a:latin typeface="Corbel"/>
                <a:cs typeface="Corbel"/>
              </a:rPr>
              <a:t> </a:t>
            </a:r>
            <a:r>
              <a:rPr sz="1200" spc="-10" dirty="0">
                <a:latin typeface="Corbel"/>
                <a:cs typeface="Corbel"/>
              </a:rPr>
              <a:t>department</a:t>
            </a:r>
            <a:r>
              <a:rPr sz="1200" spc="-15" dirty="0">
                <a:latin typeface="Corbel"/>
                <a:cs typeface="Corbel"/>
              </a:rPr>
              <a:t> </a:t>
            </a:r>
            <a:r>
              <a:rPr sz="1200" dirty="0">
                <a:latin typeface="Corbel"/>
                <a:cs typeface="Corbel"/>
              </a:rPr>
              <a:t>using</a:t>
            </a:r>
            <a:r>
              <a:rPr sz="1200" spc="-10" dirty="0">
                <a:latin typeface="Corbel"/>
                <a:cs typeface="Corbel"/>
              </a:rPr>
              <a:t> </a:t>
            </a:r>
            <a:r>
              <a:rPr sz="1200" dirty="0">
                <a:latin typeface="Corbel"/>
                <a:cs typeface="Corbel"/>
              </a:rPr>
              <a:t>a</a:t>
            </a:r>
            <a:r>
              <a:rPr sz="1200" spc="-50" dirty="0">
                <a:latin typeface="Corbel"/>
                <a:cs typeface="Corbel"/>
              </a:rPr>
              <a:t> </a:t>
            </a:r>
            <a:r>
              <a:rPr sz="1200" dirty="0">
                <a:latin typeface="Corbel"/>
                <a:cs typeface="Corbel"/>
              </a:rPr>
              <a:t>UA</a:t>
            </a:r>
            <a:r>
              <a:rPr sz="1200" spc="-10" dirty="0">
                <a:latin typeface="Corbel"/>
                <a:cs typeface="Corbel"/>
              </a:rPr>
              <a:t> </a:t>
            </a:r>
            <a:r>
              <a:rPr sz="1200" dirty="0">
                <a:latin typeface="Corbel"/>
                <a:cs typeface="Corbel"/>
              </a:rPr>
              <a:t>to</a:t>
            </a:r>
            <a:r>
              <a:rPr sz="1200" spc="-15" dirty="0">
                <a:latin typeface="Corbel"/>
                <a:cs typeface="Corbel"/>
              </a:rPr>
              <a:t> </a:t>
            </a:r>
            <a:r>
              <a:rPr sz="1200" dirty="0">
                <a:latin typeface="Corbel"/>
                <a:cs typeface="Corbel"/>
              </a:rPr>
              <a:t>take</a:t>
            </a:r>
            <a:r>
              <a:rPr sz="1200" spc="-10" dirty="0">
                <a:latin typeface="Corbel"/>
                <a:cs typeface="Corbel"/>
              </a:rPr>
              <a:t> </a:t>
            </a:r>
            <a:r>
              <a:rPr sz="1200" dirty="0">
                <a:latin typeface="Corbel"/>
                <a:cs typeface="Corbel"/>
              </a:rPr>
              <a:t>event</a:t>
            </a:r>
            <a:r>
              <a:rPr sz="1200" spc="-15" dirty="0">
                <a:latin typeface="Corbel"/>
                <a:cs typeface="Corbel"/>
              </a:rPr>
              <a:t> </a:t>
            </a:r>
            <a:r>
              <a:rPr sz="1200" dirty="0">
                <a:latin typeface="Corbel"/>
                <a:cs typeface="Corbel"/>
              </a:rPr>
              <a:t>photographs</a:t>
            </a:r>
            <a:r>
              <a:rPr sz="1200" spc="-10" dirty="0">
                <a:latin typeface="Corbel"/>
                <a:cs typeface="Corbel"/>
              </a:rPr>
              <a:t> </a:t>
            </a:r>
            <a:r>
              <a:rPr sz="1200" dirty="0">
                <a:latin typeface="Corbel"/>
                <a:cs typeface="Corbel"/>
              </a:rPr>
              <a:t>for</a:t>
            </a:r>
            <a:r>
              <a:rPr sz="1200" spc="-20" dirty="0">
                <a:latin typeface="Corbel"/>
                <a:cs typeface="Corbel"/>
              </a:rPr>
              <a:t> </a:t>
            </a:r>
            <a:r>
              <a:rPr sz="1200" spc="-10" dirty="0">
                <a:latin typeface="Corbel"/>
                <a:cs typeface="Corbel"/>
              </a:rPr>
              <a:t>marketing </a:t>
            </a:r>
            <a:r>
              <a:rPr sz="1200" dirty="0">
                <a:latin typeface="Corbel"/>
                <a:cs typeface="Corbel"/>
              </a:rPr>
              <a:t>or</a:t>
            </a:r>
            <a:r>
              <a:rPr sz="1200" spc="-15" dirty="0">
                <a:latin typeface="Corbel"/>
                <a:cs typeface="Corbel"/>
              </a:rPr>
              <a:t> </a:t>
            </a:r>
            <a:r>
              <a:rPr sz="1200" dirty="0">
                <a:latin typeface="Corbel"/>
                <a:cs typeface="Corbel"/>
              </a:rPr>
              <a:t>publicity</a:t>
            </a:r>
            <a:r>
              <a:rPr sz="1200" spc="-15" dirty="0">
                <a:latin typeface="Corbel"/>
                <a:cs typeface="Corbel"/>
              </a:rPr>
              <a:t> </a:t>
            </a:r>
            <a:r>
              <a:rPr sz="1200" spc="-10" dirty="0">
                <a:latin typeface="Corbel"/>
                <a:cs typeface="Corbel"/>
              </a:rPr>
              <a:t>efforts.</a:t>
            </a:r>
            <a:endParaRPr sz="1200">
              <a:latin typeface="Corbel"/>
              <a:cs typeface="Corbel"/>
            </a:endParaRPr>
          </a:p>
          <a:p>
            <a:pPr marL="354965" indent="-342265">
              <a:lnSpc>
                <a:spcPct val="100000"/>
              </a:lnSpc>
              <a:spcBef>
                <a:spcPts val="960"/>
              </a:spcBef>
              <a:buAutoNum type="alphaLcParenR"/>
              <a:tabLst>
                <a:tab pos="354965" algn="l"/>
              </a:tabLst>
            </a:pPr>
            <a:r>
              <a:rPr sz="1200" dirty="0">
                <a:latin typeface="Corbel"/>
                <a:cs typeface="Corbel"/>
              </a:rPr>
              <a:t>A</a:t>
            </a:r>
            <a:r>
              <a:rPr sz="1200" spc="-30" dirty="0">
                <a:latin typeface="Corbel"/>
                <a:cs typeface="Corbel"/>
              </a:rPr>
              <a:t> </a:t>
            </a:r>
            <a:r>
              <a:rPr sz="1200" dirty="0">
                <a:latin typeface="Corbel"/>
                <a:cs typeface="Corbel"/>
              </a:rPr>
              <a:t>volunteer</a:t>
            </a:r>
            <a:r>
              <a:rPr sz="1200" spc="-30" dirty="0">
                <a:latin typeface="Corbel"/>
                <a:cs typeface="Corbel"/>
              </a:rPr>
              <a:t> </a:t>
            </a:r>
            <a:r>
              <a:rPr sz="1200" dirty="0">
                <a:latin typeface="Corbel"/>
                <a:cs typeface="Corbel"/>
              </a:rPr>
              <a:t>using</a:t>
            </a:r>
            <a:r>
              <a:rPr sz="1200" spc="-25" dirty="0">
                <a:latin typeface="Corbel"/>
                <a:cs typeface="Corbel"/>
              </a:rPr>
              <a:t> </a:t>
            </a:r>
            <a:r>
              <a:rPr sz="1200" dirty="0">
                <a:latin typeface="Corbel"/>
                <a:cs typeface="Corbel"/>
              </a:rPr>
              <a:t>a</a:t>
            </a:r>
            <a:r>
              <a:rPr sz="1200" spc="-55" dirty="0">
                <a:latin typeface="Corbel"/>
                <a:cs typeface="Corbel"/>
              </a:rPr>
              <a:t> </a:t>
            </a:r>
            <a:r>
              <a:rPr sz="1200" dirty="0">
                <a:latin typeface="Corbel"/>
                <a:cs typeface="Corbel"/>
              </a:rPr>
              <a:t>UA</a:t>
            </a:r>
            <a:r>
              <a:rPr sz="1200" spc="-25" dirty="0">
                <a:latin typeface="Corbel"/>
                <a:cs typeface="Corbel"/>
              </a:rPr>
              <a:t> </a:t>
            </a:r>
            <a:r>
              <a:rPr sz="1200" dirty="0">
                <a:latin typeface="Corbel"/>
                <a:cs typeface="Corbel"/>
              </a:rPr>
              <a:t>to</a:t>
            </a:r>
            <a:r>
              <a:rPr sz="1200" spc="-30" dirty="0">
                <a:latin typeface="Corbel"/>
                <a:cs typeface="Corbel"/>
              </a:rPr>
              <a:t> </a:t>
            </a:r>
            <a:r>
              <a:rPr sz="1200" dirty="0">
                <a:latin typeface="Corbel"/>
                <a:cs typeface="Corbel"/>
              </a:rPr>
              <a:t>take</a:t>
            </a:r>
            <a:r>
              <a:rPr sz="1200" spc="-20" dirty="0">
                <a:latin typeface="Corbel"/>
                <a:cs typeface="Corbel"/>
              </a:rPr>
              <a:t> </a:t>
            </a:r>
            <a:r>
              <a:rPr sz="1200" dirty="0">
                <a:latin typeface="Corbel"/>
                <a:cs typeface="Corbel"/>
              </a:rPr>
              <a:t>photographs</a:t>
            </a:r>
            <a:r>
              <a:rPr sz="1200" spc="-25" dirty="0">
                <a:latin typeface="Corbel"/>
                <a:cs typeface="Corbel"/>
              </a:rPr>
              <a:t> </a:t>
            </a:r>
            <a:r>
              <a:rPr sz="1200" dirty="0">
                <a:latin typeface="Corbel"/>
                <a:cs typeface="Corbel"/>
              </a:rPr>
              <a:t>and</a:t>
            </a:r>
            <a:r>
              <a:rPr sz="1200" spc="-30" dirty="0">
                <a:latin typeface="Corbel"/>
                <a:cs typeface="Corbel"/>
              </a:rPr>
              <a:t> </a:t>
            </a:r>
            <a:r>
              <a:rPr sz="1200" dirty="0">
                <a:latin typeface="Corbel"/>
                <a:cs typeface="Corbel"/>
              </a:rPr>
              <a:t>videos</a:t>
            </a:r>
            <a:r>
              <a:rPr sz="1200" spc="-25" dirty="0">
                <a:latin typeface="Corbel"/>
                <a:cs typeface="Corbel"/>
              </a:rPr>
              <a:t> </a:t>
            </a:r>
            <a:r>
              <a:rPr sz="1200" dirty="0">
                <a:latin typeface="Corbel"/>
                <a:cs typeface="Corbel"/>
              </a:rPr>
              <a:t>for</a:t>
            </a:r>
            <a:r>
              <a:rPr sz="1200" spc="-30" dirty="0">
                <a:latin typeface="Corbel"/>
                <a:cs typeface="Corbel"/>
              </a:rPr>
              <a:t> </a:t>
            </a:r>
            <a:r>
              <a:rPr sz="1200" dirty="0">
                <a:latin typeface="Corbel"/>
                <a:cs typeface="Corbel"/>
              </a:rPr>
              <a:t>a</a:t>
            </a:r>
            <a:r>
              <a:rPr sz="1200" spc="-25" dirty="0">
                <a:latin typeface="Corbel"/>
                <a:cs typeface="Corbel"/>
              </a:rPr>
              <a:t> </a:t>
            </a:r>
            <a:r>
              <a:rPr sz="1200" dirty="0">
                <a:latin typeface="Corbel"/>
                <a:cs typeface="Corbel"/>
              </a:rPr>
              <a:t>charity</a:t>
            </a:r>
            <a:r>
              <a:rPr sz="1200" spc="-25" dirty="0">
                <a:latin typeface="Corbel"/>
                <a:cs typeface="Corbel"/>
              </a:rPr>
              <a:t> </a:t>
            </a:r>
            <a:r>
              <a:rPr sz="1200" spc="-10" dirty="0">
                <a:latin typeface="Corbel"/>
                <a:cs typeface="Corbel"/>
              </a:rPr>
              <a:t>event.</a:t>
            </a:r>
            <a:endParaRPr sz="1200">
              <a:latin typeface="Corbel"/>
              <a:cs typeface="Corbel"/>
            </a:endParaRPr>
          </a:p>
          <a:p>
            <a:pPr marL="355600" marR="5080" indent="-342900">
              <a:lnSpc>
                <a:spcPts val="1390"/>
              </a:lnSpc>
              <a:spcBef>
                <a:spcPts val="950"/>
              </a:spcBef>
              <a:buAutoNum type="alphaLcParenR"/>
              <a:tabLst>
                <a:tab pos="355600" algn="l"/>
              </a:tabLst>
            </a:pPr>
            <a:r>
              <a:rPr sz="1200" dirty="0">
                <a:latin typeface="Corbel"/>
                <a:cs typeface="Corbel"/>
              </a:rPr>
              <a:t>An</a:t>
            </a:r>
            <a:r>
              <a:rPr sz="1200" spc="-25" dirty="0">
                <a:latin typeface="Corbel"/>
                <a:cs typeface="Corbel"/>
              </a:rPr>
              <a:t> </a:t>
            </a:r>
            <a:r>
              <a:rPr sz="1200" dirty="0">
                <a:latin typeface="Corbel"/>
                <a:cs typeface="Corbel"/>
              </a:rPr>
              <a:t>individual</a:t>
            </a:r>
            <a:r>
              <a:rPr sz="1200" spc="-30" dirty="0">
                <a:latin typeface="Corbel"/>
                <a:cs typeface="Corbel"/>
              </a:rPr>
              <a:t> </a:t>
            </a:r>
            <a:r>
              <a:rPr sz="1200" dirty="0">
                <a:latin typeface="Corbel"/>
                <a:cs typeface="Corbel"/>
              </a:rPr>
              <a:t>sharing</a:t>
            </a:r>
            <a:r>
              <a:rPr sz="1200" spc="-25" dirty="0">
                <a:latin typeface="Corbel"/>
                <a:cs typeface="Corbel"/>
              </a:rPr>
              <a:t> </a:t>
            </a:r>
            <a:r>
              <a:rPr sz="1200" dirty="0">
                <a:latin typeface="Corbel"/>
                <a:cs typeface="Corbel"/>
              </a:rPr>
              <a:t>his</a:t>
            </a:r>
            <a:r>
              <a:rPr sz="1200" spc="-25" dirty="0">
                <a:latin typeface="Corbel"/>
                <a:cs typeface="Corbel"/>
              </a:rPr>
              <a:t> </a:t>
            </a:r>
            <a:r>
              <a:rPr sz="1200" dirty="0">
                <a:latin typeface="Corbel"/>
                <a:cs typeface="Corbel"/>
              </a:rPr>
              <a:t>personal</a:t>
            </a:r>
            <a:r>
              <a:rPr sz="1200" spc="-30" dirty="0">
                <a:latin typeface="Corbel"/>
                <a:cs typeface="Corbel"/>
              </a:rPr>
              <a:t> </a:t>
            </a:r>
            <a:r>
              <a:rPr sz="1200" dirty="0">
                <a:latin typeface="Corbel"/>
                <a:cs typeface="Corbel"/>
              </a:rPr>
              <a:t>collection</a:t>
            </a:r>
            <a:r>
              <a:rPr sz="1200" spc="-25" dirty="0">
                <a:latin typeface="Corbel"/>
                <a:cs typeface="Corbel"/>
              </a:rPr>
              <a:t> </a:t>
            </a:r>
            <a:r>
              <a:rPr sz="1200" dirty="0">
                <a:latin typeface="Corbel"/>
                <a:cs typeface="Corbel"/>
              </a:rPr>
              <a:t>of</a:t>
            </a:r>
            <a:r>
              <a:rPr sz="1200" spc="-20" dirty="0">
                <a:latin typeface="Corbel"/>
                <a:cs typeface="Corbel"/>
              </a:rPr>
              <a:t> </a:t>
            </a:r>
            <a:r>
              <a:rPr sz="1200" dirty="0">
                <a:latin typeface="Corbel"/>
                <a:cs typeface="Corbel"/>
              </a:rPr>
              <a:t>aerial</a:t>
            </a:r>
            <a:r>
              <a:rPr sz="1200" spc="-30" dirty="0">
                <a:latin typeface="Corbel"/>
                <a:cs typeface="Corbel"/>
              </a:rPr>
              <a:t> </a:t>
            </a:r>
            <a:r>
              <a:rPr sz="1200" dirty="0">
                <a:latin typeface="Corbel"/>
                <a:cs typeface="Corbel"/>
              </a:rPr>
              <a:t>photographs</a:t>
            </a:r>
            <a:r>
              <a:rPr sz="1200" spc="-25" dirty="0">
                <a:latin typeface="Corbel"/>
                <a:cs typeface="Corbel"/>
              </a:rPr>
              <a:t> </a:t>
            </a:r>
            <a:r>
              <a:rPr sz="1200" dirty="0">
                <a:latin typeface="Corbel"/>
                <a:cs typeface="Corbel"/>
              </a:rPr>
              <a:t>taken</a:t>
            </a:r>
            <a:r>
              <a:rPr sz="1200" spc="-20" dirty="0">
                <a:latin typeface="Corbel"/>
                <a:cs typeface="Corbel"/>
              </a:rPr>
              <a:t> </a:t>
            </a:r>
            <a:r>
              <a:rPr sz="1200" dirty="0">
                <a:latin typeface="Corbel"/>
                <a:cs typeface="Corbel"/>
              </a:rPr>
              <a:t>using</a:t>
            </a:r>
            <a:r>
              <a:rPr sz="1200" spc="-30" dirty="0">
                <a:latin typeface="Corbel"/>
                <a:cs typeface="Corbel"/>
              </a:rPr>
              <a:t> </a:t>
            </a:r>
            <a:r>
              <a:rPr sz="1200" dirty="0">
                <a:latin typeface="Corbel"/>
                <a:cs typeface="Corbel"/>
              </a:rPr>
              <a:t>his</a:t>
            </a:r>
            <a:r>
              <a:rPr sz="1200" spc="-55" dirty="0">
                <a:latin typeface="Corbel"/>
                <a:cs typeface="Corbel"/>
              </a:rPr>
              <a:t> </a:t>
            </a:r>
            <a:r>
              <a:rPr sz="1200" dirty="0">
                <a:latin typeface="Corbel"/>
                <a:cs typeface="Corbel"/>
              </a:rPr>
              <a:t>UA</a:t>
            </a:r>
            <a:r>
              <a:rPr sz="1200" spc="-25" dirty="0">
                <a:latin typeface="Corbel"/>
                <a:cs typeface="Corbel"/>
              </a:rPr>
              <a:t> </a:t>
            </a:r>
            <a:r>
              <a:rPr sz="1200" dirty="0">
                <a:latin typeface="Corbel"/>
                <a:cs typeface="Corbel"/>
              </a:rPr>
              <a:t>with</a:t>
            </a:r>
            <a:r>
              <a:rPr sz="1200" spc="-25" dirty="0">
                <a:latin typeface="Corbel"/>
                <a:cs typeface="Corbel"/>
              </a:rPr>
              <a:t> </a:t>
            </a:r>
            <a:r>
              <a:rPr sz="1200" dirty="0">
                <a:latin typeface="Corbel"/>
                <a:cs typeface="Corbel"/>
              </a:rPr>
              <a:t>business</a:t>
            </a:r>
            <a:r>
              <a:rPr sz="1200" spc="-30" dirty="0">
                <a:latin typeface="Corbel"/>
                <a:cs typeface="Corbel"/>
              </a:rPr>
              <a:t> </a:t>
            </a:r>
            <a:r>
              <a:rPr sz="1200" dirty="0">
                <a:latin typeface="Corbel"/>
                <a:cs typeface="Corbel"/>
              </a:rPr>
              <a:t>for</a:t>
            </a:r>
            <a:r>
              <a:rPr sz="1200" spc="-30" dirty="0">
                <a:latin typeface="Corbel"/>
                <a:cs typeface="Corbel"/>
              </a:rPr>
              <a:t> </a:t>
            </a:r>
            <a:r>
              <a:rPr sz="1200" spc="-10" dirty="0">
                <a:latin typeface="Corbel"/>
                <a:cs typeface="Corbel"/>
              </a:rPr>
              <a:t>marketing</a:t>
            </a:r>
            <a:r>
              <a:rPr sz="1200" spc="-25" dirty="0">
                <a:latin typeface="Corbel"/>
                <a:cs typeface="Corbel"/>
              </a:rPr>
              <a:t> </a:t>
            </a:r>
            <a:r>
              <a:rPr sz="1200" dirty="0">
                <a:latin typeface="Corbel"/>
                <a:cs typeface="Corbel"/>
              </a:rPr>
              <a:t>purposes,</a:t>
            </a:r>
            <a:r>
              <a:rPr sz="1200" spc="-30" dirty="0">
                <a:latin typeface="Corbel"/>
                <a:cs typeface="Corbel"/>
              </a:rPr>
              <a:t> </a:t>
            </a:r>
            <a:r>
              <a:rPr sz="1200" spc="-10" dirty="0">
                <a:latin typeface="Corbel"/>
                <a:cs typeface="Corbel"/>
              </a:rPr>
              <a:t>regardless</a:t>
            </a:r>
            <a:r>
              <a:rPr sz="1200" spc="-25" dirty="0">
                <a:latin typeface="Corbel"/>
                <a:cs typeface="Corbel"/>
              </a:rPr>
              <a:t> </a:t>
            </a:r>
            <a:r>
              <a:rPr sz="1200" dirty="0">
                <a:latin typeface="Corbel"/>
                <a:cs typeface="Corbel"/>
              </a:rPr>
              <a:t>of</a:t>
            </a:r>
            <a:r>
              <a:rPr sz="1200" spc="-20" dirty="0">
                <a:latin typeface="Corbel"/>
                <a:cs typeface="Corbel"/>
              </a:rPr>
              <a:t> </a:t>
            </a:r>
            <a:r>
              <a:rPr sz="1200" spc="-10" dirty="0">
                <a:latin typeface="Corbel"/>
                <a:cs typeface="Corbel"/>
              </a:rPr>
              <a:t>whether </a:t>
            </a:r>
            <a:r>
              <a:rPr sz="1200" dirty="0">
                <a:latin typeface="Corbel"/>
                <a:cs typeface="Corbel"/>
              </a:rPr>
              <a:t>there</a:t>
            </a:r>
            <a:r>
              <a:rPr sz="1200" spc="-30" dirty="0">
                <a:latin typeface="Corbel"/>
                <a:cs typeface="Corbel"/>
              </a:rPr>
              <a:t> </a:t>
            </a:r>
            <a:r>
              <a:rPr sz="1200" dirty="0">
                <a:latin typeface="Corbel"/>
                <a:cs typeface="Corbel"/>
              </a:rPr>
              <a:t>are</a:t>
            </a:r>
            <a:r>
              <a:rPr sz="1200" spc="-25" dirty="0">
                <a:latin typeface="Corbel"/>
                <a:cs typeface="Corbel"/>
              </a:rPr>
              <a:t> </a:t>
            </a:r>
            <a:r>
              <a:rPr sz="1200" dirty="0">
                <a:latin typeface="Corbel"/>
                <a:cs typeface="Corbel"/>
              </a:rPr>
              <a:t>any</a:t>
            </a:r>
            <a:r>
              <a:rPr sz="1200" spc="-25" dirty="0">
                <a:latin typeface="Corbel"/>
                <a:cs typeface="Corbel"/>
              </a:rPr>
              <a:t> </a:t>
            </a:r>
            <a:r>
              <a:rPr sz="1200" dirty="0">
                <a:latin typeface="Corbel"/>
                <a:cs typeface="Corbel"/>
              </a:rPr>
              <a:t>monetary</a:t>
            </a:r>
            <a:r>
              <a:rPr sz="1200" spc="-25" dirty="0">
                <a:latin typeface="Corbel"/>
                <a:cs typeface="Corbel"/>
              </a:rPr>
              <a:t> </a:t>
            </a:r>
            <a:r>
              <a:rPr sz="1200" spc="-10" dirty="0">
                <a:latin typeface="Corbel"/>
                <a:cs typeface="Corbel"/>
              </a:rPr>
              <a:t>exchanges.</a:t>
            </a:r>
            <a:endParaRPr sz="1200">
              <a:latin typeface="Corbel"/>
              <a:cs typeface="Corbel"/>
            </a:endParaRPr>
          </a:p>
        </p:txBody>
      </p:sp>
      <p:sp>
        <p:nvSpPr>
          <p:cNvPr id="4" name="object 4"/>
          <p:cNvSpPr txBox="1">
            <a:spLocks noGrp="1"/>
          </p:cNvSpPr>
          <p:nvPr>
            <p:ph type="title"/>
          </p:nvPr>
        </p:nvSpPr>
        <p:spPr>
          <a:xfrm>
            <a:off x="1563049" y="1465579"/>
            <a:ext cx="6527800" cy="299720"/>
          </a:xfrm>
          <a:prstGeom prst="rect">
            <a:avLst/>
          </a:prstGeom>
        </p:spPr>
        <p:txBody>
          <a:bodyPr vert="horz" wrap="square" lIns="0" tIns="12700" rIns="0" bIns="0" rtlCol="0">
            <a:spAutoFit/>
          </a:bodyPr>
          <a:lstStyle/>
          <a:p>
            <a:pPr marL="12700">
              <a:lnSpc>
                <a:spcPct val="100000"/>
              </a:lnSpc>
              <a:spcBef>
                <a:spcPts val="100"/>
              </a:spcBef>
            </a:pPr>
            <a:r>
              <a:rPr sz="1800" dirty="0"/>
              <a:t>3.</a:t>
            </a:r>
            <a:r>
              <a:rPr sz="1800" spc="-15" dirty="0"/>
              <a:t> </a:t>
            </a:r>
            <a:r>
              <a:rPr sz="1800" b="1" u="sng" dirty="0">
                <a:uFill>
                  <a:solidFill>
                    <a:srgbClr val="000000"/>
                  </a:solidFill>
                </a:uFill>
                <a:latin typeface="Corbel"/>
                <a:cs typeface="Corbel"/>
              </a:rPr>
              <a:t>Activities</a:t>
            </a:r>
            <a:r>
              <a:rPr sz="1800" b="1" u="sng" spc="-15" dirty="0">
                <a:uFill>
                  <a:solidFill>
                    <a:srgbClr val="000000"/>
                  </a:solidFill>
                </a:uFill>
                <a:latin typeface="Corbel"/>
                <a:cs typeface="Corbel"/>
              </a:rPr>
              <a:t> </a:t>
            </a:r>
            <a:r>
              <a:rPr sz="1800" b="1" u="sng" dirty="0">
                <a:uFill>
                  <a:solidFill>
                    <a:srgbClr val="000000"/>
                  </a:solidFill>
                </a:uFill>
                <a:latin typeface="Corbel"/>
                <a:cs typeface="Corbel"/>
              </a:rPr>
              <a:t>for</a:t>
            </a:r>
            <a:r>
              <a:rPr sz="1800" b="1" u="sng" spc="-20" dirty="0">
                <a:uFill>
                  <a:solidFill>
                    <a:srgbClr val="000000"/>
                  </a:solidFill>
                </a:uFill>
                <a:latin typeface="Corbel"/>
                <a:cs typeface="Corbel"/>
              </a:rPr>
              <a:t> NON-</a:t>
            </a:r>
            <a:r>
              <a:rPr sz="1800" b="1" u="sng" spc="-10" dirty="0">
                <a:uFill>
                  <a:solidFill>
                    <a:srgbClr val="000000"/>
                  </a:solidFill>
                </a:uFill>
                <a:latin typeface="Corbel"/>
                <a:cs typeface="Corbel"/>
              </a:rPr>
              <a:t>RECREATION </a:t>
            </a:r>
            <a:r>
              <a:rPr sz="1800" b="1" u="sng" dirty="0">
                <a:uFill>
                  <a:solidFill>
                    <a:srgbClr val="000000"/>
                  </a:solidFill>
                </a:uFill>
                <a:latin typeface="Corbel"/>
                <a:cs typeface="Corbel"/>
              </a:rPr>
              <a:t>or</a:t>
            </a:r>
            <a:r>
              <a:rPr sz="1800" b="1" u="sng" spc="-15" dirty="0">
                <a:uFill>
                  <a:solidFill>
                    <a:srgbClr val="000000"/>
                  </a:solidFill>
                </a:uFill>
                <a:latin typeface="Corbel"/>
                <a:cs typeface="Corbel"/>
              </a:rPr>
              <a:t> </a:t>
            </a:r>
            <a:r>
              <a:rPr sz="1800" b="1" u="sng" spc="-20" dirty="0">
                <a:uFill>
                  <a:solidFill>
                    <a:srgbClr val="000000"/>
                  </a:solidFill>
                </a:uFill>
                <a:latin typeface="Corbel"/>
                <a:cs typeface="Corbel"/>
              </a:rPr>
              <a:t>NON-EDUCATION</a:t>
            </a:r>
            <a:r>
              <a:rPr sz="1800" b="1" u="sng" spc="-10" dirty="0">
                <a:uFill>
                  <a:solidFill>
                    <a:srgbClr val="000000"/>
                  </a:solidFill>
                </a:uFill>
                <a:latin typeface="Corbel"/>
                <a:cs typeface="Corbel"/>
              </a:rPr>
              <a:t> purposes</a:t>
            </a:r>
            <a:endParaRPr sz="1800">
              <a:latin typeface="Corbel"/>
              <a:cs typeface="Corbe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9" y="1572767"/>
            <a:ext cx="9375140" cy="754380"/>
          </a:xfrm>
          <a:prstGeom prst="rect">
            <a:avLst/>
          </a:prstGeom>
        </p:spPr>
        <p:txBody>
          <a:bodyPr vert="horz" wrap="square" lIns="0" tIns="12700" rIns="0" bIns="0" rtlCol="0">
            <a:spAutoFit/>
          </a:bodyPr>
          <a:lstStyle/>
          <a:p>
            <a:pPr marL="12700">
              <a:lnSpc>
                <a:spcPts val="1920"/>
              </a:lnSpc>
              <a:spcBef>
                <a:spcPts val="100"/>
              </a:spcBef>
            </a:pPr>
            <a:r>
              <a:rPr sz="1700" b="1" spc="-10" dirty="0">
                <a:latin typeface="Times New Roman"/>
                <a:cs typeface="Times New Roman"/>
              </a:rPr>
              <a:t>Prohibited</a:t>
            </a:r>
            <a:r>
              <a:rPr sz="1700" b="1" spc="-40" dirty="0">
                <a:latin typeface="Times New Roman"/>
                <a:cs typeface="Times New Roman"/>
              </a:rPr>
              <a:t> </a:t>
            </a:r>
            <a:r>
              <a:rPr sz="1700" b="1" dirty="0">
                <a:latin typeface="Times New Roman"/>
                <a:cs typeface="Times New Roman"/>
              </a:rPr>
              <a:t>operation</a:t>
            </a:r>
            <a:r>
              <a:rPr sz="1700" b="1" spc="-35" dirty="0">
                <a:latin typeface="Times New Roman"/>
                <a:cs typeface="Times New Roman"/>
              </a:rPr>
              <a:t> </a:t>
            </a:r>
            <a:r>
              <a:rPr sz="1700" b="1" dirty="0">
                <a:latin typeface="Times New Roman"/>
                <a:cs typeface="Times New Roman"/>
              </a:rPr>
              <a:t>of</a:t>
            </a:r>
            <a:r>
              <a:rPr sz="1700" b="1" spc="-40" dirty="0">
                <a:latin typeface="Times New Roman"/>
                <a:cs typeface="Times New Roman"/>
              </a:rPr>
              <a:t> </a:t>
            </a:r>
            <a:r>
              <a:rPr sz="1700" b="1" dirty="0">
                <a:latin typeface="Times New Roman"/>
                <a:cs typeface="Times New Roman"/>
              </a:rPr>
              <a:t>unmanned</a:t>
            </a:r>
            <a:r>
              <a:rPr sz="1700" b="1" spc="-35" dirty="0">
                <a:latin typeface="Times New Roman"/>
                <a:cs typeface="Times New Roman"/>
              </a:rPr>
              <a:t> </a:t>
            </a:r>
            <a:r>
              <a:rPr sz="1700" b="1" spc="-10" dirty="0">
                <a:latin typeface="Times New Roman"/>
                <a:cs typeface="Times New Roman"/>
              </a:rPr>
              <a:t>aircraft</a:t>
            </a:r>
            <a:endParaRPr sz="1700">
              <a:latin typeface="Times New Roman"/>
              <a:cs typeface="Times New Roman"/>
            </a:endParaRPr>
          </a:p>
          <a:p>
            <a:pPr marL="12700" marR="5080">
              <a:lnSpc>
                <a:spcPts val="1900"/>
              </a:lnSpc>
              <a:spcBef>
                <a:spcPts val="60"/>
              </a:spcBef>
            </a:pPr>
            <a:r>
              <a:rPr sz="1700" b="1" dirty="0">
                <a:latin typeface="Times New Roman"/>
                <a:cs typeface="Times New Roman"/>
              </a:rPr>
              <a:t>4.</a:t>
            </a:r>
            <a:r>
              <a:rPr sz="1700" b="1" spc="-30" dirty="0">
                <a:latin typeface="Times New Roman"/>
                <a:cs typeface="Times New Roman"/>
              </a:rPr>
              <a:t> </a:t>
            </a:r>
            <a:r>
              <a:rPr sz="1700" dirty="0">
                <a:latin typeface="Times New Roman"/>
                <a:cs typeface="Times New Roman"/>
              </a:rPr>
              <a:t>–</a:t>
            </a:r>
            <a:r>
              <a:rPr sz="1700" spc="-30" dirty="0">
                <a:latin typeface="Times New Roman"/>
                <a:cs typeface="Times New Roman"/>
              </a:rPr>
              <a:t> </a:t>
            </a:r>
            <a:r>
              <a:rPr sz="1700" dirty="0">
                <a:latin typeface="Times New Roman"/>
                <a:cs typeface="Times New Roman"/>
              </a:rPr>
              <a:t>(1)</a:t>
            </a:r>
            <a:r>
              <a:rPr sz="1700" spc="-35" dirty="0">
                <a:latin typeface="Times New Roman"/>
                <a:cs typeface="Times New Roman"/>
              </a:rPr>
              <a:t> </a:t>
            </a:r>
            <a:r>
              <a:rPr sz="1700" dirty="0">
                <a:latin typeface="Calibri"/>
                <a:cs typeface="Calibri"/>
              </a:rPr>
              <a:t>A</a:t>
            </a:r>
            <a:r>
              <a:rPr sz="1700" spc="-25" dirty="0">
                <a:latin typeface="Calibri"/>
                <a:cs typeface="Calibri"/>
              </a:rPr>
              <a:t> </a:t>
            </a:r>
            <a:r>
              <a:rPr sz="1700" dirty="0">
                <a:latin typeface="Calibri"/>
                <a:cs typeface="Calibri"/>
              </a:rPr>
              <a:t>person</a:t>
            </a:r>
            <a:r>
              <a:rPr sz="1700" spc="-30" dirty="0">
                <a:latin typeface="Calibri"/>
                <a:cs typeface="Calibri"/>
              </a:rPr>
              <a:t> </a:t>
            </a:r>
            <a:r>
              <a:rPr sz="1700" dirty="0">
                <a:latin typeface="Calibri"/>
                <a:cs typeface="Calibri"/>
              </a:rPr>
              <a:t>must</a:t>
            </a:r>
            <a:r>
              <a:rPr sz="1700" spc="-25" dirty="0">
                <a:latin typeface="Calibri"/>
                <a:cs typeface="Calibri"/>
              </a:rPr>
              <a:t> </a:t>
            </a:r>
            <a:r>
              <a:rPr sz="1700" dirty="0">
                <a:latin typeface="Calibri"/>
                <a:cs typeface="Calibri"/>
              </a:rPr>
              <a:t>not</a:t>
            </a:r>
            <a:r>
              <a:rPr sz="1700" spc="-20" dirty="0">
                <a:latin typeface="Calibri"/>
                <a:cs typeface="Calibri"/>
              </a:rPr>
              <a:t> </a:t>
            </a:r>
            <a:r>
              <a:rPr sz="1700" spc="-10" dirty="0">
                <a:latin typeface="Calibri"/>
                <a:cs typeface="Calibri"/>
              </a:rPr>
              <a:t>operate</a:t>
            </a:r>
            <a:r>
              <a:rPr sz="1700" spc="-25" dirty="0">
                <a:latin typeface="Calibri"/>
                <a:cs typeface="Calibri"/>
              </a:rPr>
              <a:t> </a:t>
            </a:r>
            <a:r>
              <a:rPr sz="1700" dirty="0">
                <a:latin typeface="Calibri"/>
                <a:cs typeface="Calibri"/>
              </a:rPr>
              <a:t>an</a:t>
            </a:r>
            <a:r>
              <a:rPr sz="1700" spc="-30" dirty="0">
                <a:latin typeface="Calibri"/>
                <a:cs typeface="Calibri"/>
              </a:rPr>
              <a:t> </a:t>
            </a:r>
            <a:r>
              <a:rPr sz="1700" dirty="0">
                <a:latin typeface="Calibri"/>
                <a:cs typeface="Calibri"/>
              </a:rPr>
              <a:t>unmanned</a:t>
            </a:r>
            <a:r>
              <a:rPr sz="1700" spc="-35" dirty="0">
                <a:latin typeface="Calibri"/>
                <a:cs typeface="Calibri"/>
              </a:rPr>
              <a:t> </a:t>
            </a:r>
            <a:r>
              <a:rPr sz="1700" spc="-10" dirty="0">
                <a:latin typeface="Calibri"/>
                <a:cs typeface="Calibri"/>
              </a:rPr>
              <a:t>aircraft</a:t>
            </a:r>
            <a:r>
              <a:rPr sz="1700" spc="-20" dirty="0">
                <a:latin typeface="Calibri"/>
                <a:cs typeface="Calibri"/>
              </a:rPr>
              <a:t> </a:t>
            </a:r>
            <a:r>
              <a:rPr sz="1700" spc="-10" dirty="0">
                <a:latin typeface="Calibri"/>
                <a:cs typeface="Calibri"/>
              </a:rPr>
              <a:t>outdoors</a:t>
            </a:r>
            <a:r>
              <a:rPr sz="1700" spc="-30" dirty="0">
                <a:latin typeface="Calibri"/>
                <a:cs typeface="Calibri"/>
              </a:rPr>
              <a:t> </a:t>
            </a:r>
            <a:r>
              <a:rPr sz="1700" dirty="0">
                <a:latin typeface="Calibri"/>
                <a:cs typeface="Calibri"/>
              </a:rPr>
              <a:t>within</a:t>
            </a:r>
            <a:r>
              <a:rPr sz="1700" spc="-30" dirty="0">
                <a:latin typeface="Calibri"/>
                <a:cs typeface="Calibri"/>
              </a:rPr>
              <a:t> </a:t>
            </a:r>
            <a:r>
              <a:rPr sz="1700" dirty="0">
                <a:latin typeface="Calibri"/>
                <a:cs typeface="Calibri"/>
              </a:rPr>
              <a:t>the</a:t>
            </a:r>
            <a:r>
              <a:rPr sz="1700" spc="-20" dirty="0">
                <a:latin typeface="Calibri"/>
                <a:cs typeface="Calibri"/>
              </a:rPr>
              <a:t> </a:t>
            </a:r>
            <a:r>
              <a:rPr sz="1700" dirty="0">
                <a:latin typeface="Calibri"/>
                <a:cs typeface="Calibri"/>
              </a:rPr>
              <a:t>bounderies</a:t>
            </a:r>
            <a:r>
              <a:rPr sz="1700" spc="-35" dirty="0">
                <a:latin typeface="Calibri"/>
                <a:cs typeface="Calibri"/>
              </a:rPr>
              <a:t> </a:t>
            </a:r>
            <a:r>
              <a:rPr sz="1700" dirty="0">
                <a:latin typeface="Calibri"/>
                <a:cs typeface="Calibri"/>
              </a:rPr>
              <a:t>of</a:t>
            </a:r>
            <a:r>
              <a:rPr sz="1700" spc="-20" dirty="0">
                <a:latin typeface="Calibri"/>
                <a:cs typeface="Calibri"/>
              </a:rPr>
              <a:t> </a:t>
            </a:r>
            <a:r>
              <a:rPr sz="1700" dirty="0">
                <a:latin typeface="Calibri"/>
                <a:cs typeface="Calibri"/>
              </a:rPr>
              <a:t>any</a:t>
            </a:r>
            <a:r>
              <a:rPr sz="1700" spc="-25" dirty="0">
                <a:latin typeface="Calibri"/>
                <a:cs typeface="Calibri"/>
              </a:rPr>
              <a:t> </a:t>
            </a:r>
            <a:r>
              <a:rPr sz="1700" spc="-10" dirty="0">
                <a:latin typeface="Calibri"/>
                <a:cs typeface="Calibri"/>
              </a:rPr>
              <a:t>prohibited area.</a:t>
            </a:r>
            <a:endParaRPr sz="1700">
              <a:latin typeface="Calibri"/>
              <a:cs typeface="Calibri"/>
            </a:endParaRPr>
          </a:p>
        </p:txBody>
      </p:sp>
      <p:sp>
        <p:nvSpPr>
          <p:cNvPr id="9" name="object 9"/>
          <p:cNvSpPr txBox="1"/>
          <p:nvPr/>
        </p:nvSpPr>
        <p:spPr>
          <a:xfrm>
            <a:off x="1563049" y="3023616"/>
            <a:ext cx="9625965" cy="1208405"/>
          </a:xfrm>
          <a:prstGeom prst="rect">
            <a:avLst/>
          </a:prstGeom>
        </p:spPr>
        <p:txBody>
          <a:bodyPr vert="horz" wrap="square" lIns="0" tIns="109855" rIns="0" bIns="0" rtlCol="0">
            <a:spAutoFit/>
          </a:bodyPr>
          <a:lstStyle/>
          <a:p>
            <a:pPr marL="12700">
              <a:lnSpc>
                <a:spcPct val="100000"/>
              </a:lnSpc>
              <a:spcBef>
                <a:spcPts val="865"/>
              </a:spcBef>
            </a:pPr>
            <a:r>
              <a:rPr sz="1700" b="1" spc="-10" dirty="0">
                <a:latin typeface="Times New Roman"/>
                <a:cs typeface="Times New Roman"/>
              </a:rPr>
              <a:t>Prohibited</a:t>
            </a:r>
            <a:r>
              <a:rPr sz="1700" b="1" spc="-20" dirty="0">
                <a:latin typeface="Times New Roman"/>
                <a:cs typeface="Times New Roman"/>
              </a:rPr>
              <a:t> </a:t>
            </a:r>
            <a:r>
              <a:rPr sz="1700" b="1" dirty="0">
                <a:latin typeface="Times New Roman"/>
                <a:cs typeface="Times New Roman"/>
              </a:rPr>
              <a:t>use</a:t>
            </a:r>
            <a:r>
              <a:rPr sz="1700" b="1" spc="-20" dirty="0">
                <a:latin typeface="Times New Roman"/>
                <a:cs typeface="Times New Roman"/>
              </a:rPr>
              <a:t> </a:t>
            </a:r>
            <a:r>
              <a:rPr sz="1700" b="1" dirty="0">
                <a:latin typeface="Times New Roman"/>
                <a:cs typeface="Times New Roman"/>
              </a:rPr>
              <a:t>of</a:t>
            </a:r>
            <a:r>
              <a:rPr sz="1700" b="1" spc="-25" dirty="0">
                <a:latin typeface="Times New Roman"/>
                <a:cs typeface="Times New Roman"/>
              </a:rPr>
              <a:t> </a:t>
            </a:r>
            <a:r>
              <a:rPr sz="1700" b="1" dirty="0">
                <a:latin typeface="Times New Roman"/>
                <a:cs typeface="Times New Roman"/>
              </a:rPr>
              <a:t>psychoactive</a:t>
            </a:r>
            <a:r>
              <a:rPr sz="1700" b="1" spc="-20" dirty="0">
                <a:latin typeface="Times New Roman"/>
                <a:cs typeface="Times New Roman"/>
              </a:rPr>
              <a:t> </a:t>
            </a:r>
            <a:r>
              <a:rPr sz="1700" b="1" spc="-10" dirty="0">
                <a:latin typeface="Times New Roman"/>
                <a:cs typeface="Times New Roman"/>
              </a:rPr>
              <a:t>substances</a:t>
            </a:r>
            <a:endParaRPr sz="1700">
              <a:latin typeface="Times New Roman"/>
              <a:cs typeface="Times New Roman"/>
            </a:endParaRPr>
          </a:p>
          <a:p>
            <a:pPr marL="12700" marR="5080">
              <a:lnSpc>
                <a:spcPct val="90600"/>
              </a:lnSpc>
              <a:spcBef>
                <a:spcPts val="960"/>
              </a:spcBef>
            </a:pPr>
            <a:r>
              <a:rPr sz="1700" b="1" dirty="0">
                <a:latin typeface="Times New Roman"/>
                <a:cs typeface="Times New Roman"/>
              </a:rPr>
              <a:t>5.</a:t>
            </a:r>
            <a:r>
              <a:rPr sz="1700" b="1" spc="-30" dirty="0">
                <a:latin typeface="Times New Roman"/>
                <a:cs typeface="Times New Roman"/>
              </a:rPr>
              <a:t> </a:t>
            </a:r>
            <a:r>
              <a:rPr sz="1700" dirty="0">
                <a:latin typeface="Times New Roman"/>
                <a:cs typeface="Times New Roman"/>
              </a:rPr>
              <a:t>–</a:t>
            </a:r>
            <a:r>
              <a:rPr sz="1700" spc="-30" dirty="0">
                <a:latin typeface="Times New Roman"/>
                <a:cs typeface="Times New Roman"/>
              </a:rPr>
              <a:t> </a:t>
            </a:r>
            <a:r>
              <a:rPr sz="1700" dirty="0">
                <a:latin typeface="Times New Roman"/>
                <a:cs typeface="Times New Roman"/>
              </a:rPr>
              <a:t>(1)</a:t>
            </a:r>
            <a:r>
              <a:rPr sz="1700" spc="-30" dirty="0">
                <a:latin typeface="Times New Roman"/>
                <a:cs typeface="Times New Roman"/>
              </a:rPr>
              <a:t> </a:t>
            </a:r>
            <a:r>
              <a:rPr sz="1700" dirty="0">
                <a:latin typeface="Calibri"/>
                <a:cs typeface="Calibri"/>
              </a:rPr>
              <a:t>A</a:t>
            </a:r>
            <a:r>
              <a:rPr sz="1700" spc="-20" dirty="0">
                <a:latin typeface="Calibri"/>
                <a:cs typeface="Calibri"/>
              </a:rPr>
              <a:t> </a:t>
            </a:r>
            <a:r>
              <a:rPr sz="1700" dirty="0">
                <a:latin typeface="Calibri"/>
                <a:cs typeface="Calibri"/>
              </a:rPr>
              <a:t>person</a:t>
            </a:r>
            <a:r>
              <a:rPr sz="1700" spc="-35" dirty="0">
                <a:latin typeface="Calibri"/>
                <a:cs typeface="Calibri"/>
              </a:rPr>
              <a:t> </a:t>
            </a:r>
            <a:r>
              <a:rPr sz="1700" dirty="0">
                <a:latin typeface="Calibri"/>
                <a:cs typeface="Calibri"/>
              </a:rPr>
              <a:t>must</a:t>
            </a:r>
            <a:r>
              <a:rPr sz="1700" spc="-20" dirty="0">
                <a:latin typeface="Calibri"/>
                <a:cs typeface="Calibri"/>
              </a:rPr>
              <a:t> </a:t>
            </a:r>
            <a:r>
              <a:rPr sz="1700" dirty="0">
                <a:latin typeface="Calibri"/>
                <a:cs typeface="Calibri"/>
              </a:rPr>
              <a:t>not</a:t>
            </a:r>
            <a:r>
              <a:rPr sz="1700" spc="-20" dirty="0">
                <a:latin typeface="Calibri"/>
                <a:cs typeface="Calibri"/>
              </a:rPr>
              <a:t> </a:t>
            </a:r>
            <a:r>
              <a:rPr sz="1700" spc="-10" dirty="0">
                <a:latin typeface="Calibri"/>
                <a:cs typeface="Calibri"/>
              </a:rPr>
              <a:t>operate</a:t>
            </a:r>
            <a:r>
              <a:rPr sz="1700" spc="-20" dirty="0">
                <a:latin typeface="Calibri"/>
                <a:cs typeface="Calibri"/>
              </a:rPr>
              <a:t> </a:t>
            </a:r>
            <a:r>
              <a:rPr sz="1700" dirty="0">
                <a:latin typeface="Calibri"/>
                <a:cs typeface="Calibri"/>
              </a:rPr>
              <a:t>an</a:t>
            </a:r>
            <a:r>
              <a:rPr sz="1700" spc="-30" dirty="0">
                <a:latin typeface="Calibri"/>
                <a:cs typeface="Calibri"/>
              </a:rPr>
              <a:t> </a:t>
            </a:r>
            <a:r>
              <a:rPr sz="1700" dirty="0">
                <a:latin typeface="Calibri"/>
                <a:cs typeface="Calibri"/>
              </a:rPr>
              <a:t>unmanned</a:t>
            </a:r>
            <a:r>
              <a:rPr sz="1700" spc="-30" dirty="0">
                <a:latin typeface="Calibri"/>
                <a:cs typeface="Calibri"/>
              </a:rPr>
              <a:t> </a:t>
            </a:r>
            <a:r>
              <a:rPr sz="1700" spc="-10" dirty="0">
                <a:latin typeface="Calibri"/>
                <a:cs typeface="Calibri"/>
              </a:rPr>
              <a:t>aircraft,</a:t>
            </a:r>
            <a:r>
              <a:rPr sz="1700" spc="-25" dirty="0">
                <a:latin typeface="Calibri"/>
                <a:cs typeface="Calibri"/>
              </a:rPr>
              <a:t> </a:t>
            </a:r>
            <a:r>
              <a:rPr sz="1700" dirty="0">
                <a:latin typeface="Calibri"/>
                <a:cs typeface="Calibri"/>
              </a:rPr>
              <a:t>or</a:t>
            </a:r>
            <a:r>
              <a:rPr sz="1700" spc="-30" dirty="0">
                <a:latin typeface="Calibri"/>
                <a:cs typeface="Calibri"/>
              </a:rPr>
              <a:t> </a:t>
            </a:r>
            <a:r>
              <a:rPr sz="1700" dirty="0">
                <a:latin typeface="Calibri"/>
                <a:cs typeface="Calibri"/>
              </a:rPr>
              <a:t>be</a:t>
            </a:r>
            <a:r>
              <a:rPr sz="1700" spc="-25" dirty="0">
                <a:latin typeface="Calibri"/>
                <a:cs typeface="Calibri"/>
              </a:rPr>
              <a:t> </a:t>
            </a:r>
            <a:r>
              <a:rPr sz="1700" spc="-10" dirty="0">
                <a:latin typeface="Calibri"/>
                <a:cs typeface="Calibri"/>
              </a:rPr>
              <a:t>involved</a:t>
            </a:r>
            <a:r>
              <a:rPr sz="1700" spc="-30" dirty="0">
                <a:latin typeface="Calibri"/>
                <a:cs typeface="Calibri"/>
              </a:rPr>
              <a:t> </a:t>
            </a:r>
            <a:r>
              <a:rPr sz="1700" dirty="0">
                <a:latin typeface="Calibri"/>
                <a:cs typeface="Calibri"/>
              </a:rPr>
              <a:t>in</a:t>
            </a:r>
            <a:r>
              <a:rPr sz="1700" spc="-30" dirty="0">
                <a:latin typeface="Calibri"/>
                <a:cs typeface="Calibri"/>
              </a:rPr>
              <a:t> </a:t>
            </a:r>
            <a:r>
              <a:rPr sz="1700" dirty="0">
                <a:latin typeface="Calibri"/>
                <a:cs typeface="Calibri"/>
              </a:rPr>
              <a:t>the</a:t>
            </a:r>
            <a:r>
              <a:rPr sz="1700" spc="-20" dirty="0">
                <a:latin typeface="Calibri"/>
                <a:cs typeface="Calibri"/>
              </a:rPr>
              <a:t> </a:t>
            </a:r>
            <a:r>
              <a:rPr sz="1700" dirty="0">
                <a:latin typeface="Calibri"/>
                <a:cs typeface="Calibri"/>
              </a:rPr>
              <a:t>conduct</a:t>
            </a:r>
            <a:r>
              <a:rPr sz="1700" spc="-20" dirty="0">
                <a:latin typeface="Calibri"/>
                <a:cs typeface="Calibri"/>
              </a:rPr>
              <a:t> </a:t>
            </a:r>
            <a:r>
              <a:rPr sz="1700" dirty="0">
                <a:latin typeface="Calibri"/>
                <a:cs typeface="Calibri"/>
              </a:rPr>
              <a:t>of</a:t>
            </a:r>
            <a:r>
              <a:rPr sz="1700" spc="-20" dirty="0">
                <a:latin typeface="Calibri"/>
                <a:cs typeface="Calibri"/>
              </a:rPr>
              <a:t> </a:t>
            </a:r>
            <a:r>
              <a:rPr sz="1700" dirty="0">
                <a:latin typeface="Calibri"/>
                <a:cs typeface="Calibri"/>
              </a:rPr>
              <a:t>a</a:t>
            </a:r>
            <a:r>
              <a:rPr sz="1700" spc="-25" dirty="0">
                <a:latin typeface="Calibri"/>
                <a:cs typeface="Calibri"/>
              </a:rPr>
              <a:t> </a:t>
            </a:r>
            <a:r>
              <a:rPr sz="1700" dirty="0">
                <a:latin typeface="Calibri"/>
                <a:cs typeface="Calibri"/>
              </a:rPr>
              <a:t>flight</a:t>
            </a:r>
            <a:r>
              <a:rPr sz="1700" spc="-25" dirty="0">
                <a:latin typeface="Calibri"/>
                <a:cs typeface="Calibri"/>
              </a:rPr>
              <a:t> </a:t>
            </a:r>
            <a:r>
              <a:rPr sz="1700" spc="-10" dirty="0">
                <a:latin typeface="Calibri"/>
                <a:cs typeface="Calibri"/>
              </a:rPr>
              <a:t>involving</a:t>
            </a:r>
            <a:r>
              <a:rPr sz="1700" spc="-25" dirty="0">
                <a:latin typeface="Calibri"/>
                <a:cs typeface="Calibri"/>
              </a:rPr>
              <a:t> an </a:t>
            </a:r>
            <a:r>
              <a:rPr sz="1700" dirty="0">
                <a:latin typeface="Calibri"/>
                <a:cs typeface="Calibri"/>
              </a:rPr>
              <a:t>unmanned</a:t>
            </a:r>
            <a:r>
              <a:rPr sz="1700" spc="-40" dirty="0">
                <a:latin typeface="Calibri"/>
                <a:cs typeface="Calibri"/>
              </a:rPr>
              <a:t> </a:t>
            </a:r>
            <a:r>
              <a:rPr sz="1700" spc="-10" dirty="0">
                <a:latin typeface="Calibri"/>
                <a:cs typeface="Calibri"/>
              </a:rPr>
              <a:t>aircraft,</a:t>
            </a:r>
            <a:r>
              <a:rPr sz="1700" spc="-35" dirty="0">
                <a:latin typeface="Calibri"/>
                <a:cs typeface="Calibri"/>
              </a:rPr>
              <a:t> </a:t>
            </a:r>
            <a:r>
              <a:rPr sz="1700" dirty="0">
                <a:latin typeface="Calibri"/>
                <a:cs typeface="Calibri"/>
              </a:rPr>
              <a:t>if</a:t>
            </a:r>
            <a:r>
              <a:rPr sz="1700" spc="-30" dirty="0">
                <a:latin typeface="Calibri"/>
                <a:cs typeface="Calibri"/>
              </a:rPr>
              <a:t> </a:t>
            </a:r>
            <a:r>
              <a:rPr sz="1700" dirty="0">
                <a:latin typeface="Calibri"/>
                <a:cs typeface="Calibri"/>
              </a:rPr>
              <a:t>the</a:t>
            </a:r>
            <a:r>
              <a:rPr sz="1700" spc="-30" dirty="0">
                <a:latin typeface="Calibri"/>
                <a:cs typeface="Calibri"/>
              </a:rPr>
              <a:t> </a:t>
            </a:r>
            <a:r>
              <a:rPr sz="1700" dirty="0">
                <a:latin typeface="Calibri"/>
                <a:cs typeface="Calibri"/>
              </a:rPr>
              <a:t>person</a:t>
            </a:r>
            <a:r>
              <a:rPr sz="1700" spc="-40" dirty="0">
                <a:latin typeface="Calibri"/>
                <a:cs typeface="Calibri"/>
              </a:rPr>
              <a:t> </a:t>
            </a:r>
            <a:r>
              <a:rPr sz="1700" dirty="0">
                <a:latin typeface="Calibri"/>
                <a:cs typeface="Calibri"/>
              </a:rPr>
              <a:t>is</a:t>
            </a:r>
            <a:r>
              <a:rPr sz="1700" spc="-35" dirty="0">
                <a:latin typeface="Calibri"/>
                <a:cs typeface="Calibri"/>
              </a:rPr>
              <a:t> </a:t>
            </a:r>
            <a:r>
              <a:rPr sz="1700" dirty="0">
                <a:latin typeface="Calibri"/>
                <a:cs typeface="Calibri"/>
              </a:rPr>
              <a:t>under</a:t>
            </a:r>
            <a:r>
              <a:rPr sz="1700" spc="-40" dirty="0">
                <a:latin typeface="Calibri"/>
                <a:cs typeface="Calibri"/>
              </a:rPr>
              <a:t> </a:t>
            </a:r>
            <a:r>
              <a:rPr sz="1700" dirty="0">
                <a:latin typeface="Calibri"/>
                <a:cs typeface="Calibri"/>
              </a:rPr>
              <a:t>the</a:t>
            </a:r>
            <a:r>
              <a:rPr sz="1700" spc="-30" dirty="0">
                <a:latin typeface="Calibri"/>
                <a:cs typeface="Calibri"/>
              </a:rPr>
              <a:t> </a:t>
            </a:r>
            <a:r>
              <a:rPr sz="1700" dirty="0">
                <a:latin typeface="Calibri"/>
                <a:cs typeface="Calibri"/>
              </a:rPr>
              <a:t>influence</a:t>
            </a:r>
            <a:r>
              <a:rPr sz="1700" spc="-30" dirty="0">
                <a:latin typeface="Calibri"/>
                <a:cs typeface="Calibri"/>
              </a:rPr>
              <a:t> </a:t>
            </a:r>
            <a:r>
              <a:rPr sz="1700" dirty="0">
                <a:latin typeface="Calibri"/>
                <a:cs typeface="Calibri"/>
              </a:rPr>
              <a:t>of</a:t>
            </a:r>
            <a:r>
              <a:rPr sz="1700" spc="-30" dirty="0">
                <a:latin typeface="Calibri"/>
                <a:cs typeface="Calibri"/>
              </a:rPr>
              <a:t> </a:t>
            </a:r>
            <a:r>
              <a:rPr sz="1700" dirty="0">
                <a:latin typeface="Calibri"/>
                <a:cs typeface="Calibri"/>
              </a:rPr>
              <a:t>any</a:t>
            </a:r>
            <a:r>
              <a:rPr sz="1700" spc="-30" dirty="0">
                <a:latin typeface="Calibri"/>
                <a:cs typeface="Calibri"/>
              </a:rPr>
              <a:t> </a:t>
            </a:r>
            <a:r>
              <a:rPr sz="1700" spc="-10" dirty="0">
                <a:latin typeface="Calibri"/>
                <a:cs typeface="Calibri"/>
              </a:rPr>
              <a:t>psychoactive</a:t>
            </a:r>
            <a:r>
              <a:rPr sz="1700" spc="-30" dirty="0">
                <a:latin typeface="Calibri"/>
                <a:cs typeface="Calibri"/>
              </a:rPr>
              <a:t> </a:t>
            </a:r>
            <a:r>
              <a:rPr sz="1700" spc="-10" dirty="0">
                <a:latin typeface="Calibri"/>
                <a:cs typeface="Calibri"/>
              </a:rPr>
              <a:t>substance</a:t>
            </a:r>
            <a:r>
              <a:rPr sz="1700" spc="-30" dirty="0">
                <a:latin typeface="Calibri"/>
                <a:cs typeface="Calibri"/>
              </a:rPr>
              <a:t> </a:t>
            </a:r>
            <a:r>
              <a:rPr sz="1700" dirty="0">
                <a:latin typeface="Calibri"/>
                <a:cs typeface="Calibri"/>
              </a:rPr>
              <a:t>to</a:t>
            </a:r>
            <a:r>
              <a:rPr sz="1700" spc="-30" dirty="0">
                <a:latin typeface="Calibri"/>
                <a:cs typeface="Calibri"/>
              </a:rPr>
              <a:t> </a:t>
            </a:r>
            <a:r>
              <a:rPr sz="1700" dirty="0">
                <a:latin typeface="Calibri"/>
                <a:cs typeface="Calibri"/>
              </a:rPr>
              <a:t>such</a:t>
            </a:r>
            <a:r>
              <a:rPr sz="1700" spc="-40" dirty="0">
                <a:latin typeface="Calibri"/>
                <a:cs typeface="Calibri"/>
              </a:rPr>
              <a:t> </a:t>
            </a:r>
            <a:r>
              <a:rPr sz="1700" dirty="0">
                <a:latin typeface="Calibri"/>
                <a:cs typeface="Calibri"/>
              </a:rPr>
              <a:t>extent</a:t>
            </a:r>
            <a:r>
              <a:rPr sz="1700" spc="-30" dirty="0">
                <a:latin typeface="Calibri"/>
                <a:cs typeface="Calibri"/>
              </a:rPr>
              <a:t> </a:t>
            </a:r>
            <a:r>
              <a:rPr sz="1700" dirty="0">
                <a:latin typeface="Calibri"/>
                <a:cs typeface="Calibri"/>
              </a:rPr>
              <a:t>as</a:t>
            </a:r>
            <a:r>
              <a:rPr sz="1700" spc="-35" dirty="0">
                <a:latin typeface="Calibri"/>
                <a:cs typeface="Calibri"/>
              </a:rPr>
              <a:t> </a:t>
            </a:r>
            <a:r>
              <a:rPr sz="1700" dirty="0">
                <a:latin typeface="Calibri"/>
                <a:cs typeface="Calibri"/>
              </a:rPr>
              <a:t>to</a:t>
            </a:r>
            <a:r>
              <a:rPr sz="1700" spc="-30" dirty="0">
                <a:latin typeface="Calibri"/>
                <a:cs typeface="Calibri"/>
              </a:rPr>
              <a:t> </a:t>
            </a:r>
            <a:r>
              <a:rPr sz="1700" spc="-25" dirty="0">
                <a:latin typeface="Calibri"/>
                <a:cs typeface="Calibri"/>
              </a:rPr>
              <a:t>be </a:t>
            </a:r>
            <a:r>
              <a:rPr sz="1700" dirty="0">
                <a:latin typeface="Calibri"/>
                <a:cs typeface="Calibri"/>
              </a:rPr>
              <a:t>unable</a:t>
            </a:r>
            <a:r>
              <a:rPr sz="1700" spc="-25" dirty="0">
                <a:latin typeface="Calibri"/>
                <a:cs typeface="Calibri"/>
              </a:rPr>
              <a:t> </a:t>
            </a:r>
            <a:r>
              <a:rPr sz="1700" dirty="0">
                <a:latin typeface="Calibri"/>
                <a:cs typeface="Calibri"/>
              </a:rPr>
              <a:t>to</a:t>
            </a:r>
            <a:r>
              <a:rPr sz="1700" spc="-25" dirty="0">
                <a:latin typeface="Calibri"/>
                <a:cs typeface="Calibri"/>
              </a:rPr>
              <a:t> </a:t>
            </a:r>
            <a:r>
              <a:rPr sz="1700" spc="-10" dirty="0">
                <a:latin typeface="Calibri"/>
                <a:cs typeface="Calibri"/>
              </a:rPr>
              <a:t>operate</a:t>
            </a:r>
            <a:r>
              <a:rPr sz="1700" spc="-25" dirty="0">
                <a:latin typeface="Calibri"/>
                <a:cs typeface="Calibri"/>
              </a:rPr>
              <a:t> </a:t>
            </a:r>
            <a:r>
              <a:rPr sz="1700" dirty="0">
                <a:latin typeface="Calibri"/>
                <a:cs typeface="Calibri"/>
              </a:rPr>
              <a:t>the</a:t>
            </a:r>
            <a:r>
              <a:rPr sz="1700" spc="-25" dirty="0">
                <a:latin typeface="Calibri"/>
                <a:cs typeface="Calibri"/>
              </a:rPr>
              <a:t> </a:t>
            </a:r>
            <a:r>
              <a:rPr sz="1700" dirty="0">
                <a:latin typeface="Calibri"/>
                <a:cs typeface="Calibri"/>
              </a:rPr>
              <a:t>unmanned</a:t>
            </a:r>
            <a:r>
              <a:rPr sz="1700" spc="-30" dirty="0">
                <a:latin typeface="Calibri"/>
                <a:cs typeface="Calibri"/>
              </a:rPr>
              <a:t> </a:t>
            </a:r>
            <a:r>
              <a:rPr sz="1700" spc="-10" dirty="0">
                <a:latin typeface="Calibri"/>
                <a:cs typeface="Calibri"/>
              </a:rPr>
              <a:t>aircraft</a:t>
            </a:r>
            <a:r>
              <a:rPr sz="1700" spc="-25" dirty="0">
                <a:latin typeface="Calibri"/>
                <a:cs typeface="Calibri"/>
              </a:rPr>
              <a:t> </a:t>
            </a:r>
            <a:r>
              <a:rPr sz="1700" dirty="0">
                <a:latin typeface="Calibri"/>
                <a:cs typeface="Calibri"/>
              </a:rPr>
              <a:t>in</a:t>
            </a:r>
            <a:r>
              <a:rPr sz="1700" spc="-35" dirty="0">
                <a:latin typeface="Calibri"/>
                <a:cs typeface="Calibri"/>
              </a:rPr>
              <a:t> </a:t>
            </a:r>
            <a:r>
              <a:rPr sz="1700" dirty="0">
                <a:latin typeface="Calibri"/>
                <a:cs typeface="Calibri"/>
              </a:rPr>
              <a:t>a</a:t>
            </a:r>
            <a:r>
              <a:rPr sz="1700" spc="-25" dirty="0">
                <a:latin typeface="Calibri"/>
                <a:cs typeface="Calibri"/>
              </a:rPr>
              <a:t> </a:t>
            </a:r>
            <a:r>
              <a:rPr sz="1700" dirty="0">
                <a:latin typeface="Calibri"/>
                <a:cs typeface="Calibri"/>
              </a:rPr>
              <a:t>safe</a:t>
            </a:r>
            <a:r>
              <a:rPr sz="1700" spc="-25" dirty="0">
                <a:latin typeface="Calibri"/>
                <a:cs typeface="Calibri"/>
              </a:rPr>
              <a:t> </a:t>
            </a:r>
            <a:r>
              <a:rPr sz="1700" dirty="0">
                <a:latin typeface="Calibri"/>
                <a:cs typeface="Calibri"/>
              </a:rPr>
              <a:t>and</a:t>
            </a:r>
            <a:r>
              <a:rPr sz="1700" spc="-35" dirty="0">
                <a:latin typeface="Calibri"/>
                <a:cs typeface="Calibri"/>
              </a:rPr>
              <a:t> </a:t>
            </a:r>
            <a:r>
              <a:rPr sz="1700" dirty="0">
                <a:latin typeface="Calibri"/>
                <a:cs typeface="Calibri"/>
              </a:rPr>
              <a:t>proper</a:t>
            </a:r>
            <a:r>
              <a:rPr sz="1700" spc="-30" dirty="0">
                <a:latin typeface="Calibri"/>
                <a:cs typeface="Calibri"/>
              </a:rPr>
              <a:t> </a:t>
            </a:r>
            <a:r>
              <a:rPr sz="1700" spc="-10" dirty="0">
                <a:latin typeface="Calibri"/>
                <a:cs typeface="Calibri"/>
              </a:rPr>
              <a:t>manner.</a:t>
            </a:r>
            <a:endParaRPr sz="1700">
              <a:latin typeface="Calibri"/>
              <a:cs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8" y="1611883"/>
            <a:ext cx="9698990" cy="3021965"/>
          </a:xfrm>
          <a:prstGeom prst="rect">
            <a:avLst/>
          </a:prstGeom>
        </p:spPr>
        <p:txBody>
          <a:bodyPr vert="horz" wrap="square" lIns="0" tIns="143510" rIns="0" bIns="0" rtlCol="0">
            <a:spAutoFit/>
          </a:bodyPr>
          <a:lstStyle/>
          <a:p>
            <a:pPr marL="12700">
              <a:lnSpc>
                <a:spcPct val="100000"/>
              </a:lnSpc>
              <a:spcBef>
                <a:spcPts val="1130"/>
              </a:spcBef>
            </a:pPr>
            <a:r>
              <a:rPr sz="1800" b="1" dirty="0">
                <a:latin typeface="Times New Roman"/>
                <a:cs typeface="Times New Roman"/>
              </a:rPr>
              <a:t>Reporting</a:t>
            </a:r>
            <a:r>
              <a:rPr sz="1800" b="1" spc="-40" dirty="0">
                <a:latin typeface="Times New Roman"/>
                <a:cs typeface="Times New Roman"/>
              </a:rPr>
              <a:t> </a:t>
            </a:r>
            <a:r>
              <a:rPr sz="1800" b="1" dirty="0">
                <a:latin typeface="Times New Roman"/>
                <a:cs typeface="Times New Roman"/>
              </a:rPr>
              <a:t>of</a:t>
            </a:r>
            <a:r>
              <a:rPr sz="1800" b="1" spc="-35" dirty="0">
                <a:latin typeface="Times New Roman"/>
                <a:cs typeface="Times New Roman"/>
              </a:rPr>
              <a:t> </a:t>
            </a:r>
            <a:r>
              <a:rPr sz="1800" b="1" spc="-10" dirty="0">
                <a:latin typeface="Times New Roman"/>
                <a:cs typeface="Times New Roman"/>
              </a:rPr>
              <a:t>accidents</a:t>
            </a:r>
            <a:endParaRPr sz="1800">
              <a:latin typeface="Times New Roman"/>
              <a:cs typeface="Times New Roman"/>
            </a:endParaRPr>
          </a:p>
          <a:p>
            <a:pPr marL="12700" marR="216535">
              <a:lnSpc>
                <a:spcPct val="100400"/>
              </a:lnSpc>
              <a:spcBef>
                <a:spcPts val="1025"/>
              </a:spcBef>
            </a:pPr>
            <a:r>
              <a:rPr sz="1800" b="1" dirty="0">
                <a:latin typeface="Times New Roman"/>
                <a:cs typeface="Times New Roman"/>
              </a:rPr>
              <a:t>6.</a:t>
            </a:r>
            <a:r>
              <a:rPr sz="1800" b="1" spc="-3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(1)</a:t>
            </a:r>
            <a:r>
              <a:rPr sz="1800" spc="-20" dirty="0">
                <a:latin typeface="Times New Roman"/>
                <a:cs typeface="Times New Roman"/>
              </a:rPr>
              <a:t> </a:t>
            </a:r>
            <a:r>
              <a:rPr sz="1800" dirty="0">
                <a:latin typeface="Calibri"/>
                <a:cs typeface="Calibri"/>
              </a:rPr>
              <a:t>A</a:t>
            </a:r>
            <a:r>
              <a:rPr sz="1800" spc="-15" dirty="0">
                <a:latin typeface="Calibri"/>
                <a:cs typeface="Calibri"/>
              </a:rPr>
              <a:t> </a:t>
            </a:r>
            <a:r>
              <a:rPr sz="1800" dirty="0">
                <a:latin typeface="Times New Roman"/>
                <a:cs typeface="Times New Roman"/>
              </a:rPr>
              <a:t>UA</a:t>
            </a:r>
            <a:r>
              <a:rPr sz="1800" spc="-114" dirty="0">
                <a:latin typeface="Times New Roman"/>
                <a:cs typeface="Times New Roman"/>
              </a:rPr>
              <a:t> </a:t>
            </a:r>
            <a:r>
              <a:rPr sz="1800" dirty="0">
                <a:latin typeface="Times New Roman"/>
                <a:cs typeface="Times New Roman"/>
              </a:rPr>
              <a:t>pilot</a:t>
            </a:r>
            <a:r>
              <a:rPr sz="1800" spc="-20" dirty="0">
                <a:latin typeface="Times New Roman"/>
                <a:cs typeface="Times New Roman"/>
              </a:rPr>
              <a:t> </a:t>
            </a:r>
            <a:r>
              <a:rPr sz="1800" dirty="0">
                <a:latin typeface="Times New Roman"/>
                <a:cs typeface="Times New Roman"/>
              </a:rPr>
              <a:t>who</a:t>
            </a:r>
            <a:r>
              <a:rPr sz="1800" spc="-25" dirty="0">
                <a:latin typeface="Times New Roman"/>
                <a:cs typeface="Times New Roman"/>
              </a:rPr>
              <a:t> </a:t>
            </a:r>
            <a:r>
              <a:rPr sz="1800" dirty="0">
                <a:latin typeface="Times New Roman"/>
                <a:cs typeface="Times New Roman"/>
              </a:rPr>
              <a:t>operates</a:t>
            </a:r>
            <a:r>
              <a:rPr sz="1800" spc="-25" dirty="0">
                <a:latin typeface="Times New Roman"/>
                <a:cs typeface="Times New Roman"/>
              </a:rPr>
              <a:t> </a:t>
            </a:r>
            <a:r>
              <a:rPr sz="1800" dirty="0">
                <a:latin typeface="Times New Roman"/>
                <a:cs typeface="Times New Roman"/>
              </a:rPr>
              <a:t>an</a:t>
            </a:r>
            <a:r>
              <a:rPr sz="1800" spc="-20" dirty="0">
                <a:latin typeface="Times New Roman"/>
                <a:cs typeface="Times New Roman"/>
              </a:rPr>
              <a:t> </a:t>
            </a:r>
            <a:r>
              <a:rPr sz="1800" dirty="0">
                <a:latin typeface="Times New Roman"/>
                <a:cs typeface="Times New Roman"/>
              </a:rPr>
              <a:t>unmanned</a:t>
            </a:r>
            <a:r>
              <a:rPr sz="1800" spc="-15" dirty="0">
                <a:latin typeface="Times New Roman"/>
                <a:cs typeface="Times New Roman"/>
              </a:rPr>
              <a:t> </a:t>
            </a:r>
            <a:r>
              <a:rPr sz="1800" dirty="0">
                <a:latin typeface="Times New Roman"/>
                <a:cs typeface="Times New Roman"/>
              </a:rPr>
              <a:t>aircraft</a:t>
            </a:r>
            <a:r>
              <a:rPr sz="1800" spc="-25" dirty="0">
                <a:latin typeface="Times New Roman"/>
                <a:cs typeface="Times New Roman"/>
              </a:rPr>
              <a:t> </a:t>
            </a:r>
            <a:r>
              <a:rPr sz="1800" dirty="0">
                <a:latin typeface="Times New Roman"/>
                <a:cs typeface="Times New Roman"/>
              </a:rPr>
              <a:t>for</a:t>
            </a:r>
            <a:r>
              <a:rPr sz="1800" spc="-20" dirty="0">
                <a:latin typeface="Times New Roman"/>
                <a:cs typeface="Times New Roman"/>
              </a:rPr>
              <a:t> </a:t>
            </a:r>
            <a:r>
              <a:rPr sz="1800" dirty="0">
                <a:latin typeface="Times New Roman"/>
                <a:cs typeface="Times New Roman"/>
              </a:rPr>
              <a:t>any</a:t>
            </a:r>
            <a:r>
              <a:rPr sz="1800" spc="-20" dirty="0">
                <a:latin typeface="Times New Roman"/>
                <a:cs typeface="Times New Roman"/>
              </a:rPr>
              <a:t> </a:t>
            </a:r>
            <a:r>
              <a:rPr sz="1800" dirty="0">
                <a:latin typeface="Times New Roman"/>
                <a:cs typeface="Times New Roman"/>
              </a:rPr>
              <a:t>purpose</a:t>
            </a:r>
            <a:r>
              <a:rPr sz="1800" spc="-15" dirty="0">
                <a:latin typeface="Times New Roman"/>
                <a:cs typeface="Times New Roman"/>
              </a:rPr>
              <a:t> </a:t>
            </a:r>
            <a:r>
              <a:rPr sz="1800" dirty="0">
                <a:latin typeface="Times New Roman"/>
                <a:cs typeface="Times New Roman"/>
              </a:rPr>
              <a:t>must</a:t>
            </a:r>
            <a:r>
              <a:rPr sz="1800" spc="-25" dirty="0">
                <a:latin typeface="Times New Roman"/>
                <a:cs typeface="Times New Roman"/>
              </a:rPr>
              <a:t> </a:t>
            </a:r>
            <a:r>
              <a:rPr sz="1800" dirty="0">
                <a:latin typeface="Times New Roman"/>
                <a:cs typeface="Times New Roman"/>
              </a:rPr>
              <a:t>notify</a:t>
            </a:r>
            <a:r>
              <a:rPr sz="1800" spc="-20" dirty="0">
                <a:latin typeface="Times New Roman"/>
                <a:cs typeface="Times New Roman"/>
              </a:rPr>
              <a:t> </a:t>
            </a:r>
            <a:r>
              <a:rPr sz="1800" spc="-10" dirty="0">
                <a:latin typeface="Times New Roman"/>
                <a:cs typeface="Times New Roman"/>
              </a:rPr>
              <a:t>the</a:t>
            </a:r>
            <a:r>
              <a:rPr sz="1800" spc="-100" dirty="0">
                <a:latin typeface="Times New Roman"/>
                <a:cs typeface="Times New Roman"/>
              </a:rPr>
              <a:t> </a:t>
            </a:r>
            <a:r>
              <a:rPr sz="1800" dirty="0">
                <a:latin typeface="Times New Roman"/>
                <a:cs typeface="Times New Roman"/>
              </a:rPr>
              <a:t>Authority</a:t>
            </a:r>
            <a:r>
              <a:rPr sz="1800" spc="-20" dirty="0">
                <a:latin typeface="Times New Roman"/>
                <a:cs typeface="Times New Roman"/>
              </a:rPr>
              <a:t> </a:t>
            </a:r>
            <a:r>
              <a:rPr sz="1800" dirty="0">
                <a:latin typeface="Times New Roman"/>
                <a:cs typeface="Times New Roman"/>
              </a:rPr>
              <a:t>by</a:t>
            </a:r>
            <a:r>
              <a:rPr sz="1800" spc="-20" dirty="0">
                <a:latin typeface="Times New Roman"/>
                <a:cs typeface="Times New Roman"/>
              </a:rPr>
              <a:t> </a:t>
            </a:r>
            <a:r>
              <a:rPr sz="1800" spc="-25" dirty="0">
                <a:latin typeface="Times New Roman"/>
                <a:cs typeface="Times New Roman"/>
              </a:rPr>
              <a:t>the </a:t>
            </a:r>
            <a:r>
              <a:rPr sz="1800" dirty="0">
                <a:latin typeface="Times New Roman"/>
                <a:cs typeface="Times New Roman"/>
              </a:rPr>
              <a:t>quickest</a:t>
            </a:r>
            <a:r>
              <a:rPr sz="1800" spc="-35" dirty="0">
                <a:latin typeface="Times New Roman"/>
                <a:cs typeface="Times New Roman"/>
              </a:rPr>
              <a:t> </a:t>
            </a:r>
            <a:r>
              <a:rPr sz="1800" dirty="0">
                <a:latin typeface="Times New Roman"/>
                <a:cs typeface="Times New Roman"/>
              </a:rPr>
              <a:t>available</a:t>
            </a:r>
            <a:r>
              <a:rPr sz="1800" spc="-35" dirty="0">
                <a:latin typeface="Times New Roman"/>
                <a:cs typeface="Times New Roman"/>
              </a:rPr>
              <a:t> </a:t>
            </a:r>
            <a:r>
              <a:rPr sz="1800" dirty="0">
                <a:latin typeface="Times New Roman"/>
                <a:cs typeface="Times New Roman"/>
              </a:rPr>
              <a:t>means</a:t>
            </a:r>
            <a:r>
              <a:rPr sz="1800" spc="-30" dirty="0">
                <a:latin typeface="Times New Roman"/>
                <a:cs typeface="Times New Roman"/>
              </a:rPr>
              <a:t> </a:t>
            </a:r>
            <a:r>
              <a:rPr sz="1800" dirty="0">
                <a:latin typeface="Times New Roman"/>
                <a:cs typeface="Times New Roman"/>
              </a:rPr>
              <a:t>upon</a:t>
            </a:r>
            <a:r>
              <a:rPr sz="1800" spc="-35" dirty="0">
                <a:latin typeface="Times New Roman"/>
                <a:cs typeface="Times New Roman"/>
              </a:rPr>
              <a:t> </a:t>
            </a:r>
            <a:r>
              <a:rPr sz="1800" dirty="0">
                <a:latin typeface="Times New Roman"/>
                <a:cs typeface="Times New Roman"/>
              </a:rPr>
              <a:t>becoming</a:t>
            </a:r>
            <a:r>
              <a:rPr sz="1800" spc="-30" dirty="0">
                <a:latin typeface="Times New Roman"/>
                <a:cs typeface="Times New Roman"/>
              </a:rPr>
              <a:t> </a:t>
            </a:r>
            <a:r>
              <a:rPr sz="1800" dirty="0">
                <a:latin typeface="Times New Roman"/>
                <a:cs typeface="Times New Roman"/>
              </a:rPr>
              <a:t>aware</a:t>
            </a:r>
            <a:r>
              <a:rPr sz="1800" spc="-30"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an</a:t>
            </a:r>
            <a:r>
              <a:rPr sz="1800" spc="-30" dirty="0">
                <a:latin typeface="Times New Roman"/>
                <a:cs typeface="Times New Roman"/>
              </a:rPr>
              <a:t> </a:t>
            </a:r>
            <a:r>
              <a:rPr sz="1800" dirty="0">
                <a:latin typeface="Times New Roman"/>
                <a:cs typeface="Times New Roman"/>
              </a:rPr>
              <a:t>accident</a:t>
            </a:r>
            <a:r>
              <a:rPr sz="1800" spc="-35" dirty="0">
                <a:latin typeface="Times New Roman"/>
                <a:cs typeface="Times New Roman"/>
              </a:rPr>
              <a:t> </a:t>
            </a:r>
            <a:r>
              <a:rPr sz="1800" dirty="0">
                <a:latin typeface="Times New Roman"/>
                <a:cs typeface="Times New Roman"/>
              </a:rPr>
              <a:t>associated</a:t>
            </a:r>
            <a:r>
              <a:rPr sz="1800" spc="-30" dirty="0">
                <a:latin typeface="Times New Roman"/>
                <a:cs typeface="Times New Roman"/>
              </a:rPr>
              <a:t> </a:t>
            </a:r>
            <a:r>
              <a:rPr sz="1800" dirty="0">
                <a:latin typeface="Times New Roman"/>
                <a:cs typeface="Times New Roman"/>
              </a:rPr>
              <a:t>with</a:t>
            </a:r>
            <a:r>
              <a:rPr sz="1800" spc="-3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operation</a:t>
            </a:r>
            <a:r>
              <a:rPr sz="1800" spc="-30"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spc="-25" dirty="0">
                <a:latin typeface="Times New Roman"/>
                <a:cs typeface="Times New Roman"/>
              </a:rPr>
              <a:t>the </a:t>
            </a:r>
            <a:r>
              <a:rPr sz="1800" dirty="0">
                <a:latin typeface="Times New Roman"/>
                <a:cs typeface="Times New Roman"/>
              </a:rPr>
              <a:t>unmanned</a:t>
            </a:r>
            <a:r>
              <a:rPr sz="1800" spc="-30" dirty="0">
                <a:latin typeface="Times New Roman"/>
                <a:cs typeface="Times New Roman"/>
              </a:rPr>
              <a:t> </a:t>
            </a:r>
            <a:r>
              <a:rPr sz="1800" dirty="0">
                <a:latin typeface="Times New Roman"/>
                <a:cs typeface="Times New Roman"/>
              </a:rPr>
              <a:t>aircraft</a:t>
            </a:r>
            <a:r>
              <a:rPr sz="1800" spc="-25" dirty="0">
                <a:latin typeface="Times New Roman"/>
                <a:cs typeface="Times New Roman"/>
              </a:rPr>
              <a:t> </a:t>
            </a:r>
            <a:r>
              <a:rPr sz="1800" dirty="0">
                <a:latin typeface="Times New Roman"/>
                <a:cs typeface="Times New Roman"/>
              </a:rPr>
              <a:t>resulting</a:t>
            </a:r>
            <a:r>
              <a:rPr sz="1800" spc="-2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serious</a:t>
            </a:r>
            <a:r>
              <a:rPr sz="1800" spc="-30" dirty="0">
                <a:latin typeface="Times New Roman"/>
                <a:cs typeface="Times New Roman"/>
              </a:rPr>
              <a:t> </a:t>
            </a:r>
            <a:r>
              <a:rPr sz="1800" dirty="0">
                <a:latin typeface="Times New Roman"/>
                <a:cs typeface="Times New Roman"/>
              </a:rPr>
              <a:t>injury</a:t>
            </a:r>
            <a:r>
              <a:rPr sz="1800" spc="-20"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UA</a:t>
            </a:r>
            <a:r>
              <a:rPr sz="1800" spc="-114" dirty="0">
                <a:latin typeface="Times New Roman"/>
                <a:cs typeface="Times New Roman"/>
              </a:rPr>
              <a:t> </a:t>
            </a:r>
            <a:r>
              <a:rPr sz="1800" dirty="0">
                <a:latin typeface="Times New Roman"/>
                <a:cs typeface="Times New Roman"/>
              </a:rPr>
              <a:t>pilot,</a:t>
            </a:r>
            <a:r>
              <a:rPr sz="1800" spc="-20" dirty="0">
                <a:latin typeface="Times New Roman"/>
                <a:cs typeface="Times New Roman"/>
              </a:rPr>
              <a:t> </a:t>
            </a:r>
            <a:r>
              <a:rPr sz="1800" dirty="0">
                <a:latin typeface="Times New Roman"/>
                <a:cs typeface="Times New Roman"/>
              </a:rPr>
              <a:t>serious</a:t>
            </a:r>
            <a:r>
              <a:rPr sz="1800" spc="-30" dirty="0">
                <a:latin typeface="Times New Roman"/>
                <a:cs typeface="Times New Roman"/>
              </a:rPr>
              <a:t> </a:t>
            </a:r>
            <a:r>
              <a:rPr sz="1800" dirty="0">
                <a:latin typeface="Times New Roman"/>
                <a:cs typeface="Times New Roman"/>
              </a:rPr>
              <a:t>injury</a:t>
            </a:r>
            <a:r>
              <a:rPr sz="1800" spc="-20"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or</a:t>
            </a:r>
            <a:r>
              <a:rPr sz="1800" spc="-20"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death</a:t>
            </a:r>
            <a:r>
              <a:rPr sz="1800" spc="-20"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dirty="0">
                <a:latin typeface="Times New Roman"/>
                <a:cs typeface="Times New Roman"/>
              </a:rPr>
              <a:t>any</a:t>
            </a:r>
            <a:r>
              <a:rPr sz="1800" spc="-20" dirty="0">
                <a:latin typeface="Times New Roman"/>
                <a:cs typeface="Times New Roman"/>
              </a:rPr>
              <a:t> </a:t>
            </a:r>
            <a:r>
              <a:rPr sz="1800" spc="-10" dirty="0">
                <a:latin typeface="Times New Roman"/>
                <a:cs typeface="Times New Roman"/>
              </a:rPr>
              <a:t>other </a:t>
            </a:r>
            <a:r>
              <a:rPr sz="1800" dirty="0">
                <a:latin typeface="Times New Roman"/>
                <a:cs typeface="Times New Roman"/>
              </a:rPr>
              <a:t>person,</a:t>
            </a:r>
            <a:r>
              <a:rPr sz="1800" spc="-25" dirty="0">
                <a:latin typeface="Times New Roman"/>
                <a:cs typeface="Times New Roman"/>
              </a:rPr>
              <a:t> </a:t>
            </a:r>
            <a:r>
              <a:rPr sz="1800" dirty="0">
                <a:latin typeface="Times New Roman"/>
                <a:cs typeface="Times New Roman"/>
              </a:rPr>
              <a:t>or</a:t>
            </a:r>
            <a:r>
              <a:rPr sz="1800" spc="-20" dirty="0">
                <a:latin typeface="Times New Roman"/>
                <a:cs typeface="Times New Roman"/>
              </a:rPr>
              <a:t> </a:t>
            </a:r>
            <a:r>
              <a:rPr sz="1800" dirty="0">
                <a:latin typeface="Times New Roman"/>
                <a:cs typeface="Times New Roman"/>
              </a:rPr>
              <a:t>damage</a:t>
            </a:r>
            <a:r>
              <a:rPr sz="1800" spc="-20"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any</a:t>
            </a:r>
            <a:r>
              <a:rPr sz="1800" spc="-20" dirty="0">
                <a:latin typeface="Times New Roman"/>
                <a:cs typeface="Times New Roman"/>
              </a:rPr>
              <a:t> </a:t>
            </a:r>
            <a:r>
              <a:rPr sz="1800" spc="-10" dirty="0">
                <a:latin typeface="Times New Roman"/>
                <a:cs typeface="Times New Roman"/>
              </a:rPr>
              <a:t>property.</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20"/>
              </a:spcBef>
            </a:pPr>
            <a:endParaRPr sz="1800">
              <a:latin typeface="Times New Roman"/>
              <a:cs typeface="Times New Roman"/>
            </a:endParaRPr>
          </a:p>
          <a:p>
            <a:pPr marL="12700" marR="5080">
              <a:lnSpc>
                <a:spcPct val="99400"/>
              </a:lnSpc>
            </a:pPr>
            <a:r>
              <a:rPr sz="1800" spc="-20" dirty="0">
                <a:latin typeface="Times New Roman"/>
                <a:cs typeface="Times New Roman"/>
              </a:rPr>
              <a:t>UA</a:t>
            </a:r>
            <a:r>
              <a:rPr sz="1800" spc="-105" dirty="0">
                <a:latin typeface="Times New Roman"/>
                <a:cs typeface="Times New Roman"/>
              </a:rPr>
              <a:t> </a:t>
            </a:r>
            <a:r>
              <a:rPr sz="1800" dirty="0">
                <a:latin typeface="Times New Roman"/>
                <a:cs typeface="Times New Roman"/>
              </a:rPr>
              <a:t>operator</a:t>
            </a:r>
            <a:r>
              <a:rPr sz="1800" spc="-50" dirty="0">
                <a:latin typeface="Times New Roman"/>
                <a:cs typeface="Times New Roman"/>
              </a:rPr>
              <a:t> </a:t>
            </a:r>
            <a:r>
              <a:rPr sz="1800" dirty="0">
                <a:latin typeface="Times New Roman"/>
                <a:cs typeface="Times New Roman"/>
              </a:rPr>
              <a:t>should</a:t>
            </a:r>
            <a:r>
              <a:rPr sz="1800" spc="-30" dirty="0">
                <a:latin typeface="Times New Roman"/>
                <a:cs typeface="Times New Roman"/>
              </a:rPr>
              <a:t> </a:t>
            </a:r>
            <a:r>
              <a:rPr sz="1800" dirty="0">
                <a:latin typeface="Times New Roman"/>
                <a:cs typeface="Times New Roman"/>
              </a:rPr>
              <a:t>inform</a:t>
            </a:r>
            <a:r>
              <a:rPr sz="1800" spc="-3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CAAS</a:t>
            </a:r>
            <a:r>
              <a:rPr sz="1800" spc="-35" dirty="0">
                <a:latin typeface="Times New Roman"/>
                <a:cs typeface="Times New Roman"/>
              </a:rPr>
              <a:t> </a:t>
            </a:r>
            <a:r>
              <a:rPr sz="1800" dirty="0">
                <a:latin typeface="Times New Roman"/>
                <a:cs typeface="Times New Roman"/>
              </a:rPr>
              <a:t>Duty</a:t>
            </a:r>
            <a:r>
              <a:rPr sz="1800" spc="-25" dirty="0">
                <a:latin typeface="Times New Roman"/>
                <a:cs typeface="Times New Roman"/>
              </a:rPr>
              <a:t> </a:t>
            </a:r>
            <a:r>
              <a:rPr sz="1800" dirty="0">
                <a:latin typeface="Times New Roman"/>
                <a:cs typeface="Times New Roman"/>
              </a:rPr>
              <a:t>Officer</a:t>
            </a:r>
            <a:r>
              <a:rPr sz="1800" spc="-30" dirty="0">
                <a:latin typeface="Times New Roman"/>
                <a:cs typeface="Times New Roman"/>
              </a:rPr>
              <a:t> </a:t>
            </a:r>
            <a:r>
              <a:rPr sz="1800" spc="-20" dirty="0">
                <a:latin typeface="Times New Roman"/>
                <a:cs typeface="Times New Roman"/>
              </a:rPr>
              <a:t>(Tel.</a:t>
            </a:r>
            <a:r>
              <a:rPr sz="1800" spc="-30" dirty="0">
                <a:latin typeface="Times New Roman"/>
                <a:cs typeface="Times New Roman"/>
              </a:rPr>
              <a:t> </a:t>
            </a:r>
            <a:r>
              <a:rPr sz="1800" dirty="0">
                <a:latin typeface="Times New Roman"/>
                <a:cs typeface="Times New Roman"/>
              </a:rPr>
              <a:t>+65</a:t>
            </a:r>
            <a:r>
              <a:rPr sz="1800" spc="-25" dirty="0">
                <a:latin typeface="Times New Roman"/>
                <a:cs typeface="Times New Roman"/>
              </a:rPr>
              <a:t> </a:t>
            </a:r>
            <a:r>
              <a:rPr sz="1800" dirty="0">
                <a:latin typeface="Times New Roman"/>
                <a:cs typeface="Times New Roman"/>
              </a:rPr>
              <a:t>9830</a:t>
            </a:r>
            <a:r>
              <a:rPr sz="1800" spc="-30" dirty="0">
                <a:latin typeface="Times New Roman"/>
                <a:cs typeface="Times New Roman"/>
              </a:rPr>
              <a:t> </a:t>
            </a:r>
            <a:r>
              <a:rPr sz="1800" dirty="0">
                <a:latin typeface="Times New Roman"/>
                <a:cs typeface="Times New Roman"/>
              </a:rPr>
              <a:t>6418)</a:t>
            </a:r>
            <a:r>
              <a:rPr sz="1800" spc="-30"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a</a:t>
            </a:r>
            <a:r>
              <a:rPr sz="1800" spc="-30" dirty="0">
                <a:latin typeface="Times New Roman"/>
                <a:cs typeface="Times New Roman"/>
              </a:rPr>
              <a:t> </a:t>
            </a:r>
            <a:r>
              <a:rPr sz="1800" dirty="0">
                <a:latin typeface="Times New Roman"/>
                <a:cs typeface="Times New Roman"/>
              </a:rPr>
              <a:t>reportable</a:t>
            </a:r>
            <a:r>
              <a:rPr sz="1800" spc="-30" dirty="0">
                <a:latin typeface="Times New Roman"/>
                <a:cs typeface="Times New Roman"/>
              </a:rPr>
              <a:t> </a:t>
            </a:r>
            <a:r>
              <a:rPr sz="1800" dirty="0">
                <a:latin typeface="Times New Roman"/>
                <a:cs typeface="Times New Roman"/>
              </a:rPr>
              <a:t>safety</a:t>
            </a:r>
            <a:r>
              <a:rPr sz="1800" spc="-25" dirty="0">
                <a:latin typeface="Times New Roman"/>
                <a:cs typeface="Times New Roman"/>
              </a:rPr>
              <a:t> </a:t>
            </a:r>
            <a:r>
              <a:rPr sz="1800" spc="-10" dirty="0">
                <a:latin typeface="Times New Roman"/>
                <a:cs typeface="Times New Roman"/>
              </a:rPr>
              <a:t>matter </a:t>
            </a:r>
            <a:r>
              <a:rPr sz="1800" dirty="0">
                <a:latin typeface="Times New Roman"/>
                <a:cs typeface="Times New Roman"/>
              </a:rPr>
              <a:t>relating</a:t>
            </a:r>
            <a:r>
              <a:rPr sz="1800" spc="-30" dirty="0">
                <a:latin typeface="Times New Roman"/>
                <a:cs typeface="Times New Roman"/>
              </a:rPr>
              <a:t> </a:t>
            </a:r>
            <a:r>
              <a:rPr sz="1800" dirty="0">
                <a:latin typeface="Times New Roman"/>
                <a:cs typeface="Times New Roman"/>
              </a:rPr>
              <a:t>to</a:t>
            </a:r>
            <a:r>
              <a:rPr sz="1800" spc="-2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UA</a:t>
            </a:r>
            <a:r>
              <a:rPr sz="1800" spc="-110" dirty="0">
                <a:latin typeface="Times New Roman"/>
                <a:cs typeface="Times New Roman"/>
              </a:rPr>
              <a:t> </a:t>
            </a:r>
            <a:r>
              <a:rPr sz="1800" b="1" u="heavy" dirty="0">
                <a:uFill>
                  <a:solidFill>
                    <a:srgbClr val="000000"/>
                  </a:solidFill>
                </a:uFill>
                <a:latin typeface="Times New Roman"/>
                <a:cs typeface="Times New Roman"/>
              </a:rPr>
              <a:t>within</a:t>
            </a:r>
            <a:r>
              <a:rPr sz="1800" b="1" u="heavy" spc="-2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24</a:t>
            </a:r>
            <a:r>
              <a:rPr sz="1800" b="1" u="heavy" spc="-2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hours</a:t>
            </a:r>
            <a:r>
              <a:rPr sz="1800" b="1" u="heavy" spc="-2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of</a:t>
            </a:r>
            <a:r>
              <a:rPr sz="1800" b="1" u="heavy" spc="-2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its</a:t>
            </a:r>
            <a:r>
              <a:rPr sz="1800" b="1" u="heavy" spc="-25" dirty="0">
                <a:uFill>
                  <a:solidFill>
                    <a:srgbClr val="000000"/>
                  </a:solidFill>
                </a:uFill>
                <a:latin typeface="Times New Roman"/>
                <a:cs typeface="Times New Roman"/>
              </a:rPr>
              <a:t> </a:t>
            </a:r>
            <a:r>
              <a:rPr sz="1800" b="1" u="heavy" dirty="0">
                <a:uFill>
                  <a:solidFill>
                    <a:srgbClr val="000000"/>
                  </a:solidFill>
                </a:uFill>
                <a:latin typeface="Times New Roman"/>
                <a:cs typeface="Times New Roman"/>
              </a:rPr>
              <a:t>occurrence</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and</a:t>
            </a:r>
            <a:r>
              <a:rPr sz="1800" spc="-25" dirty="0">
                <a:latin typeface="Times New Roman"/>
                <a:cs typeface="Times New Roman"/>
              </a:rPr>
              <a:t> </a:t>
            </a:r>
            <a:r>
              <a:rPr sz="1800" dirty="0">
                <a:latin typeface="Times New Roman"/>
                <a:cs typeface="Times New Roman"/>
              </a:rPr>
              <a:t>follow</a:t>
            </a:r>
            <a:r>
              <a:rPr sz="1800" spc="-25" dirty="0">
                <a:latin typeface="Times New Roman"/>
                <a:cs typeface="Times New Roman"/>
              </a:rPr>
              <a:t> </a:t>
            </a:r>
            <a:r>
              <a:rPr sz="1800" dirty="0">
                <a:latin typeface="Times New Roman"/>
                <a:cs typeface="Times New Roman"/>
              </a:rPr>
              <a:t>up</a:t>
            </a:r>
            <a:r>
              <a:rPr sz="1800" spc="-30" dirty="0">
                <a:latin typeface="Times New Roman"/>
                <a:cs typeface="Times New Roman"/>
              </a:rPr>
              <a:t> </a:t>
            </a:r>
            <a:r>
              <a:rPr sz="1800" dirty="0">
                <a:latin typeface="Times New Roman"/>
                <a:cs typeface="Times New Roman"/>
              </a:rPr>
              <a:t>a</a:t>
            </a:r>
            <a:r>
              <a:rPr sz="1800" spc="-20" dirty="0">
                <a:latin typeface="Times New Roman"/>
                <a:cs typeface="Times New Roman"/>
              </a:rPr>
              <a:t> </a:t>
            </a:r>
            <a:r>
              <a:rPr sz="1800" dirty="0">
                <a:latin typeface="Times New Roman"/>
                <a:cs typeface="Times New Roman"/>
              </a:rPr>
              <a:t>written</a:t>
            </a:r>
            <a:r>
              <a:rPr sz="1800" spc="-20" dirty="0">
                <a:latin typeface="Times New Roman"/>
                <a:cs typeface="Times New Roman"/>
              </a:rPr>
              <a:t> </a:t>
            </a:r>
            <a:r>
              <a:rPr sz="1800" dirty="0">
                <a:latin typeface="Times New Roman"/>
                <a:cs typeface="Times New Roman"/>
              </a:rPr>
              <a:t>report</a:t>
            </a:r>
            <a:r>
              <a:rPr sz="1800" spc="-30" dirty="0">
                <a:latin typeface="Times New Roman"/>
                <a:cs typeface="Times New Roman"/>
              </a:rPr>
              <a:t> </a:t>
            </a:r>
            <a:r>
              <a:rPr sz="1800" dirty="0">
                <a:latin typeface="Times New Roman"/>
                <a:cs typeface="Times New Roman"/>
              </a:rPr>
              <a:t>within</a:t>
            </a:r>
            <a:r>
              <a:rPr sz="1800" spc="-20" dirty="0">
                <a:latin typeface="Times New Roman"/>
                <a:cs typeface="Times New Roman"/>
              </a:rPr>
              <a:t> </a:t>
            </a:r>
            <a:r>
              <a:rPr sz="1800" dirty="0">
                <a:latin typeface="Times New Roman"/>
                <a:cs typeface="Times New Roman"/>
              </a:rPr>
              <a:t>3</a:t>
            </a:r>
            <a:r>
              <a:rPr sz="1800" spc="-20" dirty="0">
                <a:latin typeface="Times New Roman"/>
                <a:cs typeface="Times New Roman"/>
              </a:rPr>
              <a:t> </a:t>
            </a:r>
            <a:r>
              <a:rPr sz="1800" dirty="0">
                <a:latin typeface="Times New Roman"/>
                <a:cs typeface="Times New Roman"/>
              </a:rPr>
              <a:t>working</a:t>
            </a:r>
            <a:r>
              <a:rPr sz="1800" spc="-25" dirty="0">
                <a:latin typeface="Times New Roman"/>
                <a:cs typeface="Times New Roman"/>
              </a:rPr>
              <a:t> </a:t>
            </a:r>
            <a:r>
              <a:rPr sz="1800" spc="-20" dirty="0">
                <a:latin typeface="Times New Roman"/>
                <a:cs typeface="Times New Roman"/>
              </a:rPr>
              <a:t>days </a:t>
            </a:r>
            <a:r>
              <a:rPr sz="1800" dirty="0">
                <a:latin typeface="Times New Roman"/>
                <a:cs typeface="Times New Roman"/>
              </a:rPr>
              <a:t>to</a:t>
            </a:r>
            <a:r>
              <a:rPr sz="1800" spc="-5" dirty="0">
                <a:latin typeface="Times New Roman"/>
                <a:cs typeface="Times New Roman"/>
              </a:rPr>
              <a:t> </a:t>
            </a:r>
            <a:r>
              <a:rPr sz="1800" spc="-10" dirty="0">
                <a:solidFill>
                  <a:srgbClr val="2683C6"/>
                </a:solidFill>
                <a:latin typeface="Times New Roman"/>
                <a:cs typeface="Times New Roman"/>
                <a:hlinkClick r:id="rId5"/>
              </a:rPr>
              <a:t>CAAS_UAS@caas.gov.sg</a:t>
            </a:r>
            <a:endParaRPr sz="1800">
              <a:latin typeface="Times New Roman"/>
              <a:cs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9" y="1335532"/>
            <a:ext cx="9859645" cy="5176520"/>
          </a:xfrm>
          <a:prstGeom prst="rect">
            <a:avLst/>
          </a:prstGeom>
        </p:spPr>
        <p:txBody>
          <a:bodyPr vert="horz" wrap="square" lIns="0" tIns="134620" rIns="0" bIns="0" rtlCol="0">
            <a:spAutoFit/>
          </a:bodyPr>
          <a:lstStyle/>
          <a:p>
            <a:pPr marL="12700">
              <a:lnSpc>
                <a:spcPct val="100000"/>
              </a:lnSpc>
              <a:spcBef>
                <a:spcPts val="1060"/>
              </a:spcBef>
            </a:pPr>
            <a:r>
              <a:rPr sz="1600" b="1" spc="-10" dirty="0">
                <a:latin typeface="Times New Roman"/>
                <a:cs typeface="Times New Roman"/>
              </a:rPr>
              <a:t>Requirement</a:t>
            </a:r>
            <a:r>
              <a:rPr sz="1600" b="1" spc="-25" dirty="0">
                <a:latin typeface="Times New Roman"/>
                <a:cs typeface="Times New Roman"/>
              </a:rPr>
              <a:t> </a:t>
            </a:r>
            <a:r>
              <a:rPr sz="1600" b="1" dirty="0">
                <a:latin typeface="Times New Roman"/>
                <a:cs typeface="Times New Roman"/>
              </a:rPr>
              <a:t>for</a:t>
            </a:r>
            <a:r>
              <a:rPr sz="1600" b="1" spc="-40" dirty="0">
                <a:latin typeface="Times New Roman"/>
                <a:cs typeface="Times New Roman"/>
              </a:rPr>
              <a:t> </a:t>
            </a:r>
            <a:r>
              <a:rPr sz="1600" b="1" spc="-10" dirty="0">
                <a:latin typeface="Times New Roman"/>
                <a:cs typeface="Times New Roman"/>
              </a:rPr>
              <a:t>UA</a:t>
            </a:r>
            <a:r>
              <a:rPr sz="1600" b="1" spc="-95" dirty="0">
                <a:latin typeface="Times New Roman"/>
                <a:cs typeface="Times New Roman"/>
              </a:rPr>
              <a:t> </a:t>
            </a:r>
            <a:r>
              <a:rPr sz="1600" b="1" dirty="0">
                <a:latin typeface="Times New Roman"/>
                <a:cs typeface="Times New Roman"/>
              </a:rPr>
              <a:t>Basic</a:t>
            </a:r>
            <a:r>
              <a:rPr sz="1600" b="1" spc="-40" dirty="0">
                <a:latin typeface="Times New Roman"/>
                <a:cs typeface="Times New Roman"/>
              </a:rPr>
              <a:t> </a:t>
            </a:r>
            <a:r>
              <a:rPr sz="1600" b="1" spc="-10" dirty="0">
                <a:latin typeface="Times New Roman"/>
                <a:cs typeface="Times New Roman"/>
              </a:rPr>
              <a:t>Training</a:t>
            </a:r>
            <a:endParaRPr sz="1600">
              <a:latin typeface="Times New Roman"/>
              <a:cs typeface="Times New Roman"/>
            </a:endParaRPr>
          </a:p>
          <a:p>
            <a:pPr marL="12700" marR="364490" indent="305435">
              <a:lnSpc>
                <a:spcPct val="100000"/>
              </a:lnSpc>
              <a:spcBef>
                <a:spcPts val="960"/>
              </a:spcBef>
              <a:buFont typeface="Calibri"/>
              <a:buAutoNum type="arabicPeriod" startAt="33"/>
              <a:tabLst>
                <a:tab pos="318135" algn="l"/>
              </a:tabLst>
            </a:pPr>
            <a:r>
              <a:rPr sz="1600" dirty="0">
                <a:latin typeface="Calibri"/>
                <a:cs typeface="Calibri"/>
              </a:rPr>
              <a:t>–</a:t>
            </a:r>
            <a:r>
              <a:rPr sz="1600" spc="-25" dirty="0">
                <a:latin typeface="Calibri"/>
                <a:cs typeface="Calibri"/>
              </a:rPr>
              <a:t> </a:t>
            </a:r>
            <a:r>
              <a:rPr sz="1600" dirty="0">
                <a:latin typeface="Calibri"/>
                <a:cs typeface="Calibri"/>
              </a:rPr>
              <a:t>(1)</a:t>
            </a:r>
            <a:r>
              <a:rPr sz="1600" spc="-20" dirty="0">
                <a:latin typeface="Calibri"/>
                <a:cs typeface="Calibri"/>
              </a:rPr>
              <a:t> </a:t>
            </a:r>
            <a:r>
              <a:rPr sz="1600" dirty="0">
                <a:latin typeface="Calibri"/>
                <a:cs typeface="Calibri"/>
              </a:rPr>
              <a:t>Subject</a:t>
            </a:r>
            <a:r>
              <a:rPr sz="1600" spc="-20" dirty="0">
                <a:latin typeface="Calibri"/>
                <a:cs typeface="Calibri"/>
              </a:rPr>
              <a:t> </a:t>
            </a:r>
            <a:r>
              <a:rPr sz="1600" dirty="0">
                <a:latin typeface="Calibri"/>
                <a:cs typeface="Calibri"/>
              </a:rPr>
              <a:t>to</a:t>
            </a:r>
            <a:r>
              <a:rPr sz="1600" spc="-15" dirty="0">
                <a:latin typeface="Calibri"/>
                <a:cs typeface="Calibri"/>
              </a:rPr>
              <a:t> </a:t>
            </a:r>
            <a:r>
              <a:rPr sz="1600" spc="-10" dirty="0">
                <a:latin typeface="Calibri"/>
                <a:cs typeface="Calibri"/>
              </a:rPr>
              <a:t>paragraph</a:t>
            </a:r>
            <a:r>
              <a:rPr sz="1600" spc="-25" dirty="0">
                <a:latin typeface="Calibri"/>
                <a:cs typeface="Calibri"/>
              </a:rPr>
              <a:t> </a:t>
            </a:r>
            <a:r>
              <a:rPr sz="1600" dirty="0">
                <a:latin typeface="Calibri"/>
                <a:cs typeface="Calibri"/>
              </a:rPr>
              <a:t>(2),</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must</a:t>
            </a:r>
            <a:r>
              <a:rPr sz="1600" spc="-20" dirty="0">
                <a:latin typeface="Calibri"/>
                <a:cs typeface="Calibri"/>
              </a:rPr>
              <a:t> </a:t>
            </a:r>
            <a:r>
              <a:rPr sz="1600" dirty="0">
                <a:latin typeface="Calibri"/>
                <a:cs typeface="Calibri"/>
              </a:rPr>
              <a:t>not</a:t>
            </a:r>
            <a:r>
              <a:rPr sz="1600" spc="-20" dirty="0">
                <a:latin typeface="Calibri"/>
                <a:cs typeface="Calibri"/>
              </a:rPr>
              <a:t> </a:t>
            </a:r>
            <a:r>
              <a:rPr sz="1600" dirty="0">
                <a:latin typeface="Calibri"/>
                <a:cs typeface="Calibri"/>
              </a:rPr>
              <a:t>act</a:t>
            </a:r>
            <a:r>
              <a:rPr sz="1600" spc="-25" dirty="0">
                <a:latin typeface="Calibri"/>
                <a:cs typeface="Calibri"/>
              </a:rPr>
              <a:t> </a:t>
            </a:r>
            <a:r>
              <a:rPr sz="1600" dirty="0">
                <a:latin typeface="Calibri"/>
                <a:cs typeface="Calibri"/>
              </a:rPr>
              <a:t>as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20" dirty="0">
                <a:latin typeface="Calibri"/>
                <a:cs typeface="Calibri"/>
              </a:rPr>
              <a:t> </a:t>
            </a:r>
            <a:r>
              <a:rPr sz="1600" dirty="0">
                <a:latin typeface="Calibri"/>
                <a:cs typeface="Calibri"/>
              </a:rPr>
              <a:t>pilot</a:t>
            </a:r>
            <a:r>
              <a:rPr sz="1600" spc="-2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an</a:t>
            </a:r>
            <a:r>
              <a:rPr sz="1600" spc="-25" dirty="0">
                <a:latin typeface="Calibri"/>
                <a:cs typeface="Calibri"/>
              </a:rPr>
              <a:t> </a:t>
            </a:r>
            <a:r>
              <a:rPr sz="1600" dirty="0">
                <a:latin typeface="Calibri"/>
                <a:cs typeface="Calibri"/>
              </a:rPr>
              <a:t>unmanned</a:t>
            </a:r>
            <a:r>
              <a:rPr sz="1600" spc="-25"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has</a:t>
            </a:r>
            <a:r>
              <a:rPr sz="1600" spc="-25"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total</a:t>
            </a:r>
            <a:r>
              <a:rPr sz="1600" spc="-25" dirty="0">
                <a:latin typeface="Calibri"/>
                <a:cs typeface="Calibri"/>
              </a:rPr>
              <a:t> </a:t>
            </a:r>
            <a:r>
              <a:rPr sz="1600" spc="-20" dirty="0">
                <a:latin typeface="Calibri"/>
                <a:cs typeface="Calibri"/>
              </a:rPr>
              <a:t>mass </a:t>
            </a:r>
            <a:r>
              <a:rPr sz="1600" spc="-10" dirty="0">
                <a:latin typeface="Calibri"/>
                <a:cs typeface="Calibri"/>
              </a:rPr>
              <a:t>exceeding</a:t>
            </a:r>
            <a:r>
              <a:rPr sz="1600" spc="-30" dirty="0">
                <a:latin typeface="Calibri"/>
                <a:cs typeface="Calibri"/>
              </a:rPr>
              <a:t> </a:t>
            </a:r>
            <a:r>
              <a:rPr sz="1600" dirty="0">
                <a:latin typeface="Calibri"/>
                <a:cs typeface="Calibri"/>
              </a:rPr>
              <a:t>1.5</a:t>
            </a:r>
            <a:r>
              <a:rPr sz="1600" spc="-20" dirty="0">
                <a:latin typeface="Calibri"/>
                <a:cs typeface="Calibri"/>
              </a:rPr>
              <a:t> </a:t>
            </a:r>
            <a:r>
              <a:rPr sz="1600" dirty="0">
                <a:latin typeface="Calibri"/>
                <a:cs typeface="Calibri"/>
              </a:rPr>
              <a:t>kg</a:t>
            </a:r>
            <a:r>
              <a:rPr sz="1600" spc="-30" dirty="0">
                <a:latin typeface="Calibri"/>
                <a:cs typeface="Calibri"/>
              </a:rPr>
              <a:t> </a:t>
            </a:r>
            <a:r>
              <a:rPr sz="1600" dirty="0">
                <a:latin typeface="Calibri"/>
                <a:cs typeface="Calibri"/>
              </a:rPr>
              <a:t>but</a:t>
            </a:r>
            <a:r>
              <a:rPr sz="1600" spc="-20" dirty="0">
                <a:latin typeface="Calibri"/>
                <a:cs typeface="Calibri"/>
              </a:rPr>
              <a:t> </a:t>
            </a:r>
            <a:r>
              <a:rPr sz="1600" dirty="0">
                <a:latin typeface="Calibri"/>
                <a:cs typeface="Calibri"/>
              </a:rPr>
              <a:t>not</a:t>
            </a:r>
            <a:r>
              <a:rPr sz="1600" spc="-20" dirty="0">
                <a:latin typeface="Calibri"/>
                <a:cs typeface="Calibri"/>
              </a:rPr>
              <a:t> </a:t>
            </a:r>
            <a:r>
              <a:rPr sz="1600" spc="-10" dirty="0">
                <a:latin typeface="Calibri"/>
                <a:cs typeface="Calibri"/>
              </a:rPr>
              <a:t>exceeding</a:t>
            </a:r>
            <a:r>
              <a:rPr sz="1600" spc="-30" dirty="0">
                <a:latin typeface="Calibri"/>
                <a:cs typeface="Calibri"/>
              </a:rPr>
              <a:t> </a:t>
            </a:r>
            <a:r>
              <a:rPr sz="1600" dirty="0">
                <a:latin typeface="Calibri"/>
                <a:cs typeface="Calibri"/>
              </a:rPr>
              <a:t>7</a:t>
            </a:r>
            <a:r>
              <a:rPr sz="1600" spc="-25" dirty="0">
                <a:latin typeface="Calibri"/>
                <a:cs typeface="Calibri"/>
              </a:rPr>
              <a:t> </a:t>
            </a:r>
            <a:r>
              <a:rPr sz="1600" dirty="0">
                <a:latin typeface="Calibri"/>
                <a:cs typeface="Calibri"/>
              </a:rPr>
              <a:t>kg</a:t>
            </a:r>
            <a:r>
              <a:rPr sz="1600" spc="-30" dirty="0">
                <a:latin typeface="Calibri"/>
                <a:cs typeface="Calibri"/>
              </a:rPr>
              <a:t> </a:t>
            </a:r>
            <a:r>
              <a:rPr sz="1600" dirty="0">
                <a:latin typeface="Calibri"/>
                <a:cs typeface="Calibri"/>
              </a:rPr>
              <a:t>for</a:t>
            </a:r>
            <a:r>
              <a:rPr sz="1600" spc="-15" dirty="0">
                <a:latin typeface="Calibri"/>
                <a:cs typeface="Calibri"/>
              </a:rPr>
              <a:t> </a:t>
            </a:r>
            <a:r>
              <a:rPr sz="1600" dirty="0">
                <a:latin typeface="Calibri"/>
                <a:cs typeface="Calibri"/>
              </a:rPr>
              <a:t>a</a:t>
            </a:r>
            <a:r>
              <a:rPr sz="1600" spc="-25" dirty="0">
                <a:latin typeface="Calibri"/>
                <a:cs typeface="Calibri"/>
              </a:rPr>
              <a:t> </a:t>
            </a:r>
            <a:r>
              <a:rPr sz="1600" spc="-10" dirty="0">
                <a:latin typeface="Calibri"/>
                <a:cs typeface="Calibri"/>
              </a:rPr>
              <a:t>recreation</a:t>
            </a:r>
            <a:r>
              <a:rPr sz="1600" spc="-30" dirty="0">
                <a:latin typeface="Calibri"/>
                <a:cs typeface="Calibri"/>
              </a:rPr>
              <a:t> </a:t>
            </a:r>
            <a:r>
              <a:rPr sz="1600" dirty="0">
                <a:latin typeface="Calibri"/>
                <a:cs typeface="Calibri"/>
              </a:rPr>
              <a:t>purpose</a:t>
            </a:r>
            <a:r>
              <a:rPr sz="1600" spc="-15"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an</a:t>
            </a:r>
            <a:r>
              <a:rPr sz="1600" spc="-25" dirty="0">
                <a:latin typeface="Calibri"/>
                <a:cs typeface="Calibri"/>
              </a:rPr>
              <a:t> </a:t>
            </a:r>
            <a:r>
              <a:rPr sz="1600" dirty="0">
                <a:latin typeface="Calibri"/>
                <a:cs typeface="Calibri"/>
              </a:rPr>
              <a:t>education</a:t>
            </a:r>
            <a:r>
              <a:rPr sz="1600" spc="-25" dirty="0">
                <a:latin typeface="Calibri"/>
                <a:cs typeface="Calibri"/>
              </a:rPr>
              <a:t> </a:t>
            </a:r>
            <a:r>
              <a:rPr sz="1600" dirty="0">
                <a:latin typeface="Calibri"/>
                <a:cs typeface="Calibri"/>
              </a:rPr>
              <a:t>purpose</a:t>
            </a:r>
            <a:r>
              <a:rPr sz="1600" spc="-20" dirty="0">
                <a:latin typeface="Calibri"/>
                <a:cs typeface="Calibri"/>
              </a:rPr>
              <a:t> </a:t>
            </a:r>
            <a:r>
              <a:rPr sz="1600" dirty="0">
                <a:latin typeface="Calibri"/>
                <a:cs typeface="Calibri"/>
              </a:rPr>
              <a:t>unless</a:t>
            </a:r>
            <a:r>
              <a:rPr sz="1600" spc="-20"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person</a:t>
            </a:r>
            <a:r>
              <a:rPr sz="1600" spc="-40" dirty="0">
                <a:latin typeface="Calibri"/>
                <a:cs typeface="Calibri"/>
              </a:rPr>
              <a:t> </a:t>
            </a:r>
            <a:r>
              <a:rPr sz="1600" spc="-50" dirty="0">
                <a:latin typeface="Calibri"/>
                <a:cs typeface="Calibri"/>
              </a:rPr>
              <a:t>—</a:t>
            </a:r>
            <a:endParaRPr sz="1600">
              <a:latin typeface="Calibri"/>
              <a:cs typeface="Calibri"/>
            </a:endParaRPr>
          </a:p>
          <a:p>
            <a:pPr marL="812165" lvl="1" indent="-342265">
              <a:lnSpc>
                <a:spcPct val="100000"/>
              </a:lnSpc>
              <a:spcBef>
                <a:spcPts val="960"/>
              </a:spcBef>
              <a:buAutoNum type="alphaLcParenR"/>
              <a:tabLst>
                <a:tab pos="812165" algn="l"/>
              </a:tabLst>
            </a:pPr>
            <a:r>
              <a:rPr sz="1600" dirty="0">
                <a:latin typeface="Calibri"/>
                <a:cs typeface="Calibri"/>
              </a:rPr>
              <a:t>has</a:t>
            </a:r>
            <a:r>
              <a:rPr sz="1600" spc="-40" dirty="0">
                <a:latin typeface="Calibri"/>
                <a:cs typeface="Calibri"/>
              </a:rPr>
              <a:t> </a:t>
            </a:r>
            <a:r>
              <a:rPr sz="1600" spc="-10" dirty="0">
                <a:latin typeface="Calibri"/>
                <a:cs typeface="Calibri"/>
              </a:rPr>
              <a:t>attained</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requisite</a:t>
            </a:r>
            <a:r>
              <a:rPr sz="1600" spc="-30" dirty="0">
                <a:latin typeface="Calibri"/>
                <a:cs typeface="Calibri"/>
              </a:rPr>
              <a:t> </a:t>
            </a:r>
            <a:r>
              <a:rPr sz="1600" dirty="0">
                <a:latin typeface="Calibri"/>
                <a:cs typeface="Calibri"/>
              </a:rPr>
              <a:t>minimum</a:t>
            </a:r>
            <a:r>
              <a:rPr sz="1600" spc="-40" dirty="0">
                <a:latin typeface="Calibri"/>
                <a:cs typeface="Calibri"/>
              </a:rPr>
              <a:t> </a:t>
            </a:r>
            <a:r>
              <a:rPr sz="1600" dirty="0">
                <a:latin typeface="Calibri"/>
                <a:cs typeface="Calibri"/>
              </a:rPr>
              <a:t>age;</a:t>
            </a:r>
            <a:r>
              <a:rPr sz="1600" spc="-40" dirty="0">
                <a:latin typeface="Calibri"/>
                <a:cs typeface="Calibri"/>
              </a:rPr>
              <a:t> </a:t>
            </a:r>
            <a:r>
              <a:rPr sz="1600" spc="-25" dirty="0">
                <a:latin typeface="Calibri"/>
                <a:cs typeface="Calibri"/>
              </a:rPr>
              <a:t>and</a:t>
            </a:r>
            <a:endParaRPr sz="1600">
              <a:latin typeface="Calibri"/>
              <a:cs typeface="Calibri"/>
            </a:endParaRPr>
          </a:p>
          <a:p>
            <a:pPr marL="812165" lvl="1" indent="-342265">
              <a:lnSpc>
                <a:spcPct val="100000"/>
              </a:lnSpc>
              <a:spcBef>
                <a:spcPts val="980"/>
              </a:spcBef>
              <a:buAutoNum type="alphaLcParenR"/>
              <a:tabLst>
                <a:tab pos="812165" algn="l"/>
              </a:tabLst>
            </a:pP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20" dirty="0">
                <a:latin typeface="Calibri"/>
                <a:cs typeface="Calibri"/>
              </a:rPr>
              <a:t> </a:t>
            </a:r>
            <a:r>
              <a:rPr sz="1600" dirty="0">
                <a:latin typeface="Calibri"/>
                <a:cs typeface="Calibri"/>
              </a:rPr>
              <a:t>basic</a:t>
            </a:r>
            <a:r>
              <a:rPr sz="1600" spc="-20" dirty="0">
                <a:latin typeface="Calibri"/>
                <a:cs typeface="Calibri"/>
              </a:rPr>
              <a:t> </a:t>
            </a:r>
            <a:r>
              <a:rPr sz="1600" dirty="0">
                <a:latin typeface="Calibri"/>
                <a:cs typeface="Calibri"/>
              </a:rPr>
              <a:t>training</a:t>
            </a:r>
            <a:r>
              <a:rPr sz="1600" spc="-25" dirty="0">
                <a:latin typeface="Calibri"/>
                <a:cs typeface="Calibri"/>
              </a:rPr>
              <a:t> </a:t>
            </a:r>
            <a:r>
              <a:rPr sz="1600" spc="-10" dirty="0">
                <a:latin typeface="Calibri"/>
                <a:cs typeface="Calibri"/>
              </a:rPr>
              <a:t>certificate,</a:t>
            </a:r>
            <a:r>
              <a:rPr sz="1600" spc="-20" dirty="0">
                <a:latin typeface="Calibri"/>
                <a:cs typeface="Calibri"/>
              </a:rPr>
              <a:t> </a:t>
            </a:r>
            <a:r>
              <a:rPr sz="1600" dirty="0">
                <a:latin typeface="Calibri"/>
                <a:cs typeface="Calibri"/>
              </a:rPr>
              <a:t>or</a:t>
            </a:r>
            <a:r>
              <a:rPr sz="1600" spc="-10" dirty="0">
                <a:latin typeface="Calibri"/>
                <a:cs typeface="Calibri"/>
              </a:rPr>
              <a:t> </a:t>
            </a: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15" dirty="0">
                <a:latin typeface="Calibri"/>
                <a:cs typeface="Calibri"/>
              </a:rPr>
              <a:t> </a:t>
            </a:r>
            <a:r>
              <a:rPr sz="1600" dirty="0">
                <a:latin typeface="Calibri"/>
                <a:cs typeface="Calibri"/>
              </a:rPr>
              <a:t>pilot</a:t>
            </a:r>
            <a:r>
              <a:rPr sz="1600" spc="-20" dirty="0">
                <a:latin typeface="Calibri"/>
                <a:cs typeface="Calibri"/>
              </a:rPr>
              <a:t> </a:t>
            </a:r>
            <a:r>
              <a:rPr sz="1600" dirty="0">
                <a:latin typeface="Calibri"/>
                <a:cs typeface="Calibri"/>
              </a:rPr>
              <a:t>licence</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is</a:t>
            </a:r>
            <a:r>
              <a:rPr sz="1600" spc="-15" dirty="0">
                <a:latin typeface="Calibri"/>
                <a:cs typeface="Calibri"/>
              </a:rPr>
              <a:t> </a:t>
            </a:r>
            <a:r>
              <a:rPr sz="1600" dirty="0">
                <a:latin typeface="Calibri"/>
                <a:cs typeface="Calibri"/>
              </a:rPr>
              <a:t>in</a:t>
            </a:r>
            <a:r>
              <a:rPr sz="1600" spc="-25" dirty="0">
                <a:latin typeface="Calibri"/>
                <a:cs typeface="Calibri"/>
              </a:rPr>
              <a:t> </a:t>
            </a:r>
            <a:r>
              <a:rPr sz="1600" spc="-10" dirty="0">
                <a:latin typeface="Calibri"/>
                <a:cs typeface="Calibri"/>
              </a:rPr>
              <a:t>force.</a:t>
            </a:r>
            <a:endParaRPr sz="1600">
              <a:latin typeface="Calibri"/>
              <a:cs typeface="Calibri"/>
            </a:endParaRPr>
          </a:p>
          <a:p>
            <a:pPr>
              <a:lnSpc>
                <a:spcPct val="100000"/>
              </a:lnSpc>
              <a:spcBef>
                <a:spcPts val="1910"/>
              </a:spcBef>
            </a:pPr>
            <a:endParaRPr sz="1600">
              <a:latin typeface="Calibri"/>
              <a:cs typeface="Calibri"/>
            </a:endParaRPr>
          </a:p>
          <a:p>
            <a:pPr marL="12700" marR="5080" indent="271780">
              <a:lnSpc>
                <a:spcPct val="101299"/>
              </a:lnSpc>
              <a:buAutoNum type="arabicParenBoth" startAt="2"/>
              <a:tabLst>
                <a:tab pos="284480" algn="l"/>
              </a:tabLst>
            </a:pPr>
            <a:r>
              <a:rPr sz="1600" dirty="0">
                <a:latin typeface="Calibri"/>
                <a:cs typeface="Calibri"/>
              </a:rPr>
              <a:t>Despite</a:t>
            </a:r>
            <a:r>
              <a:rPr sz="1600" spc="-30" dirty="0">
                <a:latin typeface="Calibri"/>
                <a:cs typeface="Calibri"/>
              </a:rPr>
              <a:t> </a:t>
            </a:r>
            <a:r>
              <a:rPr sz="1600" spc="-10" dirty="0">
                <a:latin typeface="Calibri"/>
                <a:cs typeface="Calibri"/>
              </a:rPr>
              <a:t>paragraph</a:t>
            </a:r>
            <a:r>
              <a:rPr sz="1600" spc="-35" dirty="0">
                <a:latin typeface="Calibri"/>
                <a:cs typeface="Calibri"/>
              </a:rPr>
              <a:t> </a:t>
            </a:r>
            <a:r>
              <a:rPr sz="1600" dirty="0">
                <a:latin typeface="Calibri"/>
                <a:cs typeface="Calibri"/>
              </a:rPr>
              <a:t>(1),</a:t>
            </a:r>
            <a:r>
              <a:rPr sz="1600" spc="-30" dirty="0">
                <a:latin typeface="Calibri"/>
                <a:cs typeface="Calibri"/>
              </a:rPr>
              <a:t> </a:t>
            </a:r>
            <a:r>
              <a:rPr sz="1600" dirty="0">
                <a:latin typeface="Calibri"/>
                <a:cs typeface="Calibri"/>
              </a:rPr>
              <a:t>a</a:t>
            </a:r>
            <a:r>
              <a:rPr sz="1600" spc="-35" dirty="0">
                <a:latin typeface="Calibri"/>
                <a:cs typeface="Calibri"/>
              </a:rPr>
              <a:t> </a:t>
            </a:r>
            <a:r>
              <a:rPr sz="1600" dirty="0">
                <a:latin typeface="Calibri"/>
                <a:cs typeface="Calibri"/>
              </a:rPr>
              <a:t>person</a:t>
            </a:r>
            <a:r>
              <a:rPr sz="1600" spc="-30" dirty="0">
                <a:latin typeface="Calibri"/>
                <a:cs typeface="Calibri"/>
              </a:rPr>
              <a:t> </a:t>
            </a:r>
            <a:r>
              <a:rPr sz="1600" dirty="0">
                <a:latin typeface="Calibri"/>
                <a:cs typeface="Calibri"/>
              </a:rPr>
              <a:t>who</a:t>
            </a:r>
            <a:r>
              <a:rPr sz="1600" spc="-25" dirty="0">
                <a:latin typeface="Calibri"/>
                <a:cs typeface="Calibri"/>
              </a:rPr>
              <a:t> </a:t>
            </a:r>
            <a:r>
              <a:rPr sz="1600" dirty="0">
                <a:latin typeface="Calibri"/>
                <a:cs typeface="Calibri"/>
              </a:rPr>
              <a:t>has</a:t>
            </a:r>
            <a:r>
              <a:rPr sz="1600" spc="-30" dirty="0">
                <a:latin typeface="Calibri"/>
                <a:cs typeface="Calibri"/>
              </a:rPr>
              <a:t> </a:t>
            </a:r>
            <a:r>
              <a:rPr sz="1600" dirty="0">
                <a:latin typeface="Calibri"/>
                <a:cs typeface="Calibri"/>
              </a:rPr>
              <a:t>not</a:t>
            </a:r>
            <a:r>
              <a:rPr sz="1600" spc="-30" dirty="0">
                <a:latin typeface="Calibri"/>
                <a:cs typeface="Calibri"/>
              </a:rPr>
              <a:t> </a:t>
            </a:r>
            <a:r>
              <a:rPr sz="1600" spc="-10" dirty="0">
                <a:latin typeface="Calibri"/>
                <a:cs typeface="Calibri"/>
              </a:rPr>
              <a:t>attained</a:t>
            </a:r>
            <a:r>
              <a:rPr sz="1600" spc="-3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requisite</a:t>
            </a:r>
            <a:r>
              <a:rPr sz="1600" spc="-30" dirty="0">
                <a:latin typeface="Calibri"/>
                <a:cs typeface="Calibri"/>
              </a:rPr>
              <a:t> </a:t>
            </a:r>
            <a:r>
              <a:rPr sz="1600" dirty="0">
                <a:latin typeface="Calibri"/>
                <a:cs typeface="Calibri"/>
              </a:rPr>
              <a:t>minimum</a:t>
            </a:r>
            <a:r>
              <a:rPr sz="1600" spc="-35" dirty="0">
                <a:latin typeface="Calibri"/>
                <a:cs typeface="Calibri"/>
              </a:rPr>
              <a:t> </a:t>
            </a:r>
            <a:r>
              <a:rPr sz="1600" dirty="0">
                <a:latin typeface="Calibri"/>
                <a:cs typeface="Calibri"/>
              </a:rPr>
              <a:t>age</a:t>
            </a:r>
            <a:r>
              <a:rPr sz="1600" spc="-30" dirty="0">
                <a:latin typeface="Calibri"/>
                <a:cs typeface="Calibri"/>
              </a:rPr>
              <a:t> </a:t>
            </a:r>
            <a:r>
              <a:rPr sz="1600" dirty="0">
                <a:latin typeface="Calibri"/>
                <a:cs typeface="Calibri"/>
              </a:rPr>
              <a:t>may</a:t>
            </a:r>
            <a:r>
              <a:rPr sz="1600" spc="-30" dirty="0">
                <a:latin typeface="Calibri"/>
                <a:cs typeface="Calibri"/>
              </a:rPr>
              <a:t> </a:t>
            </a:r>
            <a:r>
              <a:rPr sz="1600" spc="-10" dirty="0">
                <a:latin typeface="Calibri"/>
                <a:cs typeface="Calibri"/>
              </a:rPr>
              <a:t>operate</a:t>
            </a:r>
            <a:r>
              <a:rPr sz="1600" spc="-25"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unmanned</a:t>
            </a:r>
            <a:r>
              <a:rPr sz="1600" spc="-35" dirty="0">
                <a:latin typeface="Calibri"/>
                <a:cs typeface="Calibri"/>
              </a:rPr>
              <a:t> </a:t>
            </a:r>
            <a:r>
              <a:rPr sz="1600" spc="-10" dirty="0">
                <a:latin typeface="Calibri"/>
                <a:cs typeface="Calibri"/>
              </a:rPr>
              <a:t>aircraft </a:t>
            </a:r>
            <a:r>
              <a:rPr sz="1600" dirty="0">
                <a:latin typeface="Calibri"/>
                <a:cs typeface="Calibri"/>
              </a:rPr>
              <a:t>that</a:t>
            </a:r>
            <a:r>
              <a:rPr sz="1600" spc="-20" dirty="0">
                <a:latin typeface="Calibri"/>
                <a:cs typeface="Calibri"/>
              </a:rPr>
              <a:t> </a:t>
            </a:r>
            <a:r>
              <a:rPr sz="1600" dirty="0">
                <a:latin typeface="Calibri"/>
                <a:cs typeface="Calibri"/>
              </a:rPr>
              <a:t>has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total</a:t>
            </a:r>
            <a:r>
              <a:rPr sz="1600" spc="-25" dirty="0">
                <a:latin typeface="Calibri"/>
                <a:cs typeface="Calibri"/>
              </a:rPr>
              <a:t> </a:t>
            </a:r>
            <a:r>
              <a:rPr sz="1600" dirty="0">
                <a:latin typeface="Calibri"/>
                <a:cs typeface="Calibri"/>
              </a:rPr>
              <a:t>mass</a:t>
            </a:r>
            <a:r>
              <a:rPr sz="1600" spc="-20" dirty="0">
                <a:latin typeface="Calibri"/>
                <a:cs typeface="Calibri"/>
              </a:rPr>
              <a:t> </a:t>
            </a:r>
            <a:r>
              <a:rPr sz="1600" spc="-10" dirty="0">
                <a:latin typeface="Calibri"/>
                <a:cs typeface="Calibri"/>
              </a:rPr>
              <a:t>exceeding</a:t>
            </a:r>
            <a:r>
              <a:rPr sz="1600" spc="-25" dirty="0">
                <a:latin typeface="Calibri"/>
                <a:cs typeface="Calibri"/>
              </a:rPr>
              <a:t> </a:t>
            </a:r>
            <a:r>
              <a:rPr sz="1600" dirty="0">
                <a:latin typeface="Calibri"/>
                <a:cs typeface="Calibri"/>
              </a:rPr>
              <a:t>1.5</a:t>
            </a:r>
            <a:r>
              <a:rPr sz="1600" spc="-20" dirty="0">
                <a:latin typeface="Calibri"/>
                <a:cs typeface="Calibri"/>
              </a:rPr>
              <a:t> </a:t>
            </a:r>
            <a:r>
              <a:rPr sz="1600" dirty="0">
                <a:latin typeface="Calibri"/>
                <a:cs typeface="Calibri"/>
              </a:rPr>
              <a:t>kg</a:t>
            </a:r>
            <a:r>
              <a:rPr sz="1600" spc="-25" dirty="0">
                <a:latin typeface="Calibri"/>
                <a:cs typeface="Calibri"/>
              </a:rPr>
              <a:t> </a:t>
            </a:r>
            <a:r>
              <a:rPr sz="1600" dirty="0">
                <a:latin typeface="Calibri"/>
                <a:cs typeface="Calibri"/>
              </a:rPr>
              <a:t>but</a:t>
            </a:r>
            <a:r>
              <a:rPr sz="1600" spc="-20" dirty="0">
                <a:latin typeface="Calibri"/>
                <a:cs typeface="Calibri"/>
              </a:rPr>
              <a:t> </a:t>
            </a:r>
            <a:r>
              <a:rPr sz="1600" dirty="0">
                <a:latin typeface="Calibri"/>
                <a:cs typeface="Calibri"/>
              </a:rPr>
              <a:t>not</a:t>
            </a:r>
            <a:r>
              <a:rPr sz="1600" spc="-20" dirty="0">
                <a:latin typeface="Calibri"/>
                <a:cs typeface="Calibri"/>
              </a:rPr>
              <a:t> </a:t>
            </a:r>
            <a:r>
              <a:rPr sz="1600" spc="-10" dirty="0">
                <a:latin typeface="Calibri"/>
                <a:cs typeface="Calibri"/>
              </a:rPr>
              <a:t>exceeding</a:t>
            </a:r>
            <a:r>
              <a:rPr sz="1600" spc="-25" dirty="0">
                <a:latin typeface="Calibri"/>
                <a:cs typeface="Calibri"/>
              </a:rPr>
              <a:t> </a:t>
            </a:r>
            <a:r>
              <a:rPr sz="1600" dirty="0">
                <a:latin typeface="Calibri"/>
                <a:cs typeface="Calibri"/>
              </a:rPr>
              <a:t>7</a:t>
            </a:r>
            <a:r>
              <a:rPr sz="1600" spc="-25" dirty="0">
                <a:latin typeface="Calibri"/>
                <a:cs typeface="Calibri"/>
              </a:rPr>
              <a:t> </a:t>
            </a:r>
            <a:r>
              <a:rPr sz="1600" dirty="0">
                <a:latin typeface="Calibri"/>
                <a:cs typeface="Calibri"/>
              </a:rPr>
              <a:t>kg</a:t>
            </a:r>
            <a:r>
              <a:rPr sz="1600" spc="-20" dirty="0">
                <a:latin typeface="Calibri"/>
                <a:cs typeface="Calibri"/>
              </a:rPr>
              <a:t> </a:t>
            </a:r>
            <a:r>
              <a:rPr sz="1600" dirty="0">
                <a:latin typeface="Calibri"/>
                <a:cs typeface="Calibri"/>
              </a:rPr>
              <a:t>for</a:t>
            </a:r>
            <a:r>
              <a:rPr sz="1600" spc="-15" dirty="0">
                <a:latin typeface="Calibri"/>
                <a:cs typeface="Calibri"/>
              </a:rPr>
              <a:t> </a:t>
            </a:r>
            <a:r>
              <a:rPr sz="1600" dirty="0">
                <a:latin typeface="Calibri"/>
                <a:cs typeface="Calibri"/>
              </a:rPr>
              <a:t>a</a:t>
            </a:r>
            <a:r>
              <a:rPr sz="1600" spc="-25" dirty="0">
                <a:latin typeface="Calibri"/>
                <a:cs typeface="Calibri"/>
              </a:rPr>
              <a:t> </a:t>
            </a:r>
            <a:r>
              <a:rPr sz="1600" spc="-10" dirty="0">
                <a:latin typeface="Calibri"/>
                <a:cs typeface="Calibri"/>
              </a:rPr>
              <a:t>recreation</a:t>
            </a:r>
            <a:r>
              <a:rPr sz="1600" spc="-25" dirty="0">
                <a:latin typeface="Calibri"/>
                <a:cs typeface="Calibri"/>
              </a:rPr>
              <a:t> </a:t>
            </a:r>
            <a:r>
              <a:rPr sz="1600" dirty="0">
                <a:latin typeface="Calibri"/>
                <a:cs typeface="Calibri"/>
              </a:rPr>
              <a:t>purpose</a:t>
            </a:r>
            <a:r>
              <a:rPr sz="1600" spc="-15" dirty="0">
                <a:latin typeface="Calibri"/>
                <a:cs typeface="Calibri"/>
              </a:rPr>
              <a:t> </a:t>
            </a:r>
            <a:r>
              <a:rPr sz="1600" dirty="0">
                <a:latin typeface="Calibri"/>
                <a:cs typeface="Calibri"/>
              </a:rPr>
              <a:t>or</a:t>
            </a:r>
            <a:r>
              <a:rPr sz="1600" spc="-15" dirty="0">
                <a:latin typeface="Calibri"/>
                <a:cs typeface="Calibri"/>
              </a:rPr>
              <a:t> </a:t>
            </a:r>
            <a:r>
              <a:rPr sz="1600" dirty="0">
                <a:latin typeface="Calibri"/>
                <a:cs typeface="Calibri"/>
              </a:rPr>
              <a:t>an</a:t>
            </a:r>
            <a:r>
              <a:rPr sz="1600" spc="-25" dirty="0">
                <a:latin typeface="Calibri"/>
                <a:cs typeface="Calibri"/>
              </a:rPr>
              <a:t> </a:t>
            </a:r>
            <a:r>
              <a:rPr sz="1600" dirty="0">
                <a:latin typeface="Calibri"/>
                <a:cs typeface="Calibri"/>
              </a:rPr>
              <a:t>education</a:t>
            </a:r>
            <a:r>
              <a:rPr sz="1600" spc="-25" dirty="0">
                <a:latin typeface="Calibri"/>
                <a:cs typeface="Calibri"/>
              </a:rPr>
              <a:t> </a:t>
            </a:r>
            <a:r>
              <a:rPr sz="1600" dirty="0">
                <a:latin typeface="Calibri"/>
                <a:cs typeface="Calibri"/>
              </a:rPr>
              <a:t>purpose</a:t>
            </a:r>
            <a:r>
              <a:rPr sz="1600" spc="-15" dirty="0">
                <a:latin typeface="Calibri"/>
                <a:cs typeface="Calibri"/>
              </a:rPr>
              <a:t> </a:t>
            </a:r>
            <a:r>
              <a:rPr sz="1600" spc="-10" dirty="0">
                <a:latin typeface="Calibri"/>
                <a:cs typeface="Calibri"/>
              </a:rPr>
              <a:t>under </a:t>
            </a:r>
            <a:r>
              <a:rPr sz="1600" dirty="0">
                <a:latin typeface="Calibri"/>
                <a:cs typeface="Calibri"/>
              </a:rPr>
              <a:t>the</a:t>
            </a:r>
            <a:r>
              <a:rPr sz="1600" spc="-20" dirty="0">
                <a:latin typeface="Calibri"/>
                <a:cs typeface="Calibri"/>
              </a:rPr>
              <a:t> </a:t>
            </a:r>
            <a:r>
              <a:rPr sz="1600" dirty="0">
                <a:latin typeface="Calibri"/>
                <a:cs typeface="Calibri"/>
              </a:rPr>
              <a:t>supervision</a:t>
            </a:r>
            <a:r>
              <a:rPr sz="1600" spc="-3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another</a:t>
            </a:r>
            <a:r>
              <a:rPr sz="1600" spc="-20" dirty="0">
                <a:latin typeface="Calibri"/>
                <a:cs typeface="Calibri"/>
              </a:rPr>
              <a:t> </a:t>
            </a:r>
            <a:r>
              <a:rPr sz="1600" dirty="0">
                <a:latin typeface="Calibri"/>
                <a:cs typeface="Calibri"/>
              </a:rPr>
              <a:t>person</a:t>
            </a:r>
            <a:r>
              <a:rPr sz="1600" spc="-30" dirty="0">
                <a:latin typeface="Calibri"/>
                <a:cs typeface="Calibri"/>
              </a:rPr>
              <a:t> </a:t>
            </a:r>
            <a:r>
              <a:rPr sz="1600" dirty="0">
                <a:latin typeface="Calibri"/>
                <a:cs typeface="Calibri"/>
              </a:rPr>
              <a:t>(called</a:t>
            </a:r>
            <a:r>
              <a:rPr sz="1600" spc="-25" dirty="0">
                <a:latin typeface="Calibri"/>
                <a:cs typeface="Calibri"/>
              </a:rPr>
              <a:t> </a:t>
            </a:r>
            <a:r>
              <a:rPr sz="1600" dirty="0">
                <a:latin typeface="Calibri"/>
                <a:cs typeface="Calibri"/>
              </a:rPr>
              <a:t>in</a:t>
            </a:r>
            <a:r>
              <a:rPr sz="1600" spc="-30" dirty="0">
                <a:latin typeface="Calibri"/>
                <a:cs typeface="Calibri"/>
              </a:rPr>
              <a:t> </a:t>
            </a:r>
            <a:r>
              <a:rPr sz="1600" dirty="0">
                <a:latin typeface="Calibri"/>
                <a:cs typeface="Calibri"/>
              </a:rPr>
              <a:t>this</a:t>
            </a:r>
            <a:r>
              <a:rPr sz="1600" spc="-20" dirty="0">
                <a:latin typeface="Calibri"/>
                <a:cs typeface="Calibri"/>
              </a:rPr>
              <a:t> </a:t>
            </a:r>
            <a:r>
              <a:rPr sz="1600" dirty="0">
                <a:latin typeface="Calibri"/>
                <a:cs typeface="Calibri"/>
              </a:rPr>
              <a:t>Part</a:t>
            </a:r>
            <a:r>
              <a:rPr sz="1600" spc="-2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supervising</a:t>
            </a:r>
            <a:r>
              <a:rPr sz="1600" spc="-25"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who</a:t>
            </a:r>
            <a:r>
              <a:rPr sz="1600" spc="-15" dirty="0">
                <a:latin typeface="Calibri"/>
                <a:cs typeface="Calibri"/>
              </a:rPr>
              <a:t> </a:t>
            </a:r>
            <a:r>
              <a:rPr sz="1600" spc="-50" dirty="0">
                <a:latin typeface="Calibri"/>
                <a:cs typeface="Calibri"/>
              </a:rPr>
              <a:t>—</a:t>
            </a:r>
            <a:endParaRPr sz="1600">
              <a:latin typeface="Calibri"/>
              <a:cs typeface="Calibri"/>
            </a:endParaRPr>
          </a:p>
          <a:p>
            <a:pPr marL="812165" lvl="1" indent="-342265">
              <a:lnSpc>
                <a:spcPct val="100000"/>
              </a:lnSpc>
              <a:spcBef>
                <a:spcPts val="985"/>
              </a:spcBef>
              <a:buAutoNum type="alphaLcParenR"/>
              <a:tabLst>
                <a:tab pos="812165" algn="l"/>
              </a:tabLst>
            </a:pPr>
            <a:r>
              <a:rPr sz="1600" dirty="0">
                <a:latin typeface="Calibri"/>
                <a:cs typeface="Calibri"/>
              </a:rPr>
              <a:t>has</a:t>
            </a:r>
            <a:r>
              <a:rPr sz="1600" spc="-40" dirty="0">
                <a:latin typeface="Calibri"/>
                <a:cs typeface="Calibri"/>
              </a:rPr>
              <a:t> </a:t>
            </a:r>
            <a:r>
              <a:rPr sz="1600" spc="-10" dirty="0">
                <a:latin typeface="Calibri"/>
                <a:cs typeface="Calibri"/>
              </a:rPr>
              <a:t>attained</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requisite</a:t>
            </a:r>
            <a:r>
              <a:rPr sz="1600" spc="-30" dirty="0">
                <a:latin typeface="Calibri"/>
                <a:cs typeface="Calibri"/>
              </a:rPr>
              <a:t> </a:t>
            </a:r>
            <a:r>
              <a:rPr sz="1600" dirty="0">
                <a:latin typeface="Calibri"/>
                <a:cs typeface="Calibri"/>
              </a:rPr>
              <a:t>minimum</a:t>
            </a:r>
            <a:r>
              <a:rPr sz="1600" spc="-40" dirty="0">
                <a:latin typeface="Calibri"/>
                <a:cs typeface="Calibri"/>
              </a:rPr>
              <a:t> </a:t>
            </a:r>
            <a:r>
              <a:rPr sz="1600" dirty="0">
                <a:latin typeface="Calibri"/>
                <a:cs typeface="Calibri"/>
              </a:rPr>
              <a:t>age;</a:t>
            </a:r>
            <a:r>
              <a:rPr sz="1600" spc="-40" dirty="0">
                <a:latin typeface="Calibri"/>
                <a:cs typeface="Calibri"/>
              </a:rPr>
              <a:t> </a:t>
            </a:r>
            <a:r>
              <a:rPr sz="1600" spc="-25" dirty="0">
                <a:latin typeface="Calibri"/>
                <a:cs typeface="Calibri"/>
              </a:rPr>
              <a:t>and</a:t>
            </a:r>
            <a:endParaRPr sz="1600">
              <a:latin typeface="Calibri"/>
              <a:cs typeface="Calibri"/>
            </a:endParaRPr>
          </a:p>
          <a:p>
            <a:pPr marL="812165" lvl="1" indent="-342265">
              <a:lnSpc>
                <a:spcPct val="100000"/>
              </a:lnSpc>
              <a:spcBef>
                <a:spcPts val="985"/>
              </a:spcBef>
              <a:buAutoNum type="alphaLcParenR"/>
              <a:tabLst>
                <a:tab pos="812165" algn="l"/>
              </a:tabLst>
            </a:pP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20" dirty="0">
                <a:latin typeface="Calibri"/>
                <a:cs typeface="Calibri"/>
              </a:rPr>
              <a:t> </a:t>
            </a:r>
            <a:r>
              <a:rPr sz="1600" dirty="0">
                <a:latin typeface="Calibri"/>
                <a:cs typeface="Calibri"/>
              </a:rPr>
              <a:t>basic</a:t>
            </a:r>
            <a:r>
              <a:rPr sz="1600" spc="-20" dirty="0">
                <a:latin typeface="Calibri"/>
                <a:cs typeface="Calibri"/>
              </a:rPr>
              <a:t> </a:t>
            </a:r>
            <a:r>
              <a:rPr sz="1600" dirty="0">
                <a:latin typeface="Calibri"/>
                <a:cs typeface="Calibri"/>
              </a:rPr>
              <a:t>training</a:t>
            </a:r>
            <a:r>
              <a:rPr sz="1600" spc="-25" dirty="0">
                <a:latin typeface="Calibri"/>
                <a:cs typeface="Calibri"/>
              </a:rPr>
              <a:t> </a:t>
            </a:r>
            <a:r>
              <a:rPr sz="1600" spc="-10" dirty="0">
                <a:latin typeface="Calibri"/>
                <a:cs typeface="Calibri"/>
              </a:rPr>
              <a:t>certificate,</a:t>
            </a:r>
            <a:r>
              <a:rPr sz="1600" spc="-20" dirty="0">
                <a:latin typeface="Calibri"/>
                <a:cs typeface="Calibri"/>
              </a:rPr>
              <a:t> </a:t>
            </a:r>
            <a:r>
              <a:rPr sz="1600" dirty="0">
                <a:latin typeface="Calibri"/>
                <a:cs typeface="Calibri"/>
              </a:rPr>
              <a:t>or</a:t>
            </a:r>
            <a:r>
              <a:rPr sz="1600" spc="-10" dirty="0">
                <a:latin typeface="Calibri"/>
                <a:cs typeface="Calibri"/>
              </a:rPr>
              <a:t> </a:t>
            </a: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15" dirty="0">
                <a:latin typeface="Calibri"/>
                <a:cs typeface="Calibri"/>
              </a:rPr>
              <a:t> </a:t>
            </a:r>
            <a:r>
              <a:rPr sz="1600" dirty="0">
                <a:latin typeface="Calibri"/>
                <a:cs typeface="Calibri"/>
              </a:rPr>
              <a:t>pilot</a:t>
            </a:r>
            <a:r>
              <a:rPr sz="1600" spc="-20" dirty="0">
                <a:latin typeface="Calibri"/>
                <a:cs typeface="Calibri"/>
              </a:rPr>
              <a:t> </a:t>
            </a:r>
            <a:r>
              <a:rPr sz="1600" dirty="0">
                <a:latin typeface="Calibri"/>
                <a:cs typeface="Calibri"/>
              </a:rPr>
              <a:t>licence</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is</a:t>
            </a:r>
            <a:r>
              <a:rPr sz="1600" spc="-15" dirty="0">
                <a:latin typeface="Calibri"/>
                <a:cs typeface="Calibri"/>
              </a:rPr>
              <a:t> </a:t>
            </a:r>
            <a:r>
              <a:rPr sz="1600" dirty="0">
                <a:latin typeface="Calibri"/>
                <a:cs typeface="Calibri"/>
              </a:rPr>
              <a:t>in</a:t>
            </a:r>
            <a:r>
              <a:rPr sz="1600" spc="-25" dirty="0">
                <a:latin typeface="Calibri"/>
                <a:cs typeface="Calibri"/>
              </a:rPr>
              <a:t> </a:t>
            </a:r>
            <a:r>
              <a:rPr sz="1600" spc="-10" dirty="0">
                <a:latin typeface="Calibri"/>
                <a:cs typeface="Calibri"/>
              </a:rPr>
              <a:t>force.</a:t>
            </a:r>
            <a:endParaRPr sz="1600">
              <a:latin typeface="Calibri"/>
              <a:cs typeface="Calibri"/>
            </a:endParaRPr>
          </a:p>
          <a:p>
            <a:pPr lvl="1">
              <a:lnSpc>
                <a:spcPct val="100000"/>
              </a:lnSpc>
              <a:spcBef>
                <a:spcPts val="1935"/>
              </a:spcBef>
              <a:buFont typeface="Calibri"/>
              <a:buAutoNum type="alphaLcParenR"/>
            </a:pPr>
            <a:endParaRPr sz="1600">
              <a:latin typeface="Calibri"/>
              <a:cs typeface="Calibri"/>
            </a:endParaRPr>
          </a:p>
          <a:p>
            <a:pPr marL="284480" indent="-271780">
              <a:lnSpc>
                <a:spcPct val="100000"/>
              </a:lnSpc>
              <a:buAutoNum type="arabicParenBoth" startAt="2"/>
              <a:tabLst>
                <a:tab pos="284480" algn="l"/>
              </a:tabLst>
            </a:pPr>
            <a:r>
              <a:rPr sz="1600" dirty="0">
                <a:latin typeface="Calibri"/>
                <a:cs typeface="Calibri"/>
              </a:rPr>
              <a:t>A</a:t>
            </a:r>
            <a:r>
              <a:rPr sz="1600" spc="-25"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must</a:t>
            </a:r>
            <a:r>
              <a:rPr sz="1600" spc="-25" dirty="0">
                <a:latin typeface="Calibri"/>
                <a:cs typeface="Calibri"/>
              </a:rPr>
              <a:t> </a:t>
            </a:r>
            <a:r>
              <a:rPr sz="1600" dirty="0">
                <a:latin typeface="Calibri"/>
                <a:cs typeface="Calibri"/>
              </a:rPr>
              <a:t>not</a:t>
            </a:r>
            <a:r>
              <a:rPr sz="1600" spc="-20" dirty="0">
                <a:latin typeface="Calibri"/>
                <a:cs typeface="Calibri"/>
              </a:rPr>
              <a:t> </a:t>
            </a:r>
            <a:r>
              <a:rPr sz="1600" dirty="0">
                <a:latin typeface="Calibri"/>
                <a:cs typeface="Calibri"/>
              </a:rPr>
              <a:t>act</a:t>
            </a:r>
            <a:r>
              <a:rPr sz="1600" spc="-20" dirty="0">
                <a:latin typeface="Calibri"/>
                <a:cs typeface="Calibri"/>
              </a:rPr>
              <a:t> </a:t>
            </a:r>
            <a:r>
              <a:rPr sz="1600" dirty="0">
                <a:latin typeface="Calibri"/>
                <a:cs typeface="Calibri"/>
              </a:rPr>
              <a:t>as</a:t>
            </a:r>
            <a:r>
              <a:rPr sz="1600" spc="-25"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supervising</a:t>
            </a:r>
            <a:r>
              <a:rPr sz="1600" spc="-25"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unless</a:t>
            </a:r>
            <a:r>
              <a:rPr sz="1600" spc="-20"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person</a:t>
            </a:r>
            <a:r>
              <a:rPr sz="1600" spc="-30" dirty="0">
                <a:latin typeface="Calibri"/>
                <a:cs typeface="Calibri"/>
              </a:rPr>
              <a:t> </a:t>
            </a:r>
            <a:r>
              <a:rPr sz="1600" spc="-50" dirty="0">
                <a:latin typeface="Calibri"/>
                <a:cs typeface="Calibri"/>
              </a:rPr>
              <a:t>—</a:t>
            </a:r>
            <a:endParaRPr sz="1600">
              <a:latin typeface="Calibri"/>
              <a:cs typeface="Calibri"/>
            </a:endParaRPr>
          </a:p>
          <a:p>
            <a:pPr marL="812165" lvl="1" indent="-342265">
              <a:lnSpc>
                <a:spcPct val="100000"/>
              </a:lnSpc>
              <a:spcBef>
                <a:spcPts val="985"/>
              </a:spcBef>
              <a:buAutoNum type="alphaLcParenR"/>
              <a:tabLst>
                <a:tab pos="812165" algn="l"/>
              </a:tabLst>
            </a:pPr>
            <a:r>
              <a:rPr sz="1600" dirty="0">
                <a:latin typeface="Calibri"/>
                <a:cs typeface="Calibri"/>
              </a:rPr>
              <a:t>has</a:t>
            </a:r>
            <a:r>
              <a:rPr sz="1600" spc="-40" dirty="0">
                <a:latin typeface="Calibri"/>
                <a:cs typeface="Calibri"/>
              </a:rPr>
              <a:t> </a:t>
            </a:r>
            <a:r>
              <a:rPr sz="1600" spc="-10" dirty="0">
                <a:latin typeface="Calibri"/>
                <a:cs typeface="Calibri"/>
              </a:rPr>
              <a:t>attained</a:t>
            </a:r>
            <a:r>
              <a:rPr sz="1600" spc="-4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requisite</a:t>
            </a:r>
            <a:r>
              <a:rPr sz="1600" spc="-30" dirty="0">
                <a:latin typeface="Calibri"/>
                <a:cs typeface="Calibri"/>
              </a:rPr>
              <a:t> </a:t>
            </a:r>
            <a:r>
              <a:rPr sz="1600" dirty="0">
                <a:latin typeface="Calibri"/>
                <a:cs typeface="Calibri"/>
              </a:rPr>
              <a:t>minimum</a:t>
            </a:r>
            <a:r>
              <a:rPr sz="1600" spc="-40" dirty="0">
                <a:latin typeface="Calibri"/>
                <a:cs typeface="Calibri"/>
              </a:rPr>
              <a:t> </a:t>
            </a:r>
            <a:r>
              <a:rPr sz="1600" dirty="0">
                <a:latin typeface="Calibri"/>
                <a:cs typeface="Calibri"/>
              </a:rPr>
              <a:t>age;</a:t>
            </a:r>
            <a:r>
              <a:rPr sz="1600" spc="-40" dirty="0">
                <a:latin typeface="Calibri"/>
                <a:cs typeface="Calibri"/>
              </a:rPr>
              <a:t> </a:t>
            </a:r>
            <a:r>
              <a:rPr sz="1600" spc="-25" dirty="0">
                <a:latin typeface="Calibri"/>
                <a:cs typeface="Calibri"/>
              </a:rPr>
              <a:t>and</a:t>
            </a:r>
            <a:endParaRPr sz="1600">
              <a:latin typeface="Calibri"/>
              <a:cs typeface="Calibri"/>
            </a:endParaRPr>
          </a:p>
          <a:p>
            <a:pPr marL="812165" lvl="1" indent="-342265">
              <a:lnSpc>
                <a:spcPct val="100000"/>
              </a:lnSpc>
              <a:spcBef>
                <a:spcPts val="960"/>
              </a:spcBef>
              <a:buAutoNum type="alphaLcParenR"/>
              <a:tabLst>
                <a:tab pos="812165" algn="l"/>
              </a:tabLst>
            </a:pP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20" dirty="0">
                <a:latin typeface="Calibri"/>
                <a:cs typeface="Calibri"/>
              </a:rPr>
              <a:t> </a:t>
            </a:r>
            <a:r>
              <a:rPr sz="1600" dirty="0">
                <a:latin typeface="Calibri"/>
                <a:cs typeface="Calibri"/>
              </a:rPr>
              <a:t>basic</a:t>
            </a:r>
            <a:r>
              <a:rPr sz="1600" spc="-20" dirty="0">
                <a:latin typeface="Calibri"/>
                <a:cs typeface="Calibri"/>
              </a:rPr>
              <a:t> </a:t>
            </a:r>
            <a:r>
              <a:rPr sz="1600" dirty="0">
                <a:latin typeface="Calibri"/>
                <a:cs typeface="Calibri"/>
              </a:rPr>
              <a:t>training</a:t>
            </a:r>
            <a:r>
              <a:rPr sz="1600" spc="-25" dirty="0">
                <a:latin typeface="Calibri"/>
                <a:cs typeface="Calibri"/>
              </a:rPr>
              <a:t> </a:t>
            </a:r>
            <a:r>
              <a:rPr sz="1600" spc="-10" dirty="0">
                <a:latin typeface="Calibri"/>
                <a:cs typeface="Calibri"/>
              </a:rPr>
              <a:t>certificate,</a:t>
            </a:r>
            <a:r>
              <a:rPr sz="1600" spc="-20" dirty="0">
                <a:latin typeface="Calibri"/>
                <a:cs typeface="Calibri"/>
              </a:rPr>
              <a:t> </a:t>
            </a:r>
            <a:r>
              <a:rPr sz="1600" dirty="0">
                <a:latin typeface="Calibri"/>
                <a:cs typeface="Calibri"/>
              </a:rPr>
              <a:t>or</a:t>
            </a:r>
            <a:r>
              <a:rPr sz="1600" spc="-10" dirty="0">
                <a:latin typeface="Calibri"/>
                <a:cs typeface="Calibri"/>
              </a:rPr>
              <a:t> </a:t>
            </a:r>
            <a:r>
              <a:rPr sz="1600" dirty="0">
                <a:latin typeface="Calibri"/>
                <a:cs typeface="Calibri"/>
              </a:rPr>
              <a:t>holds</a:t>
            </a:r>
            <a:r>
              <a:rPr sz="1600" spc="-2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15" dirty="0">
                <a:latin typeface="Calibri"/>
                <a:cs typeface="Calibri"/>
              </a:rPr>
              <a:t> </a:t>
            </a:r>
            <a:r>
              <a:rPr sz="1600" dirty="0">
                <a:latin typeface="Calibri"/>
                <a:cs typeface="Calibri"/>
              </a:rPr>
              <a:t>pilot</a:t>
            </a:r>
            <a:r>
              <a:rPr sz="1600" spc="-20" dirty="0">
                <a:latin typeface="Calibri"/>
                <a:cs typeface="Calibri"/>
              </a:rPr>
              <a:t> </a:t>
            </a:r>
            <a:r>
              <a:rPr sz="1600" dirty="0">
                <a:latin typeface="Calibri"/>
                <a:cs typeface="Calibri"/>
              </a:rPr>
              <a:t>licence</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is</a:t>
            </a:r>
            <a:r>
              <a:rPr sz="1600" spc="-15" dirty="0">
                <a:latin typeface="Calibri"/>
                <a:cs typeface="Calibri"/>
              </a:rPr>
              <a:t> </a:t>
            </a:r>
            <a:r>
              <a:rPr sz="1600" dirty="0">
                <a:latin typeface="Calibri"/>
                <a:cs typeface="Calibri"/>
              </a:rPr>
              <a:t>in</a:t>
            </a:r>
            <a:r>
              <a:rPr sz="1600" spc="-25" dirty="0">
                <a:latin typeface="Calibri"/>
                <a:cs typeface="Calibri"/>
              </a:rPr>
              <a:t> </a:t>
            </a:r>
            <a:r>
              <a:rPr sz="1600" spc="-10" dirty="0">
                <a:latin typeface="Calibri"/>
                <a:cs typeface="Calibri"/>
              </a:rPr>
              <a:t>force.</a:t>
            </a:r>
            <a:endParaRPr sz="16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8" y="1356867"/>
            <a:ext cx="9795510" cy="3948429"/>
          </a:xfrm>
          <a:prstGeom prst="rect">
            <a:avLst/>
          </a:prstGeom>
        </p:spPr>
        <p:txBody>
          <a:bodyPr vert="horz" wrap="square" lIns="0" tIns="137795" rIns="0" bIns="0" rtlCol="0">
            <a:spAutoFit/>
          </a:bodyPr>
          <a:lstStyle/>
          <a:p>
            <a:pPr marL="12700" algn="just">
              <a:lnSpc>
                <a:spcPct val="100000"/>
              </a:lnSpc>
              <a:spcBef>
                <a:spcPts val="1085"/>
              </a:spcBef>
            </a:pPr>
            <a:r>
              <a:rPr sz="1600" b="1" spc="-10" dirty="0">
                <a:latin typeface="Times New Roman"/>
                <a:cs typeface="Times New Roman"/>
              </a:rPr>
              <a:t>Requirement</a:t>
            </a:r>
            <a:r>
              <a:rPr sz="1600" b="1" spc="-20" dirty="0">
                <a:latin typeface="Times New Roman"/>
                <a:cs typeface="Times New Roman"/>
              </a:rPr>
              <a:t> </a:t>
            </a:r>
            <a:r>
              <a:rPr sz="1600" b="1" dirty="0">
                <a:latin typeface="Times New Roman"/>
                <a:cs typeface="Times New Roman"/>
              </a:rPr>
              <a:t>for</a:t>
            </a:r>
            <a:r>
              <a:rPr sz="1600" b="1" spc="-35" dirty="0">
                <a:latin typeface="Times New Roman"/>
                <a:cs typeface="Times New Roman"/>
              </a:rPr>
              <a:t> </a:t>
            </a:r>
            <a:r>
              <a:rPr sz="1600" b="1" spc="-10" dirty="0">
                <a:latin typeface="Times New Roman"/>
                <a:cs typeface="Times New Roman"/>
              </a:rPr>
              <a:t>UA</a:t>
            </a:r>
            <a:r>
              <a:rPr sz="1600" b="1" spc="-95" dirty="0">
                <a:latin typeface="Times New Roman"/>
                <a:cs typeface="Times New Roman"/>
              </a:rPr>
              <a:t> </a:t>
            </a:r>
            <a:r>
              <a:rPr sz="1600" b="1" dirty="0">
                <a:latin typeface="Times New Roman"/>
                <a:cs typeface="Times New Roman"/>
              </a:rPr>
              <a:t>Pilot</a:t>
            </a:r>
            <a:r>
              <a:rPr sz="1600" b="1" spc="-10" dirty="0">
                <a:latin typeface="Times New Roman"/>
                <a:cs typeface="Times New Roman"/>
              </a:rPr>
              <a:t> Licence</a:t>
            </a:r>
            <a:endParaRPr sz="1600">
              <a:latin typeface="Times New Roman"/>
              <a:cs typeface="Times New Roman"/>
            </a:endParaRPr>
          </a:p>
          <a:p>
            <a:pPr marL="318135" indent="-305435" algn="just">
              <a:lnSpc>
                <a:spcPct val="100000"/>
              </a:lnSpc>
              <a:spcBef>
                <a:spcPts val="980"/>
              </a:spcBef>
              <a:buFont typeface="Calibri"/>
              <a:buAutoNum type="arabicPeriod" startAt="35"/>
              <a:tabLst>
                <a:tab pos="318135" algn="l"/>
              </a:tabLst>
            </a:pPr>
            <a:r>
              <a:rPr sz="1600" dirty="0">
                <a:latin typeface="Calibri"/>
                <a:cs typeface="Calibri"/>
              </a:rPr>
              <a:t>–</a:t>
            </a:r>
            <a:r>
              <a:rPr sz="1600" spc="-20" dirty="0">
                <a:latin typeface="Calibri"/>
                <a:cs typeface="Calibri"/>
              </a:rPr>
              <a:t> </a:t>
            </a:r>
            <a:r>
              <a:rPr sz="1600" dirty="0">
                <a:latin typeface="Calibri"/>
                <a:cs typeface="Calibri"/>
              </a:rPr>
              <a:t>(1)</a:t>
            </a:r>
            <a:r>
              <a:rPr sz="1600" spc="-20" dirty="0">
                <a:latin typeface="Calibri"/>
                <a:cs typeface="Calibri"/>
              </a:rPr>
              <a:t> </a:t>
            </a:r>
            <a:r>
              <a:rPr sz="1600" dirty="0">
                <a:latin typeface="Calibri"/>
                <a:cs typeface="Calibri"/>
              </a:rPr>
              <a:t>Subject</a:t>
            </a:r>
            <a:r>
              <a:rPr sz="1600" spc="-20" dirty="0">
                <a:latin typeface="Calibri"/>
                <a:cs typeface="Calibri"/>
              </a:rPr>
              <a:t> </a:t>
            </a:r>
            <a:r>
              <a:rPr sz="1600" dirty="0">
                <a:latin typeface="Calibri"/>
                <a:cs typeface="Calibri"/>
              </a:rPr>
              <a:t>to</a:t>
            </a:r>
            <a:r>
              <a:rPr sz="1600" spc="-10" dirty="0">
                <a:latin typeface="Calibri"/>
                <a:cs typeface="Calibri"/>
              </a:rPr>
              <a:t> paragraph</a:t>
            </a:r>
            <a:r>
              <a:rPr sz="1600" spc="-25" dirty="0">
                <a:latin typeface="Calibri"/>
                <a:cs typeface="Calibri"/>
              </a:rPr>
              <a:t> </a:t>
            </a:r>
            <a:r>
              <a:rPr sz="1600" dirty="0">
                <a:latin typeface="Calibri"/>
                <a:cs typeface="Calibri"/>
              </a:rPr>
              <a:t>(2),</a:t>
            </a:r>
            <a:r>
              <a:rPr sz="1600" spc="-20" dirty="0">
                <a:latin typeface="Calibri"/>
                <a:cs typeface="Calibri"/>
              </a:rPr>
              <a:t> </a:t>
            </a:r>
            <a:r>
              <a:rPr sz="1600" dirty="0">
                <a:latin typeface="Calibri"/>
                <a:cs typeface="Calibri"/>
              </a:rPr>
              <a:t>a</a:t>
            </a:r>
            <a:r>
              <a:rPr sz="1600" spc="-20"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must</a:t>
            </a:r>
            <a:r>
              <a:rPr sz="1600" spc="-20" dirty="0">
                <a:latin typeface="Calibri"/>
                <a:cs typeface="Calibri"/>
              </a:rPr>
              <a:t> </a:t>
            </a:r>
            <a:r>
              <a:rPr sz="1600" dirty="0">
                <a:latin typeface="Calibri"/>
                <a:cs typeface="Calibri"/>
              </a:rPr>
              <a:t>not</a:t>
            </a:r>
            <a:r>
              <a:rPr sz="1600" spc="-15" dirty="0">
                <a:latin typeface="Calibri"/>
                <a:cs typeface="Calibri"/>
              </a:rPr>
              <a:t> </a:t>
            </a:r>
            <a:r>
              <a:rPr sz="1600" dirty="0">
                <a:latin typeface="Calibri"/>
                <a:cs typeface="Calibri"/>
              </a:rPr>
              <a:t>act</a:t>
            </a:r>
            <a:r>
              <a:rPr sz="1600" spc="-20" dirty="0">
                <a:latin typeface="Calibri"/>
                <a:cs typeface="Calibri"/>
              </a:rPr>
              <a:t> </a:t>
            </a:r>
            <a:r>
              <a:rPr sz="1600" dirty="0">
                <a:latin typeface="Calibri"/>
                <a:cs typeface="Calibri"/>
              </a:rPr>
              <a:t>as</a:t>
            </a:r>
            <a:r>
              <a:rPr sz="1600" spc="-20" dirty="0">
                <a:latin typeface="Calibri"/>
                <a:cs typeface="Calibri"/>
              </a:rPr>
              <a:t> </a:t>
            </a:r>
            <a:r>
              <a:rPr sz="1600" dirty="0">
                <a:latin typeface="Calibri"/>
                <a:cs typeface="Calibri"/>
              </a:rPr>
              <a:t>a</a:t>
            </a:r>
            <a:r>
              <a:rPr sz="1600" spc="-20" dirty="0">
                <a:latin typeface="Calibri"/>
                <a:cs typeface="Calibri"/>
              </a:rPr>
              <a:t> </a:t>
            </a:r>
            <a:r>
              <a:rPr sz="1600" dirty="0">
                <a:latin typeface="Calibri"/>
                <a:cs typeface="Calibri"/>
              </a:rPr>
              <a:t>UA</a:t>
            </a:r>
            <a:r>
              <a:rPr sz="1600" spc="-20" dirty="0">
                <a:latin typeface="Calibri"/>
                <a:cs typeface="Calibri"/>
              </a:rPr>
              <a:t> </a:t>
            </a:r>
            <a:r>
              <a:rPr sz="1600" dirty="0">
                <a:latin typeface="Calibri"/>
                <a:cs typeface="Calibri"/>
              </a:rPr>
              <a:t>pilot</a:t>
            </a:r>
            <a:r>
              <a:rPr sz="1600" spc="-20" dirty="0">
                <a:latin typeface="Calibri"/>
                <a:cs typeface="Calibri"/>
              </a:rPr>
              <a:t> </a:t>
            </a:r>
            <a:r>
              <a:rPr sz="1600" dirty="0">
                <a:latin typeface="Calibri"/>
                <a:cs typeface="Calibri"/>
              </a:rPr>
              <a:t>of</a:t>
            </a:r>
            <a:r>
              <a:rPr sz="1600" spc="325" dirty="0">
                <a:latin typeface="Calibri"/>
                <a:cs typeface="Calibri"/>
              </a:rPr>
              <a:t> </a:t>
            </a:r>
            <a:r>
              <a:rPr sz="1600" spc="-50" dirty="0">
                <a:latin typeface="Calibri"/>
                <a:cs typeface="Calibri"/>
              </a:rPr>
              <a:t>—</a:t>
            </a:r>
            <a:endParaRPr sz="1600">
              <a:latin typeface="Calibri"/>
              <a:cs typeface="Calibri"/>
            </a:endParaRPr>
          </a:p>
          <a:p>
            <a:pPr marL="812800" marR="50800" lvl="1" indent="-342900">
              <a:lnSpc>
                <a:spcPct val="100000"/>
              </a:lnSpc>
              <a:spcBef>
                <a:spcPts val="960"/>
              </a:spcBef>
              <a:buAutoNum type="alphaLcParenR"/>
              <a:tabLst>
                <a:tab pos="812800" algn="l"/>
              </a:tabLst>
            </a:pPr>
            <a:r>
              <a:rPr sz="1600" dirty="0">
                <a:latin typeface="Calibri"/>
                <a:cs typeface="Calibri"/>
              </a:rPr>
              <a:t>an</a:t>
            </a:r>
            <a:r>
              <a:rPr sz="1600" spc="-30"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any</a:t>
            </a:r>
            <a:r>
              <a:rPr sz="1600" spc="-20" dirty="0">
                <a:latin typeface="Calibri"/>
                <a:cs typeface="Calibri"/>
              </a:rPr>
              <a:t> </a:t>
            </a:r>
            <a:r>
              <a:rPr sz="1600" dirty="0">
                <a:latin typeface="Calibri"/>
                <a:cs typeface="Calibri"/>
              </a:rPr>
              <a:t>total</a:t>
            </a:r>
            <a:r>
              <a:rPr sz="1600" spc="-30" dirty="0">
                <a:latin typeface="Calibri"/>
                <a:cs typeface="Calibri"/>
              </a:rPr>
              <a:t> </a:t>
            </a:r>
            <a:r>
              <a:rPr sz="1600" dirty="0">
                <a:latin typeface="Calibri"/>
                <a:cs typeface="Calibri"/>
              </a:rPr>
              <a:t>mass</a:t>
            </a:r>
            <a:r>
              <a:rPr sz="1600" spc="-25" dirty="0">
                <a:latin typeface="Calibri"/>
                <a:cs typeface="Calibri"/>
              </a:rPr>
              <a:t> </a:t>
            </a:r>
            <a:r>
              <a:rPr sz="1600" dirty="0">
                <a:latin typeface="Calibri"/>
                <a:cs typeface="Calibri"/>
              </a:rPr>
              <a:t>in</a:t>
            </a:r>
            <a:r>
              <a:rPr sz="1600" spc="-30"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course</a:t>
            </a:r>
            <a:r>
              <a:rPr sz="1600" spc="-2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business</a:t>
            </a:r>
            <a:r>
              <a:rPr sz="1600" spc="-25"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for</a:t>
            </a:r>
            <a:r>
              <a:rPr sz="1600" spc="-1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purpose</a:t>
            </a:r>
            <a:r>
              <a:rPr sz="1600" spc="-25" dirty="0">
                <a:latin typeface="Calibri"/>
                <a:cs typeface="Calibri"/>
              </a:rPr>
              <a:t> </a:t>
            </a:r>
            <a:r>
              <a:rPr sz="1600" dirty="0">
                <a:latin typeface="Calibri"/>
                <a:cs typeface="Calibri"/>
              </a:rPr>
              <a:t>that</a:t>
            </a:r>
            <a:r>
              <a:rPr sz="1600" spc="-25" dirty="0">
                <a:latin typeface="Calibri"/>
                <a:cs typeface="Calibri"/>
              </a:rPr>
              <a:t> </a:t>
            </a:r>
            <a:r>
              <a:rPr sz="1600" dirty="0">
                <a:latin typeface="Calibri"/>
                <a:cs typeface="Calibri"/>
              </a:rPr>
              <a:t>is</a:t>
            </a:r>
            <a:r>
              <a:rPr sz="1600" spc="-25" dirty="0">
                <a:latin typeface="Calibri"/>
                <a:cs typeface="Calibri"/>
              </a:rPr>
              <a:t> </a:t>
            </a:r>
            <a:r>
              <a:rPr sz="1600" dirty="0">
                <a:latin typeface="Calibri"/>
                <a:cs typeface="Calibri"/>
              </a:rPr>
              <a:t>neither</a:t>
            </a:r>
            <a:r>
              <a:rPr sz="1600" spc="-20" dirty="0">
                <a:latin typeface="Calibri"/>
                <a:cs typeface="Calibri"/>
              </a:rPr>
              <a:t> </a:t>
            </a:r>
            <a:r>
              <a:rPr sz="1600" dirty="0">
                <a:latin typeface="Calibri"/>
                <a:cs typeface="Calibri"/>
              </a:rPr>
              <a:t>a</a:t>
            </a:r>
            <a:r>
              <a:rPr sz="1600" spc="-25" dirty="0">
                <a:latin typeface="Calibri"/>
                <a:cs typeface="Calibri"/>
              </a:rPr>
              <a:t> </a:t>
            </a:r>
            <a:r>
              <a:rPr sz="1600" spc="-10" dirty="0">
                <a:latin typeface="Calibri"/>
                <a:cs typeface="Calibri"/>
              </a:rPr>
              <a:t>recreation </a:t>
            </a:r>
            <a:r>
              <a:rPr sz="1600" dirty="0">
                <a:latin typeface="Calibri"/>
                <a:cs typeface="Calibri"/>
              </a:rPr>
              <a:t>purpose</a:t>
            </a:r>
            <a:r>
              <a:rPr sz="1600" spc="-35" dirty="0">
                <a:latin typeface="Calibri"/>
                <a:cs typeface="Calibri"/>
              </a:rPr>
              <a:t> </a:t>
            </a:r>
            <a:r>
              <a:rPr sz="1600" dirty="0">
                <a:latin typeface="Calibri"/>
                <a:cs typeface="Calibri"/>
              </a:rPr>
              <a:t>nor</a:t>
            </a:r>
            <a:r>
              <a:rPr sz="1600" spc="-35" dirty="0">
                <a:latin typeface="Calibri"/>
                <a:cs typeface="Calibri"/>
              </a:rPr>
              <a:t> </a:t>
            </a:r>
            <a:r>
              <a:rPr sz="1600" dirty="0">
                <a:latin typeface="Calibri"/>
                <a:cs typeface="Calibri"/>
              </a:rPr>
              <a:t>an</a:t>
            </a:r>
            <a:r>
              <a:rPr sz="1600" spc="-40" dirty="0">
                <a:latin typeface="Calibri"/>
                <a:cs typeface="Calibri"/>
              </a:rPr>
              <a:t> </a:t>
            </a:r>
            <a:r>
              <a:rPr sz="1600" dirty="0">
                <a:latin typeface="Calibri"/>
                <a:cs typeface="Calibri"/>
              </a:rPr>
              <a:t>education</a:t>
            </a:r>
            <a:r>
              <a:rPr sz="1600" spc="-35" dirty="0">
                <a:latin typeface="Calibri"/>
                <a:cs typeface="Calibri"/>
              </a:rPr>
              <a:t> </a:t>
            </a:r>
            <a:r>
              <a:rPr sz="1600" dirty="0">
                <a:latin typeface="Calibri"/>
                <a:cs typeface="Calibri"/>
              </a:rPr>
              <a:t>purpose</a:t>
            </a:r>
            <a:r>
              <a:rPr sz="1600" spc="-35" dirty="0">
                <a:latin typeface="Calibri"/>
                <a:cs typeface="Calibri"/>
              </a:rPr>
              <a:t> </a:t>
            </a:r>
            <a:r>
              <a:rPr sz="1600" spc="-25" dirty="0">
                <a:latin typeface="Calibri"/>
                <a:cs typeface="Calibri"/>
              </a:rPr>
              <a:t>or;</a:t>
            </a:r>
            <a:endParaRPr sz="1600">
              <a:latin typeface="Calibri"/>
              <a:cs typeface="Calibri"/>
            </a:endParaRPr>
          </a:p>
          <a:p>
            <a:pPr marL="812800" lvl="1" indent="-342900" algn="just">
              <a:lnSpc>
                <a:spcPct val="100000"/>
              </a:lnSpc>
              <a:spcBef>
                <a:spcPts val="960"/>
              </a:spcBef>
              <a:buAutoNum type="alphaLcParenR"/>
              <a:tabLst>
                <a:tab pos="812800" algn="l"/>
              </a:tabLst>
            </a:pPr>
            <a:r>
              <a:rPr sz="1600" dirty="0">
                <a:latin typeface="Calibri"/>
                <a:cs typeface="Calibri"/>
              </a:rPr>
              <a:t>an</a:t>
            </a:r>
            <a:r>
              <a:rPr sz="1600" spc="-40" dirty="0">
                <a:latin typeface="Calibri"/>
                <a:cs typeface="Calibri"/>
              </a:rPr>
              <a:t> </a:t>
            </a:r>
            <a:r>
              <a:rPr sz="1600" dirty="0">
                <a:latin typeface="Calibri"/>
                <a:cs typeface="Calibri"/>
              </a:rPr>
              <a:t>unmanned</a:t>
            </a:r>
            <a:r>
              <a:rPr sz="1600" spc="-25"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of</a:t>
            </a:r>
            <a:r>
              <a:rPr sz="1600" spc="-20"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total</a:t>
            </a:r>
            <a:r>
              <a:rPr sz="1600" spc="-25" dirty="0">
                <a:latin typeface="Calibri"/>
                <a:cs typeface="Calibri"/>
              </a:rPr>
              <a:t> </a:t>
            </a:r>
            <a:r>
              <a:rPr sz="1600" dirty="0">
                <a:latin typeface="Calibri"/>
                <a:cs typeface="Calibri"/>
              </a:rPr>
              <a:t>mass</a:t>
            </a:r>
            <a:r>
              <a:rPr sz="1600" spc="-20" dirty="0">
                <a:latin typeface="Calibri"/>
                <a:cs typeface="Calibri"/>
              </a:rPr>
              <a:t> </a:t>
            </a:r>
            <a:r>
              <a:rPr sz="1600" spc="-10" dirty="0">
                <a:latin typeface="Calibri"/>
                <a:cs typeface="Calibri"/>
              </a:rPr>
              <a:t>exceeding</a:t>
            </a:r>
            <a:r>
              <a:rPr sz="1600" spc="-25" dirty="0">
                <a:latin typeface="Calibri"/>
                <a:cs typeface="Calibri"/>
              </a:rPr>
              <a:t> </a:t>
            </a:r>
            <a:r>
              <a:rPr sz="1600" dirty="0">
                <a:latin typeface="Calibri"/>
                <a:cs typeface="Calibri"/>
              </a:rPr>
              <a:t>7</a:t>
            </a:r>
            <a:r>
              <a:rPr sz="1600" spc="-25" dirty="0">
                <a:latin typeface="Calibri"/>
                <a:cs typeface="Calibri"/>
              </a:rPr>
              <a:t> </a:t>
            </a:r>
            <a:r>
              <a:rPr sz="1600" dirty="0">
                <a:latin typeface="Calibri"/>
                <a:cs typeface="Calibri"/>
              </a:rPr>
              <a:t>kg</a:t>
            </a:r>
            <a:r>
              <a:rPr sz="1600" spc="-25" dirty="0">
                <a:latin typeface="Calibri"/>
                <a:cs typeface="Calibri"/>
              </a:rPr>
              <a:t> </a:t>
            </a:r>
            <a:r>
              <a:rPr sz="1600" dirty="0">
                <a:latin typeface="Calibri"/>
                <a:cs typeface="Calibri"/>
              </a:rPr>
              <a:t>for</a:t>
            </a:r>
            <a:r>
              <a:rPr sz="1600" spc="-15" dirty="0">
                <a:latin typeface="Calibri"/>
                <a:cs typeface="Calibri"/>
              </a:rPr>
              <a:t> </a:t>
            </a:r>
            <a:r>
              <a:rPr sz="1600" dirty="0">
                <a:latin typeface="Calibri"/>
                <a:cs typeface="Calibri"/>
              </a:rPr>
              <a:t>any</a:t>
            </a:r>
            <a:r>
              <a:rPr sz="1600" spc="-20" dirty="0">
                <a:latin typeface="Calibri"/>
                <a:cs typeface="Calibri"/>
              </a:rPr>
              <a:t> </a:t>
            </a:r>
            <a:r>
              <a:rPr sz="1600" spc="-10" dirty="0">
                <a:latin typeface="Calibri"/>
                <a:cs typeface="Calibri"/>
              </a:rPr>
              <a:t>purpose,</a:t>
            </a:r>
            <a:endParaRPr sz="1600">
              <a:latin typeface="Calibri"/>
              <a:cs typeface="Calibri"/>
            </a:endParaRPr>
          </a:p>
          <a:p>
            <a:pPr marL="12700" marR="179705" algn="just">
              <a:lnSpc>
                <a:spcPct val="105000"/>
              </a:lnSpc>
              <a:spcBef>
                <a:spcPts val="890"/>
              </a:spcBef>
            </a:pPr>
            <a:r>
              <a:rPr sz="1600" dirty="0">
                <a:latin typeface="Calibri"/>
                <a:cs typeface="Calibri"/>
              </a:rPr>
              <a:t>unless</a:t>
            </a:r>
            <a:r>
              <a:rPr sz="1600" spc="-35"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holds</a:t>
            </a:r>
            <a:r>
              <a:rPr sz="1600" spc="-30"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UA</a:t>
            </a:r>
            <a:r>
              <a:rPr sz="1600" spc="-30"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licence</a:t>
            </a:r>
            <a:r>
              <a:rPr sz="1600" spc="-20" dirty="0">
                <a:latin typeface="Calibri"/>
                <a:cs typeface="Calibri"/>
              </a:rPr>
              <a:t> </a:t>
            </a:r>
            <a:r>
              <a:rPr sz="1600" dirty="0">
                <a:latin typeface="Calibri"/>
                <a:cs typeface="Calibri"/>
              </a:rPr>
              <a:t>that</a:t>
            </a:r>
            <a:r>
              <a:rPr sz="1600" spc="-30"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in</a:t>
            </a:r>
            <a:r>
              <a:rPr sz="1600" spc="-35" dirty="0">
                <a:latin typeface="Calibri"/>
                <a:cs typeface="Calibri"/>
              </a:rPr>
              <a:t> </a:t>
            </a:r>
            <a:r>
              <a:rPr sz="1600" dirty="0">
                <a:latin typeface="Calibri"/>
                <a:cs typeface="Calibri"/>
              </a:rPr>
              <a:t>force</a:t>
            </a:r>
            <a:r>
              <a:rPr sz="1600" spc="-20" dirty="0">
                <a:latin typeface="Calibri"/>
                <a:cs typeface="Calibri"/>
              </a:rPr>
              <a:t> </a:t>
            </a:r>
            <a:r>
              <a:rPr sz="1600" dirty="0">
                <a:latin typeface="Calibri"/>
                <a:cs typeface="Calibri"/>
              </a:rPr>
              <a:t>and</a:t>
            </a:r>
            <a:r>
              <a:rPr sz="1600" spc="-30" dirty="0">
                <a:latin typeface="Calibri"/>
                <a:cs typeface="Calibri"/>
              </a:rPr>
              <a:t> </a:t>
            </a:r>
            <a:r>
              <a:rPr sz="1600" dirty="0">
                <a:latin typeface="Calibri"/>
                <a:cs typeface="Calibri"/>
              </a:rPr>
              <a:t>authorise</a:t>
            </a:r>
            <a:r>
              <a:rPr sz="1600" spc="-25"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to</a:t>
            </a:r>
            <a:r>
              <a:rPr sz="1600" spc="-20" dirty="0">
                <a:latin typeface="Calibri"/>
                <a:cs typeface="Calibri"/>
              </a:rPr>
              <a:t> </a:t>
            </a:r>
            <a:r>
              <a:rPr sz="1600" dirty="0">
                <a:latin typeface="Calibri"/>
                <a:cs typeface="Calibri"/>
              </a:rPr>
              <a:t>fly</a:t>
            </a:r>
            <a:r>
              <a:rPr sz="1600" spc="-25"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of</a:t>
            </a:r>
            <a:r>
              <a:rPr sz="1600" spc="-35" dirty="0">
                <a:latin typeface="Calibri"/>
                <a:cs typeface="Calibri"/>
              </a:rPr>
              <a:t> </a:t>
            </a:r>
            <a:r>
              <a:rPr sz="1600" spc="-25" dirty="0">
                <a:latin typeface="Calibri"/>
                <a:cs typeface="Calibri"/>
              </a:rPr>
              <a:t>the </a:t>
            </a:r>
            <a:r>
              <a:rPr sz="1600" dirty="0">
                <a:latin typeface="Calibri"/>
                <a:cs typeface="Calibri"/>
              </a:rPr>
              <a:t>class</a:t>
            </a:r>
            <a:r>
              <a:rPr sz="1600" spc="-30" dirty="0">
                <a:latin typeface="Calibri"/>
                <a:cs typeface="Calibri"/>
              </a:rPr>
              <a:t> </a:t>
            </a:r>
            <a:r>
              <a:rPr sz="1600" dirty="0">
                <a:latin typeface="Calibri"/>
                <a:cs typeface="Calibri"/>
              </a:rPr>
              <a:t>and</a:t>
            </a:r>
            <a:r>
              <a:rPr sz="1600" spc="-15" dirty="0">
                <a:latin typeface="Calibri"/>
                <a:cs typeface="Calibri"/>
              </a:rPr>
              <a:t> </a:t>
            </a:r>
            <a:r>
              <a:rPr sz="1600" spc="-10" dirty="0">
                <a:latin typeface="Calibri"/>
                <a:cs typeface="Calibri"/>
              </a:rPr>
              <a:t>category</a:t>
            </a:r>
            <a:r>
              <a:rPr sz="1600" spc="-15" dirty="0">
                <a:latin typeface="Calibri"/>
                <a:cs typeface="Calibri"/>
              </a:rPr>
              <a:t> </a:t>
            </a:r>
            <a:r>
              <a:rPr sz="1600" spc="-10" dirty="0">
                <a:latin typeface="Calibri"/>
                <a:cs typeface="Calibri"/>
              </a:rPr>
              <a:t>corresponding</a:t>
            </a:r>
            <a:r>
              <a:rPr sz="1600" spc="-20" dirty="0">
                <a:latin typeface="Calibri"/>
                <a:cs typeface="Calibri"/>
              </a:rPr>
              <a:t> </a:t>
            </a:r>
            <a:r>
              <a:rPr sz="1600" dirty="0">
                <a:latin typeface="Calibri"/>
                <a:cs typeface="Calibri"/>
              </a:rPr>
              <a:t>to</a:t>
            </a:r>
            <a:r>
              <a:rPr sz="1600" spc="-15" dirty="0">
                <a:latin typeface="Calibri"/>
                <a:cs typeface="Calibri"/>
              </a:rPr>
              <a:t> </a:t>
            </a:r>
            <a:r>
              <a:rPr sz="1600" dirty="0">
                <a:latin typeface="Calibri"/>
                <a:cs typeface="Calibri"/>
              </a:rPr>
              <a:t>that</a:t>
            </a:r>
            <a:r>
              <a:rPr sz="1600" spc="-15" dirty="0">
                <a:latin typeface="Calibri"/>
                <a:cs typeface="Calibri"/>
              </a:rPr>
              <a:t> </a:t>
            </a:r>
            <a:r>
              <a:rPr sz="1600" dirty="0">
                <a:latin typeface="Calibri"/>
                <a:cs typeface="Calibri"/>
              </a:rPr>
              <a:t>unmanned</a:t>
            </a:r>
            <a:r>
              <a:rPr sz="1600" spc="-15" dirty="0">
                <a:latin typeface="Calibri"/>
                <a:cs typeface="Calibri"/>
              </a:rPr>
              <a:t> </a:t>
            </a:r>
            <a:r>
              <a:rPr sz="1600" spc="-10" dirty="0">
                <a:latin typeface="Calibri"/>
                <a:cs typeface="Calibri"/>
              </a:rPr>
              <a:t>aircraft.</a:t>
            </a:r>
            <a:endParaRPr sz="1600">
              <a:latin typeface="Calibri"/>
              <a:cs typeface="Calibri"/>
            </a:endParaRPr>
          </a:p>
          <a:p>
            <a:pPr marL="12700" marR="5080" algn="just">
              <a:lnSpc>
                <a:spcPct val="99400"/>
              </a:lnSpc>
              <a:spcBef>
                <a:spcPts val="969"/>
              </a:spcBef>
            </a:pPr>
            <a:r>
              <a:rPr sz="1600" dirty="0">
                <a:latin typeface="Calibri"/>
                <a:cs typeface="Calibri"/>
              </a:rPr>
              <a:t>(2)</a:t>
            </a:r>
            <a:r>
              <a:rPr sz="1600" spc="-30" dirty="0">
                <a:latin typeface="Calibri"/>
                <a:cs typeface="Calibri"/>
              </a:rPr>
              <a:t> </a:t>
            </a:r>
            <a:r>
              <a:rPr sz="1600" spc="-10" dirty="0">
                <a:latin typeface="Calibri"/>
                <a:cs typeface="Calibri"/>
              </a:rPr>
              <a:t>Paragraph</a:t>
            </a:r>
            <a:r>
              <a:rPr sz="1600" spc="-30" dirty="0">
                <a:latin typeface="Calibri"/>
                <a:cs typeface="Calibri"/>
              </a:rPr>
              <a:t> </a:t>
            </a:r>
            <a:r>
              <a:rPr sz="1600" dirty="0">
                <a:latin typeface="Calibri"/>
                <a:cs typeface="Calibri"/>
              </a:rPr>
              <a:t>(1)</a:t>
            </a:r>
            <a:r>
              <a:rPr sz="1600" spc="-25" dirty="0">
                <a:latin typeface="Calibri"/>
                <a:cs typeface="Calibri"/>
              </a:rPr>
              <a:t> </a:t>
            </a:r>
            <a:r>
              <a:rPr sz="1600" dirty="0">
                <a:latin typeface="Calibri"/>
                <a:cs typeface="Calibri"/>
              </a:rPr>
              <a:t>does</a:t>
            </a:r>
            <a:r>
              <a:rPr sz="1600" spc="-30" dirty="0">
                <a:latin typeface="Calibri"/>
                <a:cs typeface="Calibri"/>
              </a:rPr>
              <a:t> </a:t>
            </a:r>
            <a:r>
              <a:rPr sz="1600" dirty="0">
                <a:latin typeface="Calibri"/>
                <a:cs typeface="Calibri"/>
              </a:rPr>
              <a:t>not</a:t>
            </a:r>
            <a:r>
              <a:rPr sz="1600" spc="-25" dirty="0">
                <a:latin typeface="Calibri"/>
                <a:cs typeface="Calibri"/>
              </a:rPr>
              <a:t> </a:t>
            </a:r>
            <a:r>
              <a:rPr sz="1600" dirty="0">
                <a:latin typeface="Calibri"/>
                <a:cs typeface="Calibri"/>
              </a:rPr>
              <a:t>apply</a:t>
            </a:r>
            <a:r>
              <a:rPr sz="1600" spc="-2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UA</a:t>
            </a:r>
            <a:r>
              <a:rPr sz="1600" spc="-30"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operating</a:t>
            </a:r>
            <a:r>
              <a:rPr sz="1600" spc="-30"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under</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supervision</a:t>
            </a:r>
            <a:r>
              <a:rPr sz="1600" spc="-3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another</a:t>
            </a:r>
            <a:r>
              <a:rPr sz="1600" spc="-25" dirty="0">
                <a:latin typeface="Calibri"/>
                <a:cs typeface="Calibri"/>
              </a:rPr>
              <a:t> </a:t>
            </a:r>
            <a:r>
              <a:rPr sz="1600" spc="-10" dirty="0">
                <a:latin typeface="Calibri"/>
                <a:cs typeface="Calibri"/>
              </a:rPr>
              <a:t>person </a:t>
            </a:r>
            <a:r>
              <a:rPr sz="1600" dirty="0">
                <a:latin typeface="Calibri"/>
                <a:cs typeface="Calibri"/>
              </a:rPr>
              <a:t>who</a:t>
            </a:r>
            <a:r>
              <a:rPr sz="1600" spc="-25" dirty="0">
                <a:latin typeface="Calibri"/>
                <a:cs typeface="Calibri"/>
              </a:rPr>
              <a:t> </a:t>
            </a:r>
            <a:r>
              <a:rPr sz="1600" dirty="0">
                <a:latin typeface="Calibri"/>
                <a:cs typeface="Calibri"/>
              </a:rPr>
              <a:t>is</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holder</a:t>
            </a:r>
            <a:r>
              <a:rPr sz="1600" spc="-20"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UA</a:t>
            </a:r>
            <a:r>
              <a:rPr sz="1600" spc="-25"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licence,</a:t>
            </a:r>
            <a:r>
              <a:rPr sz="1600" spc="-25" dirty="0">
                <a:latin typeface="Calibri"/>
                <a:cs typeface="Calibri"/>
              </a:rPr>
              <a:t> </a:t>
            </a:r>
            <a:r>
              <a:rPr sz="1600" dirty="0">
                <a:latin typeface="Calibri"/>
                <a:cs typeface="Calibri"/>
              </a:rPr>
              <a:t>where</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first</a:t>
            </a:r>
            <a:r>
              <a:rPr sz="1600" spc="-25" dirty="0">
                <a:latin typeface="Calibri"/>
                <a:cs typeface="Calibri"/>
              </a:rPr>
              <a:t> </a:t>
            </a:r>
            <a:r>
              <a:rPr sz="1600" dirty="0">
                <a:latin typeface="Calibri"/>
                <a:cs typeface="Calibri"/>
              </a:rPr>
              <a:t>UA</a:t>
            </a:r>
            <a:r>
              <a:rPr sz="1600" spc="-25" dirty="0">
                <a:latin typeface="Calibri"/>
                <a:cs typeface="Calibri"/>
              </a:rPr>
              <a:t> </a:t>
            </a:r>
            <a:r>
              <a:rPr sz="1600" dirty="0">
                <a:latin typeface="Calibri"/>
                <a:cs typeface="Calibri"/>
              </a:rPr>
              <a:t>pilot</a:t>
            </a:r>
            <a:r>
              <a:rPr sz="1600" spc="-30" dirty="0">
                <a:latin typeface="Calibri"/>
                <a:cs typeface="Calibri"/>
              </a:rPr>
              <a:t> </a:t>
            </a:r>
            <a:r>
              <a:rPr sz="1600" dirty="0">
                <a:latin typeface="Calibri"/>
                <a:cs typeface="Calibri"/>
              </a:rPr>
              <a:t>is</a:t>
            </a:r>
            <a:r>
              <a:rPr sz="1600" spc="-25" dirty="0">
                <a:latin typeface="Calibri"/>
                <a:cs typeface="Calibri"/>
              </a:rPr>
              <a:t> </a:t>
            </a:r>
            <a:r>
              <a:rPr sz="1600" dirty="0">
                <a:latin typeface="Calibri"/>
                <a:cs typeface="Calibri"/>
              </a:rPr>
              <a:t>operating</a:t>
            </a:r>
            <a:r>
              <a:rPr sz="1600" spc="-30" dirty="0">
                <a:latin typeface="Calibri"/>
                <a:cs typeface="Calibri"/>
              </a:rPr>
              <a:t> </a:t>
            </a:r>
            <a:r>
              <a:rPr sz="1600" dirty="0">
                <a:latin typeface="Calibri"/>
                <a:cs typeface="Calibri"/>
              </a:rPr>
              <a:t>an</a:t>
            </a:r>
            <a:r>
              <a:rPr sz="1600" spc="-30"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in</a:t>
            </a:r>
            <a:r>
              <a:rPr sz="1600" spc="-3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course</a:t>
            </a:r>
            <a:r>
              <a:rPr sz="1600" spc="-25" dirty="0">
                <a:latin typeface="Calibri"/>
                <a:cs typeface="Calibri"/>
              </a:rPr>
              <a:t> </a:t>
            </a:r>
            <a:r>
              <a:rPr sz="1600" dirty="0">
                <a:latin typeface="Calibri"/>
                <a:cs typeface="Calibri"/>
              </a:rPr>
              <a:t>of</a:t>
            </a:r>
            <a:r>
              <a:rPr sz="1600" spc="-25" dirty="0">
                <a:latin typeface="Calibri"/>
                <a:cs typeface="Calibri"/>
              </a:rPr>
              <a:t> </a:t>
            </a:r>
            <a:r>
              <a:rPr sz="1600" dirty="0">
                <a:latin typeface="Calibri"/>
                <a:cs typeface="Calibri"/>
              </a:rPr>
              <a:t>or</a:t>
            </a:r>
            <a:r>
              <a:rPr sz="1600" spc="-20" dirty="0">
                <a:latin typeface="Calibri"/>
                <a:cs typeface="Calibri"/>
              </a:rPr>
              <a:t> </a:t>
            </a:r>
            <a:r>
              <a:rPr sz="1600" spc="-25" dirty="0">
                <a:latin typeface="Calibri"/>
                <a:cs typeface="Calibri"/>
              </a:rPr>
              <a:t>as </a:t>
            </a:r>
            <a:r>
              <a:rPr sz="1600" dirty="0">
                <a:latin typeface="Calibri"/>
                <a:cs typeface="Calibri"/>
              </a:rPr>
              <a:t>part</a:t>
            </a:r>
            <a:r>
              <a:rPr sz="1600" spc="-15" dirty="0">
                <a:latin typeface="Calibri"/>
                <a:cs typeface="Calibri"/>
              </a:rPr>
              <a:t> </a:t>
            </a:r>
            <a:r>
              <a:rPr sz="1600" dirty="0">
                <a:latin typeface="Calibri"/>
                <a:cs typeface="Calibri"/>
              </a:rPr>
              <a:t>of</a:t>
            </a:r>
            <a:r>
              <a:rPr sz="1600" spc="-15" dirty="0">
                <a:latin typeface="Calibri"/>
                <a:cs typeface="Calibri"/>
              </a:rPr>
              <a:t> </a:t>
            </a:r>
            <a:r>
              <a:rPr sz="1600" spc="-50" dirty="0">
                <a:latin typeface="Calibri"/>
                <a:cs typeface="Calibri"/>
              </a:rPr>
              <a:t>–</a:t>
            </a:r>
            <a:endParaRPr sz="1600">
              <a:latin typeface="Calibri"/>
              <a:cs typeface="Calibri"/>
            </a:endParaRPr>
          </a:p>
          <a:p>
            <a:pPr marL="812800" indent="-342900" algn="just">
              <a:lnSpc>
                <a:spcPct val="100000"/>
              </a:lnSpc>
              <a:spcBef>
                <a:spcPts val="985"/>
              </a:spcBef>
              <a:buAutoNum type="alphaLcParenR"/>
              <a:tabLst>
                <a:tab pos="812800" algn="l"/>
              </a:tabLst>
            </a:pPr>
            <a:r>
              <a:rPr sz="1600" dirty="0">
                <a:latin typeface="Calibri"/>
                <a:cs typeface="Calibri"/>
              </a:rPr>
              <a:t>the</a:t>
            </a:r>
            <a:r>
              <a:rPr sz="1600" spc="-30" dirty="0">
                <a:latin typeface="Calibri"/>
                <a:cs typeface="Calibri"/>
              </a:rPr>
              <a:t> </a:t>
            </a:r>
            <a:r>
              <a:rPr sz="1600" dirty="0">
                <a:latin typeface="Calibri"/>
                <a:cs typeface="Calibri"/>
              </a:rPr>
              <a:t>UA</a:t>
            </a:r>
            <a:r>
              <a:rPr sz="1600" spc="-35" dirty="0">
                <a:latin typeface="Calibri"/>
                <a:cs typeface="Calibri"/>
              </a:rPr>
              <a:t> </a:t>
            </a:r>
            <a:r>
              <a:rPr sz="1600" dirty="0">
                <a:latin typeface="Calibri"/>
                <a:cs typeface="Calibri"/>
              </a:rPr>
              <a:t>pilot</a:t>
            </a:r>
            <a:r>
              <a:rPr sz="1600" spc="-30" dirty="0">
                <a:latin typeface="Calibri"/>
                <a:cs typeface="Calibri"/>
              </a:rPr>
              <a:t> </a:t>
            </a:r>
            <a:r>
              <a:rPr sz="1600" dirty="0">
                <a:latin typeface="Calibri"/>
                <a:cs typeface="Calibri"/>
              </a:rPr>
              <a:t>licence</a:t>
            </a:r>
            <a:r>
              <a:rPr sz="1600" spc="-30" dirty="0">
                <a:latin typeface="Calibri"/>
                <a:cs typeface="Calibri"/>
              </a:rPr>
              <a:t> </a:t>
            </a:r>
            <a:r>
              <a:rPr sz="1600" dirty="0">
                <a:latin typeface="Calibri"/>
                <a:cs typeface="Calibri"/>
              </a:rPr>
              <a:t>training</a:t>
            </a:r>
            <a:r>
              <a:rPr sz="1600" spc="-40" dirty="0">
                <a:latin typeface="Calibri"/>
                <a:cs typeface="Calibri"/>
              </a:rPr>
              <a:t> </a:t>
            </a:r>
            <a:r>
              <a:rPr sz="1600" dirty="0">
                <a:latin typeface="Calibri"/>
                <a:cs typeface="Calibri"/>
              </a:rPr>
              <a:t>conducted</a:t>
            </a:r>
            <a:r>
              <a:rPr sz="1600" spc="-35" dirty="0">
                <a:latin typeface="Calibri"/>
                <a:cs typeface="Calibri"/>
              </a:rPr>
              <a:t> </a:t>
            </a:r>
            <a:r>
              <a:rPr sz="1600" dirty="0">
                <a:latin typeface="Calibri"/>
                <a:cs typeface="Calibri"/>
              </a:rPr>
              <a:t>by</a:t>
            </a:r>
            <a:r>
              <a:rPr sz="1600" spc="-35" dirty="0">
                <a:latin typeface="Calibri"/>
                <a:cs typeface="Calibri"/>
              </a:rPr>
              <a:t> </a:t>
            </a:r>
            <a:r>
              <a:rPr sz="1600" dirty="0">
                <a:latin typeface="Calibri"/>
                <a:cs typeface="Calibri"/>
              </a:rPr>
              <a:t>a</a:t>
            </a:r>
            <a:r>
              <a:rPr sz="1600" spc="-35" dirty="0">
                <a:latin typeface="Calibri"/>
                <a:cs typeface="Calibri"/>
              </a:rPr>
              <a:t> </a:t>
            </a:r>
            <a:r>
              <a:rPr sz="1600" spc="-40" dirty="0">
                <a:latin typeface="Calibri"/>
                <a:cs typeface="Calibri"/>
              </a:rPr>
              <a:t>UATO; </a:t>
            </a:r>
            <a:r>
              <a:rPr sz="1600" spc="-25" dirty="0">
                <a:latin typeface="Calibri"/>
                <a:cs typeface="Calibri"/>
              </a:rPr>
              <a:t>or</a:t>
            </a:r>
            <a:endParaRPr sz="1600">
              <a:latin typeface="Calibri"/>
              <a:cs typeface="Calibri"/>
            </a:endParaRPr>
          </a:p>
          <a:p>
            <a:pPr marL="812165" indent="-342265">
              <a:lnSpc>
                <a:spcPct val="100000"/>
              </a:lnSpc>
              <a:spcBef>
                <a:spcPts val="960"/>
              </a:spcBef>
              <a:buAutoNum type="alphaLcParenR"/>
              <a:tabLst>
                <a:tab pos="812165" algn="l"/>
              </a:tabLst>
            </a:pPr>
            <a:r>
              <a:rPr sz="1600" dirty="0">
                <a:latin typeface="Calibri"/>
                <a:cs typeface="Calibri"/>
              </a:rPr>
              <a:t>a</a:t>
            </a:r>
            <a:r>
              <a:rPr sz="1600" spc="-45" dirty="0">
                <a:latin typeface="Calibri"/>
                <a:cs typeface="Calibri"/>
              </a:rPr>
              <a:t> </a:t>
            </a:r>
            <a:r>
              <a:rPr sz="1600" dirty="0">
                <a:latin typeface="Calibri"/>
                <a:cs typeface="Calibri"/>
              </a:rPr>
              <a:t>practical</a:t>
            </a:r>
            <a:r>
              <a:rPr sz="1600" spc="-40" dirty="0">
                <a:latin typeface="Calibri"/>
                <a:cs typeface="Calibri"/>
              </a:rPr>
              <a:t> </a:t>
            </a:r>
            <a:r>
              <a:rPr sz="1600" dirty="0">
                <a:latin typeface="Calibri"/>
                <a:cs typeface="Calibri"/>
              </a:rPr>
              <a:t>assessment</a:t>
            </a:r>
            <a:r>
              <a:rPr sz="1600" spc="-35" dirty="0">
                <a:latin typeface="Calibri"/>
                <a:cs typeface="Calibri"/>
              </a:rPr>
              <a:t> </a:t>
            </a:r>
            <a:r>
              <a:rPr sz="1600" dirty="0">
                <a:latin typeface="Calibri"/>
                <a:cs typeface="Calibri"/>
              </a:rPr>
              <a:t>or</a:t>
            </a:r>
            <a:r>
              <a:rPr sz="1600" spc="-35" dirty="0">
                <a:latin typeface="Calibri"/>
                <a:cs typeface="Calibri"/>
              </a:rPr>
              <a:t> </a:t>
            </a:r>
            <a:r>
              <a:rPr sz="1600" dirty="0">
                <a:latin typeface="Calibri"/>
                <a:cs typeface="Calibri"/>
              </a:rPr>
              <a:t>proficiency</a:t>
            </a:r>
            <a:r>
              <a:rPr sz="1600" spc="-35" dirty="0">
                <a:latin typeface="Calibri"/>
                <a:cs typeface="Calibri"/>
              </a:rPr>
              <a:t> </a:t>
            </a:r>
            <a:r>
              <a:rPr sz="1600" dirty="0">
                <a:latin typeface="Calibri"/>
                <a:cs typeface="Calibri"/>
              </a:rPr>
              <a:t>check</a:t>
            </a:r>
            <a:r>
              <a:rPr sz="1600" spc="-40" dirty="0">
                <a:latin typeface="Calibri"/>
                <a:cs typeface="Calibri"/>
              </a:rPr>
              <a:t> </a:t>
            </a:r>
            <a:r>
              <a:rPr sz="1600" dirty="0">
                <a:latin typeface="Calibri"/>
                <a:cs typeface="Calibri"/>
              </a:rPr>
              <a:t>conducted</a:t>
            </a:r>
            <a:r>
              <a:rPr sz="1600" spc="-40" dirty="0">
                <a:latin typeface="Calibri"/>
                <a:cs typeface="Calibri"/>
              </a:rPr>
              <a:t> </a:t>
            </a:r>
            <a:r>
              <a:rPr sz="1600" dirty="0">
                <a:latin typeface="Calibri"/>
                <a:cs typeface="Calibri"/>
              </a:rPr>
              <a:t>by</a:t>
            </a:r>
            <a:r>
              <a:rPr sz="1600" spc="-40" dirty="0">
                <a:latin typeface="Calibri"/>
                <a:cs typeface="Calibri"/>
              </a:rPr>
              <a:t> </a:t>
            </a:r>
            <a:r>
              <a:rPr sz="1600" dirty="0">
                <a:latin typeface="Calibri"/>
                <a:cs typeface="Calibri"/>
              </a:rPr>
              <a:t>an</a:t>
            </a:r>
            <a:r>
              <a:rPr sz="1600" spc="-40" dirty="0">
                <a:latin typeface="Calibri"/>
                <a:cs typeface="Calibri"/>
              </a:rPr>
              <a:t> </a:t>
            </a:r>
            <a:r>
              <a:rPr sz="1600" dirty="0">
                <a:latin typeface="Calibri"/>
                <a:cs typeface="Calibri"/>
              </a:rPr>
              <a:t>authorise</a:t>
            </a:r>
            <a:r>
              <a:rPr sz="1600" spc="-35" dirty="0">
                <a:latin typeface="Calibri"/>
                <a:cs typeface="Calibri"/>
              </a:rPr>
              <a:t> </a:t>
            </a:r>
            <a:r>
              <a:rPr sz="1600" dirty="0">
                <a:latin typeface="Calibri"/>
                <a:cs typeface="Calibri"/>
              </a:rPr>
              <a:t>flight</a:t>
            </a:r>
            <a:r>
              <a:rPr sz="1600" spc="-35" dirty="0">
                <a:latin typeface="Calibri"/>
                <a:cs typeface="Calibri"/>
              </a:rPr>
              <a:t> </a:t>
            </a:r>
            <a:r>
              <a:rPr sz="1600" spc="-10" dirty="0">
                <a:latin typeface="Calibri"/>
                <a:cs typeface="Calibri"/>
              </a:rPr>
              <a:t>examiner</a:t>
            </a:r>
            <a:r>
              <a:rPr sz="1600" spc="-35" dirty="0">
                <a:latin typeface="Calibri"/>
                <a:cs typeface="Calibri"/>
              </a:rPr>
              <a:t> </a:t>
            </a:r>
            <a:r>
              <a:rPr sz="1600" dirty="0">
                <a:latin typeface="Calibri"/>
                <a:cs typeface="Calibri"/>
              </a:rPr>
              <a:t>or</a:t>
            </a:r>
            <a:r>
              <a:rPr sz="1600" spc="-30" dirty="0">
                <a:latin typeface="Calibri"/>
                <a:cs typeface="Calibri"/>
              </a:rPr>
              <a:t> </a:t>
            </a:r>
            <a:r>
              <a:rPr sz="1600" dirty="0">
                <a:latin typeface="Calibri"/>
                <a:cs typeface="Calibri"/>
              </a:rPr>
              <a:t>the</a:t>
            </a:r>
            <a:r>
              <a:rPr sz="1600" spc="-35" dirty="0">
                <a:latin typeface="Calibri"/>
                <a:cs typeface="Calibri"/>
              </a:rPr>
              <a:t> </a:t>
            </a:r>
            <a:r>
              <a:rPr sz="1600" spc="-10" dirty="0">
                <a:latin typeface="Calibri"/>
                <a:cs typeface="Calibri"/>
              </a:rPr>
              <a:t>authority.</a:t>
            </a:r>
            <a:endParaRPr sz="16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8" y="1423924"/>
            <a:ext cx="9817100" cy="4305300"/>
          </a:xfrm>
          <a:prstGeom prst="rect">
            <a:avLst/>
          </a:prstGeom>
        </p:spPr>
        <p:txBody>
          <a:bodyPr vert="horz" wrap="square" lIns="0" tIns="85725" rIns="0" bIns="0" rtlCol="0">
            <a:spAutoFit/>
          </a:bodyPr>
          <a:lstStyle/>
          <a:p>
            <a:pPr marL="12700">
              <a:lnSpc>
                <a:spcPct val="100000"/>
              </a:lnSpc>
              <a:spcBef>
                <a:spcPts val="675"/>
              </a:spcBef>
            </a:pPr>
            <a:r>
              <a:rPr sz="1600" b="1" dirty="0">
                <a:latin typeface="Times New Roman"/>
                <a:cs typeface="Times New Roman"/>
              </a:rPr>
              <a:t>Production</a:t>
            </a:r>
            <a:r>
              <a:rPr sz="1600" b="1" spc="-70"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UA</a:t>
            </a:r>
            <a:r>
              <a:rPr sz="1600" b="1" spc="-95" dirty="0">
                <a:latin typeface="Times New Roman"/>
                <a:cs typeface="Times New Roman"/>
              </a:rPr>
              <a:t> </a:t>
            </a:r>
            <a:r>
              <a:rPr sz="1600" b="1" dirty="0">
                <a:latin typeface="Times New Roman"/>
                <a:cs typeface="Times New Roman"/>
              </a:rPr>
              <a:t>operator</a:t>
            </a:r>
            <a:r>
              <a:rPr sz="1600" b="1" spc="-60" dirty="0">
                <a:latin typeface="Times New Roman"/>
                <a:cs typeface="Times New Roman"/>
              </a:rPr>
              <a:t> </a:t>
            </a:r>
            <a:r>
              <a:rPr sz="1600" b="1" spc="-10" dirty="0">
                <a:latin typeface="Times New Roman"/>
                <a:cs typeface="Times New Roman"/>
              </a:rPr>
              <a:t>permit</a:t>
            </a:r>
            <a:endParaRPr sz="1600">
              <a:latin typeface="Times New Roman"/>
              <a:cs typeface="Times New Roman"/>
            </a:endParaRPr>
          </a:p>
          <a:p>
            <a:pPr marL="12700" marR="5080">
              <a:lnSpc>
                <a:spcPct val="80000"/>
              </a:lnSpc>
              <a:spcBef>
                <a:spcPts val="960"/>
              </a:spcBef>
            </a:pPr>
            <a:r>
              <a:rPr sz="1600" b="1" dirty="0">
                <a:latin typeface="Calibri"/>
                <a:cs typeface="Calibri"/>
              </a:rPr>
              <a:t>14.</a:t>
            </a:r>
            <a:r>
              <a:rPr sz="1600" b="1" spc="-35" dirty="0">
                <a:latin typeface="Calibri"/>
                <a:cs typeface="Calibri"/>
              </a:rPr>
              <a:t> </a:t>
            </a:r>
            <a:r>
              <a:rPr sz="1600" dirty="0">
                <a:latin typeface="Calibri"/>
                <a:cs typeface="Calibri"/>
              </a:rPr>
              <a:t>–</a:t>
            </a:r>
            <a:r>
              <a:rPr sz="1600" spc="-30" dirty="0">
                <a:latin typeface="Calibri"/>
                <a:cs typeface="Calibri"/>
              </a:rPr>
              <a:t> </a:t>
            </a:r>
            <a:r>
              <a:rPr sz="1600" dirty="0">
                <a:latin typeface="Calibri"/>
                <a:cs typeface="Calibri"/>
              </a:rPr>
              <a:t>(1)</a:t>
            </a:r>
            <a:r>
              <a:rPr sz="1600" spc="-3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UA</a:t>
            </a:r>
            <a:r>
              <a:rPr sz="1600" spc="-30" dirty="0">
                <a:latin typeface="Calibri"/>
                <a:cs typeface="Calibri"/>
              </a:rPr>
              <a:t> </a:t>
            </a:r>
            <a:r>
              <a:rPr sz="1600" spc="-10" dirty="0">
                <a:latin typeface="Calibri"/>
                <a:cs typeface="Calibri"/>
              </a:rPr>
              <a:t>operator</a:t>
            </a:r>
            <a:r>
              <a:rPr sz="1600" spc="-25" dirty="0">
                <a:latin typeface="Calibri"/>
                <a:cs typeface="Calibri"/>
              </a:rPr>
              <a:t> </a:t>
            </a:r>
            <a:r>
              <a:rPr sz="1600" dirty="0">
                <a:latin typeface="Calibri"/>
                <a:cs typeface="Calibri"/>
              </a:rPr>
              <a:t>operating</a:t>
            </a:r>
            <a:r>
              <a:rPr sz="1600" spc="-30"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unmanned</a:t>
            </a:r>
            <a:r>
              <a:rPr sz="1600" spc="-35"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must,</a:t>
            </a:r>
            <a:r>
              <a:rPr sz="1600" spc="-30" dirty="0">
                <a:latin typeface="Calibri"/>
                <a:cs typeface="Calibri"/>
              </a:rPr>
              <a:t> </a:t>
            </a:r>
            <a:r>
              <a:rPr sz="1600" dirty="0">
                <a:latin typeface="Calibri"/>
                <a:cs typeface="Calibri"/>
              </a:rPr>
              <a:t>on</a:t>
            </a:r>
            <a:r>
              <a:rPr sz="1600" spc="-35" dirty="0">
                <a:latin typeface="Calibri"/>
                <a:cs typeface="Calibri"/>
              </a:rPr>
              <a:t> </a:t>
            </a:r>
            <a:r>
              <a:rPr sz="1600" dirty="0">
                <a:latin typeface="Calibri"/>
                <a:cs typeface="Calibri"/>
              </a:rPr>
              <a:t>being</a:t>
            </a:r>
            <a:r>
              <a:rPr sz="1600" spc="-30" dirty="0">
                <a:latin typeface="Calibri"/>
                <a:cs typeface="Calibri"/>
              </a:rPr>
              <a:t> </a:t>
            </a:r>
            <a:r>
              <a:rPr sz="1600" dirty="0">
                <a:latin typeface="Calibri"/>
                <a:cs typeface="Calibri"/>
              </a:rPr>
              <a:t>so</a:t>
            </a:r>
            <a:r>
              <a:rPr sz="1600" spc="-25" dirty="0">
                <a:latin typeface="Calibri"/>
                <a:cs typeface="Calibri"/>
              </a:rPr>
              <a:t> </a:t>
            </a:r>
            <a:r>
              <a:rPr sz="1600" dirty="0">
                <a:latin typeface="Calibri"/>
                <a:cs typeface="Calibri"/>
              </a:rPr>
              <a:t>required</a:t>
            </a:r>
            <a:r>
              <a:rPr sz="1600" spc="-35" dirty="0">
                <a:latin typeface="Calibri"/>
                <a:cs typeface="Calibri"/>
              </a:rPr>
              <a:t> </a:t>
            </a:r>
            <a:r>
              <a:rPr sz="1600" dirty="0">
                <a:latin typeface="Calibri"/>
                <a:cs typeface="Calibri"/>
              </a:rPr>
              <a:t>by</a:t>
            </a:r>
            <a:r>
              <a:rPr sz="1600" spc="-25"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authorised</a:t>
            </a:r>
            <a:r>
              <a:rPr sz="1600" spc="-35" dirty="0">
                <a:latin typeface="Calibri"/>
                <a:cs typeface="Calibri"/>
              </a:rPr>
              <a:t> </a:t>
            </a:r>
            <a:r>
              <a:rPr sz="1600" dirty="0">
                <a:latin typeface="Calibri"/>
                <a:cs typeface="Calibri"/>
              </a:rPr>
              <a:t>person,</a:t>
            </a:r>
            <a:r>
              <a:rPr sz="1600" spc="-25" dirty="0">
                <a:latin typeface="Calibri"/>
                <a:cs typeface="Calibri"/>
              </a:rPr>
              <a:t> </a:t>
            </a:r>
            <a:r>
              <a:rPr sz="1600" spc="-10" dirty="0">
                <a:latin typeface="Calibri"/>
                <a:cs typeface="Calibri"/>
              </a:rPr>
              <a:t>produce </a:t>
            </a:r>
            <a:r>
              <a:rPr sz="1600" dirty="0">
                <a:latin typeface="Calibri"/>
                <a:cs typeface="Calibri"/>
              </a:rPr>
              <a:t>his</a:t>
            </a:r>
            <a:r>
              <a:rPr sz="1600" spc="-35" dirty="0">
                <a:latin typeface="Calibri"/>
                <a:cs typeface="Calibri"/>
              </a:rPr>
              <a:t> </a:t>
            </a:r>
            <a:r>
              <a:rPr sz="1600" dirty="0">
                <a:latin typeface="Calibri"/>
                <a:cs typeface="Calibri"/>
              </a:rPr>
              <a:t>or</a:t>
            </a:r>
            <a:r>
              <a:rPr sz="1600" spc="-30" dirty="0">
                <a:latin typeface="Calibri"/>
                <a:cs typeface="Calibri"/>
              </a:rPr>
              <a:t> </a:t>
            </a:r>
            <a:r>
              <a:rPr sz="1600" dirty="0">
                <a:latin typeface="Calibri"/>
                <a:cs typeface="Calibri"/>
              </a:rPr>
              <a:t>her</a:t>
            </a:r>
            <a:r>
              <a:rPr sz="1600" spc="-30" dirty="0">
                <a:latin typeface="Calibri"/>
                <a:cs typeface="Calibri"/>
              </a:rPr>
              <a:t> </a:t>
            </a:r>
            <a:r>
              <a:rPr sz="1600" dirty="0">
                <a:latin typeface="Calibri"/>
                <a:cs typeface="Calibri"/>
              </a:rPr>
              <a:t>UA</a:t>
            </a:r>
            <a:r>
              <a:rPr sz="1600" spc="-30" dirty="0">
                <a:latin typeface="Calibri"/>
                <a:cs typeface="Calibri"/>
              </a:rPr>
              <a:t> </a:t>
            </a:r>
            <a:r>
              <a:rPr sz="1600" spc="-10" dirty="0">
                <a:latin typeface="Calibri"/>
                <a:cs typeface="Calibri"/>
              </a:rPr>
              <a:t>operator</a:t>
            </a:r>
            <a:r>
              <a:rPr sz="1600" spc="-30" dirty="0">
                <a:latin typeface="Calibri"/>
                <a:cs typeface="Calibri"/>
              </a:rPr>
              <a:t> </a:t>
            </a:r>
            <a:r>
              <a:rPr sz="1600" dirty="0">
                <a:latin typeface="Calibri"/>
                <a:cs typeface="Calibri"/>
              </a:rPr>
              <a:t>permit</a:t>
            </a:r>
            <a:r>
              <a:rPr sz="1600" spc="-30" dirty="0">
                <a:latin typeface="Calibri"/>
                <a:cs typeface="Calibri"/>
              </a:rPr>
              <a:t> </a:t>
            </a:r>
            <a:r>
              <a:rPr sz="1600" dirty="0">
                <a:latin typeface="Calibri"/>
                <a:cs typeface="Calibri"/>
              </a:rPr>
              <a:t>for</a:t>
            </a:r>
            <a:r>
              <a:rPr sz="1600" spc="-30" dirty="0">
                <a:latin typeface="Calibri"/>
                <a:cs typeface="Calibri"/>
              </a:rPr>
              <a:t> </a:t>
            </a:r>
            <a:r>
              <a:rPr sz="1600" spc="-10" dirty="0">
                <a:latin typeface="Calibri"/>
                <a:cs typeface="Calibri"/>
              </a:rPr>
              <a:t>examination</a:t>
            </a:r>
            <a:r>
              <a:rPr sz="1600" spc="-35" dirty="0">
                <a:latin typeface="Calibri"/>
                <a:cs typeface="Calibri"/>
              </a:rPr>
              <a:t> </a:t>
            </a:r>
            <a:r>
              <a:rPr sz="1600" dirty="0">
                <a:latin typeface="Calibri"/>
                <a:cs typeface="Calibri"/>
              </a:rPr>
              <a:t>so</a:t>
            </a:r>
            <a:r>
              <a:rPr sz="1600" spc="-25" dirty="0">
                <a:latin typeface="Calibri"/>
                <a:cs typeface="Calibri"/>
              </a:rPr>
              <a:t> </a:t>
            </a:r>
            <a:r>
              <a:rPr sz="1600" dirty="0">
                <a:latin typeface="Calibri"/>
                <a:cs typeface="Calibri"/>
              </a:rPr>
              <a:t>as</a:t>
            </a:r>
            <a:r>
              <a:rPr sz="1600" spc="-3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enable</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authorised</a:t>
            </a:r>
            <a:r>
              <a:rPr sz="1600" spc="-35"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ascertain</a:t>
            </a:r>
            <a:r>
              <a:rPr sz="1600" spc="-3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identity</a:t>
            </a:r>
            <a:r>
              <a:rPr sz="1600" spc="-25" dirty="0">
                <a:latin typeface="Calibri"/>
                <a:cs typeface="Calibri"/>
              </a:rPr>
              <a:t> </a:t>
            </a:r>
            <a:r>
              <a:rPr sz="1600" dirty="0">
                <a:latin typeface="Calibri"/>
                <a:cs typeface="Calibri"/>
              </a:rPr>
              <a:t>of</a:t>
            </a:r>
            <a:r>
              <a:rPr sz="1600" spc="-35" dirty="0">
                <a:latin typeface="Calibri"/>
                <a:cs typeface="Calibri"/>
              </a:rPr>
              <a:t> </a:t>
            </a:r>
            <a:r>
              <a:rPr sz="1600" dirty="0">
                <a:latin typeface="Calibri"/>
                <a:cs typeface="Calibri"/>
              </a:rPr>
              <a:t>the</a:t>
            </a:r>
            <a:r>
              <a:rPr sz="1600" spc="-25" dirty="0">
                <a:latin typeface="Calibri"/>
                <a:cs typeface="Calibri"/>
              </a:rPr>
              <a:t> UA operator,</a:t>
            </a:r>
            <a:r>
              <a:rPr sz="1600" spc="-3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validity</a:t>
            </a:r>
            <a:r>
              <a:rPr sz="1600" spc="-2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UA</a:t>
            </a:r>
            <a:r>
              <a:rPr sz="1600" spc="-25" dirty="0">
                <a:latin typeface="Calibri"/>
                <a:cs typeface="Calibri"/>
              </a:rPr>
              <a:t> </a:t>
            </a:r>
            <a:r>
              <a:rPr sz="1600" spc="-10" dirty="0">
                <a:latin typeface="Calibri"/>
                <a:cs typeface="Calibri"/>
              </a:rPr>
              <a:t>operator</a:t>
            </a:r>
            <a:r>
              <a:rPr sz="1600" spc="-25" dirty="0">
                <a:latin typeface="Calibri"/>
                <a:cs typeface="Calibri"/>
              </a:rPr>
              <a:t> </a:t>
            </a:r>
            <a:r>
              <a:rPr sz="1600" dirty="0">
                <a:latin typeface="Calibri"/>
                <a:cs typeface="Calibri"/>
              </a:rPr>
              <a:t>permit,</a:t>
            </a:r>
            <a:r>
              <a:rPr sz="1600" spc="-25" dirty="0">
                <a:latin typeface="Calibri"/>
                <a:cs typeface="Calibri"/>
              </a:rPr>
              <a:t> </a:t>
            </a:r>
            <a:r>
              <a:rPr sz="1600" dirty="0">
                <a:latin typeface="Calibri"/>
                <a:cs typeface="Calibri"/>
              </a:rPr>
              <a:t>and</a:t>
            </a:r>
            <a:r>
              <a:rPr sz="1600" spc="-30" dirty="0">
                <a:latin typeface="Calibri"/>
                <a:cs typeface="Calibri"/>
              </a:rPr>
              <a:t> </a:t>
            </a:r>
            <a:r>
              <a:rPr sz="1600" dirty="0">
                <a:latin typeface="Calibri"/>
                <a:cs typeface="Calibri"/>
              </a:rPr>
              <a:t>whether</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UA</a:t>
            </a:r>
            <a:r>
              <a:rPr sz="1600" spc="-25" dirty="0">
                <a:latin typeface="Calibri"/>
                <a:cs typeface="Calibri"/>
              </a:rPr>
              <a:t> </a:t>
            </a:r>
            <a:r>
              <a:rPr sz="1600" spc="-10" dirty="0">
                <a:latin typeface="Calibri"/>
                <a:cs typeface="Calibri"/>
              </a:rPr>
              <a:t>operator</a:t>
            </a:r>
            <a:r>
              <a:rPr sz="1600" spc="-20"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authorised</a:t>
            </a:r>
            <a:r>
              <a:rPr sz="1600" spc="-30" dirty="0">
                <a:latin typeface="Calibri"/>
                <a:cs typeface="Calibri"/>
              </a:rPr>
              <a:t> </a:t>
            </a:r>
            <a:r>
              <a:rPr sz="1600" dirty="0">
                <a:latin typeface="Calibri"/>
                <a:cs typeface="Calibri"/>
              </a:rPr>
              <a:t>to</a:t>
            </a:r>
            <a:r>
              <a:rPr sz="1600" spc="-20" dirty="0">
                <a:latin typeface="Calibri"/>
                <a:cs typeface="Calibri"/>
              </a:rPr>
              <a:t> </a:t>
            </a:r>
            <a:r>
              <a:rPr sz="1600" spc="-10" dirty="0">
                <a:latin typeface="Calibri"/>
                <a:cs typeface="Calibri"/>
              </a:rPr>
              <a:t>operate</a:t>
            </a:r>
            <a:r>
              <a:rPr sz="1600" spc="-30"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unmanned aircraft.</a:t>
            </a:r>
            <a:endParaRPr sz="1600">
              <a:latin typeface="Calibri"/>
              <a:cs typeface="Calibri"/>
            </a:endParaRPr>
          </a:p>
          <a:p>
            <a:pPr>
              <a:lnSpc>
                <a:spcPct val="100000"/>
              </a:lnSpc>
              <a:spcBef>
                <a:spcPts val="925"/>
              </a:spcBef>
            </a:pPr>
            <a:endParaRPr sz="1600">
              <a:latin typeface="Calibri"/>
              <a:cs typeface="Calibri"/>
            </a:endParaRPr>
          </a:p>
          <a:p>
            <a:pPr marL="12700">
              <a:lnSpc>
                <a:spcPct val="100000"/>
              </a:lnSpc>
            </a:pPr>
            <a:r>
              <a:rPr sz="1600" b="1" dirty="0">
                <a:latin typeface="Times New Roman"/>
                <a:cs typeface="Times New Roman"/>
              </a:rPr>
              <a:t>Production</a:t>
            </a:r>
            <a:r>
              <a:rPr sz="1600" b="1" spc="-65" dirty="0">
                <a:latin typeface="Times New Roman"/>
                <a:cs typeface="Times New Roman"/>
              </a:rPr>
              <a:t> </a:t>
            </a:r>
            <a:r>
              <a:rPr sz="1600" b="1" dirty="0">
                <a:latin typeface="Times New Roman"/>
                <a:cs typeface="Times New Roman"/>
              </a:rPr>
              <a:t>of</a:t>
            </a:r>
            <a:r>
              <a:rPr sz="1600" b="1" spc="-30" dirty="0">
                <a:latin typeface="Times New Roman"/>
                <a:cs typeface="Times New Roman"/>
              </a:rPr>
              <a:t> </a:t>
            </a:r>
            <a:r>
              <a:rPr sz="1600" b="1" spc="-10" dirty="0">
                <a:latin typeface="Times New Roman"/>
                <a:cs typeface="Times New Roman"/>
              </a:rPr>
              <a:t>UA</a:t>
            </a:r>
            <a:r>
              <a:rPr sz="1600" b="1" spc="-95" dirty="0">
                <a:latin typeface="Times New Roman"/>
                <a:cs typeface="Times New Roman"/>
              </a:rPr>
              <a:t> </a:t>
            </a:r>
            <a:r>
              <a:rPr sz="1600" b="1" dirty="0">
                <a:latin typeface="Times New Roman"/>
                <a:cs typeface="Times New Roman"/>
              </a:rPr>
              <a:t>activity</a:t>
            </a:r>
            <a:r>
              <a:rPr sz="1600" b="1" spc="-30" dirty="0">
                <a:latin typeface="Times New Roman"/>
                <a:cs typeface="Times New Roman"/>
              </a:rPr>
              <a:t> </a:t>
            </a:r>
            <a:r>
              <a:rPr sz="1600" b="1" spc="-10" dirty="0">
                <a:latin typeface="Times New Roman"/>
                <a:cs typeface="Times New Roman"/>
              </a:rPr>
              <a:t>permit</a:t>
            </a:r>
            <a:endParaRPr sz="1600">
              <a:latin typeface="Times New Roman"/>
              <a:cs typeface="Times New Roman"/>
            </a:endParaRPr>
          </a:p>
          <a:p>
            <a:pPr marL="12700" marR="495934">
              <a:lnSpc>
                <a:spcPct val="80000"/>
              </a:lnSpc>
              <a:spcBef>
                <a:spcPts val="960"/>
              </a:spcBef>
            </a:pPr>
            <a:r>
              <a:rPr sz="1600" b="1" dirty="0">
                <a:latin typeface="Calibri"/>
                <a:cs typeface="Calibri"/>
              </a:rPr>
              <a:t>18.</a:t>
            </a:r>
            <a:r>
              <a:rPr sz="1600" b="1" spc="-40" dirty="0">
                <a:latin typeface="Calibri"/>
                <a:cs typeface="Calibri"/>
              </a:rPr>
              <a:t> </a:t>
            </a:r>
            <a:r>
              <a:rPr sz="1600" dirty="0">
                <a:latin typeface="Calibri"/>
                <a:cs typeface="Calibri"/>
              </a:rPr>
              <a:t>–</a:t>
            </a:r>
            <a:r>
              <a:rPr sz="1600" spc="-30" dirty="0">
                <a:latin typeface="Calibri"/>
                <a:cs typeface="Calibri"/>
              </a:rPr>
              <a:t> </a:t>
            </a:r>
            <a:r>
              <a:rPr sz="1600" dirty="0">
                <a:latin typeface="Calibri"/>
                <a:cs typeface="Calibri"/>
              </a:rPr>
              <a:t>(1)</a:t>
            </a:r>
            <a:r>
              <a:rPr sz="1600" spc="-3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person</a:t>
            </a:r>
            <a:r>
              <a:rPr sz="1600" spc="-40" dirty="0">
                <a:latin typeface="Calibri"/>
                <a:cs typeface="Calibri"/>
              </a:rPr>
              <a:t> </a:t>
            </a:r>
            <a:r>
              <a:rPr sz="1600" dirty="0">
                <a:latin typeface="Calibri"/>
                <a:cs typeface="Calibri"/>
              </a:rPr>
              <a:t>operating</a:t>
            </a:r>
            <a:r>
              <a:rPr sz="1600" spc="-35" dirty="0">
                <a:latin typeface="Calibri"/>
                <a:cs typeface="Calibri"/>
              </a:rPr>
              <a:t> </a:t>
            </a:r>
            <a:r>
              <a:rPr sz="1600" dirty="0">
                <a:latin typeface="Calibri"/>
                <a:cs typeface="Calibri"/>
              </a:rPr>
              <a:t>an</a:t>
            </a:r>
            <a:r>
              <a:rPr sz="1600" spc="-35" dirty="0">
                <a:latin typeface="Calibri"/>
                <a:cs typeface="Calibri"/>
              </a:rPr>
              <a:t> </a:t>
            </a:r>
            <a:r>
              <a:rPr sz="1600" dirty="0">
                <a:latin typeface="Calibri"/>
                <a:cs typeface="Calibri"/>
              </a:rPr>
              <a:t>unmanned</a:t>
            </a:r>
            <a:r>
              <a:rPr sz="1600" spc="-40" dirty="0">
                <a:latin typeface="Calibri"/>
                <a:cs typeface="Calibri"/>
              </a:rPr>
              <a:t> </a:t>
            </a:r>
            <a:r>
              <a:rPr sz="1600" spc="-10" dirty="0">
                <a:latin typeface="Calibri"/>
                <a:cs typeface="Calibri"/>
              </a:rPr>
              <a:t>aircraft</a:t>
            </a:r>
            <a:r>
              <a:rPr sz="1600" spc="-30" dirty="0">
                <a:latin typeface="Calibri"/>
                <a:cs typeface="Calibri"/>
              </a:rPr>
              <a:t> </a:t>
            </a:r>
            <a:r>
              <a:rPr sz="1600" dirty="0">
                <a:latin typeface="Calibri"/>
                <a:cs typeface="Calibri"/>
              </a:rPr>
              <a:t>must,</a:t>
            </a:r>
            <a:r>
              <a:rPr sz="1600" spc="-35" dirty="0">
                <a:latin typeface="Calibri"/>
                <a:cs typeface="Calibri"/>
              </a:rPr>
              <a:t> </a:t>
            </a:r>
            <a:r>
              <a:rPr sz="1600" dirty="0">
                <a:latin typeface="Calibri"/>
                <a:cs typeface="Calibri"/>
              </a:rPr>
              <a:t>on</a:t>
            </a:r>
            <a:r>
              <a:rPr sz="1600" spc="-35" dirty="0">
                <a:latin typeface="Calibri"/>
                <a:cs typeface="Calibri"/>
              </a:rPr>
              <a:t> </a:t>
            </a:r>
            <a:r>
              <a:rPr sz="1600" dirty="0">
                <a:latin typeface="Calibri"/>
                <a:cs typeface="Calibri"/>
              </a:rPr>
              <a:t>being</a:t>
            </a:r>
            <a:r>
              <a:rPr sz="1600" spc="-40" dirty="0">
                <a:latin typeface="Calibri"/>
                <a:cs typeface="Calibri"/>
              </a:rPr>
              <a:t> </a:t>
            </a:r>
            <a:r>
              <a:rPr sz="1600" dirty="0">
                <a:latin typeface="Calibri"/>
                <a:cs typeface="Calibri"/>
              </a:rPr>
              <a:t>required</a:t>
            </a:r>
            <a:r>
              <a:rPr sz="1600" spc="-35" dirty="0">
                <a:latin typeface="Calibri"/>
                <a:cs typeface="Calibri"/>
              </a:rPr>
              <a:t> </a:t>
            </a:r>
            <a:r>
              <a:rPr sz="1600" dirty="0">
                <a:latin typeface="Calibri"/>
                <a:cs typeface="Calibri"/>
              </a:rPr>
              <a:t>by</a:t>
            </a:r>
            <a:r>
              <a:rPr sz="1600" spc="-30" dirty="0">
                <a:latin typeface="Calibri"/>
                <a:cs typeface="Calibri"/>
              </a:rPr>
              <a:t> </a:t>
            </a:r>
            <a:r>
              <a:rPr sz="1600" dirty="0">
                <a:latin typeface="Calibri"/>
                <a:cs typeface="Calibri"/>
              </a:rPr>
              <a:t>an</a:t>
            </a:r>
            <a:r>
              <a:rPr sz="1600" spc="-40" dirty="0">
                <a:latin typeface="Calibri"/>
                <a:cs typeface="Calibri"/>
              </a:rPr>
              <a:t> </a:t>
            </a:r>
            <a:r>
              <a:rPr sz="1600" dirty="0">
                <a:latin typeface="Calibri"/>
                <a:cs typeface="Calibri"/>
              </a:rPr>
              <a:t>authorised</a:t>
            </a:r>
            <a:r>
              <a:rPr sz="1600" spc="-35"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produce</a:t>
            </a:r>
            <a:r>
              <a:rPr sz="1600" spc="-30" dirty="0">
                <a:latin typeface="Calibri"/>
                <a:cs typeface="Calibri"/>
              </a:rPr>
              <a:t> </a:t>
            </a:r>
            <a:r>
              <a:rPr sz="1600" spc="-25" dirty="0">
                <a:latin typeface="Calibri"/>
                <a:cs typeface="Calibri"/>
              </a:rPr>
              <a:t>the </a:t>
            </a:r>
            <a:r>
              <a:rPr sz="1600" dirty="0">
                <a:latin typeface="Calibri"/>
                <a:cs typeface="Calibri"/>
              </a:rPr>
              <a:t>activity</a:t>
            </a:r>
            <a:r>
              <a:rPr sz="1600" spc="-25" dirty="0">
                <a:latin typeface="Calibri"/>
                <a:cs typeface="Calibri"/>
              </a:rPr>
              <a:t> </a:t>
            </a:r>
            <a:r>
              <a:rPr sz="1600" dirty="0">
                <a:latin typeface="Calibri"/>
                <a:cs typeface="Calibri"/>
              </a:rPr>
              <a:t>permit</a:t>
            </a:r>
            <a:r>
              <a:rPr sz="1600" spc="-20" dirty="0">
                <a:latin typeface="Calibri"/>
                <a:cs typeface="Calibri"/>
              </a:rPr>
              <a:t> </a:t>
            </a:r>
            <a:r>
              <a:rPr sz="1600" dirty="0">
                <a:latin typeface="Calibri"/>
                <a:cs typeface="Calibri"/>
              </a:rPr>
              <a:t>for</a:t>
            </a:r>
            <a:r>
              <a:rPr sz="1600" spc="-20" dirty="0">
                <a:latin typeface="Calibri"/>
                <a:cs typeface="Calibri"/>
              </a:rPr>
              <a:t> </a:t>
            </a:r>
            <a:r>
              <a:rPr sz="1600" dirty="0">
                <a:latin typeface="Calibri"/>
                <a:cs typeface="Calibri"/>
              </a:rPr>
              <a:t>flying</a:t>
            </a:r>
            <a:r>
              <a:rPr sz="1600" spc="-2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unmanned</a:t>
            </a:r>
            <a:r>
              <a:rPr sz="1600" spc="-25"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type</a:t>
            </a:r>
            <a:r>
              <a:rPr sz="1600" spc="-20" dirty="0">
                <a:latin typeface="Calibri"/>
                <a:cs typeface="Calibri"/>
              </a:rPr>
              <a:t> </a:t>
            </a:r>
            <a:r>
              <a:rPr sz="1600" spc="-10" dirty="0">
                <a:latin typeface="Calibri"/>
                <a:cs typeface="Calibri"/>
              </a:rPr>
              <a:t>corresponding</a:t>
            </a:r>
            <a:r>
              <a:rPr sz="1600" spc="-25" dirty="0">
                <a:latin typeface="Calibri"/>
                <a:cs typeface="Calibri"/>
              </a:rPr>
              <a:t> </a:t>
            </a:r>
            <a:r>
              <a:rPr sz="1600" dirty="0">
                <a:latin typeface="Calibri"/>
                <a:cs typeface="Calibri"/>
              </a:rPr>
              <a:t>to</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so</a:t>
            </a:r>
            <a:r>
              <a:rPr sz="1600" spc="-20" dirty="0">
                <a:latin typeface="Calibri"/>
                <a:cs typeface="Calibri"/>
              </a:rPr>
              <a:t> </a:t>
            </a:r>
            <a:r>
              <a:rPr sz="1600" dirty="0">
                <a:latin typeface="Calibri"/>
                <a:cs typeface="Calibri"/>
              </a:rPr>
              <a:t>as</a:t>
            </a:r>
            <a:r>
              <a:rPr sz="1600" spc="-20" dirty="0">
                <a:latin typeface="Calibri"/>
                <a:cs typeface="Calibri"/>
              </a:rPr>
              <a:t> </a:t>
            </a:r>
            <a:r>
              <a:rPr sz="1600" dirty="0">
                <a:latin typeface="Calibri"/>
                <a:cs typeface="Calibri"/>
              </a:rPr>
              <a:t>to</a:t>
            </a:r>
            <a:r>
              <a:rPr sz="1600" spc="-20" dirty="0">
                <a:latin typeface="Calibri"/>
                <a:cs typeface="Calibri"/>
              </a:rPr>
              <a:t> </a:t>
            </a:r>
            <a:r>
              <a:rPr sz="1600" dirty="0">
                <a:latin typeface="Calibri"/>
                <a:cs typeface="Calibri"/>
              </a:rPr>
              <a:t>enable</a:t>
            </a:r>
            <a:r>
              <a:rPr sz="1600" spc="-20" dirty="0">
                <a:latin typeface="Calibri"/>
                <a:cs typeface="Calibri"/>
              </a:rPr>
              <a:t> </a:t>
            </a:r>
            <a:r>
              <a:rPr sz="1600" spc="-25" dirty="0">
                <a:latin typeface="Calibri"/>
                <a:cs typeface="Calibri"/>
              </a:rPr>
              <a:t>the </a:t>
            </a:r>
            <a:r>
              <a:rPr sz="1600" dirty="0">
                <a:latin typeface="Calibri"/>
                <a:cs typeface="Calibri"/>
              </a:rPr>
              <a:t>authorised</a:t>
            </a:r>
            <a:r>
              <a:rPr sz="1600" spc="-40"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ascertain</a:t>
            </a:r>
            <a:r>
              <a:rPr sz="1600" spc="-3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identity</a:t>
            </a:r>
            <a:r>
              <a:rPr sz="1600" spc="-30" dirty="0">
                <a:latin typeface="Calibri"/>
                <a:cs typeface="Calibri"/>
              </a:rPr>
              <a:t> </a:t>
            </a:r>
            <a:r>
              <a:rPr sz="1600" dirty="0">
                <a:latin typeface="Calibri"/>
                <a:cs typeface="Calibri"/>
              </a:rPr>
              <a:t>of</a:t>
            </a:r>
            <a:r>
              <a:rPr sz="1600" spc="-35" dirty="0">
                <a:latin typeface="Calibri"/>
                <a:cs typeface="Calibri"/>
              </a:rPr>
              <a:t> </a:t>
            </a:r>
            <a:r>
              <a:rPr sz="1600" dirty="0">
                <a:latin typeface="Calibri"/>
                <a:cs typeface="Calibri"/>
              </a:rPr>
              <a:t>the</a:t>
            </a:r>
            <a:r>
              <a:rPr sz="1600" spc="-30" dirty="0">
                <a:latin typeface="Calibri"/>
                <a:cs typeface="Calibri"/>
              </a:rPr>
              <a:t> </a:t>
            </a:r>
            <a:r>
              <a:rPr sz="1600" spc="-25" dirty="0">
                <a:latin typeface="Calibri"/>
                <a:cs typeface="Calibri"/>
              </a:rPr>
              <a:t>operator,</a:t>
            </a:r>
            <a:r>
              <a:rPr sz="1600" spc="-3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validity</a:t>
            </a:r>
            <a:r>
              <a:rPr sz="1600" spc="-30" dirty="0">
                <a:latin typeface="Calibri"/>
                <a:cs typeface="Calibri"/>
              </a:rPr>
              <a:t> </a:t>
            </a:r>
            <a:r>
              <a:rPr sz="1600" dirty="0">
                <a:latin typeface="Calibri"/>
                <a:cs typeface="Calibri"/>
              </a:rPr>
              <a:t>of</a:t>
            </a:r>
            <a:r>
              <a:rPr sz="1600" spc="-3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activity</a:t>
            </a:r>
            <a:r>
              <a:rPr sz="1600" spc="-30" dirty="0">
                <a:latin typeface="Calibri"/>
                <a:cs typeface="Calibri"/>
              </a:rPr>
              <a:t> </a:t>
            </a:r>
            <a:r>
              <a:rPr sz="1600" dirty="0">
                <a:latin typeface="Calibri"/>
                <a:cs typeface="Calibri"/>
              </a:rPr>
              <a:t>permit,</a:t>
            </a:r>
            <a:r>
              <a:rPr sz="1600" spc="-30" dirty="0">
                <a:latin typeface="Calibri"/>
                <a:cs typeface="Calibri"/>
              </a:rPr>
              <a:t> </a:t>
            </a:r>
            <a:r>
              <a:rPr sz="1600" dirty="0">
                <a:latin typeface="Calibri"/>
                <a:cs typeface="Calibri"/>
              </a:rPr>
              <a:t>and</a:t>
            </a:r>
            <a:r>
              <a:rPr sz="1600" spc="-35" dirty="0">
                <a:latin typeface="Calibri"/>
                <a:cs typeface="Calibri"/>
              </a:rPr>
              <a:t> </a:t>
            </a:r>
            <a:r>
              <a:rPr sz="1600" dirty="0">
                <a:latin typeface="Calibri"/>
                <a:cs typeface="Calibri"/>
              </a:rPr>
              <a:t>whether</a:t>
            </a:r>
            <a:r>
              <a:rPr sz="1600" spc="-25" dirty="0">
                <a:latin typeface="Calibri"/>
                <a:cs typeface="Calibri"/>
              </a:rPr>
              <a:t> the </a:t>
            </a:r>
            <a:r>
              <a:rPr sz="1600" spc="-10" dirty="0">
                <a:latin typeface="Calibri"/>
                <a:cs typeface="Calibri"/>
              </a:rPr>
              <a:t>operator</a:t>
            </a:r>
            <a:r>
              <a:rPr sz="1600" spc="-35" dirty="0">
                <a:latin typeface="Calibri"/>
                <a:cs typeface="Calibri"/>
              </a:rPr>
              <a:t> </a:t>
            </a:r>
            <a:r>
              <a:rPr sz="1600" dirty="0">
                <a:latin typeface="Calibri"/>
                <a:cs typeface="Calibri"/>
              </a:rPr>
              <a:t>is</a:t>
            </a:r>
            <a:r>
              <a:rPr sz="1600" spc="-35" dirty="0">
                <a:latin typeface="Calibri"/>
                <a:cs typeface="Calibri"/>
              </a:rPr>
              <a:t> </a:t>
            </a:r>
            <a:r>
              <a:rPr sz="1600" dirty="0">
                <a:latin typeface="Calibri"/>
                <a:cs typeface="Calibri"/>
              </a:rPr>
              <a:t>authorised</a:t>
            </a:r>
            <a:r>
              <a:rPr sz="1600" spc="-40" dirty="0">
                <a:latin typeface="Calibri"/>
                <a:cs typeface="Calibri"/>
              </a:rPr>
              <a:t> </a:t>
            </a:r>
            <a:r>
              <a:rPr sz="1600" dirty="0">
                <a:latin typeface="Calibri"/>
                <a:cs typeface="Calibri"/>
              </a:rPr>
              <a:t>to</a:t>
            </a:r>
            <a:r>
              <a:rPr sz="1600" spc="-25" dirty="0">
                <a:latin typeface="Calibri"/>
                <a:cs typeface="Calibri"/>
              </a:rPr>
              <a:t> </a:t>
            </a:r>
            <a:r>
              <a:rPr sz="1600" spc="-10" dirty="0">
                <a:latin typeface="Calibri"/>
                <a:cs typeface="Calibri"/>
              </a:rPr>
              <a:t>operate</a:t>
            </a:r>
            <a:r>
              <a:rPr sz="1600" spc="-30" dirty="0">
                <a:latin typeface="Calibri"/>
                <a:cs typeface="Calibri"/>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unmanned</a:t>
            </a:r>
            <a:r>
              <a:rPr sz="1600" spc="-35" dirty="0">
                <a:latin typeface="Times New Roman"/>
                <a:cs typeface="Times New Roman"/>
              </a:rPr>
              <a:t> </a:t>
            </a:r>
            <a:r>
              <a:rPr sz="1600" spc="-10" dirty="0">
                <a:latin typeface="Times New Roman"/>
                <a:cs typeface="Times New Roman"/>
              </a:rPr>
              <a:t>aircraft.</a:t>
            </a:r>
            <a:endParaRPr sz="1600">
              <a:latin typeface="Times New Roman"/>
              <a:cs typeface="Times New Roman"/>
            </a:endParaRPr>
          </a:p>
          <a:p>
            <a:pPr>
              <a:lnSpc>
                <a:spcPct val="100000"/>
              </a:lnSpc>
              <a:spcBef>
                <a:spcPts val="1035"/>
              </a:spcBef>
            </a:pPr>
            <a:endParaRPr sz="1600">
              <a:latin typeface="Times New Roman"/>
              <a:cs typeface="Times New Roman"/>
            </a:endParaRPr>
          </a:p>
          <a:p>
            <a:pPr marL="12700">
              <a:lnSpc>
                <a:spcPct val="100000"/>
              </a:lnSpc>
            </a:pPr>
            <a:r>
              <a:rPr sz="1800" b="1" dirty="0">
                <a:latin typeface="Times New Roman"/>
                <a:cs typeface="Times New Roman"/>
              </a:rPr>
              <a:t>Production</a:t>
            </a:r>
            <a:r>
              <a:rPr sz="1800" b="1" spc="-70" dirty="0">
                <a:latin typeface="Times New Roman"/>
                <a:cs typeface="Times New Roman"/>
              </a:rPr>
              <a:t> </a:t>
            </a:r>
            <a:r>
              <a:rPr sz="1800" b="1" dirty="0">
                <a:latin typeface="Times New Roman"/>
                <a:cs typeface="Times New Roman"/>
              </a:rPr>
              <a:t>of</a:t>
            </a:r>
            <a:r>
              <a:rPr sz="1800" b="1" spc="-35" dirty="0">
                <a:latin typeface="Times New Roman"/>
                <a:cs typeface="Times New Roman"/>
              </a:rPr>
              <a:t> </a:t>
            </a:r>
            <a:r>
              <a:rPr sz="1800" b="1" dirty="0">
                <a:latin typeface="Times New Roman"/>
                <a:cs typeface="Times New Roman"/>
              </a:rPr>
              <a:t>UA</a:t>
            </a:r>
            <a:r>
              <a:rPr sz="1800" b="1" spc="-114" dirty="0">
                <a:latin typeface="Times New Roman"/>
                <a:cs typeface="Times New Roman"/>
              </a:rPr>
              <a:t> </a:t>
            </a:r>
            <a:r>
              <a:rPr sz="1800" b="1" dirty="0">
                <a:latin typeface="Times New Roman"/>
                <a:cs typeface="Times New Roman"/>
              </a:rPr>
              <a:t>basic</a:t>
            </a:r>
            <a:r>
              <a:rPr sz="1800" b="1" spc="-35" dirty="0">
                <a:latin typeface="Times New Roman"/>
                <a:cs typeface="Times New Roman"/>
              </a:rPr>
              <a:t> </a:t>
            </a:r>
            <a:r>
              <a:rPr sz="1800" b="1" dirty="0">
                <a:latin typeface="Times New Roman"/>
                <a:cs typeface="Times New Roman"/>
              </a:rPr>
              <a:t>training</a:t>
            </a:r>
            <a:r>
              <a:rPr sz="1800" b="1" spc="-30" dirty="0">
                <a:latin typeface="Times New Roman"/>
                <a:cs typeface="Times New Roman"/>
              </a:rPr>
              <a:t> </a:t>
            </a:r>
            <a:r>
              <a:rPr sz="1800" b="1" dirty="0">
                <a:latin typeface="Times New Roman"/>
                <a:cs typeface="Times New Roman"/>
              </a:rPr>
              <a:t>certificate</a:t>
            </a:r>
            <a:r>
              <a:rPr sz="1800" b="1" spc="-35" dirty="0">
                <a:latin typeface="Times New Roman"/>
                <a:cs typeface="Times New Roman"/>
              </a:rPr>
              <a:t> </a:t>
            </a:r>
            <a:r>
              <a:rPr sz="1800" b="1" dirty="0">
                <a:latin typeface="Times New Roman"/>
                <a:cs typeface="Times New Roman"/>
              </a:rPr>
              <a:t>or</a:t>
            </a:r>
            <a:r>
              <a:rPr sz="1800" b="1" spc="-70" dirty="0">
                <a:latin typeface="Times New Roman"/>
                <a:cs typeface="Times New Roman"/>
              </a:rPr>
              <a:t> </a:t>
            </a:r>
            <a:r>
              <a:rPr sz="1800" b="1" dirty="0">
                <a:latin typeface="Times New Roman"/>
                <a:cs typeface="Times New Roman"/>
              </a:rPr>
              <a:t>UA</a:t>
            </a:r>
            <a:r>
              <a:rPr sz="1800" b="1" spc="-110" dirty="0">
                <a:latin typeface="Times New Roman"/>
                <a:cs typeface="Times New Roman"/>
              </a:rPr>
              <a:t> </a:t>
            </a:r>
            <a:r>
              <a:rPr sz="1800" b="1" dirty="0">
                <a:latin typeface="Times New Roman"/>
                <a:cs typeface="Times New Roman"/>
              </a:rPr>
              <a:t>pilot</a:t>
            </a:r>
            <a:r>
              <a:rPr sz="1800" b="1" spc="-35" dirty="0">
                <a:latin typeface="Times New Roman"/>
                <a:cs typeface="Times New Roman"/>
              </a:rPr>
              <a:t> </a:t>
            </a:r>
            <a:r>
              <a:rPr sz="1800" b="1" spc="-10" dirty="0">
                <a:latin typeface="Times New Roman"/>
                <a:cs typeface="Times New Roman"/>
              </a:rPr>
              <a:t>licence</a:t>
            </a:r>
            <a:endParaRPr sz="1800">
              <a:latin typeface="Times New Roman"/>
              <a:cs typeface="Times New Roman"/>
            </a:endParaRPr>
          </a:p>
          <a:p>
            <a:pPr marL="12700" marR="116839">
              <a:lnSpc>
                <a:spcPct val="80000"/>
              </a:lnSpc>
              <a:spcBef>
                <a:spcPts val="1015"/>
              </a:spcBef>
            </a:pPr>
            <a:r>
              <a:rPr sz="1600" b="1" dirty="0">
                <a:latin typeface="Corbel"/>
                <a:cs typeface="Corbel"/>
              </a:rPr>
              <a:t>3</a:t>
            </a:r>
            <a:r>
              <a:rPr sz="1600" b="1" dirty="0">
                <a:latin typeface="Times New Roman"/>
                <a:cs typeface="Times New Roman"/>
              </a:rPr>
              <a:t>4.</a:t>
            </a:r>
            <a:r>
              <a:rPr sz="1600" b="1" spc="-30" dirty="0">
                <a:latin typeface="Times New Roman"/>
                <a:cs typeface="Times New Roman"/>
              </a:rPr>
              <a:t> </a:t>
            </a:r>
            <a:r>
              <a:rPr sz="1600" dirty="0">
                <a:latin typeface="Times New Roman"/>
                <a:cs typeface="Times New Roman"/>
              </a:rPr>
              <a:t>–</a:t>
            </a:r>
            <a:r>
              <a:rPr sz="1600" spc="-25" dirty="0">
                <a:latin typeface="Times New Roman"/>
                <a:cs typeface="Times New Roman"/>
              </a:rPr>
              <a:t> </a:t>
            </a:r>
            <a:r>
              <a:rPr sz="1600" dirty="0">
                <a:latin typeface="Times New Roman"/>
                <a:cs typeface="Times New Roman"/>
              </a:rPr>
              <a:t>(1)</a:t>
            </a:r>
            <a:r>
              <a:rPr sz="1600" spc="-25" dirty="0">
                <a:latin typeface="Times New Roman"/>
                <a:cs typeface="Times New Roman"/>
              </a:rPr>
              <a:t> </a:t>
            </a:r>
            <a:r>
              <a:rPr sz="1600" dirty="0">
                <a:latin typeface="Calibri"/>
                <a:cs typeface="Calibri"/>
              </a:rPr>
              <a:t>A</a:t>
            </a:r>
            <a:r>
              <a:rPr sz="1600" spc="-20" dirty="0">
                <a:latin typeface="Calibri"/>
                <a:cs typeface="Calibri"/>
              </a:rPr>
              <a:t> </a:t>
            </a:r>
            <a:r>
              <a:rPr sz="1600" dirty="0">
                <a:latin typeface="Calibri"/>
                <a:cs typeface="Calibri"/>
              </a:rPr>
              <a:t>person</a:t>
            </a:r>
            <a:r>
              <a:rPr sz="1600" spc="-30" dirty="0">
                <a:latin typeface="Calibri"/>
                <a:cs typeface="Calibri"/>
              </a:rPr>
              <a:t> </a:t>
            </a:r>
            <a:r>
              <a:rPr sz="1600" dirty="0">
                <a:latin typeface="Calibri"/>
                <a:cs typeface="Calibri"/>
              </a:rPr>
              <a:t>operating</a:t>
            </a:r>
            <a:r>
              <a:rPr sz="1600" spc="-25" dirty="0">
                <a:latin typeface="Calibri"/>
                <a:cs typeface="Calibri"/>
              </a:rPr>
              <a:t> </a:t>
            </a:r>
            <a:r>
              <a:rPr sz="1600" dirty="0">
                <a:latin typeface="Calibri"/>
                <a:cs typeface="Calibri"/>
              </a:rPr>
              <a:t>an</a:t>
            </a:r>
            <a:r>
              <a:rPr sz="1600" spc="-30"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acting</a:t>
            </a:r>
            <a:r>
              <a:rPr sz="1600" spc="-25" dirty="0">
                <a:latin typeface="Calibri"/>
                <a:cs typeface="Calibri"/>
              </a:rPr>
              <a:t> </a:t>
            </a:r>
            <a:r>
              <a:rPr sz="1600" dirty="0">
                <a:latin typeface="Calibri"/>
                <a:cs typeface="Calibri"/>
              </a:rPr>
              <a:t>as</a:t>
            </a:r>
            <a:r>
              <a:rPr sz="1600" spc="-25" dirty="0">
                <a:latin typeface="Calibri"/>
                <a:cs typeface="Calibri"/>
              </a:rPr>
              <a:t> </a:t>
            </a:r>
            <a:r>
              <a:rPr sz="1600" dirty="0">
                <a:latin typeface="Calibri"/>
                <a:cs typeface="Calibri"/>
              </a:rPr>
              <a:t>a</a:t>
            </a:r>
            <a:r>
              <a:rPr sz="1600" spc="-30" dirty="0">
                <a:latin typeface="Calibri"/>
                <a:cs typeface="Calibri"/>
              </a:rPr>
              <a:t> </a:t>
            </a:r>
            <a:r>
              <a:rPr sz="1600" dirty="0">
                <a:latin typeface="Calibri"/>
                <a:cs typeface="Calibri"/>
              </a:rPr>
              <a:t>supervising</a:t>
            </a:r>
            <a:r>
              <a:rPr sz="1600" spc="-25"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must,</a:t>
            </a:r>
            <a:r>
              <a:rPr sz="1600" spc="-20" dirty="0">
                <a:latin typeface="Calibri"/>
                <a:cs typeface="Calibri"/>
              </a:rPr>
              <a:t> </a:t>
            </a:r>
            <a:r>
              <a:rPr sz="1600" dirty="0">
                <a:latin typeface="Calibri"/>
                <a:cs typeface="Calibri"/>
              </a:rPr>
              <a:t>on</a:t>
            </a:r>
            <a:r>
              <a:rPr sz="1600" spc="-30" dirty="0">
                <a:latin typeface="Calibri"/>
                <a:cs typeface="Calibri"/>
              </a:rPr>
              <a:t> </a:t>
            </a:r>
            <a:r>
              <a:rPr sz="1600" dirty="0">
                <a:latin typeface="Calibri"/>
                <a:cs typeface="Calibri"/>
              </a:rPr>
              <a:t>being</a:t>
            </a:r>
            <a:r>
              <a:rPr sz="1600" spc="-25" dirty="0">
                <a:latin typeface="Calibri"/>
                <a:cs typeface="Calibri"/>
              </a:rPr>
              <a:t> </a:t>
            </a:r>
            <a:r>
              <a:rPr sz="1600" dirty="0">
                <a:latin typeface="Calibri"/>
                <a:cs typeface="Calibri"/>
              </a:rPr>
              <a:t>so</a:t>
            </a:r>
            <a:r>
              <a:rPr sz="1600" spc="-20" dirty="0">
                <a:latin typeface="Calibri"/>
                <a:cs typeface="Calibri"/>
              </a:rPr>
              <a:t> </a:t>
            </a:r>
            <a:r>
              <a:rPr sz="1600" dirty="0">
                <a:latin typeface="Calibri"/>
                <a:cs typeface="Calibri"/>
              </a:rPr>
              <a:t>required</a:t>
            </a:r>
            <a:r>
              <a:rPr sz="1600" spc="-30" dirty="0">
                <a:latin typeface="Calibri"/>
                <a:cs typeface="Calibri"/>
              </a:rPr>
              <a:t> </a:t>
            </a:r>
            <a:r>
              <a:rPr sz="1600" dirty="0">
                <a:latin typeface="Calibri"/>
                <a:cs typeface="Calibri"/>
              </a:rPr>
              <a:t>by</a:t>
            </a:r>
            <a:r>
              <a:rPr sz="1600" spc="-20" dirty="0">
                <a:latin typeface="Calibri"/>
                <a:cs typeface="Calibri"/>
              </a:rPr>
              <a:t> </a:t>
            </a:r>
            <a:r>
              <a:rPr sz="1600" spc="-25" dirty="0">
                <a:latin typeface="Calibri"/>
                <a:cs typeface="Calibri"/>
              </a:rPr>
              <a:t>an </a:t>
            </a:r>
            <a:r>
              <a:rPr sz="1600" dirty="0">
                <a:latin typeface="Calibri"/>
                <a:cs typeface="Calibri"/>
              </a:rPr>
              <a:t>authorised</a:t>
            </a:r>
            <a:r>
              <a:rPr sz="1600" spc="-35"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produce</a:t>
            </a:r>
            <a:r>
              <a:rPr sz="1600" spc="-25" dirty="0">
                <a:latin typeface="Calibri"/>
                <a:cs typeface="Calibri"/>
              </a:rPr>
              <a:t> </a:t>
            </a:r>
            <a:r>
              <a:rPr sz="1600" dirty="0">
                <a:latin typeface="Calibri"/>
                <a:cs typeface="Calibri"/>
              </a:rPr>
              <a:t>his</a:t>
            </a:r>
            <a:r>
              <a:rPr sz="1600" spc="-30"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her</a:t>
            </a:r>
            <a:r>
              <a:rPr sz="1600" spc="-25" dirty="0">
                <a:latin typeface="Calibri"/>
                <a:cs typeface="Calibri"/>
              </a:rPr>
              <a:t> </a:t>
            </a:r>
            <a:r>
              <a:rPr sz="1600" dirty="0">
                <a:latin typeface="Calibri"/>
                <a:cs typeface="Calibri"/>
              </a:rPr>
              <a:t>UA</a:t>
            </a:r>
            <a:r>
              <a:rPr sz="1600" spc="-25" dirty="0">
                <a:latin typeface="Calibri"/>
                <a:cs typeface="Calibri"/>
              </a:rPr>
              <a:t> </a:t>
            </a:r>
            <a:r>
              <a:rPr sz="1600" dirty="0">
                <a:latin typeface="Calibri"/>
                <a:cs typeface="Calibri"/>
              </a:rPr>
              <a:t>basic</a:t>
            </a:r>
            <a:r>
              <a:rPr sz="1600" spc="-30" dirty="0">
                <a:latin typeface="Calibri"/>
                <a:cs typeface="Calibri"/>
              </a:rPr>
              <a:t> </a:t>
            </a:r>
            <a:r>
              <a:rPr sz="1600" dirty="0">
                <a:latin typeface="Calibri"/>
                <a:cs typeface="Calibri"/>
              </a:rPr>
              <a:t>training</a:t>
            </a:r>
            <a:r>
              <a:rPr sz="1600" spc="-30" dirty="0">
                <a:latin typeface="Calibri"/>
                <a:cs typeface="Calibri"/>
              </a:rPr>
              <a:t> </a:t>
            </a:r>
            <a:r>
              <a:rPr sz="1600" spc="-10" dirty="0">
                <a:latin typeface="Calibri"/>
                <a:cs typeface="Calibri"/>
              </a:rPr>
              <a:t>certificate</a:t>
            </a:r>
            <a:r>
              <a:rPr sz="1600" spc="-30"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UA</a:t>
            </a:r>
            <a:r>
              <a:rPr sz="1600" spc="-30" dirty="0">
                <a:latin typeface="Calibri"/>
                <a:cs typeface="Calibri"/>
              </a:rPr>
              <a:t> </a:t>
            </a:r>
            <a:r>
              <a:rPr sz="1600" dirty="0">
                <a:latin typeface="Calibri"/>
                <a:cs typeface="Calibri"/>
              </a:rPr>
              <a:t>pilot</a:t>
            </a:r>
            <a:r>
              <a:rPr sz="1600" spc="-25" dirty="0">
                <a:latin typeface="Calibri"/>
                <a:cs typeface="Calibri"/>
              </a:rPr>
              <a:t> </a:t>
            </a:r>
            <a:r>
              <a:rPr sz="1600" dirty="0">
                <a:latin typeface="Calibri"/>
                <a:cs typeface="Calibri"/>
              </a:rPr>
              <a:t>licence</a:t>
            </a:r>
            <a:r>
              <a:rPr sz="1600" spc="-25" dirty="0">
                <a:latin typeface="Calibri"/>
                <a:cs typeface="Calibri"/>
              </a:rPr>
              <a:t> </a:t>
            </a:r>
            <a:r>
              <a:rPr sz="1600" dirty="0">
                <a:latin typeface="Calibri"/>
                <a:cs typeface="Calibri"/>
              </a:rPr>
              <a:t>(as</a:t>
            </a:r>
            <a:r>
              <a:rPr sz="1600" spc="-3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case</a:t>
            </a:r>
            <a:r>
              <a:rPr sz="1600" spc="-25" dirty="0">
                <a:latin typeface="Calibri"/>
                <a:cs typeface="Calibri"/>
              </a:rPr>
              <a:t> </a:t>
            </a:r>
            <a:r>
              <a:rPr sz="1600" dirty="0">
                <a:latin typeface="Calibri"/>
                <a:cs typeface="Calibri"/>
              </a:rPr>
              <a:t>may</a:t>
            </a:r>
            <a:r>
              <a:rPr sz="1600" spc="-30" dirty="0">
                <a:latin typeface="Calibri"/>
                <a:cs typeface="Calibri"/>
              </a:rPr>
              <a:t> </a:t>
            </a:r>
            <a:r>
              <a:rPr sz="1600" dirty="0">
                <a:latin typeface="Calibri"/>
                <a:cs typeface="Calibri"/>
              </a:rPr>
              <a:t>be)</a:t>
            </a:r>
            <a:r>
              <a:rPr sz="1600" spc="-25" dirty="0">
                <a:latin typeface="Calibri"/>
                <a:cs typeface="Calibri"/>
              </a:rPr>
              <a:t> </a:t>
            </a:r>
            <a:r>
              <a:rPr sz="1600" dirty="0">
                <a:latin typeface="Calibri"/>
                <a:cs typeface="Calibri"/>
              </a:rPr>
              <a:t>so</a:t>
            </a:r>
            <a:r>
              <a:rPr sz="1600" spc="-20" dirty="0">
                <a:latin typeface="Calibri"/>
                <a:cs typeface="Calibri"/>
              </a:rPr>
              <a:t> </a:t>
            </a:r>
            <a:r>
              <a:rPr sz="1600" dirty="0">
                <a:latin typeface="Calibri"/>
                <a:cs typeface="Calibri"/>
              </a:rPr>
              <a:t>as</a:t>
            </a:r>
            <a:r>
              <a:rPr sz="1600" spc="-30" dirty="0">
                <a:latin typeface="Calibri"/>
                <a:cs typeface="Calibri"/>
              </a:rPr>
              <a:t> </a:t>
            </a:r>
            <a:r>
              <a:rPr sz="1600" spc="-25" dirty="0">
                <a:latin typeface="Calibri"/>
                <a:cs typeface="Calibri"/>
              </a:rPr>
              <a:t>to </a:t>
            </a:r>
            <a:r>
              <a:rPr sz="1600" dirty="0">
                <a:latin typeface="Calibri"/>
                <a:cs typeface="Calibri"/>
              </a:rPr>
              <a:t>enable</a:t>
            </a:r>
            <a:r>
              <a:rPr sz="1600" spc="-3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authorised</a:t>
            </a:r>
            <a:r>
              <a:rPr sz="1600" spc="-35" dirty="0">
                <a:latin typeface="Calibri"/>
                <a:cs typeface="Calibri"/>
              </a:rPr>
              <a:t> </a:t>
            </a:r>
            <a:r>
              <a:rPr sz="1600" dirty="0">
                <a:latin typeface="Calibri"/>
                <a:cs typeface="Calibri"/>
              </a:rPr>
              <a:t>person</a:t>
            </a:r>
            <a:r>
              <a:rPr sz="1600" spc="-40"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ascertain</a:t>
            </a:r>
            <a:r>
              <a:rPr sz="1600" spc="-35"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identity</a:t>
            </a:r>
            <a:r>
              <a:rPr sz="1600" spc="-30"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person,</a:t>
            </a:r>
            <a:r>
              <a:rPr sz="1600" spc="-3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validity</a:t>
            </a:r>
            <a:r>
              <a:rPr sz="1600" spc="-35" dirty="0">
                <a:latin typeface="Calibri"/>
                <a:cs typeface="Calibri"/>
              </a:rPr>
              <a:t> </a:t>
            </a:r>
            <a:r>
              <a:rPr sz="1600" dirty="0">
                <a:latin typeface="Calibri"/>
                <a:cs typeface="Calibri"/>
              </a:rPr>
              <a:t>of</a:t>
            </a:r>
            <a:r>
              <a:rPr sz="1600" spc="-3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UA</a:t>
            </a:r>
            <a:r>
              <a:rPr sz="1600" spc="-35" dirty="0">
                <a:latin typeface="Calibri"/>
                <a:cs typeface="Calibri"/>
              </a:rPr>
              <a:t> </a:t>
            </a:r>
            <a:r>
              <a:rPr sz="1600" dirty="0">
                <a:latin typeface="Calibri"/>
                <a:cs typeface="Calibri"/>
              </a:rPr>
              <a:t>basic</a:t>
            </a:r>
            <a:r>
              <a:rPr sz="1600" spc="-35" dirty="0">
                <a:latin typeface="Calibri"/>
                <a:cs typeface="Calibri"/>
              </a:rPr>
              <a:t> </a:t>
            </a:r>
            <a:r>
              <a:rPr sz="1600" dirty="0">
                <a:latin typeface="Calibri"/>
                <a:cs typeface="Calibri"/>
              </a:rPr>
              <a:t>training</a:t>
            </a:r>
            <a:r>
              <a:rPr sz="1600" spc="-35" dirty="0">
                <a:latin typeface="Calibri"/>
                <a:cs typeface="Calibri"/>
              </a:rPr>
              <a:t> </a:t>
            </a:r>
            <a:r>
              <a:rPr sz="1600" spc="-10" dirty="0">
                <a:latin typeface="Calibri"/>
                <a:cs typeface="Calibri"/>
              </a:rPr>
              <a:t>certificate</a:t>
            </a:r>
            <a:r>
              <a:rPr sz="1600" spc="-35" dirty="0">
                <a:latin typeface="Calibri"/>
                <a:cs typeface="Calibri"/>
              </a:rPr>
              <a:t> </a:t>
            </a:r>
            <a:r>
              <a:rPr sz="1600" spc="-25" dirty="0">
                <a:latin typeface="Calibri"/>
                <a:cs typeface="Calibri"/>
              </a:rPr>
              <a:t>or </a:t>
            </a:r>
            <a:r>
              <a:rPr sz="1600" dirty="0">
                <a:latin typeface="Calibri"/>
                <a:cs typeface="Calibri"/>
              </a:rPr>
              <a:t>UA</a:t>
            </a:r>
            <a:r>
              <a:rPr sz="1600" spc="-30" dirty="0">
                <a:latin typeface="Calibri"/>
                <a:cs typeface="Calibri"/>
              </a:rPr>
              <a:t> </a:t>
            </a:r>
            <a:r>
              <a:rPr sz="1600" dirty="0">
                <a:latin typeface="Calibri"/>
                <a:cs typeface="Calibri"/>
              </a:rPr>
              <a:t>pilot</a:t>
            </a:r>
            <a:r>
              <a:rPr sz="1600" spc="-30" dirty="0">
                <a:latin typeface="Calibri"/>
                <a:cs typeface="Calibri"/>
              </a:rPr>
              <a:t> </a:t>
            </a:r>
            <a:r>
              <a:rPr sz="1600" dirty="0">
                <a:latin typeface="Calibri"/>
                <a:cs typeface="Calibri"/>
              </a:rPr>
              <a:t>licence</a:t>
            </a:r>
            <a:r>
              <a:rPr sz="1600" spc="-30" dirty="0">
                <a:latin typeface="Calibri"/>
                <a:cs typeface="Calibri"/>
              </a:rPr>
              <a:t> </a:t>
            </a:r>
            <a:r>
              <a:rPr sz="1600" dirty="0">
                <a:latin typeface="Calibri"/>
                <a:cs typeface="Calibri"/>
              </a:rPr>
              <a:t>(as</a:t>
            </a:r>
            <a:r>
              <a:rPr sz="1600" spc="-3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case</a:t>
            </a:r>
            <a:r>
              <a:rPr sz="1600" spc="-30" dirty="0">
                <a:latin typeface="Calibri"/>
                <a:cs typeface="Calibri"/>
              </a:rPr>
              <a:t> </a:t>
            </a:r>
            <a:r>
              <a:rPr sz="1600" dirty="0">
                <a:latin typeface="Calibri"/>
                <a:cs typeface="Calibri"/>
              </a:rPr>
              <a:t>may</a:t>
            </a:r>
            <a:r>
              <a:rPr sz="1600" spc="-30" dirty="0">
                <a:latin typeface="Calibri"/>
                <a:cs typeface="Calibri"/>
              </a:rPr>
              <a:t> </a:t>
            </a:r>
            <a:r>
              <a:rPr sz="1600" dirty="0">
                <a:latin typeface="Calibri"/>
                <a:cs typeface="Calibri"/>
              </a:rPr>
              <a:t>be),</a:t>
            </a:r>
            <a:r>
              <a:rPr sz="1600" spc="-30" dirty="0">
                <a:latin typeface="Calibri"/>
                <a:cs typeface="Calibri"/>
              </a:rPr>
              <a:t> </a:t>
            </a:r>
            <a:r>
              <a:rPr sz="1600" dirty="0">
                <a:latin typeface="Calibri"/>
                <a:cs typeface="Calibri"/>
              </a:rPr>
              <a:t>and</a:t>
            </a:r>
            <a:r>
              <a:rPr sz="1600" spc="-35" dirty="0">
                <a:latin typeface="Calibri"/>
                <a:cs typeface="Calibri"/>
              </a:rPr>
              <a:t> </a:t>
            </a:r>
            <a:r>
              <a:rPr sz="1600" dirty="0">
                <a:latin typeface="Calibri"/>
                <a:cs typeface="Calibri"/>
              </a:rPr>
              <a:t>whether</a:t>
            </a:r>
            <a:r>
              <a:rPr sz="1600" spc="-2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person</a:t>
            </a:r>
            <a:r>
              <a:rPr sz="1600" spc="-35" dirty="0">
                <a:latin typeface="Calibri"/>
                <a:cs typeface="Calibri"/>
              </a:rPr>
              <a:t> </a:t>
            </a:r>
            <a:r>
              <a:rPr sz="1600" dirty="0">
                <a:latin typeface="Calibri"/>
                <a:cs typeface="Calibri"/>
              </a:rPr>
              <a:t>is</a:t>
            </a:r>
            <a:r>
              <a:rPr sz="1600" spc="-30" dirty="0">
                <a:latin typeface="Calibri"/>
                <a:cs typeface="Calibri"/>
              </a:rPr>
              <a:t> </a:t>
            </a:r>
            <a:r>
              <a:rPr sz="1600" dirty="0">
                <a:latin typeface="Calibri"/>
                <a:cs typeface="Calibri"/>
              </a:rPr>
              <a:t>authorised</a:t>
            </a:r>
            <a:r>
              <a:rPr sz="1600" spc="-30" dirty="0">
                <a:latin typeface="Calibri"/>
                <a:cs typeface="Calibri"/>
              </a:rPr>
              <a:t> </a:t>
            </a:r>
            <a:r>
              <a:rPr sz="1600" dirty="0">
                <a:latin typeface="Calibri"/>
                <a:cs typeface="Calibri"/>
              </a:rPr>
              <a:t>to</a:t>
            </a:r>
            <a:r>
              <a:rPr sz="1600" spc="-25" dirty="0">
                <a:latin typeface="Calibri"/>
                <a:cs typeface="Calibri"/>
              </a:rPr>
              <a:t> </a:t>
            </a:r>
            <a:r>
              <a:rPr sz="1600" spc="-10" dirty="0">
                <a:latin typeface="Calibri"/>
                <a:cs typeface="Calibri"/>
              </a:rPr>
              <a:t>operate</a:t>
            </a:r>
            <a:r>
              <a:rPr sz="1600" spc="-30"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unmanned</a:t>
            </a:r>
            <a:r>
              <a:rPr sz="1600" spc="-35" dirty="0">
                <a:latin typeface="Calibri"/>
                <a:cs typeface="Calibri"/>
              </a:rPr>
              <a:t> </a:t>
            </a:r>
            <a:r>
              <a:rPr sz="1600" spc="-10" dirty="0">
                <a:latin typeface="Calibri"/>
                <a:cs typeface="Calibri"/>
              </a:rPr>
              <a:t>aircraft.</a:t>
            </a:r>
            <a:endParaRPr sz="1600">
              <a:latin typeface="Calibri"/>
              <a:cs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9" y="1379473"/>
            <a:ext cx="9829165" cy="3870960"/>
          </a:xfrm>
          <a:prstGeom prst="rect">
            <a:avLst/>
          </a:prstGeom>
        </p:spPr>
        <p:txBody>
          <a:bodyPr vert="horz" wrap="square" lIns="0" tIns="120014" rIns="0" bIns="0" rtlCol="0">
            <a:spAutoFit/>
          </a:bodyPr>
          <a:lstStyle/>
          <a:p>
            <a:pPr marL="12700">
              <a:lnSpc>
                <a:spcPct val="100000"/>
              </a:lnSpc>
              <a:spcBef>
                <a:spcPts val="944"/>
              </a:spcBef>
            </a:pPr>
            <a:r>
              <a:rPr sz="1800" b="1" dirty="0">
                <a:latin typeface="Times New Roman"/>
                <a:cs typeface="Times New Roman"/>
              </a:rPr>
              <a:t>Compulsory</a:t>
            </a:r>
            <a:r>
              <a:rPr sz="1800" b="1" spc="-55" dirty="0">
                <a:latin typeface="Times New Roman"/>
                <a:cs typeface="Times New Roman"/>
              </a:rPr>
              <a:t> </a:t>
            </a:r>
            <a:r>
              <a:rPr sz="1800" b="1" dirty="0">
                <a:latin typeface="Times New Roman"/>
                <a:cs typeface="Times New Roman"/>
              </a:rPr>
              <a:t>subscription</a:t>
            </a:r>
            <a:r>
              <a:rPr sz="1800" b="1" spc="-60" dirty="0">
                <a:latin typeface="Times New Roman"/>
                <a:cs typeface="Times New Roman"/>
              </a:rPr>
              <a:t> </a:t>
            </a:r>
            <a:r>
              <a:rPr sz="1800" b="1" dirty="0">
                <a:latin typeface="Times New Roman"/>
                <a:cs typeface="Times New Roman"/>
              </a:rPr>
              <a:t>to</a:t>
            </a:r>
            <a:r>
              <a:rPr sz="1800" b="1" spc="-55" dirty="0">
                <a:latin typeface="Times New Roman"/>
                <a:cs typeface="Times New Roman"/>
              </a:rPr>
              <a:t> </a:t>
            </a:r>
            <a:r>
              <a:rPr sz="1800" b="1" dirty="0">
                <a:latin typeface="Times New Roman"/>
                <a:cs typeface="Times New Roman"/>
              </a:rPr>
              <a:t>Centralised</a:t>
            </a:r>
            <a:r>
              <a:rPr sz="1800" b="1" spc="-60" dirty="0">
                <a:latin typeface="Times New Roman"/>
                <a:cs typeface="Times New Roman"/>
              </a:rPr>
              <a:t> </a:t>
            </a:r>
            <a:r>
              <a:rPr sz="1800" b="1" dirty="0">
                <a:latin typeface="Times New Roman"/>
                <a:cs typeface="Times New Roman"/>
              </a:rPr>
              <a:t>Flight</a:t>
            </a:r>
            <a:r>
              <a:rPr sz="1800" b="1" spc="-50" dirty="0">
                <a:latin typeface="Times New Roman"/>
                <a:cs typeface="Times New Roman"/>
              </a:rPr>
              <a:t> </a:t>
            </a:r>
            <a:r>
              <a:rPr sz="1800" b="1" dirty="0">
                <a:latin typeface="Times New Roman"/>
                <a:cs typeface="Times New Roman"/>
              </a:rPr>
              <a:t>Management</a:t>
            </a:r>
            <a:r>
              <a:rPr sz="1800" b="1" spc="-55" dirty="0">
                <a:latin typeface="Times New Roman"/>
                <a:cs typeface="Times New Roman"/>
              </a:rPr>
              <a:t> </a:t>
            </a:r>
            <a:r>
              <a:rPr sz="1800" b="1" spc="-10" dirty="0">
                <a:latin typeface="Times New Roman"/>
                <a:cs typeface="Times New Roman"/>
              </a:rPr>
              <a:t>System</a:t>
            </a:r>
            <a:endParaRPr sz="1800">
              <a:latin typeface="Times New Roman"/>
              <a:cs typeface="Times New Roman"/>
            </a:endParaRPr>
          </a:p>
          <a:p>
            <a:pPr marL="12700">
              <a:lnSpc>
                <a:spcPct val="100000"/>
              </a:lnSpc>
              <a:spcBef>
                <a:spcPts val="750"/>
              </a:spcBef>
            </a:pPr>
            <a:r>
              <a:rPr sz="1600" b="1" dirty="0">
                <a:latin typeface="Times New Roman"/>
                <a:cs typeface="Times New Roman"/>
              </a:rPr>
              <a:t>19C.</a:t>
            </a:r>
            <a:r>
              <a:rPr sz="1600" b="1" spc="-25" dirty="0">
                <a:latin typeface="Times New Roman"/>
                <a:cs typeface="Times New Roman"/>
              </a:rPr>
              <a:t> </a:t>
            </a:r>
            <a:r>
              <a:rPr sz="1600" dirty="0">
                <a:latin typeface="Times New Roman"/>
                <a:cs typeface="Times New Roman"/>
              </a:rPr>
              <a:t>–</a:t>
            </a:r>
            <a:r>
              <a:rPr sz="1600" spc="-25" dirty="0">
                <a:latin typeface="Times New Roman"/>
                <a:cs typeface="Times New Roman"/>
              </a:rPr>
              <a:t> </a:t>
            </a:r>
            <a:r>
              <a:rPr sz="1600" dirty="0">
                <a:latin typeface="Times New Roman"/>
                <a:cs typeface="Times New Roman"/>
              </a:rPr>
              <a:t>(1)</a:t>
            </a:r>
            <a:r>
              <a:rPr sz="1600" spc="-25" dirty="0">
                <a:latin typeface="Times New Roman"/>
                <a:cs typeface="Times New Roman"/>
              </a:rPr>
              <a:t> </a:t>
            </a:r>
            <a:r>
              <a:rPr sz="1600" dirty="0">
                <a:latin typeface="Calibri"/>
                <a:cs typeface="Calibri"/>
              </a:rPr>
              <a:t>A</a:t>
            </a:r>
            <a:r>
              <a:rPr sz="1600" spc="-20" dirty="0">
                <a:latin typeface="Calibri"/>
                <a:cs typeface="Calibri"/>
              </a:rPr>
              <a:t> </a:t>
            </a:r>
            <a:r>
              <a:rPr sz="1600" dirty="0">
                <a:latin typeface="Calibri"/>
                <a:cs typeface="Calibri"/>
              </a:rPr>
              <a:t>UA</a:t>
            </a:r>
            <a:r>
              <a:rPr sz="1600" spc="-20" dirty="0">
                <a:latin typeface="Calibri"/>
                <a:cs typeface="Calibri"/>
              </a:rPr>
              <a:t> </a:t>
            </a:r>
            <a:r>
              <a:rPr sz="1600" spc="-10" dirty="0">
                <a:latin typeface="Calibri"/>
                <a:cs typeface="Calibri"/>
              </a:rPr>
              <a:t>operator</a:t>
            </a:r>
            <a:r>
              <a:rPr sz="1600" spc="-20" dirty="0">
                <a:latin typeface="Calibri"/>
                <a:cs typeface="Calibri"/>
              </a:rPr>
              <a:t> </a:t>
            </a:r>
            <a:r>
              <a:rPr sz="1600" dirty="0">
                <a:latin typeface="Calibri"/>
                <a:cs typeface="Calibri"/>
              </a:rPr>
              <a:t>permit</a:t>
            </a:r>
            <a:r>
              <a:rPr sz="1600" spc="-20" dirty="0">
                <a:latin typeface="Calibri"/>
                <a:cs typeface="Calibri"/>
              </a:rPr>
              <a:t> </a:t>
            </a:r>
            <a:r>
              <a:rPr sz="1600" dirty="0">
                <a:latin typeface="Calibri"/>
                <a:cs typeface="Calibri"/>
              </a:rPr>
              <a:t>holder</a:t>
            </a:r>
            <a:r>
              <a:rPr sz="1600" spc="-15" dirty="0">
                <a:latin typeface="Calibri"/>
                <a:cs typeface="Calibri"/>
              </a:rPr>
              <a:t> </a:t>
            </a:r>
            <a:r>
              <a:rPr sz="1600" dirty="0">
                <a:latin typeface="Calibri"/>
                <a:cs typeface="Calibri"/>
              </a:rPr>
              <a:t>must</a:t>
            </a:r>
            <a:r>
              <a:rPr sz="1600" spc="-25" dirty="0">
                <a:latin typeface="Calibri"/>
                <a:cs typeface="Calibri"/>
              </a:rPr>
              <a:t> </a:t>
            </a:r>
            <a:r>
              <a:rPr sz="1600" spc="-50" dirty="0">
                <a:latin typeface="Calibri"/>
                <a:cs typeface="Calibri"/>
              </a:rPr>
              <a:t>—</a:t>
            </a:r>
            <a:endParaRPr sz="1600">
              <a:latin typeface="Calibri"/>
              <a:cs typeface="Calibri"/>
            </a:endParaRPr>
          </a:p>
          <a:p>
            <a:pPr marL="743585" indent="-273685">
              <a:lnSpc>
                <a:spcPct val="100000"/>
              </a:lnSpc>
              <a:spcBef>
                <a:spcPts val="770"/>
              </a:spcBef>
              <a:buFont typeface="Calibri"/>
              <a:buAutoNum type="alphaLcParenBoth"/>
              <a:tabLst>
                <a:tab pos="743585" algn="l"/>
              </a:tabLst>
            </a:pPr>
            <a:r>
              <a:rPr sz="1600" dirty="0">
                <a:latin typeface="Calibri"/>
                <a:cs typeface="Calibri"/>
              </a:rPr>
              <a:t>subscribe</a:t>
            </a:r>
            <a:r>
              <a:rPr sz="1600" spc="-30" dirty="0">
                <a:latin typeface="Calibri"/>
                <a:cs typeface="Calibri"/>
              </a:rPr>
              <a:t> </a:t>
            </a:r>
            <a:r>
              <a:rPr sz="1600" dirty="0">
                <a:latin typeface="Calibri"/>
                <a:cs typeface="Calibri"/>
              </a:rPr>
              <a:t>to</a:t>
            </a:r>
            <a:r>
              <a:rPr sz="1600" spc="-20"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Centralised</a:t>
            </a:r>
            <a:r>
              <a:rPr sz="1600" spc="-30" dirty="0">
                <a:latin typeface="Calibri"/>
                <a:cs typeface="Calibri"/>
              </a:rPr>
              <a:t> </a:t>
            </a:r>
            <a:r>
              <a:rPr sz="1600" dirty="0">
                <a:latin typeface="Calibri"/>
                <a:cs typeface="Calibri"/>
              </a:rPr>
              <a:t>Flight</a:t>
            </a:r>
            <a:r>
              <a:rPr sz="1600" spc="-25" dirty="0">
                <a:latin typeface="Calibri"/>
                <a:cs typeface="Calibri"/>
              </a:rPr>
              <a:t> </a:t>
            </a:r>
            <a:r>
              <a:rPr sz="1600" spc="-10" dirty="0">
                <a:latin typeface="Calibri"/>
                <a:cs typeface="Calibri"/>
              </a:rPr>
              <a:t>Management</a:t>
            </a:r>
            <a:r>
              <a:rPr sz="1600" spc="-30" dirty="0">
                <a:latin typeface="Calibri"/>
                <a:cs typeface="Calibri"/>
              </a:rPr>
              <a:t> </a:t>
            </a:r>
            <a:r>
              <a:rPr sz="1600" spc="-10" dirty="0">
                <a:latin typeface="Calibri"/>
                <a:cs typeface="Calibri"/>
              </a:rPr>
              <a:t>System</a:t>
            </a:r>
            <a:r>
              <a:rPr sz="1600" spc="-30" dirty="0">
                <a:latin typeface="Calibri"/>
                <a:cs typeface="Calibri"/>
              </a:rPr>
              <a:t> </a:t>
            </a:r>
            <a:r>
              <a:rPr sz="1600" dirty="0">
                <a:latin typeface="Calibri"/>
                <a:cs typeface="Calibri"/>
              </a:rPr>
              <a:t>service;</a:t>
            </a:r>
            <a:r>
              <a:rPr sz="1600" spc="-30" dirty="0">
                <a:latin typeface="Calibri"/>
                <a:cs typeface="Calibri"/>
              </a:rPr>
              <a:t> </a:t>
            </a:r>
            <a:r>
              <a:rPr sz="1600" spc="-25" dirty="0">
                <a:latin typeface="Calibri"/>
                <a:cs typeface="Calibri"/>
              </a:rPr>
              <a:t>and</a:t>
            </a:r>
            <a:endParaRPr sz="1600">
              <a:latin typeface="Calibri"/>
              <a:cs typeface="Calibri"/>
            </a:endParaRPr>
          </a:p>
          <a:p>
            <a:pPr marL="12700" marR="5080" indent="730885">
              <a:lnSpc>
                <a:spcPts val="1700"/>
              </a:lnSpc>
              <a:spcBef>
                <a:spcPts val="1130"/>
              </a:spcBef>
              <a:buFont typeface="Calibri"/>
              <a:buAutoNum type="alphaLcParenBoth"/>
              <a:tabLst>
                <a:tab pos="743585" algn="l"/>
              </a:tabLst>
            </a:pPr>
            <a:r>
              <a:rPr sz="1600" dirty="0">
                <a:latin typeface="Calibri"/>
                <a:cs typeface="Calibri"/>
              </a:rPr>
              <a:t>remain</a:t>
            </a:r>
            <a:r>
              <a:rPr sz="1600" spc="-30"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subscriber</a:t>
            </a:r>
            <a:r>
              <a:rPr sz="1600" spc="-25" dirty="0">
                <a:latin typeface="Calibri"/>
                <a:cs typeface="Calibri"/>
              </a:rPr>
              <a:t> </a:t>
            </a:r>
            <a:r>
              <a:rPr sz="1600" dirty="0">
                <a:latin typeface="Calibri"/>
                <a:cs typeface="Calibri"/>
              </a:rPr>
              <a:t>to</a:t>
            </a:r>
            <a:r>
              <a:rPr sz="1600" spc="-1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Centralised</a:t>
            </a:r>
            <a:r>
              <a:rPr sz="1600" spc="-25" dirty="0">
                <a:latin typeface="Calibri"/>
                <a:cs typeface="Calibri"/>
              </a:rPr>
              <a:t> </a:t>
            </a:r>
            <a:r>
              <a:rPr sz="1600" dirty="0">
                <a:latin typeface="Calibri"/>
                <a:cs typeface="Calibri"/>
              </a:rPr>
              <a:t>Flight</a:t>
            </a:r>
            <a:r>
              <a:rPr sz="1600" spc="-20" dirty="0">
                <a:latin typeface="Calibri"/>
                <a:cs typeface="Calibri"/>
              </a:rPr>
              <a:t> </a:t>
            </a:r>
            <a:r>
              <a:rPr sz="1600" spc="-10" dirty="0">
                <a:latin typeface="Calibri"/>
                <a:cs typeface="Calibri"/>
              </a:rPr>
              <a:t>Management</a:t>
            </a:r>
            <a:r>
              <a:rPr sz="1600" spc="-25" dirty="0">
                <a:latin typeface="Calibri"/>
                <a:cs typeface="Calibri"/>
              </a:rPr>
              <a:t> </a:t>
            </a:r>
            <a:r>
              <a:rPr sz="1600" spc="-10" dirty="0">
                <a:latin typeface="Calibri"/>
                <a:cs typeface="Calibri"/>
              </a:rPr>
              <a:t>System</a:t>
            </a:r>
            <a:r>
              <a:rPr sz="1600" spc="-25" dirty="0">
                <a:latin typeface="Calibri"/>
                <a:cs typeface="Calibri"/>
              </a:rPr>
              <a:t> </a:t>
            </a:r>
            <a:r>
              <a:rPr sz="1600" dirty="0">
                <a:latin typeface="Calibri"/>
                <a:cs typeface="Calibri"/>
              </a:rPr>
              <a:t>service</a:t>
            </a:r>
            <a:r>
              <a:rPr sz="1600" spc="-20" dirty="0">
                <a:latin typeface="Calibri"/>
                <a:cs typeface="Calibri"/>
              </a:rPr>
              <a:t> </a:t>
            </a:r>
            <a:r>
              <a:rPr sz="1600" dirty="0">
                <a:latin typeface="Calibri"/>
                <a:cs typeface="Calibri"/>
              </a:rPr>
              <a:t>at</a:t>
            </a:r>
            <a:r>
              <a:rPr sz="1600" spc="-20" dirty="0">
                <a:latin typeface="Calibri"/>
                <a:cs typeface="Calibri"/>
              </a:rPr>
              <a:t> </a:t>
            </a:r>
            <a:r>
              <a:rPr sz="1600" dirty="0">
                <a:latin typeface="Calibri"/>
                <a:cs typeface="Calibri"/>
              </a:rPr>
              <a:t>all</a:t>
            </a:r>
            <a:r>
              <a:rPr sz="1600" spc="-25" dirty="0">
                <a:latin typeface="Calibri"/>
                <a:cs typeface="Calibri"/>
              </a:rPr>
              <a:t> </a:t>
            </a:r>
            <a:r>
              <a:rPr sz="1600" dirty="0">
                <a:latin typeface="Calibri"/>
                <a:cs typeface="Calibri"/>
              </a:rPr>
              <a:t>times</a:t>
            </a:r>
            <a:r>
              <a:rPr sz="1600" spc="-30" dirty="0">
                <a:latin typeface="Calibri"/>
                <a:cs typeface="Calibri"/>
              </a:rPr>
              <a:t> </a:t>
            </a:r>
            <a:r>
              <a:rPr sz="1600" dirty="0">
                <a:latin typeface="Calibri"/>
                <a:cs typeface="Calibri"/>
              </a:rPr>
              <a:t>during</a:t>
            </a:r>
            <a:r>
              <a:rPr sz="1600" spc="-25" dirty="0">
                <a:latin typeface="Calibri"/>
                <a:cs typeface="Calibri"/>
              </a:rPr>
              <a:t> </a:t>
            </a:r>
            <a:r>
              <a:rPr sz="1600" dirty="0">
                <a:latin typeface="Calibri"/>
                <a:cs typeface="Calibri"/>
              </a:rPr>
              <a:t>the</a:t>
            </a:r>
            <a:r>
              <a:rPr sz="1600" spc="-20" dirty="0">
                <a:latin typeface="Calibri"/>
                <a:cs typeface="Calibri"/>
              </a:rPr>
              <a:t> </a:t>
            </a:r>
            <a:r>
              <a:rPr sz="1600" dirty="0">
                <a:latin typeface="Calibri"/>
                <a:cs typeface="Calibri"/>
              </a:rPr>
              <a:t>validity</a:t>
            </a:r>
            <a:r>
              <a:rPr sz="1600" spc="-20" dirty="0">
                <a:latin typeface="Calibri"/>
                <a:cs typeface="Calibri"/>
              </a:rPr>
              <a:t> </a:t>
            </a:r>
            <a:r>
              <a:rPr sz="1600" dirty="0">
                <a:latin typeface="Calibri"/>
                <a:cs typeface="Calibri"/>
              </a:rPr>
              <a:t>of</a:t>
            </a:r>
            <a:r>
              <a:rPr sz="1600" spc="-25" dirty="0">
                <a:latin typeface="Calibri"/>
                <a:cs typeface="Calibri"/>
              </a:rPr>
              <a:t> the </a:t>
            </a:r>
            <a:r>
              <a:rPr sz="1600" dirty="0">
                <a:latin typeface="Calibri"/>
                <a:cs typeface="Calibri"/>
              </a:rPr>
              <a:t>UA</a:t>
            </a:r>
            <a:r>
              <a:rPr sz="1600" spc="-40" dirty="0">
                <a:latin typeface="Calibri"/>
                <a:cs typeface="Calibri"/>
              </a:rPr>
              <a:t> </a:t>
            </a:r>
            <a:r>
              <a:rPr sz="1600" spc="-10" dirty="0">
                <a:latin typeface="Calibri"/>
                <a:cs typeface="Calibri"/>
              </a:rPr>
              <a:t>operator</a:t>
            </a:r>
            <a:r>
              <a:rPr sz="1600" spc="-25" dirty="0">
                <a:latin typeface="Calibri"/>
                <a:cs typeface="Calibri"/>
              </a:rPr>
              <a:t> </a:t>
            </a:r>
            <a:r>
              <a:rPr sz="1600" spc="-10" dirty="0">
                <a:latin typeface="Calibri"/>
                <a:cs typeface="Calibri"/>
              </a:rPr>
              <a:t>permit.</a:t>
            </a:r>
            <a:endParaRPr sz="1600">
              <a:latin typeface="Calibri"/>
              <a:cs typeface="Calibri"/>
            </a:endParaRPr>
          </a:p>
          <a:p>
            <a:pPr>
              <a:lnSpc>
                <a:spcPct val="100000"/>
              </a:lnSpc>
              <a:spcBef>
                <a:spcPts val="1689"/>
              </a:spcBef>
            </a:pPr>
            <a:endParaRPr sz="1600">
              <a:latin typeface="Calibri"/>
              <a:cs typeface="Calibri"/>
            </a:endParaRPr>
          </a:p>
          <a:p>
            <a:pPr marL="12700">
              <a:lnSpc>
                <a:spcPct val="100000"/>
              </a:lnSpc>
            </a:pPr>
            <a:r>
              <a:rPr sz="1800" b="1" dirty="0">
                <a:latin typeface="Times New Roman"/>
                <a:cs typeface="Times New Roman"/>
              </a:rPr>
              <a:t>Mandatory</a:t>
            </a:r>
            <a:r>
              <a:rPr sz="1800" b="1" spc="-80" dirty="0">
                <a:latin typeface="Times New Roman"/>
                <a:cs typeface="Times New Roman"/>
              </a:rPr>
              <a:t> </a:t>
            </a:r>
            <a:r>
              <a:rPr sz="1800" b="1" dirty="0">
                <a:latin typeface="Times New Roman"/>
                <a:cs typeface="Times New Roman"/>
              </a:rPr>
              <a:t>registration</a:t>
            </a:r>
            <a:r>
              <a:rPr sz="1800" b="1" spc="-65" dirty="0">
                <a:latin typeface="Times New Roman"/>
                <a:cs typeface="Times New Roman"/>
              </a:rPr>
              <a:t> </a:t>
            </a:r>
            <a:r>
              <a:rPr sz="1800" b="1" dirty="0">
                <a:latin typeface="Times New Roman"/>
                <a:cs typeface="Times New Roman"/>
              </a:rPr>
              <a:t>of</a:t>
            </a:r>
            <a:r>
              <a:rPr sz="1800" b="1" spc="-70" dirty="0">
                <a:latin typeface="Times New Roman"/>
                <a:cs typeface="Times New Roman"/>
              </a:rPr>
              <a:t> </a:t>
            </a:r>
            <a:r>
              <a:rPr sz="1800" b="1" dirty="0">
                <a:latin typeface="Times New Roman"/>
                <a:cs typeface="Times New Roman"/>
              </a:rPr>
              <a:t>registrable</a:t>
            </a:r>
            <a:r>
              <a:rPr sz="1800" b="1" spc="-65" dirty="0">
                <a:latin typeface="Times New Roman"/>
                <a:cs typeface="Times New Roman"/>
              </a:rPr>
              <a:t> </a:t>
            </a:r>
            <a:r>
              <a:rPr sz="1800" b="1" dirty="0">
                <a:latin typeface="Times New Roman"/>
                <a:cs typeface="Times New Roman"/>
              </a:rPr>
              <a:t>unmanned</a:t>
            </a:r>
            <a:r>
              <a:rPr sz="1800" b="1" spc="-65" dirty="0">
                <a:latin typeface="Times New Roman"/>
                <a:cs typeface="Times New Roman"/>
              </a:rPr>
              <a:t> </a:t>
            </a:r>
            <a:r>
              <a:rPr sz="1800" b="1" spc="-10" dirty="0">
                <a:latin typeface="Times New Roman"/>
                <a:cs typeface="Times New Roman"/>
              </a:rPr>
              <a:t>aircraft</a:t>
            </a:r>
            <a:endParaRPr sz="1800">
              <a:latin typeface="Times New Roman"/>
              <a:cs typeface="Times New Roman"/>
            </a:endParaRPr>
          </a:p>
          <a:p>
            <a:pPr marL="12700" marR="806450">
              <a:lnSpc>
                <a:spcPts val="1700"/>
              </a:lnSpc>
              <a:spcBef>
                <a:spcPts val="994"/>
              </a:spcBef>
            </a:pPr>
            <a:r>
              <a:rPr sz="1600" b="1" dirty="0">
                <a:latin typeface="Times New Roman"/>
                <a:cs typeface="Times New Roman"/>
              </a:rPr>
              <a:t>42.</a:t>
            </a:r>
            <a:r>
              <a:rPr sz="1600" b="1" spc="-4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spc="-10" dirty="0">
                <a:latin typeface="Times New Roman"/>
                <a:cs typeface="Times New Roman"/>
              </a:rPr>
              <a:t>(1)</a:t>
            </a:r>
            <a:r>
              <a:rPr sz="1600" spc="-90" dirty="0">
                <a:latin typeface="Times New Roman"/>
                <a:cs typeface="Times New Roman"/>
              </a:rPr>
              <a:t> </a:t>
            </a:r>
            <a:r>
              <a:rPr sz="1600" dirty="0">
                <a:latin typeface="Times New Roman"/>
                <a:cs typeface="Times New Roman"/>
              </a:rPr>
              <a:t>A</a:t>
            </a:r>
            <a:r>
              <a:rPr sz="1600" spc="-100" dirty="0">
                <a:latin typeface="Times New Roman"/>
                <a:cs typeface="Times New Roman"/>
              </a:rPr>
              <a:t> </a:t>
            </a:r>
            <a:r>
              <a:rPr sz="1600" dirty="0">
                <a:latin typeface="Calibri"/>
                <a:cs typeface="Calibri"/>
              </a:rPr>
              <a:t>person</a:t>
            </a:r>
            <a:r>
              <a:rPr sz="1600" spc="-25" dirty="0">
                <a:latin typeface="Calibri"/>
                <a:cs typeface="Calibri"/>
              </a:rPr>
              <a:t> </a:t>
            </a:r>
            <a:r>
              <a:rPr sz="1600" dirty="0">
                <a:latin typeface="Calibri"/>
                <a:cs typeface="Calibri"/>
              </a:rPr>
              <a:t>must</a:t>
            </a:r>
            <a:r>
              <a:rPr sz="1600" spc="-20" dirty="0">
                <a:latin typeface="Calibri"/>
                <a:cs typeface="Calibri"/>
              </a:rPr>
              <a:t> </a:t>
            </a:r>
            <a:r>
              <a:rPr sz="1600" dirty="0">
                <a:latin typeface="Calibri"/>
                <a:cs typeface="Calibri"/>
              </a:rPr>
              <a:t>not</a:t>
            </a:r>
            <a:r>
              <a:rPr sz="1600" spc="-15" dirty="0">
                <a:latin typeface="Calibri"/>
                <a:cs typeface="Calibri"/>
              </a:rPr>
              <a:t> </a:t>
            </a:r>
            <a:r>
              <a:rPr sz="1600" spc="-10" dirty="0">
                <a:latin typeface="Calibri"/>
                <a:cs typeface="Calibri"/>
              </a:rPr>
              <a:t>operate</a:t>
            </a:r>
            <a:r>
              <a:rPr sz="1600" spc="-15" dirty="0">
                <a:latin typeface="Calibri"/>
                <a:cs typeface="Calibri"/>
              </a:rPr>
              <a:t> </a:t>
            </a:r>
            <a:r>
              <a:rPr sz="1600" dirty="0">
                <a:latin typeface="Calibri"/>
                <a:cs typeface="Calibri"/>
              </a:rPr>
              <a:t>a</a:t>
            </a:r>
            <a:r>
              <a:rPr sz="1600" spc="-20" dirty="0">
                <a:latin typeface="Calibri"/>
                <a:cs typeface="Calibri"/>
              </a:rPr>
              <a:t> </a:t>
            </a:r>
            <a:r>
              <a:rPr sz="1600" spc="-10" dirty="0">
                <a:latin typeface="Calibri"/>
                <a:cs typeface="Calibri"/>
              </a:rPr>
              <a:t>registrable</a:t>
            </a:r>
            <a:r>
              <a:rPr sz="1600" spc="-15" dirty="0">
                <a:latin typeface="Calibri"/>
                <a:cs typeface="Calibri"/>
              </a:rPr>
              <a:t> </a:t>
            </a:r>
            <a:r>
              <a:rPr sz="1600" dirty="0">
                <a:latin typeface="Calibri"/>
                <a:cs typeface="Calibri"/>
              </a:rPr>
              <a:t>unmanned</a:t>
            </a:r>
            <a:r>
              <a:rPr sz="1600" spc="-20" dirty="0">
                <a:latin typeface="Calibri"/>
                <a:cs typeface="Calibri"/>
              </a:rPr>
              <a:t> </a:t>
            </a:r>
            <a:r>
              <a:rPr sz="1600" spc="-10" dirty="0">
                <a:latin typeface="Calibri"/>
                <a:cs typeface="Calibri"/>
              </a:rPr>
              <a:t>aircraft</a:t>
            </a:r>
            <a:r>
              <a:rPr sz="1600" spc="-20"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is</a:t>
            </a:r>
            <a:r>
              <a:rPr sz="1600" spc="-20" dirty="0">
                <a:latin typeface="Calibri"/>
                <a:cs typeface="Calibri"/>
              </a:rPr>
              <a:t> </a:t>
            </a:r>
            <a:r>
              <a:rPr sz="1600" dirty="0">
                <a:latin typeface="Calibri"/>
                <a:cs typeface="Calibri"/>
              </a:rPr>
              <a:t>not</a:t>
            </a:r>
            <a:r>
              <a:rPr sz="1600" spc="-20" dirty="0">
                <a:latin typeface="Calibri"/>
                <a:cs typeface="Calibri"/>
              </a:rPr>
              <a:t> </a:t>
            </a:r>
            <a:r>
              <a:rPr sz="1600" spc="-10" dirty="0">
                <a:latin typeface="Calibri"/>
                <a:cs typeface="Calibri"/>
              </a:rPr>
              <a:t>registered</a:t>
            </a:r>
            <a:r>
              <a:rPr sz="1600" spc="-20" dirty="0">
                <a:latin typeface="Calibri"/>
                <a:cs typeface="Calibri"/>
              </a:rPr>
              <a:t> </a:t>
            </a:r>
            <a:r>
              <a:rPr sz="1600" dirty="0">
                <a:latin typeface="Calibri"/>
                <a:cs typeface="Calibri"/>
              </a:rPr>
              <a:t>in</a:t>
            </a:r>
            <a:r>
              <a:rPr sz="1600" spc="-25" dirty="0">
                <a:latin typeface="Calibri"/>
                <a:cs typeface="Calibri"/>
              </a:rPr>
              <a:t> </a:t>
            </a:r>
            <a:r>
              <a:rPr sz="1600" spc="-10" dirty="0">
                <a:latin typeface="Calibri"/>
                <a:cs typeface="Calibri"/>
              </a:rPr>
              <a:t>Singapore </a:t>
            </a:r>
            <a:r>
              <a:rPr sz="1600" dirty="0">
                <a:latin typeface="Calibri"/>
                <a:cs typeface="Calibri"/>
              </a:rPr>
              <a:t>by</a:t>
            </a:r>
            <a:r>
              <a:rPr sz="1600" spc="-20" dirty="0">
                <a:latin typeface="Calibri"/>
                <a:cs typeface="Calibri"/>
              </a:rPr>
              <a:t> </a:t>
            </a:r>
            <a:r>
              <a:rPr sz="1600" spc="-25" dirty="0">
                <a:latin typeface="Calibri"/>
                <a:cs typeface="Calibri"/>
              </a:rPr>
              <a:t>the </a:t>
            </a:r>
            <a:r>
              <a:rPr sz="1600" spc="-10" dirty="0">
                <a:latin typeface="Calibri"/>
                <a:cs typeface="Calibri"/>
              </a:rPr>
              <a:t>Authority,</a:t>
            </a:r>
            <a:r>
              <a:rPr sz="1600" spc="-30" dirty="0">
                <a:latin typeface="Calibri"/>
                <a:cs typeface="Calibri"/>
              </a:rPr>
              <a:t> </a:t>
            </a:r>
            <a:r>
              <a:rPr sz="1600" dirty="0">
                <a:latin typeface="Calibri"/>
                <a:cs typeface="Calibri"/>
              </a:rPr>
              <a:t>knowing</a:t>
            </a:r>
            <a:r>
              <a:rPr sz="1600" spc="-25" dirty="0">
                <a:latin typeface="Calibri"/>
                <a:cs typeface="Calibri"/>
              </a:rPr>
              <a:t> </a:t>
            </a:r>
            <a:r>
              <a:rPr sz="1600" dirty="0">
                <a:latin typeface="Calibri"/>
                <a:cs typeface="Calibri"/>
              </a:rPr>
              <a:t>that,</a:t>
            </a:r>
            <a:r>
              <a:rPr sz="1600" spc="-30"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reckless</a:t>
            </a:r>
            <a:r>
              <a:rPr sz="1600" spc="-25" dirty="0">
                <a:latin typeface="Calibri"/>
                <a:cs typeface="Calibri"/>
              </a:rPr>
              <a:t> </a:t>
            </a:r>
            <a:r>
              <a:rPr sz="1600" dirty="0">
                <a:latin typeface="Calibri"/>
                <a:cs typeface="Calibri"/>
              </a:rPr>
              <a:t>as</a:t>
            </a:r>
            <a:r>
              <a:rPr sz="1600" spc="-25" dirty="0">
                <a:latin typeface="Calibri"/>
                <a:cs typeface="Calibri"/>
              </a:rPr>
              <a:t> </a:t>
            </a:r>
            <a:r>
              <a:rPr sz="1600" dirty="0">
                <a:latin typeface="Calibri"/>
                <a:cs typeface="Calibri"/>
              </a:rPr>
              <a:t>to</a:t>
            </a:r>
            <a:r>
              <a:rPr sz="1600" spc="-20" dirty="0">
                <a:latin typeface="Calibri"/>
                <a:cs typeface="Calibri"/>
              </a:rPr>
              <a:t> whether,</a:t>
            </a:r>
            <a:r>
              <a:rPr sz="1600" spc="-25" dirty="0">
                <a:latin typeface="Calibri"/>
                <a:cs typeface="Calibri"/>
              </a:rPr>
              <a:t> </a:t>
            </a:r>
            <a:r>
              <a:rPr sz="1600" dirty="0">
                <a:latin typeface="Calibri"/>
                <a:cs typeface="Calibri"/>
              </a:rPr>
              <a:t>it</a:t>
            </a:r>
            <a:r>
              <a:rPr sz="1600" spc="-25" dirty="0">
                <a:latin typeface="Calibri"/>
                <a:cs typeface="Calibri"/>
              </a:rPr>
              <a:t> </a:t>
            </a:r>
            <a:r>
              <a:rPr sz="1600" dirty="0">
                <a:latin typeface="Calibri"/>
                <a:cs typeface="Calibri"/>
              </a:rPr>
              <a:t>is</a:t>
            </a:r>
            <a:r>
              <a:rPr sz="1600" spc="-25" dirty="0">
                <a:latin typeface="Calibri"/>
                <a:cs typeface="Calibri"/>
              </a:rPr>
              <a:t> </a:t>
            </a:r>
            <a:r>
              <a:rPr sz="1600" dirty="0">
                <a:latin typeface="Calibri"/>
                <a:cs typeface="Calibri"/>
              </a:rPr>
              <a:t>not</a:t>
            </a:r>
            <a:r>
              <a:rPr sz="1600" spc="-25" dirty="0">
                <a:latin typeface="Calibri"/>
                <a:cs typeface="Calibri"/>
              </a:rPr>
              <a:t> </a:t>
            </a:r>
            <a:r>
              <a:rPr sz="1600" dirty="0">
                <a:latin typeface="Calibri"/>
                <a:cs typeface="Calibri"/>
              </a:rPr>
              <a:t>so</a:t>
            </a:r>
            <a:r>
              <a:rPr sz="1600" spc="-20" dirty="0">
                <a:latin typeface="Calibri"/>
                <a:cs typeface="Calibri"/>
              </a:rPr>
              <a:t> </a:t>
            </a:r>
            <a:r>
              <a:rPr sz="1600" spc="-10" dirty="0">
                <a:latin typeface="Calibri"/>
                <a:cs typeface="Calibri"/>
              </a:rPr>
              <a:t>registered.</a:t>
            </a:r>
            <a:endParaRPr sz="1600">
              <a:latin typeface="Calibri"/>
              <a:cs typeface="Calibri"/>
            </a:endParaRPr>
          </a:p>
          <a:p>
            <a:pPr>
              <a:lnSpc>
                <a:spcPct val="100000"/>
              </a:lnSpc>
              <a:spcBef>
                <a:spcPts val="1845"/>
              </a:spcBef>
            </a:pPr>
            <a:endParaRPr sz="1600">
              <a:latin typeface="Calibri"/>
              <a:cs typeface="Calibri"/>
            </a:endParaRPr>
          </a:p>
          <a:p>
            <a:pPr marL="12700" marR="641350" indent="457200">
              <a:lnSpc>
                <a:spcPts val="1700"/>
              </a:lnSpc>
            </a:pPr>
            <a:r>
              <a:rPr sz="1600" dirty="0">
                <a:latin typeface="Calibri"/>
                <a:cs typeface="Calibri"/>
              </a:rPr>
              <a:t>(2)</a:t>
            </a:r>
            <a:r>
              <a:rPr sz="1600" spc="315" dirty="0">
                <a:latin typeface="Calibri"/>
                <a:cs typeface="Calibri"/>
              </a:rPr>
              <a:t> </a:t>
            </a:r>
            <a:r>
              <a:rPr sz="1600" dirty="0">
                <a:latin typeface="Calibri"/>
                <a:cs typeface="Calibri"/>
              </a:rPr>
              <a:t>A</a:t>
            </a:r>
            <a:r>
              <a:rPr sz="1600" spc="-25"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must</a:t>
            </a:r>
            <a:r>
              <a:rPr sz="1600" spc="-25" dirty="0">
                <a:latin typeface="Calibri"/>
                <a:cs typeface="Calibri"/>
              </a:rPr>
              <a:t> </a:t>
            </a:r>
            <a:r>
              <a:rPr sz="1600" dirty="0">
                <a:latin typeface="Calibri"/>
                <a:cs typeface="Calibri"/>
              </a:rPr>
              <a:t>not</a:t>
            </a:r>
            <a:r>
              <a:rPr sz="1600" spc="-25" dirty="0">
                <a:latin typeface="Calibri"/>
                <a:cs typeface="Calibri"/>
              </a:rPr>
              <a:t> </a:t>
            </a:r>
            <a:r>
              <a:rPr sz="1600" dirty="0">
                <a:latin typeface="Calibri"/>
                <a:cs typeface="Calibri"/>
              </a:rPr>
              <a:t>cause</a:t>
            </a:r>
            <a:r>
              <a:rPr sz="1600" spc="-15" dirty="0">
                <a:latin typeface="Calibri"/>
                <a:cs typeface="Calibri"/>
              </a:rPr>
              <a:t> </a:t>
            </a:r>
            <a:r>
              <a:rPr sz="1600" dirty="0">
                <a:latin typeface="Calibri"/>
                <a:cs typeface="Calibri"/>
              </a:rPr>
              <a:t>or</a:t>
            </a:r>
            <a:r>
              <a:rPr sz="1600" spc="-20" dirty="0">
                <a:latin typeface="Calibri"/>
                <a:cs typeface="Calibri"/>
              </a:rPr>
              <a:t> </a:t>
            </a:r>
            <a:r>
              <a:rPr sz="1600" dirty="0">
                <a:latin typeface="Calibri"/>
                <a:cs typeface="Calibri"/>
              </a:rPr>
              <a:t>permit</a:t>
            </a:r>
            <a:r>
              <a:rPr sz="1600" spc="-25" dirty="0">
                <a:latin typeface="Calibri"/>
                <a:cs typeface="Calibri"/>
              </a:rPr>
              <a:t> </a:t>
            </a:r>
            <a:r>
              <a:rPr sz="1600" dirty="0">
                <a:latin typeface="Calibri"/>
                <a:cs typeface="Calibri"/>
              </a:rPr>
              <a:t>an</a:t>
            </a:r>
            <a:r>
              <a:rPr sz="1600" spc="-25" dirty="0">
                <a:latin typeface="Calibri"/>
                <a:cs typeface="Calibri"/>
              </a:rPr>
              <a:t> </a:t>
            </a:r>
            <a:r>
              <a:rPr sz="1600" dirty="0">
                <a:latin typeface="Calibri"/>
                <a:cs typeface="Calibri"/>
              </a:rPr>
              <a:t>individual</a:t>
            </a:r>
            <a:r>
              <a:rPr sz="1600" spc="-30" dirty="0">
                <a:latin typeface="Calibri"/>
                <a:cs typeface="Calibri"/>
              </a:rPr>
              <a:t> </a:t>
            </a:r>
            <a:r>
              <a:rPr sz="1600" dirty="0">
                <a:latin typeface="Calibri"/>
                <a:cs typeface="Calibri"/>
              </a:rPr>
              <a:t>to</a:t>
            </a:r>
            <a:r>
              <a:rPr sz="1600" spc="-15" dirty="0">
                <a:latin typeface="Calibri"/>
                <a:cs typeface="Calibri"/>
              </a:rPr>
              <a:t> </a:t>
            </a:r>
            <a:r>
              <a:rPr sz="1600" spc="-10" dirty="0">
                <a:latin typeface="Calibri"/>
                <a:cs typeface="Calibri"/>
              </a:rPr>
              <a:t>operate</a:t>
            </a:r>
            <a:r>
              <a:rPr sz="1600" spc="-20" dirty="0">
                <a:latin typeface="Calibri"/>
                <a:cs typeface="Calibri"/>
              </a:rPr>
              <a:t> </a:t>
            </a:r>
            <a:r>
              <a:rPr sz="1600" dirty="0">
                <a:latin typeface="Calibri"/>
                <a:cs typeface="Calibri"/>
              </a:rPr>
              <a:t>a</a:t>
            </a:r>
            <a:r>
              <a:rPr sz="1600" spc="-30" dirty="0">
                <a:latin typeface="Calibri"/>
                <a:cs typeface="Calibri"/>
              </a:rPr>
              <a:t> </a:t>
            </a:r>
            <a:r>
              <a:rPr sz="1600" spc="-10" dirty="0">
                <a:latin typeface="Calibri"/>
                <a:cs typeface="Calibri"/>
              </a:rPr>
              <a:t>registrable</a:t>
            </a:r>
            <a:r>
              <a:rPr sz="1600" spc="-15" dirty="0">
                <a:latin typeface="Calibri"/>
                <a:cs typeface="Calibri"/>
              </a:rPr>
              <a:t> </a:t>
            </a:r>
            <a:r>
              <a:rPr sz="1600" dirty="0">
                <a:latin typeface="Calibri"/>
                <a:cs typeface="Calibri"/>
              </a:rPr>
              <a:t>unmanned</a:t>
            </a:r>
            <a:r>
              <a:rPr sz="1600" spc="-30" dirty="0">
                <a:latin typeface="Calibri"/>
                <a:cs typeface="Calibri"/>
              </a:rPr>
              <a:t> </a:t>
            </a:r>
            <a:r>
              <a:rPr sz="1600" spc="-10" dirty="0">
                <a:latin typeface="Calibri"/>
                <a:cs typeface="Calibri"/>
              </a:rPr>
              <a:t>aircraft</a:t>
            </a:r>
            <a:r>
              <a:rPr sz="1600" spc="-25" dirty="0">
                <a:latin typeface="Calibri"/>
                <a:cs typeface="Calibri"/>
              </a:rPr>
              <a:t> </a:t>
            </a:r>
            <a:r>
              <a:rPr sz="1600" dirty="0">
                <a:latin typeface="Calibri"/>
                <a:cs typeface="Calibri"/>
              </a:rPr>
              <a:t>that</a:t>
            </a:r>
            <a:r>
              <a:rPr sz="1600" spc="-20" dirty="0">
                <a:latin typeface="Calibri"/>
                <a:cs typeface="Calibri"/>
              </a:rPr>
              <a:t> </a:t>
            </a:r>
            <a:r>
              <a:rPr sz="1600" dirty="0">
                <a:latin typeface="Calibri"/>
                <a:cs typeface="Calibri"/>
              </a:rPr>
              <a:t>is</a:t>
            </a:r>
            <a:r>
              <a:rPr sz="1600" spc="-25" dirty="0">
                <a:latin typeface="Calibri"/>
                <a:cs typeface="Calibri"/>
              </a:rPr>
              <a:t> not </a:t>
            </a:r>
            <a:r>
              <a:rPr sz="1600" spc="-10" dirty="0">
                <a:latin typeface="Calibri"/>
                <a:cs typeface="Calibri"/>
              </a:rPr>
              <a:t>registered</a:t>
            </a:r>
            <a:r>
              <a:rPr sz="1600" spc="-30" dirty="0">
                <a:latin typeface="Calibri"/>
                <a:cs typeface="Calibri"/>
              </a:rPr>
              <a:t> </a:t>
            </a:r>
            <a:r>
              <a:rPr sz="1600" dirty="0">
                <a:latin typeface="Calibri"/>
                <a:cs typeface="Calibri"/>
              </a:rPr>
              <a:t>in</a:t>
            </a:r>
            <a:r>
              <a:rPr sz="1600" spc="-25" dirty="0">
                <a:latin typeface="Calibri"/>
                <a:cs typeface="Calibri"/>
              </a:rPr>
              <a:t> </a:t>
            </a:r>
            <a:r>
              <a:rPr sz="1600" spc="-10" dirty="0">
                <a:latin typeface="Calibri"/>
                <a:cs typeface="Calibri"/>
              </a:rPr>
              <a:t>Singapore</a:t>
            </a:r>
            <a:r>
              <a:rPr sz="1600" spc="-25" dirty="0">
                <a:latin typeface="Calibri"/>
                <a:cs typeface="Calibri"/>
              </a:rPr>
              <a:t> </a:t>
            </a:r>
            <a:r>
              <a:rPr sz="1600" dirty="0">
                <a:latin typeface="Calibri"/>
                <a:cs typeface="Calibri"/>
              </a:rPr>
              <a:t>by</a:t>
            </a:r>
            <a:r>
              <a:rPr sz="1600" spc="-20"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Authority,</a:t>
            </a:r>
            <a:r>
              <a:rPr sz="1600" spc="-20" dirty="0">
                <a:latin typeface="Calibri"/>
                <a:cs typeface="Calibri"/>
              </a:rPr>
              <a:t> </a:t>
            </a:r>
            <a:r>
              <a:rPr sz="1600" dirty="0">
                <a:latin typeface="Calibri"/>
                <a:cs typeface="Calibri"/>
              </a:rPr>
              <a:t>knowing</a:t>
            </a:r>
            <a:r>
              <a:rPr sz="1600" spc="-25" dirty="0">
                <a:latin typeface="Calibri"/>
                <a:cs typeface="Calibri"/>
              </a:rPr>
              <a:t> </a:t>
            </a:r>
            <a:r>
              <a:rPr sz="1600" dirty="0">
                <a:latin typeface="Calibri"/>
                <a:cs typeface="Calibri"/>
              </a:rPr>
              <a:t>that,</a:t>
            </a:r>
            <a:r>
              <a:rPr sz="1600" spc="-25" dirty="0">
                <a:latin typeface="Calibri"/>
                <a:cs typeface="Calibri"/>
              </a:rPr>
              <a:t> </a:t>
            </a:r>
            <a:r>
              <a:rPr sz="1600" dirty="0">
                <a:latin typeface="Calibri"/>
                <a:cs typeface="Calibri"/>
              </a:rPr>
              <a:t>or</a:t>
            </a:r>
            <a:r>
              <a:rPr sz="1600" spc="-15" dirty="0">
                <a:latin typeface="Calibri"/>
                <a:cs typeface="Calibri"/>
              </a:rPr>
              <a:t> </a:t>
            </a:r>
            <a:r>
              <a:rPr sz="1600" dirty="0">
                <a:latin typeface="Calibri"/>
                <a:cs typeface="Calibri"/>
              </a:rPr>
              <a:t>reckless</a:t>
            </a:r>
            <a:r>
              <a:rPr sz="1600" spc="-25" dirty="0">
                <a:latin typeface="Calibri"/>
                <a:cs typeface="Calibri"/>
              </a:rPr>
              <a:t> </a:t>
            </a:r>
            <a:r>
              <a:rPr sz="1600" dirty="0">
                <a:latin typeface="Calibri"/>
                <a:cs typeface="Calibri"/>
              </a:rPr>
              <a:t>as</a:t>
            </a:r>
            <a:r>
              <a:rPr sz="1600" spc="-20" dirty="0">
                <a:latin typeface="Calibri"/>
                <a:cs typeface="Calibri"/>
              </a:rPr>
              <a:t> </a:t>
            </a:r>
            <a:r>
              <a:rPr sz="1600" dirty="0">
                <a:latin typeface="Calibri"/>
                <a:cs typeface="Calibri"/>
              </a:rPr>
              <a:t>to</a:t>
            </a:r>
            <a:r>
              <a:rPr sz="1600" spc="-20" dirty="0">
                <a:latin typeface="Calibri"/>
                <a:cs typeface="Calibri"/>
              </a:rPr>
              <a:t> whether, </a:t>
            </a:r>
            <a:r>
              <a:rPr sz="1600" dirty="0">
                <a:latin typeface="Calibri"/>
                <a:cs typeface="Calibri"/>
              </a:rPr>
              <a:t>it</a:t>
            </a:r>
            <a:r>
              <a:rPr sz="1600" spc="-25" dirty="0">
                <a:latin typeface="Calibri"/>
                <a:cs typeface="Calibri"/>
              </a:rPr>
              <a:t> </a:t>
            </a:r>
            <a:r>
              <a:rPr sz="1600" dirty="0">
                <a:latin typeface="Calibri"/>
                <a:cs typeface="Calibri"/>
              </a:rPr>
              <a:t>is</a:t>
            </a:r>
            <a:r>
              <a:rPr sz="1600" spc="-20" dirty="0">
                <a:latin typeface="Calibri"/>
                <a:cs typeface="Calibri"/>
              </a:rPr>
              <a:t> </a:t>
            </a:r>
            <a:r>
              <a:rPr sz="1600" dirty="0">
                <a:latin typeface="Calibri"/>
                <a:cs typeface="Calibri"/>
              </a:rPr>
              <a:t>not</a:t>
            </a:r>
            <a:r>
              <a:rPr sz="1600" spc="-20" dirty="0">
                <a:latin typeface="Calibri"/>
                <a:cs typeface="Calibri"/>
              </a:rPr>
              <a:t> </a:t>
            </a:r>
            <a:r>
              <a:rPr sz="1600" dirty="0">
                <a:latin typeface="Calibri"/>
                <a:cs typeface="Calibri"/>
              </a:rPr>
              <a:t>so</a:t>
            </a:r>
            <a:r>
              <a:rPr sz="1600" spc="-20" dirty="0">
                <a:latin typeface="Calibri"/>
                <a:cs typeface="Calibri"/>
              </a:rPr>
              <a:t> </a:t>
            </a:r>
            <a:r>
              <a:rPr sz="1600" spc="-10" dirty="0">
                <a:latin typeface="Calibri"/>
                <a:cs typeface="Calibri"/>
              </a:rPr>
              <a:t>registered</a:t>
            </a:r>
            <a:r>
              <a:rPr sz="1600" spc="-10" dirty="0">
                <a:latin typeface="Times New Roman"/>
                <a:cs typeface="Times New Roman"/>
              </a:rPr>
              <a:t>.</a:t>
            </a:r>
            <a:endParaRPr sz="1600">
              <a:latin typeface="Times New Roman"/>
              <a:cs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32830" cy="573405"/>
            <a:chOff x="1417319" y="566927"/>
            <a:chExt cx="6132830" cy="573405"/>
          </a:xfrm>
        </p:grpSpPr>
        <p:pic>
          <p:nvPicPr>
            <p:cNvPr id="4" name="object 4"/>
            <p:cNvPicPr/>
            <p:nvPr/>
          </p:nvPicPr>
          <p:blipFill>
            <a:blip r:embed="rId2" cstate="print"/>
            <a:stretch>
              <a:fillRect/>
            </a:stretch>
          </p:blipFill>
          <p:spPr>
            <a:xfrm>
              <a:off x="1417319" y="566927"/>
              <a:ext cx="5666232" cy="573024"/>
            </a:xfrm>
            <a:prstGeom prst="rect">
              <a:avLst/>
            </a:prstGeom>
          </p:spPr>
        </p:pic>
        <p:pic>
          <p:nvPicPr>
            <p:cNvPr id="5" name="object 5"/>
            <p:cNvPicPr/>
            <p:nvPr/>
          </p:nvPicPr>
          <p:blipFill>
            <a:blip r:embed="rId3" cstate="print"/>
            <a:stretch>
              <a:fillRect/>
            </a:stretch>
          </p:blipFill>
          <p:spPr>
            <a:xfrm>
              <a:off x="6739128" y="566927"/>
              <a:ext cx="429768" cy="573024"/>
            </a:xfrm>
            <a:prstGeom prst="rect">
              <a:avLst/>
            </a:prstGeom>
          </p:spPr>
        </p:pic>
        <p:pic>
          <p:nvPicPr>
            <p:cNvPr id="6" name="object 6"/>
            <p:cNvPicPr/>
            <p:nvPr/>
          </p:nvPicPr>
          <p:blipFill>
            <a:blip r:embed="rId4" cstate="print"/>
            <a:stretch>
              <a:fillRect/>
            </a:stretch>
          </p:blipFill>
          <p:spPr>
            <a:xfrm>
              <a:off x="6824472" y="5669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8" y="1438147"/>
            <a:ext cx="9829165" cy="347091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Times New Roman"/>
                <a:cs typeface="Times New Roman"/>
              </a:rPr>
              <a:t>Requirements</a:t>
            </a:r>
            <a:r>
              <a:rPr sz="1800" b="1" spc="-60" dirty="0">
                <a:latin typeface="Times New Roman"/>
                <a:cs typeface="Times New Roman"/>
              </a:rPr>
              <a:t> </a:t>
            </a:r>
            <a:r>
              <a:rPr sz="1800" b="1" dirty="0">
                <a:latin typeface="Times New Roman"/>
                <a:cs typeface="Times New Roman"/>
              </a:rPr>
              <a:t>for</a:t>
            </a:r>
            <a:r>
              <a:rPr sz="1800" b="1" spc="-60" dirty="0">
                <a:latin typeface="Times New Roman"/>
                <a:cs typeface="Times New Roman"/>
              </a:rPr>
              <a:t> </a:t>
            </a:r>
            <a:r>
              <a:rPr sz="1800" b="1" dirty="0">
                <a:latin typeface="Times New Roman"/>
                <a:cs typeface="Times New Roman"/>
              </a:rPr>
              <a:t>UA</a:t>
            </a:r>
            <a:r>
              <a:rPr sz="1800" b="1" spc="-110" dirty="0">
                <a:latin typeface="Times New Roman"/>
                <a:cs typeface="Times New Roman"/>
              </a:rPr>
              <a:t> </a:t>
            </a:r>
            <a:r>
              <a:rPr sz="1800" b="1" dirty="0">
                <a:latin typeface="Times New Roman"/>
                <a:cs typeface="Times New Roman"/>
              </a:rPr>
              <a:t>operated</a:t>
            </a:r>
            <a:r>
              <a:rPr sz="1800" b="1" spc="-30" dirty="0">
                <a:latin typeface="Times New Roman"/>
                <a:cs typeface="Times New Roman"/>
              </a:rPr>
              <a:t> </a:t>
            </a:r>
            <a:r>
              <a:rPr sz="1800" b="1" dirty="0">
                <a:latin typeface="Times New Roman"/>
                <a:cs typeface="Times New Roman"/>
              </a:rPr>
              <a:t>under</a:t>
            </a:r>
            <a:r>
              <a:rPr sz="1800" b="1" spc="-60" dirty="0">
                <a:latin typeface="Times New Roman"/>
                <a:cs typeface="Times New Roman"/>
              </a:rPr>
              <a:t> </a:t>
            </a:r>
            <a:r>
              <a:rPr sz="1800" b="1" dirty="0">
                <a:latin typeface="Times New Roman"/>
                <a:cs typeface="Times New Roman"/>
              </a:rPr>
              <a:t>the</a:t>
            </a:r>
            <a:r>
              <a:rPr sz="1800" b="1" spc="-30" dirty="0">
                <a:latin typeface="Times New Roman"/>
                <a:cs typeface="Times New Roman"/>
              </a:rPr>
              <a:t> </a:t>
            </a:r>
            <a:r>
              <a:rPr sz="1800" b="1" dirty="0">
                <a:latin typeface="Times New Roman"/>
                <a:cs typeface="Times New Roman"/>
              </a:rPr>
              <a:t>authority</a:t>
            </a:r>
            <a:r>
              <a:rPr sz="1800" b="1" spc="-25" dirty="0">
                <a:latin typeface="Times New Roman"/>
                <a:cs typeface="Times New Roman"/>
              </a:rPr>
              <a:t> </a:t>
            </a:r>
            <a:r>
              <a:rPr sz="1800" b="1" dirty="0">
                <a:latin typeface="Times New Roman"/>
                <a:cs typeface="Times New Roman"/>
              </a:rPr>
              <a:t>of</a:t>
            </a:r>
            <a:r>
              <a:rPr sz="1800" b="1" spc="-25" dirty="0">
                <a:latin typeface="Times New Roman"/>
                <a:cs typeface="Times New Roman"/>
              </a:rPr>
              <a:t> </a:t>
            </a:r>
            <a:r>
              <a:rPr sz="1800" b="1" dirty="0">
                <a:latin typeface="Times New Roman"/>
                <a:cs typeface="Times New Roman"/>
              </a:rPr>
              <a:t>UA</a:t>
            </a:r>
            <a:r>
              <a:rPr sz="1800" b="1" spc="-114" dirty="0">
                <a:latin typeface="Times New Roman"/>
                <a:cs typeface="Times New Roman"/>
              </a:rPr>
              <a:t> </a:t>
            </a:r>
            <a:r>
              <a:rPr sz="1800" b="1" dirty="0">
                <a:latin typeface="Times New Roman"/>
                <a:cs typeface="Times New Roman"/>
              </a:rPr>
              <a:t>operator</a:t>
            </a:r>
            <a:r>
              <a:rPr sz="1800" b="1" spc="-55" dirty="0">
                <a:latin typeface="Times New Roman"/>
                <a:cs typeface="Times New Roman"/>
              </a:rPr>
              <a:t> </a:t>
            </a:r>
            <a:r>
              <a:rPr sz="1800" b="1" spc="-10" dirty="0">
                <a:latin typeface="Times New Roman"/>
                <a:cs typeface="Times New Roman"/>
              </a:rPr>
              <a:t>permit</a:t>
            </a:r>
            <a:endParaRPr sz="1800">
              <a:latin typeface="Times New Roman"/>
              <a:cs typeface="Times New Roman"/>
            </a:endParaRPr>
          </a:p>
          <a:p>
            <a:pPr marL="12700" marR="5080">
              <a:lnSpc>
                <a:spcPts val="1900"/>
              </a:lnSpc>
              <a:spcBef>
                <a:spcPts val="135"/>
              </a:spcBef>
            </a:pPr>
            <a:r>
              <a:rPr sz="1600" b="1" dirty="0">
                <a:latin typeface="Times New Roman"/>
                <a:cs typeface="Times New Roman"/>
              </a:rPr>
              <a:t>19D.</a:t>
            </a:r>
            <a:r>
              <a:rPr sz="1600" b="1" spc="-85" dirty="0">
                <a:latin typeface="Times New Roman"/>
                <a:cs typeface="Times New Roman"/>
              </a:rPr>
              <a:t> </a:t>
            </a:r>
            <a:r>
              <a:rPr sz="1600" dirty="0">
                <a:latin typeface="Times New Roman"/>
                <a:cs typeface="Times New Roman"/>
              </a:rPr>
              <a:t>–</a:t>
            </a:r>
            <a:r>
              <a:rPr sz="1600" spc="-30" dirty="0">
                <a:latin typeface="Times New Roman"/>
                <a:cs typeface="Times New Roman"/>
              </a:rPr>
              <a:t> </a:t>
            </a:r>
            <a:r>
              <a:rPr sz="1600" spc="-10" dirty="0">
                <a:latin typeface="Times New Roman"/>
                <a:cs typeface="Times New Roman"/>
              </a:rPr>
              <a:t>(1)</a:t>
            </a:r>
            <a:r>
              <a:rPr sz="1600" spc="-90" dirty="0">
                <a:latin typeface="Times New Roman"/>
                <a:cs typeface="Times New Roman"/>
              </a:rPr>
              <a:t> </a:t>
            </a:r>
            <a:r>
              <a:rPr sz="1600" dirty="0">
                <a:latin typeface="Times New Roman"/>
                <a:cs typeface="Times New Roman"/>
              </a:rPr>
              <a:t>A</a:t>
            </a:r>
            <a:r>
              <a:rPr sz="1600" spc="-100" dirty="0">
                <a:latin typeface="Times New Roman"/>
                <a:cs typeface="Times New Roman"/>
              </a:rPr>
              <a:t> </a:t>
            </a:r>
            <a:r>
              <a:rPr sz="1600" spc="-10" dirty="0">
                <a:latin typeface="Times New Roman"/>
                <a:cs typeface="Times New Roman"/>
              </a:rPr>
              <a:t>UA</a:t>
            </a:r>
            <a:r>
              <a:rPr sz="1600" spc="-95" dirty="0">
                <a:latin typeface="Times New Roman"/>
                <a:cs typeface="Times New Roman"/>
              </a:rPr>
              <a:t> </a:t>
            </a:r>
            <a:r>
              <a:rPr sz="1600" dirty="0">
                <a:latin typeface="Times New Roman"/>
                <a:cs typeface="Times New Roman"/>
              </a:rPr>
              <a:t>operator</a:t>
            </a:r>
            <a:r>
              <a:rPr sz="1600" spc="-25" dirty="0">
                <a:latin typeface="Times New Roman"/>
                <a:cs typeface="Times New Roman"/>
              </a:rPr>
              <a:t> </a:t>
            </a:r>
            <a:r>
              <a:rPr sz="1600" dirty="0">
                <a:latin typeface="Times New Roman"/>
                <a:cs typeface="Times New Roman"/>
              </a:rPr>
              <a:t>permit</a:t>
            </a:r>
            <a:r>
              <a:rPr sz="1600" spc="-25" dirty="0">
                <a:latin typeface="Times New Roman"/>
                <a:cs typeface="Times New Roman"/>
              </a:rPr>
              <a:t> </a:t>
            </a:r>
            <a:r>
              <a:rPr sz="1600" dirty="0">
                <a:latin typeface="Times New Roman"/>
                <a:cs typeface="Times New Roman"/>
              </a:rPr>
              <a:t>holder</a:t>
            </a:r>
            <a:r>
              <a:rPr sz="1600" spc="-30" dirty="0">
                <a:latin typeface="Times New Roman"/>
                <a:cs typeface="Times New Roman"/>
              </a:rPr>
              <a:t> </a:t>
            </a:r>
            <a:r>
              <a:rPr sz="1600" dirty="0">
                <a:latin typeface="Times New Roman"/>
                <a:cs typeface="Times New Roman"/>
              </a:rPr>
              <a:t>must</a:t>
            </a:r>
            <a:r>
              <a:rPr sz="1600" spc="-20" dirty="0">
                <a:latin typeface="Times New Roman"/>
                <a:cs typeface="Times New Roman"/>
              </a:rPr>
              <a:t> </a:t>
            </a:r>
            <a:r>
              <a:rPr sz="1600" dirty="0">
                <a:latin typeface="Times New Roman"/>
                <a:cs typeface="Times New Roman"/>
              </a:rPr>
              <a:t>ensure</a:t>
            </a:r>
            <a:r>
              <a:rPr sz="1600" spc="-30" dirty="0">
                <a:latin typeface="Times New Roman"/>
                <a:cs typeface="Times New Roman"/>
              </a:rPr>
              <a:t> </a:t>
            </a:r>
            <a:r>
              <a:rPr sz="1600" dirty="0">
                <a:latin typeface="Times New Roman"/>
                <a:cs typeface="Times New Roman"/>
              </a:rPr>
              <a:t>that</a:t>
            </a:r>
            <a:r>
              <a:rPr sz="1600" spc="-25" dirty="0">
                <a:latin typeface="Times New Roman"/>
                <a:cs typeface="Times New Roman"/>
              </a:rPr>
              <a:t> </a:t>
            </a:r>
            <a:r>
              <a:rPr sz="1600" dirty="0">
                <a:latin typeface="Times New Roman"/>
                <a:cs typeface="Times New Roman"/>
              </a:rPr>
              <a:t>each</a:t>
            </a:r>
            <a:r>
              <a:rPr sz="1600" spc="-25" dirty="0">
                <a:latin typeface="Times New Roman"/>
                <a:cs typeface="Times New Roman"/>
              </a:rPr>
              <a:t> </a:t>
            </a:r>
            <a:r>
              <a:rPr sz="1600" dirty="0">
                <a:latin typeface="Times New Roman"/>
                <a:cs typeface="Times New Roman"/>
              </a:rPr>
              <a:t>unmanned</a:t>
            </a:r>
            <a:r>
              <a:rPr sz="1600" spc="-30" dirty="0">
                <a:latin typeface="Times New Roman"/>
                <a:cs typeface="Times New Roman"/>
              </a:rPr>
              <a:t> </a:t>
            </a:r>
            <a:r>
              <a:rPr sz="1600" dirty="0">
                <a:latin typeface="Times New Roman"/>
                <a:cs typeface="Times New Roman"/>
              </a:rPr>
              <a:t>aircraft</a:t>
            </a:r>
            <a:r>
              <a:rPr sz="1600" spc="-25" dirty="0">
                <a:latin typeface="Times New Roman"/>
                <a:cs typeface="Times New Roman"/>
              </a:rPr>
              <a:t> </a:t>
            </a:r>
            <a:r>
              <a:rPr sz="1600" dirty="0">
                <a:latin typeface="Times New Roman"/>
                <a:cs typeface="Times New Roman"/>
              </a:rPr>
              <a:t>operated</a:t>
            </a:r>
            <a:r>
              <a:rPr sz="1600" spc="-25" dirty="0">
                <a:latin typeface="Times New Roman"/>
                <a:cs typeface="Times New Roman"/>
              </a:rPr>
              <a:t> </a:t>
            </a:r>
            <a:r>
              <a:rPr sz="1600" dirty="0">
                <a:latin typeface="Times New Roman"/>
                <a:cs typeface="Times New Roman"/>
              </a:rPr>
              <a:t>under</a:t>
            </a:r>
            <a:r>
              <a:rPr sz="1600" spc="-3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authority</a:t>
            </a:r>
            <a:r>
              <a:rPr sz="1600" spc="-30"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the</a:t>
            </a:r>
            <a:r>
              <a:rPr sz="1600" spc="-25" dirty="0">
                <a:latin typeface="Times New Roman"/>
                <a:cs typeface="Times New Roman"/>
              </a:rPr>
              <a:t> UA </a:t>
            </a:r>
            <a:r>
              <a:rPr sz="1600" dirty="0">
                <a:latin typeface="Times New Roman"/>
                <a:cs typeface="Times New Roman"/>
              </a:rPr>
              <a:t>operator</a:t>
            </a:r>
            <a:r>
              <a:rPr sz="1600" spc="-30" dirty="0">
                <a:latin typeface="Times New Roman"/>
                <a:cs typeface="Times New Roman"/>
              </a:rPr>
              <a:t> </a:t>
            </a:r>
            <a:r>
              <a:rPr sz="1600" dirty="0">
                <a:latin typeface="Times New Roman"/>
                <a:cs typeface="Times New Roman"/>
              </a:rPr>
              <a:t>permit</a:t>
            </a:r>
            <a:r>
              <a:rPr sz="1600" spc="-20"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at</a:t>
            </a:r>
            <a:r>
              <a:rPr sz="1600" spc="-25" dirty="0">
                <a:latin typeface="Times New Roman"/>
                <a:cs typeface="Times New Roman"/>
              </a:rPr>
              <a:t> </a:t>
            </a:r>
            <a:r>
              <a:rPr sz="1600" dirty="0">
                <a:latin typeface="Times New Roman"/>
                <a:cs typeface="Times New Roman"/>
              </a:rPr>
              <a:t>all</a:t>
            </a:r>
            <a:r>
              <a:rPr sz="1600" spc="-20" dirty="0">
                <a:latin typeface="Times New Roman"/>
                <a:cs typeface="Times New Roman"/>
              </a:rPr>
              <a:t> </a:t>
            </a:r>
            <a:r>
              <a:rPr sz="1600" dirty="0">
                <a:latin typeface="Times New Roman"/>
                <a:cs typeface="Times New Roman"/>
              </a:rPr>
              <a:t>times</a:t>
            </a:r>
            <a:r>
              <a:rPr sz="1600" spc="-25" dirty="0">
                <a:latin typeface="Times New Roman"/>
                <a:cs typeface="Times New Roman"/>
              </a:rPr>
              <a:t> </a:t>
            </a:r>
            <a:r>
              <a:rPr sz="1600" dirty="0">
                <a:latin typeface="Times New Roman"/>
                <a:cs typeface="Times New Roman"/>
              </a:rPr>
              <a:t>when</a:t>
            </a:r>
            <a:r>
              <a:rPr sz="1600" spc="-25" dirty="0">
                <a:latin typeface="Times New Roman"/>
                <a:cs typeface="Times New Roman"/>
              </a:rPr>
              <a:t> </a:t>
            </a:r>
            <a:r>
              <a:rPr sz="1600" dirty="0">
                <a:latin typeface="Times New Roman"/>
                <a:cs typeface="Times New Roman"/>
              </a:rPr>
              <a:t>so</a:t>
            </a:r>
            <a:r>
              <a:rPr sz="1600" spc="-30" dirty="0">
                <a:latin typeface="Times New Roman"/>
                <a:cs typeface="Times New Roman"/>
              </a:rPr>
              <a:t> </a:t>
            </a:r>
            <a:r>
              <a:rPr sz="1600" dirty="0">
                <a:latin typeface="Times New Roman"/>
                <a:cs typeface="Times New Roman"/>
              </a:rPr>
              <a:t>operated,</a:t>
            </a:r>
            <a:r>
              <a:rPr sz="1600" spc="-25" dirty="0">
                <a:latin typeface="Times New Roman"/>
                <a:cs typeface="Times New Roman"/>
              </a:rPr>
              <a:t> </a:t>
            </a:r>
            <a:r>
              <a:rPr sz="1600" dirty="0">
                <a:latin typeface="Times New Roman"/>
                <a:cs typeface="Times New Roman"/>
              </a:rPr>
              <a:t>in</a:t>
            </a:r>
            <a:r>
              <a:rPr sz="1600" spc="-25" dirty="0">
                <a:latin typeface="Times New Roman"/>
                <a:cs typeface="Times New Roman"/>
              </a:rPr>
              <a:t> </a:t>
            </a:r>
            <a:r>
              <a:rPr sz="1600" dirty="0">
                <a:latin typeface="Times New Roman"/>
                <a:cs typeface="Times New Roman"/>
              </a:rPr>
              <a:t>compliance</a:t>
            </a:r>
            <a:r>
              <a:rPr sz="1600" spc="-25" dirty="0">
                <a:latin typeface="Times New Roman"/>
                <a:cs typeface="Times New Roman"/>
              </a:rPr>
              <a:t> </a:t>
            </a:r>
            <a:r>
              <a:rPr sz="1600" dirty="0">
                <a:latin typeface="Times New Roman"/>
                <a:cs typeface="Times New Roman"/>
              </a:rPr>
              <a:t>with</a:t>
            </a:r>
            <a:r>
              <a:rPr sz="1600" spc="-30" dirty="0">
                <a:latin typeface="Times New Roman"/>
                <a:cs typeface="Times New Roman"/>
              </a:rPr>
              <a:t> </a:t>
            </a:r>
            <a:r>
              <a:rPr sz="1600" dirty="0">
                <a:latin typeface="Times New Roman"/>
                <a:cs typeface="Times New Roman"/>
              </a:rPr>
              <a:t>all</a:t>
            </a:r>
            <a:r>
              <a:rPr sz="1600" spc="-20" dirty="0">
                <a:latin typeface="Times New Roman"/>
                <a:cs typeface="Times New Roman"/>
              </a:rPr>
              <a:t> </a:t>
            </a:r>
            <a:r>
              <a:rPr sz="1600" dirty="0">
                <a:latin typeface="Times New Roman"/>
                <a:cs typeface="Times New Roman"/>
              </a:rPr>
              <a:t>of</a:t>
            </a:r>
            <a:r>
              <a:rPr sz="1600" spc="-2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following</a:t>
            </a:r>
            <a:r>
              <a:rPr sz="1600" spc="-25" dirty="0">
                <a:latin typeface="Times New Roman"/>
                <a:cs typeface="Times New Roman"/>
              </a:rPr>
              <a:t> </a:t>
            </a:r>
            <a:r>
              <a:rPr sz="1600" spc="-10" dirty="0">
                <a:latin typeface="Times New Roman"/>
                <a:cs typeface="Times New Roman"/>
              </a:rPr>
              <a:t>requirements:</a:t>
            </a:r>
            <a:endParaRPr sz="1600">
              <a:latin typeface="Times New Roman"/>
              <a:cs typeface="Times New Roman"/>
            </a:endParaRPr>
          </a:p>
          <a:p>
            <a:pPr marL="757555" indent="-287655">
              <a:lnSpc>
                <a:spcPts val="1830"/>
              </a:lnSpc>
              <a:buAutoNum type="alphaLcParenBoth"/>
              <a:tabLst>
                <a:tab pos="757555" algn="l"/>
              </a:tabLst>
            </a:pPr>
            <a:r>
              <a:rPr sz="1600" dirty="0">
                <a:latin typeface="Times New Roman"/>
                <a:cs typeface="Times New Roman"/>
              </a:rPr>
              <a:t>where</a:t>
            </a:r>
            <a:r>
              <a:rPr sz="1600" spc="-35"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unmanned</a:t>
            </a:r>
            <a:r>
              <a:rPr sz="1600" spc="-30" dirty="0">
                <a:latin typeface="Times New Roman"/>
                <a:cs typeface="Times New Roman"/>
              </a:rPr>
              <a:t> </a:t>
            </a:r>
            <a:r>
              <a:rPr sz="1600" dirty="0">
                <a:latin typeface="Times New Roman"/>
                <a:cs typeface="Times New Roman"/>
              </a:rPr>
              <a:t>aircraft</a:t>
            </a:r>
            <a:r>
              <a:rPr sz="1600" spc="-30" dirty="0">
                <a:latin typeface="Times New Roman"/>
                <a:cs typeface="Times New Roman"/>
              </a:rPr>
              <a:t> </a:t>
            </a:r>
            <a:r>
              <a:rPr sz="1600" dirty="0">
                <a:latin typeface="Times New Roman"/>
                <a:cs typeface="Times New Roman"/>
              </a:rPr>
              <a:t>has</a:t>
            </a:r>
            <a:r>
              <a:rPr sz="1600" spc="-30" dirty="0">
                <a:latin typeface="Times New Roman"/>
                <a:cs typeface="Times New Roman"/>
              </a:rPr>
              <a:t> </a:t>
            </a:r>
            <a:r>
              <a:rPr sz="1600" dirty="0">
                <a:latin typeface="Times New Roman"/>
                <a:cs typeface="Times New Roman"/>
              </a:rPr>
              <a:t>a</a:t>
            </a:r>
            <a:r>
              <a:rPr sz="1600" spc="-35" dirty="0">
                <a:latin typeface="Times New Roman"/>
                <a:cs typeface="Times New Roman"/>
              </a:rPr>
              <a:t> </a:t>
            </a:r>
            <a:r>
              <a:rPr sz="1600" dirty="0">
                <a:latin typeface="Times New Roman"/>
                <a:cs typeface="Times New Roman"/>
              </a:rPr>
              <a:t>total</a:t>
            </a:r>
            <a:r>
              <a:rPr sz="1600" spc="-30" dirty="0">
                <a:latin typeface="Times New Roman"/>
                <a:cs typeface="Times New Roman"/>
              </a:rPr>
              <a:t> </a:t>
            </a:r>
            <a:r>
              <a:rPr sz="1600" dirty="0">
                <a:latin typeface="Times New Roman"/>
                <a:cs typeface="Times New Roman"/>
              </a:rPr>
              <a:t>mass</a:t>
            </a:r>
            <a:r>
              <a:rPr sz="1600" spc="-30" dirty="0">
                <a:latin typeface="Times New Roman"/>
                <a:cs typeface="Times New Roman"/>
              </a:rPr>
              <a:t> </a:t>
            </a:r>
            <a:r>
              <a:rPr sz="1600" dirty="0">
                <a:latin typeface="Times New Roman"/>
                <a:cs typeface="Times New Roman"/>
              </a:rPr>
              <a:t>exceeding</a:t>
            </a:r>
            <a:r>
              <a:rPr sz="1600" spc="-35" dirty="0">
                <a:latin typeface="Times New Roman"/>
                <a:cs typeface="Times New Roman"/>
              </a:rPr>
              <a:t> </a:t>
            </a:r>
            <a:r>
              <a:rPr sz="1600" dirty="0">
                <a:latin typeface="Times New Roman"/>
                <a:cs typeface="Times New Roman"/>
              </a:rPr>
              <a:t>250g,</a:t>
            </a:r>
            <a:r>
              <a:rPr sz="1600" spc="-30"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dirty="0">
                <a:latin typeface="Times New Roman"/>
                <a:cs typeface="Times New Roman"/>
              </a:rPr>
              <a:t>unmanned</a:t>
            </a:r>
            <a:r>
              <a:rPr sz="1600" spc="-35" dirty="0">
                <a:latin typeface="Times New Roman"/>
                <a:cs typeface="Times New Roman"/>
              </a:rPr>
              <a:t> </a:t>
            </a:r>
            <a:r>
              <a:rPr sz="1600" dirty="0">
                <a:latin typeface="Times New Roman"/>
                <a:cs typeface="Times New Roman"/>
              </a:rPr>
              <a:t>aircraft</a:t>
            </a:r>
            <a:r>
              <a:rPr sz="1600" spc="-25" dirty="0">
                <a:latin typeface="Times New Roman"/>
                <a:cs typeface="Times New Roman"/>
              </a:rPr>
              <a:t> </a:t>
            </a:r>
            <a:r>
              <a:rPr sz="1600" dirty="0">
                <a:latin typeface="Times New Roman"/>
                <a:cs typeface="Times New Roman"/>
              </a:rPr>
              <a:t>must</a:t>
            </a:r>
            <a:r>
              <a:rPr sz="1600" spc="-30" dirty="0">
                <a:latin typeface="Times New Roman"/>
                <a:cs typeface="Times New Roman"/>
              </a:rPr>
              <a:t> </a:t>
            </a:r>
            <a:r>
              <a:rPr sz="1600" dirty="0">
                <a:latin typeface="Times New Roman"/>
                <a:cs typeface="Times New Roman"/>
              </a:rPr>
              <a:t>affixed</a:t>
            </a:r>
            <a:r>
              <a:rPr sz="1600" spc="-30" dirty="0">
                <a:latin typeface="Times New Roman"/>
                <a:cs typeface="Times New Roman"/>
              </a:rPr>
              <a:t> </a:t>
            </a:r>
            <a:r>
              <a:rPr sz="1600" dirty="0">
                <a:latin typeface="Times New Roman"/>
                <a:cs typeface="Times New Roman"/>
              </a:rPr>
              <a:t>with</a:t>
            </a:r>
            <a:r>
              <a:rPr sz="1600" spc="-35" dirty="0">
                <a:latin typeface="Times New Roman"/>
                <a:cs typeface="Times New Roman"/>
              </a:rPr>
              <a:t> </a:t>
            </a:r>
            <a:r>
              <a:rPr sz="1600" spc="-50" dirty="0">
                <a:latin typeface="Times New Roman"/>
                <a:cs typeface="Times New Roman"/>
              </a:rPr>
              <a:t>a</a:t>
            </a:r>
            <a:endParaRPr sz="1600">
              <a:latin typeface="Times New Roman"/>
              <a:cs typeface="Times New Roman"/>
            </a:endParaRPr>
          </a:p>
          <a:p>
            <a:pPr marL="12700">
              <a:lnSpc>
                <a:spcPct val="100000"/>
              </a:lnSpc>
              <a:spcBef>
                <a:spcPts val="70"/>
              </a:spcBef>
            </a:pPr>
            <a:r>
              <a:rPr sz="1600" b="1" dirty="0">
                <a:latin typeface="Times New Roman"/>
                <a:cs typeface="Times New Roman"/>
              </a:rPr>
              <a:t>tracking</a:t>
            </a:r>
            <a:r>
              <a:rPr sz="1600" b="1" spc="-45" dirty="0">
                <a:latin typeface="Times New Roman"/>
                <a:cs typeface="Times New Roman"/>
              </a:rPr>
              <a:t> </a:t>
            </a:r>
            <a:r>
              <a:rPr sz="1600" b="1" spc="-10" dirty="0">
                <a:latin typeface="Times New Roman"/>
                <a:cs typeface="Times New Roman"/>
              </a:rPr>
              <a:t>device</a:t>
            </a:r>
            <a:endParaRPr sz="1600">
              <a:latin typeface="Times New Roman"/>
              <a:cs typeface="Times New Roman"/>
            </a:endParaRPr>
          </a:p>
          <a:p>
            <a:pPr>
              <a:lnSpc>
                <a:spcPct val="100000"/>
              </a:lnSpc>
              <a:spcBef>
                <a:spcPts val="55"/>
              </a:spcBef>
            </a:pPr>
            <a:endParaRPr sz="1600">
              <a:latin typeface="Times New Roman"/>
              <a:cs typeface="Times New Roman"/>
            </a:endParaRPr>
          </a:p>
          <a:p>
            <a:pPr marL="757555" indent="-287655">
              <a:lnSpc>
                <a:spcPts val="1910"/>
              </a:lnSpc>
              <a:spcBef>
                <a:spcPts val="5"/>
              </a:spcBef>
              <a:buFont typeface="Times New Roman"/>
              <a:buAutoNum type="alphaLcParenBoth" startAt="2"/>
              <a:tabLst>
                <a:tab pos="757555" algn="l"/>
              </a:tabLst>
            </a:pPr>
            <a:r>
              <a:rPr sz="1600" dirty="0">
                <a:latin typeface="Times New Roman"/>
                <a:cs typeface="Times New Roman"/>
              </a:rPr>
              <a:t>the</a:t>
            </a:r>
            <a:r>
              <a:rPr sz="1600" spc="-40" dirty="0">
                <a:latin typeface="Times New Roman"/>
                <a:cs typeface="Times New Roman"/>
              </a:rPr>
              <a:t> </a:t>
            </a:r>
            <a:r>
              <a:rPr sz="1600" spc="-10" dirty="0">
                <a:latin typeface="Times New Roman"/>
                <a:cs typeface="Times New Roman"/>
              </a:rPr>
              <a:t>UA</a:t>
            </a:r>
            <a:r>
              <a:rPr sz="1600" spc="-95" dirty="0">
                <a:latin typeface="Times New Roman"/>
                <a:cs typeface="Times New Roman"/>
              </a:rPr>
              <a:t> </a:t>
            </a:r>
            <a:r>
              <a:rPr sz="1600" dirty="0">
                <a:latin typeface="Times New Roman"/>
                <a:cs typeface="Times New Roman"/>
              </a:rPr>
              <a:t>pilot</a:t>
            </a:r>
            <a:r>
              <a:rPr sz="1600" spc="-15" dirty="0">
                <a:latin typeface="Times New Roman"/>
                <a:cs typeface="Times New Roman"/>
              </a:rPr>
              <a:t> </a:t>
            </a:r>
            <a:r>
              <a:rPr sz="1600" dirty="0">
                <a:latin typeface="Times New Roman"/>
                <a:cs typeface="Times New Roman"/>
              </a:rPr>
              <a:t>flying</a:t>
            </a:r>
            <a:r>
              <a:rPr sz="1600" spc="-25" dirty="0">
                <a:latin typeface="Times New Roman"/>
                <a:cs typeface="Times New Roman"/>
              </a:rPr>
              <a:t> </a:t>
            </a:r>
            <a:r>
              <a:rPr sz="1600" dirty="0">
                <a:latin typeface="Times New Roman"/>
                <a:cs typeface="Times New Roman"/>
              </a:rPr>
              <a:t>the</a:t>
            </a:r>
            <a:r>
              <a:rPr sz="1600" spc="-20" dirty="0">
                <a:latin typeface="Times New Roman"/>
                <a:cs typeface="Times New Roman"/>
              </a:rPr>
              <a:t> </a:t>
            </a:r>
            <a:r>
              <a:rPr sz="1600" dirty="0">
                <a:latin typeface="Times New Roman"/>
                <a:cs typeface="Times New Roman"/>
              </a:rPr>
              <a:t>unmanned</a:t>
            </a:r>
            <a:r>
              <a:rPr sz="1600" spc="-20" dirty="0">
                <a:latin typeface="Times New Roman"/>
                <a:cs typeface="Times New Roman"/>
              </a:rPr>
              <a:t> </a:t>
            </a:r>
            <a:r>
              <a:rPr sz="1600" spc="-10" dirty="0">
                <a:latin typeface="Times New Roman"/>
                <a:cs typeface="Times New Roman"/>
              </a:rPr>
              <a:t>aircraft-</a:t>
            </a:r>
            <a:endParaRPr sz="1600">
              <a:latin typeface="Times New Roman"/>
              <a:cs typeface="Times New Roman"/>
            </a:endParaRPr>
          </a:p>
          <a:p>
            <a:pPr marL="1170305" lvl="1" indent="-243204">
              <a:lnSpc>
                <a:spcPts val="1895"/>
              </a:lnSpc>
              <a:buAutoNum type="romanLcParenBoth"/>
              <a:tabLst>
                <a:tab pos="1170305" algn="l"/>
              </a:tabLst>
            </a:pPr>
            <a:r>
              <a:rPr sz="1600" dirty="0">
                <a:latin typeface="Times New Roman"/>
                <a:cs typeface="Times New Roman"/>
              </a:rPr>
              <a:t>has,</a:t>
            </a:r>
            <a:r>
              <a:rPr sz="1600" spc="-25" dirty="0">
                <a:latin typeface="Times New Roman"/>
                <a:cs typeface="Times New Roman"/>
              </a:rPr>
              <a:t> </a:t>
            </a:r>
            <a:r>
              <a:rPr sz="1600" dirty="0">
                <a:latin typeface="Times New Roman"/>
                <a:cs typeface="Times New Roman"/>
              </a:rPr>
              <a:t>on</a:t>
            </a:r>
            <a:r>
              <a:rPr sz="1600" spc="-25" dirty="0">
                <a:latin typeface="Times New Roman"/>
                <a:cs typeface="Times New Roman"/>
              </a:rPr>
              <a:t> </a:t>
            </a:r>
            <a:r>
              <a:rPr sz="1600" dirty="0">
                <a:latin typeface="Times New Roman"/>
                <a:cs typeface="Times New Roman"/>
              </a:rPr>
              <a:t>his</a:t>
            </a:r>
            <a:r>
              <a:rPr sz="1600" spc="-25" dirty="0">
                <a:latin typeface="Times New Roman"/>
                <a:cs typeface="Times New Roman"/>
              </a:rPr>
              <a:t> </a:t>
            </a:r>
            <a:r>
              <a:rPr sz="1600" dirty="0">
                <a:latin typeface="Times New Roman"/>
                <a:cs typeface="Times New Roman"/>
              </a:rPr>
              <a:t>or</a:t>
            </a:r>
            <a:r>
              <a:rPr sz="1600" spc="-25" dirty="0">
                <a:latin typeface="Times New Roman"/>
                <a:cs typeface="Times New Roman"/>
              </a:rPr>
              <a:t> </a:t>
            </a:r>
            <a:r>
              <a:rPr sz="1600" dirty="0">
                <a:latin typeface="Times New Roman"/>
                <a:cs typeface="Times New Roman"/>
              </a:rPr>
              <a:t>her,</a:t>
            </a:r>
            <a:r>
              <a:rPr sz="1600" spc="-25" dirty="0">
                <a:latin typeface="Times New Roman"/>
                <a:cs typeface="Times New Roman"/>
              </a:rPr>
              <a:t> </a:t>
            </a:r>
            <a:r>
              <a:rPr sz="1600" dirty="0">
                <a:latin typeface="Times New Roman"/>
                <a:cs typeface="Times New Roman"/>
              </a:rPr>
              <a:t>a</a:t>
            </a:r>
            <a:r>
              <a:rPr sz="1600" spc="-25" dirty="0">
                <a:latin typeface="Times New Roman"/>
                <a:cs typeface="Times New Roman"/>
              </a:rPr>
              <a:t> </a:t>
            </a:r>
            <a:r>
              <a:rPr sz="1600" dirty="0">
                <a:latin typeface="Times New Roman"/>
                <a:cs typeface="Times New Roman"/>
              </a:rPr>
              <a:t>mobile</a:t>
            </a:r>
            <a:r>
              <a:rPr sz="1600" spc="-25" dirty="0">
                <a:latin typeface="Times New Roman"/>
                <a:cs typeface="Times New Roman"/>
              </a:rPr>
              <a:t> </a:t>
            </a:r>
            <a:r>
              <a:rPr sz="1600" dirty="0">
                <a:latin typeface="Times New Roman"/>
                <a:cs typeface="Times New Roman"/>
              </a:rPr>
              <a:t>device</a:t>
            </a:r>
            <a:r>
              <a:rPr sz="1600" spc="-25" dirty="0">
                <a:latin typeface="Times New Roman"/>
                <a:cs typeface="Times New Roman"/>
              </a:rPr>
              <a:t> </a:t>
            </a:r>
            <a:r>
              <a:rPr sz="1600" dirty="0">
                <a:latin typeface="Times New Roman"/>
                <a:cs typeface="Times New Roman"/>
              </a:rPr>
              <a:t>on</a:t>
            </a:r>
            <a:r>
              <a:rPr sz="1600" spc="-25" dirty="0">
                <a:latin typeface="Times New Roman"/>
                <a:cs typeface="Times New Roman"/>
              </a:rPr>
              <a:t> </a:t>
            </a:r>
            <a:r>
              <a:rPr sz="1600" dirty="0">
                <a:latin typeface="Times New Roman"/>
                <a:cs typeface="Times New Roman"/>
              </a:rPr>
              <a:t>which</a:t>
            </a:r>
            <a:r>
              <a:rPr sz="1600" spc="-2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designated</a:t>
            </a:r>
            <a:r>
              <a:rPr sz="1600" spc="-25" dirty="0">
                <a:latin typeface="Times New Roman"/>
                <a:cs typeface="Times New Roman"/>
              </a:rPr>
              <a:t> </a:t>
            </a:r>
            <a:r>
              <a:rPr sz="1600" dirty="0">
                <a:latin typeface="Times New Roman"/>
                <a:cs typeface="Times New Roman"/>
              </a:rPr>
              <a:t>mobile</a:t>
            </a:r>
            <a:r>
              <a:rPr sz="1600" spc="-25" dirty="0">
                <a:latin typeface="Times New Roman"/>
                <a:cs typeface="Times New Roman"/>
              </a:rPr>
              <a:t> </a:t>
            </a:r>
            <a:r>
              <a:rPr sz="1600" dirty="0">
                <a:latin typeface="Times New Roman"/>
                <a:cs typeface="Times New Roman"/>
              </a:rPr>
              <a:t>application</a:t>
            </a:r>
            <a:r>
              <a:rPr sz="1600" spc="-25"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installed</a:t>
            </a:r>
            <a:r>
              <a:rPr sz="1600" spc="-25" dirty="0">
                <a:latin typeface="Times New Roman"/>
                <a:cs typeface="Times New Roman"/>
              </a:rPr>
              <a:t> </a:t>
            </a:r>
            <a:r>
              <a:rPr sz="1600" dirty="0">
                <a:latin typeface="Times New Roman"/>
                <a:cs typeface="Times New Roman"/>
              </a:rPr>
              <a:t>and</a:t>
            </a:r>
            <a:r>
              <a:rPr sz="1600" spc="-25"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in</a:t>
            </a:r>
            <a:r>
              <a:rPr sz="1600" spc="-25" dirty="0">
                <a:latin typeface="Times New Roman"/>
                <a:cs typeface="Times New Roman"/>
              </a:rPr>
              <a:t> </a:t>
            </a:r>
            <a:r>
              <a:rPr sz="1600" spc="-10" dirty="0">
                <a:latin typeface="Times New Roman"/>
                <a:cs typeface="Times New Roman"/>
              </a:rPr>
              <a:t>active</a:t>
            </a:r>
            <a:endParaRPr sz="1600">
              <a:latin typeface="Times New Roman"/>
              <a:cs typeface="Times New Roman"/>
            </a:endParaRPr>
          </a:p>
          <a:p>
            <a:pPr marL="12700">
              <a:lnSpc>
                <a:spcPts val="1910"/>
              </a:lnSpc>
            </a:pPr>
            <a:r>
              <a:rPr sz="1600" dirty="0">
                <a:latin typeface="Times New Roman"/>
                <a:cs typeface="Times New Roman"/>
              </a:rPr>
              <a:t>use;</a:t>
            </a:r>
            <a:r>
              <a:rPr sz="1600" spc="-35" dirty="0">
                <a:latin typeface="Times New Roman"/>
                <a:cs typeface="Times New Roman"/>
              </a:rPr>
              <a:t> </a:t>
            </a:r>
            <a:r>
              <a:rPr sz="1600" spc="-25" dirty="0">
                <a:latin typeface="Times New Roman"/>
                <a:cs typeface="Times New Roman"/>
              </a:rPr>
              <a:t>or</a:t>
            </a:r>
            <a:endParaRPr sz="1600">
              <a:latin typeface="Times New Roman"/>
              <a:cs typeface="Times New Roman"/>
            </a:endParaRPr>
          </a:p>
          <a:p>
            <a:pPr marL="12700" marR="347980" lvl="1" indent="1214120">
              <a:lnSpc>
                <a:spcPts val="1900"/>
              </a:lnSpc>
              <a:spcBef>
                <a:spcPts val="150"/>
              </a:spcBef>
              <a:buAutoNum type="romanLcParenBoth" startAt="2"/>
              <a:tabLst>
                <a:tab pos="1226820" algn="l"/>
              </a:tabLst>
            </a:pPr>
            <a:r>
              <a:rPr sz="1600" dirty="0">
                <a:latin typeface="Times New Roman"/>
                <a:cs typeface="Times New Roman"/>
              </a:rPr>
              <a:t>has</a:t>
            </a:r>
            <a:r>
              <a:rPr sz="1600" spc="-30" dirty="0">
                <a:latin typeface="Times New Roman"/>
                <a:cs typeface="Times New Roman"/>
              </a:rPr>
              <a:t> </a:t>
            </a:r>
            <a:r>
              <a:rPr sz="1600" dirty="0">
                <a:latin typeface="Times New Roman"/>
                <a:cs typeface="Times New Roman"/>
              </a:rPr>
              <a:t>in</a:t>
            </a:r>
            <a:r>
              <a:rPr sz="1600" spc="-25" dirty="0">
                <a:latin typeface="Times New Roman"/>
                <a:cs typeface="Times New Roman"/>
              </a:rPr>
              <a:t> </a:t>
            </a:r>
            <a:r>
              <a:rPr sz="1600" dirty="0">
                <a:latin typeface="Times New Roman"/>
                <a:cs typeface="Times New Roman"/>
              </a:rPr>
              <a:t>his</a:t>
            </a:r>
            <a:r>
              <a:rPr sz="1600" spc="-25" dirty="0">
                <a:latin typeface="Times New Roman"/>
                <a:cs typeface="Times New Roman"/>
              </a:rPr>
              <a:t> </a:t>
            </a:r>
            <a:r>
              <a:rPr sz="1600" dirty="0">
                <a:latin typeface="Times New Roman"/>
                <a:cs typeface="Times New Roman"/>
              </a:rPr>
              <a:t>or</a:t>
            </a:r>
            <a:r>
              <a:rPr sz="1600" spc="-25" dirty="0">
                <a:latin typeface="Times New Roman"/>
                <a:cs typeface="Times New Roman"/>
              </a:rPr>
              <a:t> </a:t>
            </a:r>
            <a:r>
              <a:rPr sz="1600" dirty="0">
                <a:latin typeface="Times New Roman"/>
                <a:cs typeface="Times New Roman"/>
              </a:rPr>
              <a:t>her</a:t>
            </a:r>
            <a:r>
              <a:rPr sz="1600" spc="-25" dirty="0">
                <a:latin typeface="Times New Roman"/>
                <a:cs typeface="Times New Roman"/>
              </a:rPr>
              <a:t> </a:t>
            </a:r>
            <a:r>
              <a:rPr sz="1600" dirty="0">
                <a:latin typeface="Times New Roman"/>
                <a:cs typeface="Times New Roman"/>
              </a:rPr>
              <a:t>presence</a:t>
            </a:r>
            <a:r>
              <a:rPr sz="1600" spc="-25" dirty="0">
                <a:latin typeface="Times New Roman"/>
                <a:cs typeface="Times New Roman"/>
              </a:rPr>
              <a:t> </a:t>
            </a:r>
            <a:r>
              <a:rPr sz="1600" dirty="0">
                <a:latin typeface="Times New Roman"/>
                <a:cs typeface="Times New Roman"/>
              </a:rPr>
              <a:t>another</a:t>
            </a:r>
            <a:r>
              <a:rPr sz="1600" spc="-25" dirty="0">
                <a:latin typeface="Times New Roman"/>
                <a:cs typeface="Times New Roman"/>
              </a:rPr>
              <a:t> </a:t>
            </a:r>
            <a:r>
              <a:rPr sz="1600" dirty="0">
                <a:latin typeface="Times New Roman"/>
                <a:cs typeface="Times New Roman"/>
              </a:rPr>
              <a:t>individual</a:t>
            </a:r>
            <a:r>
              <a:rPr sz="1600" spc="-20" dirty="0">
                <a:latin typeface="Times New Roman"/>
                <a:cs typeface="Times New Roman"/>
              </a:rPr>
              <a:t> </a:t>
            </a:r>
            <a:r>
              <a:rPr sz="1600" dirty="0">
                <a:latin typeface="Times New Roman"/>
                <a:cs typeface="Times New Roman"/>
              </a:rPr>
              <a:t>who</a:t>
            </a:r>
            <a:r>
              <a:rPr sz="1600" spc="-25" dirty="0">
                <a:latin typeface="Times New Roman"/>
                <a:cs typeface="Times New Roman"/>
              </a:rPr>
              <a:t> </a:t>
            </a:r>
            <a:r>
              <a:rPr sz="1600" dirty="0">
                <a:latin typeface="Times New Roman"/>
                <a:cs typeface="Times New Roman"/>
              </a:rPr>
              <a:t>has,</a:t>
            </a:r>
            <a:r>
              <a:rPr sz="1600" spc="-25" dirty="0">
                <a:latin typeface="Times New Roman"/>
                <a:cs typeface="Times New Roman"/>
              </a:rPr>
              <a:t> </a:t>
            </a:r>
            <a:r>
              <a:rPr sz="1600" dirty="0">
                <a:latin typeface="Times New Roman"/>
                <a:cs typeface="Times New Roman"/>
              </a:rPr>
              <a:t>on</a:t>
            </a:r>
            <a:r>
              <a:rPr sz="1600" spc="-25" dirty="0">
                <a:latin typeface="Times New Roman"/>
                <a:cs typeface="Times New Roman"/>
              </a:rPr>
              <a:t> </a:t>
            </a:r>
            <a:r>
              <a:rPr sz="1600" dirty="0">
                <a:latin typeface="Times New Roman"/>
                <a:cs typeface="Times New Roman"/>
              </a:rPr>
              <a:t>that</a:t>
            </a:r>
            <a:r>
              <a:rPr sz="1600" spc="-20" dirty="0">
                <a:latin typeface="Times New Roman"/>
                <a:cs typeface="Times New Roman"/>
              </a:rPr>
              <a:t> </a:t>
            </a:r>
            <a:r>
              <a:rPr sz="1600" spc="-10" dirty="0">
                <a:latin typeface="Times New Roman"/>
                <a:cs typeface="Times New Roman"/>
              </a:rPr>
              <a:t>individual’s</a:t>
            </a:r>
            <a:r>
              <a:rPr sz="1600" spc="-25" dirty="0">
                <a:latin typeface="Times New Roman"/>
                <a:cs typeface="Times New Roman"/>
              </a:rPr>
              <a:t> </a:t>
            </a:r>
            <a:r>
              <a:rPr sz="1600" dirty="0">
                <a:latin typeface="Times New Roman"/>
                <a:cs typeface="Times New Roman"/>
              </a:rPr>
              <a:t>person,</a:t>
            </a:r>
            <a:r>
              <a:rPr sz="1600" spc="-25" dirty="0">
                <a:latin typeface="Times New Roman"/>
                <a:cs typeface="Times New Roman"/>
              </a:rPr>
              <a:t> </a:t>
            </a:r>
            <a:r>
              <a:rPr sz="1600" dirty="0">
                <a:latin typeface="Times New Roman"/>
                <a:cs typeface="Times New Roman"/>
              </a:rPr>
              <a:t>a</a:t>
            </a:r>
            <a:r>
              <a:rPr sz="1600" spc="-25" dirty="0">
                <a:latin typeface="Times New Roman"/>
                <a:cs typeface="Times New Roman"/>
              </a:rPr>
              <a:t> </a:t>
            </a:r>
            <a:r>
              <a:rPr sz="1600" dirty="0">
                <a:latin typeface="Times New Roman"/>
                <a:cs typeface="Times New Roman"/>
              </a:rPr>
              <a:t>mobile</a:t>
            </a:r>
            <a:r>
              <a:rPr sz="1600" spc="-25" dirty="0">
                <a:latin typeface="Times New Roman"/>
                <a:cs typeface="Times New Roman"/>
              </a:rPr>
              <a:t> </a:t>
            </a:r>
            <a:r>
              <a:rPr sz="1600" dirty="0">
                <a:latin typeface="Times New Roman"/>
                <a:cs typeface="Times New Roman"/>
              </a:rPr>
              <a:t>device</a:t>
            </a:r>
            <a:r>
              <a:rPr sz="1600" spc="-25" dirty="0">
                <a:latin typeface="Times New Roman"/>
                <a:cs typeface="Times New Roman"/>
              </a:rPr>
              <a:t> on </a:t>
            </a:r>
            <a:r>
              <a:rPr sz="1600" dirty="0">
                <a:latin typeface="Times New Roman"/>
                <a:cs typeface="Times New Roman"/>
              </a:rPr>
              <a:t>which</a:t>
            </a:r>
            <a:r>
              <a:rPr sz="1600" spc="-30"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designated</a:t>
            </a:r>
            <a:r>
              <a:rPr sz="1600" spc="-25" dirty="0">
                <a:latin typeface="Times New Roman"/>
                <a:cs typeface="Times New Roman"/>
              </a:rPr>
              <a:t> </a:t>
            </a:r>
            <a:r>
              <a:rPr sz="1600" dirty="0">
                <a:latin typeface="Times New Roman"/>
                <a:cs typeface="Times New Roman"/>
              </a:rPr>
              <a:t>mobile</a:t>
            </a:r>
            <a:r>
              <a:rPr sz="1600" spc="-30" dirty="0">
                <a:latin typeface="Times New Roman"/>
                <a:cs typeface="Times New Roman"/>
              </a:rPr>
              <a:t> </a:t>
            </a:r>
            <a:r>
              <a:rPr sz="1600" dirty="0">
                <a:latin typeface="Times New Roman"/>
                <a:cs typeface="Times New Roman"/>
              </a:rPr>
              <a:t>application</a:t>
            </a:r>
            <a:r>
              <a:rPr sz="1600" spc="-25" dirty="0">
                <a:latin typeface="Times New Roman"/>
                <a:cs typeface="Times New Roman"/>
              </a:rPr>
              <a:t> </a:t>
            </a:r>
            <a:r>
              <a:rPr sz="1600" dirty="0">
                <a:latin typeface="Times New Roman"/>
                <a:cs typeface="Times New Roman"/>
              </a:rPr>
              <a:t>is</a:t>
            </a:r>
            <a:r>
              <a:rPr sz="1600" spc="-30" dirty="0">
                <a:latin typeface="Times New Roman"/>
                <a:cs typeface="Times New Roman"/>
              </a:rPr>
              <a:t> </a:t>
            </a:r>
            <a:r>
              <a:rPr sz="1600" dirty="0">
                <a:latin typeface="Times New Roman"/>
                <a:cs typeface="Times New Roman"/>
              </a:rPr>
              <a:t>installed</a:t>
            </a:r>
            <a:r>
              <a:rPr sz="1600" spc="-25" dirty="0">
                <a:latin typeface="Times New Roman"/>
                <a:cs typeface="Times New Roman"/>
              </a:rPr>
              <a:t>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in</a:t>
            </a:r>
            <a:r>
              <a:rPr sz="1600" spc="-30" dirty="0">
                <a:latin typeface="Times New Roman"/>
                <a:cs typeface="Times New Roman"/>
              </a:rPr>
              <a:t> </a:t>
            </a:r>
            <a:r>
              <a:rPr sz="1600" dirty="0">
                <a:latin typeface="Times New Roman"/>
                <a:cs typeface="Times New Roman"/>
              </a:rPr>
              <a:t>active</a:t>
            </a:r>
            <a:r>
              <a:rPr sz="1600" spc="-25" dirty="0">
                <a:latin typeface="Times New Roman"/>
                <a:cs typeface="Times New Roman"/>
              </a:rPr>
              <a:t> </a:t>
            </a:r>
            <a:r>
              <a:rPr sz="1600" spc="-20" dirty="0">
                <a:latin typeface="Times New Roman"/>
                <a:cs typeface="Times New Roman"/>
              </a:rPr>
              <a:t>use;</a:t>
            </a:r>
            <a:endParaRPr sz="1600">
              <a:latin typeface="Times New Roman"/>
              <a:cs typeface="Times New Roman"/>
            </a:endParaRPr>
          </a:p>
          <a:p>
            <a:pPr lvl="1">
              <a:lnSpc>
                <a:spcPct val="100000"/>
              </a:lnSpc>
              <a:spcBef>
                <a:spcPts val="70"/>
              </a:spcBef>
              <a:buFont typeface="Times New Roman"/>
              <a:buAutoNum type="romanLcParenBoth" startAt="2"/>
            </a:pPr>
            <a:endParaRPr sz="1600">
              <a:latin typeface="Times New Roman"/>
              <a:cs typeface="Times New Roman"/>
            </a:endParaRPr>
          </a:p>
          <a:p>
            <a:pPr marL="12700" marR="275590" indent="702310">
              <a:lnSpc>
                <a:spcPts val="1900"/>
              </a:lnSpc>
              <a:buAutoNum type="alphaLcParenBoth" startAt="2"/>
              <a:tabLst>
                <a:tab pos="715010" algn="l"/>
              </a:tabLst>
            </a:pPr>
            <a:r>
              <a:rPr sz="1600" dirty="0">
                <a:latin typeface="Corbel"/>
                <a:cs typeface="Corbel"/>
              </a:rPr>
              <a:t>the</a:t>
            </a:r>
            <a:r>
              <a:rPr sz="1600" spc="-85" dirty="0">
                <a:latin typeface="Corbel"/>
                <a:cs typeface="Corbel"/>
              </a:rPr>
              <a:t> </a:t>
            </a:r>
            <a:r>
              <a:rPr sz="1600" dirty="0">
                <a:latin typeface="Corbel"/>
                <a:cs typeface="Corbel"/>
              </a:rPr>
              <a:t>UA</a:t>
            </a:r>
            <a:r>
              <a:rPr sz="1600" spc="-30" dirty="0">
                <a:latin typeface="Corbel"/>
                <a:cs typeface="Corbel"/>
              </a:rPr>
              <a:t> </a:t>
            </a:r>
            <a:r>
              <a:rPr sz="1600" dirty="0">
                <a:latin typeface="Corbel"/>
                <a:cs typeface="Corbel"/>
              </a:rPr>
              <a:t>pilot</a:t>
            </a:r>
            <a:r>
              <a:rPr sz="1600" spc="-35" dirty="0">
                <a:latin typeface="Corbel"/>
                <a:cs typeface="Corbel"/>
              </a:rPr>
              <a:t> </a:t>
            </a:r>
            <a:r>
              <a:rPr sz="1600" dirty="0">
                <a:latin typeface="Corbel"/>
                <a:cs typeface="Corbel"/>
              </a:rPr>
              <a:t>flying</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unmanned</a:t>
            </a:r>
            <a:r>
              <a:rPr sz="1600" spc="-25" dirty="0">
                <a:latin typeface="Corbel"/>
                <a:cs typeface="Corbel"/>
              </a:rPr>
              <a:t> </a:t>
            </a:r>
            <a:r>
              <a:rPr sz="1600" dirty="0">
                <a:latin typeface="Corbel"/>
                <a:cs typeface="Corbel"/>
              </a:rPr>
              <a:t>aircraft</a:t>
            </a:r>
            <a:r>
              <a:rPr sz="1600" spc="-35" dirty="0">
                <a:latin typeface="Corbel"/>
                <a:cs typeface="Corbel"/>
              </a:rPr>
              <a:t> </a:t>
            </a:r>
            <a:r>
              <a:rPr sz="1600" dirty="0">
                <a:latin typeface="Corbel"/>
                <a:cs typeface="Corbel"/>
              </a:rPr>
              <a:t>complies</a:t>
            </a:r>
            <a:r>
              <a:rPr sz="1600" spc="-25"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every</a:t>
            </a:r>
            <a:r>
              <a:rPr sz="1600" spc="-30" dirty="0">
                <a:latin typeface="Corbel"/>
                <a:cs typeface="Corbel"/>
              </a:rPr>
              <a:t> </a:t>
            </a:r>
            <a:r>
              <a:rPr sz="1600" dirty="0">
                <a:latin typeface="Corbel"/>
                <a:cs typeface="Corbel"/>
              </a:rPr>
              <a:t>instruction</a:t>
            </a:r>
            <a:r>
              <a:rPr sz="1600" spc="-20" dirty="0">
                <a:latin typeface="Corbel"/>
                <a:cs typeface="Corbel"/>
              </a:rPr>
              <a:t> </a:t>
            </a:r>
            <a:r>
              <a:rPr sz="1600" dirty="0">
                <a:latin typeface="Corbel"/>
                <a:cs typeface="Corbel"/>
              </a:rPr>
              <a:t>given</a:t>
            </a:r>
            <a:r>
              <a:rPr sz="1600" spc="-20" dirty="0">
                <a:latin typeface="Corbel"/>
                <a:cs typeface="Corbel"/>
              </a:rPr>
              <a:t> </a:t>
            </a:r>
            <a:r>
              <a:rPr sz="1600" dirty="0">
                <a:latin typeface="Corbel"/>
                <a:cs typeface="Corbel"/>
              </a:rPr>
              <a:t>by</a:t>
            </a:r>
            <a:r>
              <a:rPr sz="1600" spc="-30" dirty="0">
                <a:latin typeface="Corbel"/>
                <a:cs typeface="Corbel"/>
              </a:rPr>
              <a:t> </a:t>
            </a:r>
            <a:r>
              <a:rPr sz="1600" spc="-10" dirty="0">
                <a:latin typeface="Corbel"/>
                <a:cs typeface="Corbel"/>
              </a:rPr>
              <a:t>the</a:t>
            </a:r>
            <a:r>
              <a:rPr sz="1600" spc="-75" dirty="0">
                <a:latin typeface="Corbel"/>
                <a:cs typeface="Corbel"/>
              </a:rPr>
              <a:t> </a:t>
            </a:r>
            <a:r>
              <a:rPr sz="1600" dirty="0">
                <a:latin typeface="Corbel"/>
                <a:cs typeface="Corbel"/>
              </a:rPr>
              <a:t>Authority</a:t>
            </a:r>
            <a:r>
              <a:rPr sz="1600" spc="-3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the</a:t>
            </a:r>
            <a:r>
              <a:rPr sz="1600" spc="-65" dirty="0">
                <a:latin typeface="Corbel"/>
                <a:cs typeface="Corbel"/>
              </a:rPr>
              <a:t> </a:t>
            </a:r>
            <a:r>
              <a:rPr sz="1600" spc="-25" dirty="0">
                <a:latin typeface="Corbel"/>
                <a:cs typeface="Corbel"/>
              </a:rPr>
              <a:t>UA </a:t>
            </a:r>
            <a:r>
              <a:rPr sz="1600" dirty="0">
                <a:latin typeface="Corbel"/>
                <a:cs typeface="Corbel"/>
              </a:rPr>
              <a:t>pilot</a:t>
            </a:r>
            <a:r>
              <a:rPr sz="1600" spc="-45" dirty="0">
                <a:latin typeface="Corbel"/>
                <a:cs typeface="Corbel"/>
              </a:rPr>
              <a:t> </a:t>
            </a:r>
            <a:r>
              <a:rPr sz="1600" dirty="0">
                <a:latin typeface="Corbel"/>
                <a:cs typeface="Corbel"/>
              </a:rPr>
              <a:t>through</a:t>
            </a:r>
            <a:r>
              <a:rPr sz="1600" spc="-40" dirty="0">
                <a:latin typeface="Corbel"/>
                <a:cs typeface="Corbel"/>
              </a:rPr>
              <a:t> </a:t>
            </a:r>
            <a:r>
              <a:rPr sz="1600" dirty="0">
                <a:latin typeface="Corbel"/>
                <a:cs typeface="Corbel"/>
              </a:rPr>
              <a:t>the</a:t>
            </a:r>
            <a:r>
              <a:rPr sz="1600" spc="-35" dirty="0">
                <a:latin typeface="Corbel"/>
                <a:cs typeface="Corbel"/>
              </a:rPr>
              <a:t> </a:t>
            </a:r>
            <a:r>
              <a:rPr sz="1600" dirty="0">
                <a:latin typeface="Corbel"/>
                <a:cs typeface="Corbel"/>
              </a:rPr>
              <a:t>designated</a:t>
            </a:r>
            <a:r>
              <a:rPr sz="1600" spc="-35" dirty="0">
                <a:latin typeface="Corbel"/>
                <a:cs typeface="Corbel"/>
              </a:rPr>
              <a:t> </a:t>
            </a:r>
            <a:r>
              <a:rPr sz="1600" dirty="0">
                <a:latin typeface="Corbel"/>
                <a:cs typeface="Corbel"/>
              </a:rPr>
              <a:t>mobile</a:t>
            </a:r>
            <a:r>
              <a:rPr sz="1600" spc="-35" dirty="0">
                <a:latin typeface="Corbel"/>
                <a:cs typeface="Corbel"/>
              </a:rPr>
              <a:t> </a:t>
            </a:r>
            <a:r>
              <a:rPr sz="1600" dirty="0">
                <a:latin typeface="Corbel"/>
                <a:cs typeface="Corbel"/>
              </a:rPr>
              <a:t>application</a:t>
            </a:r>
            <a:r>
              <a:rPr sz="1600" spc="-30" dirty="0">
                <a:latin typeface="Corbel"/>
                <a:cs typeface="Corbel"/>
              </a:rPr>
              <a:t> </a:t>
            </a:r>
            <a:r>
              <a:rPr sz="1600" dirty="0">
                <a:latin typeface="Corbel"/>
                <a:cs typeface="Corbel"/>
              </a:rPr>
              <a:t>mentioned</a:t>
            </a:r>
            <a:r>
              <a:rPr sz="1600" spc="-30" dirty="0">
                <a:latin typeface="Corbel"/>
                <a:cs typeface="Corbel"/>
              </a:rPr>
              <a:t> </a:t>
            </a:r>
            <a:r>
              <a:rPr sz="1600" dirty="0">
                <a:latin typeface="Corbel"/>
                <a:cs typeface="Corbel"/>
              </a:rPr>
              <a:t>in</a:t>
            </a:r>
            <a:r>
              <a:rPr sz="1600" spc="-30" dirty="0">
                <a:latin typeface="Corbel"/>
                <a:cs typeface="Corbel"/>
              </a:rPr>
              <a:t> </a:t>
            </a:r>
            <a:r>
              <a:rPr sz="1600" spc="-10" dirty="0">
                <a:latin typeface="Corbel"/>
                <a:cs typeface="Corbel"/>
              </a:rPr>
              <a:t>sub-</a:t>
            </a:r>
            <a:r>
              <a:rPr sz="1600" dirty="0">
                <a:latin typeface="Corbel"/>
                <a:cs typeface="Corbel"/>
              </a:rPr>
              <a:t>paragraph</a:t>
            </a:r>
            <a:r>
              <a:rPr sz="1600" spc="-40" dirty="0">
                <a:latin typeface="Corbel"/>
                <a:cs typeface="Corbel"/>
              </a:rPr>
              <a:t> </a:t>
            </a:r>
            <a:r>
              <a:rPr sz="1600" spc="-20" dirty="0">
                <a:latin typeface="Corbel"/>
                <a:cs typeface="Corbel"/>
              </a:rPr>
              <a:t>(b).</a:t>
            </a:r>
            <a:endParaRPr sz="1600">
              <a:latin typeface="Corbel"/>
              <a:cs typeface="Corbe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17319" y="667512"/>
            <a:ext cx="10111105" cy="612140"/>
            <a:chOff x="1417319" y="667512"/>
            <a:chExt cx="10111105" cy="612140"/>
          </a:xfrm>
        </p:grpSpPr>
        <p:sp>
          <p:nvSpPr>
            <p:cNvPr id="3" name="object 3"/>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4" name="object 4"/>
            <p:cNvPicPr/>
            <p:nvPr/>
          </p:nvPicPr>
          <p:blipFill>
            <a:blip r:embed="rId2" cstate="print"/>
            <a:stretch>
              <a:fillRect/>
            </a:stretch>
          </p:blipFill>
          <p:spPr>
            <a:xfrm>
              <a:off x="1417319" y="667512"/>
              <a:ext cx="5468111" cy="569976"/>
            </a:xfrm>
            <a:prstGeom prst="rect">
              <a:avLst/>
            </a:prstGeom>
          </p:spPr>
        </p:pic>
      </p:grpSp>
      <p:sp>
        <p:nvSpPr>
          <p:cNvPr id="5" name="object 5"/>
          <p:cNvSpPr txBox="1"/>
          <p:nvPr/>
        </p:nvSpPr>
        <p:spPr>
          <a:xfrm>
            <a:off x="1563049" y="723900"/>
            <a:ext cx="5151120"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orbel"/>
                <a:cs typeface="Corbel"/>
              </a:rPr>
              <a:t>Requirements</a:t>
            </a:r>
            <a:r>
              <a:rPr sz="2000" spc="-35" dirty="0">
                <a:latin typeface="Corbel"/>
                <a:cs typeface="Corbel"/>
              </a:rPr>
              <a:t> </a:t>
            </a:r>
            <a:r>
              <a:rPr sz="2000" dirty="0">
                <a:latin typeface="Corbel"/>
                <a:cs typeface="Corbel"/>
              </a:rPr>
              <a:t>for</a:t>
            </a:r>
            <a:r>
              <a:rPr sz="2000" spc="-35" dirty="0">
                <a:latin typeface="Corbel"/>
                <a:cs typeface="Corbel"/>
              </a:rPr>
              <a:t> </a:t>
            </a:r>
            <a:r>
              <a:rPr sz="2000" dirty="0">
                <a:latin typeface="Corbel"/>
                <a:cs typeface="Corbel"/>
              </a:rPr>
              <a:t>outdoor</a:t>
            </a:r>
            <a:r>
              <a:rPr sz="2000" spc="-30" dirty="0">
                <a:latin typeface="Corbel"/>
                <a:cs typeface="Corbel"/>
              </a:rPr>
              <a:t> </a:t>
            </a:r>
            <a:r>
              <a:rPr sz="2000" dirty="0">
                <a:latin typeface="Corbel"/>
                <a:cs typeface="Corbel"/>
              </a:rPr>
              <a:t>operations</a:t>
            </a:r>
            <a:r>
              <a:rPr sz="2000" spc="-35" dirty="0">
                <a:latin typeface="Corbel"/>
                <a:cs typeface="Corbel"/>
              </a:rPr>
              <a:t> </a:t>
            </a:r>
            <a:r>
              <a:rPr sz="2000" spc="-10" dirty="0">
                <a:latin typeface="Corbel"/>
                <a:cs typeface="Corbel"/>
              </a:rPr>
              <a:t>(Summary)</a:t>
            </a:r>
            <a:endParaRPr sz="2000">
              <a:latin typeface="Corbel"/>
              <a:cs typeface="Corbel"/>
            </a:endParaRPr>
          </a:p>
        </p:txBody>
      </p:sp>
      <p:grpSp>
        <p:nvGrpSpPr>
          <p:cNvPr id="6" name="object 6"/>
          <p:cNvGrpSpPr/>
          <p:nvPr/>
        </p:nvGrpSpPr>
        <p:grpSpPr>
          <a:xfrm>
            <a:off x="0" y="0"/>
            <a:ext cx="1268095" cy="759460"/>
            <a:chOff x="0" y="0"/>
            <a:chExt cx="1268095" cy="759460"/>
          </a:xfrm>
        </p:grpSpPr>
        <p:pic>
          <p:nvPicPr>
            <p:cNvPr id="7" name="object 7"/>
            <p:cNvPicPr/>
            <p:nvPr/>
          </p:nvPicPr>
          <p:blipFill>
            <a:blip r:embed="rId3" cstate="print"/>
            <a:stretch>
              <a:fillRect/>
            </a:stretch>
          </p:blipFill>
          <p:spPr>
            <a:xfrm>
              <a:off x="0" y="0"/>
              <a:ext cx="697992" cy="758951"/>
            </a:xfrm>
            <a:prstGeom prst="rect">
              <a:avLst/>
            </a:prstGeom>
          </p:spPr>
        </p:pic>
        <p:pic>
          <p:nvPicPr>
            <p:cNvPr id="8" name="object 8"/>
            <p:cNvPicPr/>
            <p:nvPr/>
          </p:nvPicPr>
          <p:blipFill>
            <a:blip r:embed="rId4" cstate="print"/>
            <a:stretch>
              <a:fillRect/>
            </a:stretch>
          </p:blipFill>
          <p:spPr>
            <a:xfrm>
              <a:off x="405384" y="0"/>
              <a:ext cx="862584" cy="746760"/>
            </a:xfrm>
            <a:prstGeom prst="rect">
              <a:avLst/>
            </a:prstGeom>
          </p:spPr>
        </p:pic>
      </p:grpSp>
      <p:graphicFrame>
        <p:nvGraphicFramePr>
          <p:cNvPr id="9" name="object 9"/>
          <p:cNvGraphicFramePr>
            <a:graphicFrameLocks noGrp="1"/>
          </p:cNvGraphicFramePr>
          <p:nvPr/>
        </p:nvGraphicFramePr>
        <p:xfrm>
          <a:off x="1477959" y="1346200"/>
          <a:ext cx="1908175" cy="5440680"/>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0000"/>
                    </a:ext>
                  </a:extLst>
                </a:gridCol>
              </a:tblGrid>
              <a:tr h="563245">
                <a:tc>
                  <a:txBody>
                    <a:bodyPr/>
                    <a:lstStyle/>
                    <a:p>
                      <a:pPr marL="635" algn="ctr">
                        <a:lnSpc>
                          <a:spcPct val="100000"/>
                        </a:lnSpc>
                        <a:spcBef>
                          <a:spcPts val="1170"/>
                        </a:spcBef>
                      </a:pPr>
                      <a:r>
                        <a:rPr sz="1400" b="1" dirty="0">
                          <a:solidFill>
                            <a:srgbClr val="FFFFFF"/>
                          </a:solidFill>
                          <a:latin typeface="Corbel"/>
                          <a:cs typeface="Corbel"/>
                        </a:rPr>
                        <a:t>UA</a:t>
                      </a:r>
                      <a:r>
                        <a:rPr sz="1400" b="1" spc="-20" dirty="0">
                          <a:solidFill>
                            <a:srgbClr val="FFFFFF"/>
                          </a:solidFill>
                          <a:latin typeface="Corbel"/>
                          <a:cs typeface="Corbel"/>
                        </a:rPr>
                        <a:t> Mass</a:t>
                      </a:r>
                      <a:endParaRPr sz="1400">
                        <a:latin typeface="Corbel"/>
                        <a:cs typeface="Corbel"/>
                      </a:endParaRPr>
                    </a:p>
                  </a:txBody>
                  <a:tcPr marL="0" marR="0" marT="148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0"/>
                  </a:ext>
                </a:extLst>
              </a:tr>
              <a:tr h="946785">
                <a:tc>
                  <a:txBody>
                    <a:bodyPr/>
                    <a:lstStyle/>
                    <a:p>
                      <a:pPr>
                        <a:lnSpc>
                          <a:spcPct val="100000"/>
                        </a:lnSpc>
                        <a:spcBef>
                          <a:spcPts val="1170"/>
                        </a:spcBef>
                      </a:pPr>
                      <a:endParaRPr sz="1400">
                        <a:latin typeface="Times New Roman"/>
                        <a:cs typeface="Times New Roman"/>
                      </a:endParaRPr>
                    </a:p>
                    <a:p>
                      <a:pPr marL="635" algn="ctr">
                        <a:lnSpc>
                          <a:spcPct val="100000"/>
                        </a:lnSpc>
                      </a:pPr>
                      <a:r>
                        <a:rPr sz="1400" b="1" dirty="0">
                          <a:solidFill>
                            <a:srgbClr val="FFFFFF"/>
                          </a:solidFill>
                          <a:latin typeface="Corbel"/>
                          <a:cs typeface="Corbel"/>
                        </a:rPr>
                        <a:t>≤</a:t>
                      </a:r>
                      <a:r>
                        <a:rPr sz="1400" b="1" spc="-35" dirty="0">
                          <a:solidFill>
                            <a:srgbClr val="FFFFFF"/>
                          </a:solidFill>
                          <a:latin typeface="Corbel"/>
                          <a:cs typeface="Corbel"/>
                        </a:rPr>
                        <a:t> </a:t>
                      </a:r>
                      <a:r>
                        <a:rPr sz="1400" b="1" spc="-10" dirty="0">
                          <a:solidFill>
                            <a:srgbClr val="FFFFFF"/>
                          </a:solidFill>
                          <a:latin typeface="Corbel"/>
                          <a:cs typeface="Corbel"/>
                        </a:rPr>
                        <a:t>250</a:t>
                      </a:r>
                      <a:r>
                        <a:rPr sz="1400" b="1" spc="-30" dirty="0">
                          <a:solidFill>
                            <a:srgbClr val="FFFFFF"/>
                          </a:solidFill>
                          <a:latin typeface="Corbel"/>
                          <a:cs typeface="Corbel"/>
                        </a:rPr>
                        <a:t> </a:t>
                      </a:r>
                      <a:r>
                        <a:rPr sz="1400" b="1" spc="-20" dirty="0">
                          <a:solidFill>
                            <a:srgbClr val="FFFFFF"/>
                          </a:solidFill>
                          <a:latin typeface="Corbel"/>
                          <a:cs typeface="Corbel"/>
                        </a:rPr>
                        <a:t>grams</a:t>
                      </a:r>
                      <a:endParaRPr sz="1400">
                        <a:latin typeface="Corbel"/>
                        <a:cs typeface="Corbel"/>
                      </a:endParaRPr>
                    </a:p>
                  </a:txBody>
                  <a:tcPr marL="0" marR="0" marT="1485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1"/>
                  </a:ext>
                </a:extLst>
              </a:tr>
              <a:tr h="944880">
                <a:tc>
                  <a:txBody>
                    <a:bodyPr/>
                    <a:lstStyle/>
                    <a:p>
                      <a:pPr>
                        <a:lnSpc>
                          <a:spcPct val="100000"/>
                        </a:lnSpc>
                        <a:spcBef>
                          <a:spcPts val="335"/>
                        </a:spcBef>
                      </a:pPr>
                      <a:endParaRPr sz="1400">
                        <a:latin typeface="Times New Roman"/>
                        <a:cs typeface="Times New Roman"/>
                      </a:endParaRPr>
                    </a:p>
                    <a:p>
                      <a:pPr marL="635" algn="ctr">
                        <a:lnSpc>
                          <a:spcPct val="100000"/>
                        </a:lnSpc>
                      </a:pPr>
                      <a:r>
                        <a:rPr sz="1400" b="1" dirty="0">
                          <a:solidFill>
                            <a:srgbClr val="FFFFFF"/>
                          </a:solidFill>
                          <a:latin typeface="Corbel"/>
                          <a:cs typeface="Corbel"/>
                        </a:rPr>
                        <a:t>&gt;</a:t>
                      </a:r>
                      <a:r>
                        <a:rPr sz="1400" b="1" spc="-35" dirty="0">
                          <a:solidFill>
                            <a:srgbClr val="FFFFFF"/>
                          </a:solidFill>
                          <a:latin typeface="Corbel"/>
                          <a:cs typeface="Corbel"/>
                        </a:rPr>
                        <a:t> </a:t>
                      </a:r>
                      <a:r>
                        <a:rPr sz="1400" b="1" spc="-10" dirty="0">
                          <a:solidFill>
                            <a:srgbClr val="FFFFFF"/>
                          </a:solidFill>
                          <a:latin typeface="Corbel"/>
                          <a:cs typeface="Corbel"/>
                        </a:rPr>
                        <a:t>250</a:t>
                      </a:r>
                      <a:r>
                        <a:rPr sz="1400" b="1" spc="-30" dirty="0">
                          <a:solidFill>
                            <a:srgbClr val="FFFFFF"/>
                          </a:solidFill>
                          <a:latin typeface="Corbel"/>
                          <a:cs typeface="Corbel"/>
                        </a:rPr>
                        <a:t> </a:t>
                      </a:r>
                      <a:r>
                        <a:rPr sz="1400" b="1" spc="-20" dirty="0">
                          <a:solidFill>
                            <a:srgbClr val="FFFFFF"/>
                          </a:solidFill>
                          <a:latin typeface="Corbel"/>
                          <a:cs typeface="Corbel"/>
                        </a:rPr>
                        <a:t>grams</a:t>
                      </a:r>
                      <a:endParaRPr sz="1400">
                        <a:latin typeface="Corbel"/>
                        <a:cs typeface="Corbel"/>
                      </a:endParaRPr>
                    </a:p>
                    <a:p>
                      <a:pPr algn="ctr">
                        <a:lnSpc>
                          <a:spcPct val="100000"/>
                        </a:lnSpc>
                        <a:spcBef>
                          <a:spcPts val="25"/>
                        </a:spcBef>
                      </a:pPr>
                      <a:r>
                        <a:rPr sz="1400" b="1" dirty="0">
                          <a:solidFill>
                            <a:srgbClr val="FFFFFF"/>
                          </a:solidFill>
                          <a:latin typeface="Corbel"/>
                          <a:cs typeface="Corbel"/>
                        </a:rPr>
                        <a:t>≤</a:t>
                      </a:r>
                      <a:r>
                        <a:rPr sz="1400" b="1" spc="-15" dirty="0">
                          <a:solidFill>
                            <a:srgbClr val="FFFFFF"/>
                          </a:solidFill>
                          <a:latin typeface="Corbel"/>
                          <a:cs typeface="Corbel"/>
                        </a:rPr>
                        <a:t> </a:t>
                      </a:r>
                      <a:r>
                        <a:rPr sz="1400" b="1" spc="-10" dirty="0">
                          <a:solidFill>
                            <a:srgbClr val="FFFFFF"/>
                          </a:solidFill>
                          <a:latin typeface="Corbel"/>
                          <a:cs typeface="Corbel"/>
                        </a:rPr>
                        <a:t>1.5kg</a:t>
                      </a:r>
                      <a:endParaRPr sz="1400">
                        <a:latin typeface="Corbel"/>
                        <a:cs typeface="Corbel"/>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2"/>
                  </a:ext>
                </a:extLst>
              </a:tr>
              <a:tr h="942340">
                <a:tc>
                  <a:txBody>
                    <a:bodyPr/>
                    <a:lstStyle/>
                    <a:p>
                      <a:pPr>
                        <a:lnSpc>
                          <a:spcPct val="100000"/>
                        </a:lnSpc>
                        <a:spcBef>
                          <a:spcPts val="310"/>
                        </a:spcBef>
                      </a:pPr>
                      <a:endParaRPr sz="1400">
                        <a:latin typeface="Times New Roman"/>
                        <a:cs typeface="Times New Roman"/>
                      </a:endParaRPr>
                    </a:p>
                    <a:p>
                      <a:pPr algn="ctr">
                        <a:lnSpc>
                          <a:spcPct val="100000"/>
                        </a:lnSpc>
                      </a:pPr>
                      <a:r>
                        <a:rPr sz="1400" b="1" dirty="0">
                          <a:solidFill>
                            <a:srgbClr val="FFFFFF"/>
                          </a:solidFill>
                          <a:latin typeface="Corbel"/>
                          <a:cs typeface="Corbel"/>
                        </a:rPr>
                        <a:t>&gt;</a:t>
                      </a:r>
                      <a:r>
                        <a:rPr sz="1400" b="1" spc="-15" dirty="0">
                          <a:solidFill>
                            <a:srgbClr val="FFFFFF"/>
                          </a:solidFill>
                          <a:latin typeface="Corbel"/>
                          <a:cs typeface="Corbel"/>
                        </a:rPr>
                        <a:t> </a:t>
                      </a:r>
                      <a:r>
                        <a:rPr sz="1400" b="1" spc="-10" dirty="0">
                          <a:solidFill>
                            <a:srgbClr val="FFFFFF"/>
                          </a:solidFill>
                          <a:latin typeface="Corbel"/>
                          <a:cs typeface="Corbel"/>
                        </a:rPr>
                        <a:t>1.5kg</a:t>
                      </a:r>
                      <a:endParaRPr sz="1400">
                        <a:latin typeface="Corbel"/>
                        <a:cs typeface="Corbel"/>
                      </a:endParaRPr>
                    </a:p>
                    <a:p>
                      <a:pPr algn="ctr">
                        <a:lnSpc>
                          <a:spcPct val="100000"/>
                        </a:lnSpc>
                        <a:spcBef>
                          <a:spcPts val="25"/>
                        </a:spcBef>
                      </a:pPr>
                      <a:r>
                        <a:rPr sz="1400" b="1" dirty="0">
                          <a:solidFill>
                            <a:srgbClr val="FFFFFF"/>
                          </a:solidFill>
                          <a:latin typeface="Corbel"/>
                          <a:cs typeface="Corbel"/>
                        </a:rPr>
                        <a:t>≤</a:t>
                      </a:r>
                      <a:r>
                        <a:rPr sz="1400" b="1" spc="-15" dirty="0">
                          <a:solidFill>
                            <a:srgbClr val="FFFFFF"/>
                          </a:solidFill>
                          <a:latin typeface="Corbel"/>
                          <a:cs typeface="Corbel"/>
                        </a:rPr>
                        <a:t> </a:t>
                      </a:r>
                      <a:r>
                        <a:rPr sz="1400" b="1" spc="-10" dirty="0">
                          <a:solidFill>
                            <a:srgbClr val="FFFFFF"/>
                          </a:solidFill>
                          <a:latin typeface="Corbel"/>
                          <a:cs typeface="Corbel"/>
                        </a:rPr>
                        <a:t>7.0kg</a:t>
                      </a:r>
                      <a:endParaRPr sz="1400">
                        <a:latin typeface="Corbel"/>
                        <a:cs typeface="Corbel"/>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3"/>
                  </a:ext>
                </a:extLst>
              </a:tr>
              <a:tr h="942340">
                <a:tc>
                  <a:txBody>
                    <a:bodyPr/>
                    <a:lstStyle/>
                    <a:p>
                      <a:pPr>
                        <a:lnSpc>
                          <a:spcPct val="100000"/>
                        </a:lnSpc>
                        <a:spcBef>
                          <a:spcPts val="330"/>
                        </a:spcBef>
                      </a:pPr>
                      <a:endParaRPr sz="1400">
                        <a:latin typeface="Times New Roman"/>
                        <a:cs typeface="Times New Roman"/>
                      </a:endParaRPr>
                    </a:p>
                    <a:p>
                      <a:pPr algn="ctr">
                        <a:lnSpc>
                          <a:spcPct val="100000"/>
                        </a:lnSpc>
                      </a:pPr>
                      <a:r>
                        <a:rPr sz="1400" b="1" dirty="0">
                          <a:solidFill>
                            <a:srgbClr val="FFFFFF"/>
                          </a:solidFill>
                          <a:latin typeface="Corbel"/>
                          <a:cs typeface="Corbel"/>
                        </a:rPr>
                        <a:t>&gt;</a:t>
                      </a:r>
                      <a:r>
                        <a:rPr sz="1400" b="1" spc="-15" dirty="0">
                          <a:solidFill>
                            <a:srgbClr val="FFFFFF"/>
                          </a:solidFill>
                          <a:latin typeface="Corbel"/>
                          <a:cs typeface="Corbel"/>
                        </a:rPr>
                        <a:t> </a:t>
                      </a:r>
                      <a:r>
                        <a:rPr sz="1400" b="1" spc="-10" dirty="0">
                          <a:solidFill>
                            <a:srgbClr val="FFFFFF"/>
                          </a:solidFill>
                          <a:latin typeface="Corbel"/>
                          <a:cs typeface="Corbel"/>
                        </a:rPr>
                        <a:t>7.0kg</a:t>
                      </a:r>
                      <a:endParaRPr sz="1400">
                        <a:latin typeface="Corbel"/>
                        <a:cs typeface="Corbel"/>
                      </a:endParaRPr>
                    </a:p>
                    <a:p>
                      <a:pPr algn="ctr">
                        <a:lnSpc>
                          <a:spcPct val="100000"/>
                        </a:lnSpc>
                      </a:pPr>
                      <a:r>
                        <a:rPr sz="1400" b="1" dirty="0">
                          <a:solidFill>
                            <a:srgbClr val="FFFFFF"/>
                          </a:solidFill>
                          <a:latin typeface="Corbel"/>
                          <a:cs typeface="Corbel"/>
                        </a:rPr>
                        <a:t>≤</a:t>
                      </a:r>
                      <a:r>
                        <a:rPr sz="1400" b="1" spc="-5" dirty="0">
                          <a:solidFill>
                            <a:srgbClr val="FFFFFF"/>
                          </a:solidFill>
                          <a:latin typeface="Corbel"/>
                          <a:cs typeface="Corbel"/>
                        </a:rPr>
                        <a:t> </a:t>
                      </a:r>
                      <a:r>
                        <a:rPr sz="1400" b="1" spc="-20" dirty="0">
                          <a:solidFill>
                            <a:srgbClr val="FFFFFF"/>
                          </a:solidFill>
                          <a:latin typeface="Corbel"/>
                          <a:cs typeface="Corbel"/>
                        </a:rPr>
                        <a:t>25kg</a:t>
                      </a:r>
                      <a:endParaRPr sz="1400">
                        <a:latin typeface="Corbel"/>
                        <a:cs typeface="Corbel"/>
                      </a:endParaRPr>
                    </a:p>
                  </a:txBody>
                  <a:tcPr marL="0" marR="0" marT="419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4"/>
                  </a:ext>
                </a:extLst>
              </a:tr>
              <a:tr h="1101090">
                <a:tc>
                  <a:txBody>
                    <a:bodyPr/>
                    <a:lstStyle/>
                    <a:p>
                      <a:pPr>
                        <a:lnSpc>
                          <a:spcPct val="100000"/>
                        </a:lnSpc>
                      </a:pPr>
                      <a:endParaRPr sz="1400">
                        <a:latin typeface="Times New Roman"/>
                        <a:cs typeface="Times New Roman"/>
                      </a:endParaRPr>
                    </a:p>
                    <a:p>
                      <a:pPr>
                        <a:lnSpc>
                          <a:spcPct val="100000"/>
                        </a:lnSpc>
                        <a:spcBef>
                          <a:spcPts val="250"/>
                        </a:spcBef>
                      </a:pPr>
                      <a:endParaRPr sz="1400">
                        <a:latin typeface="Times New Roman"/>
                        <a:cs typeface="Times New Roman"/>
                      </a:endParaRPr>
                    </a:p>
                    <a:p>
                      <a:pPr algn="ctr">
                        <a:lnSpc>
                          <a:spcPct val="100000"/>
                        </a:lnSpc>
                      </a:pPr>
                      <a:r>
                        <a:rPr sz="1400" b="1" dirty="0">
                          <a:solidFill>
                            <a:srgbClr val="FFFFFF"/>
                          </a:solidFill>
                          <a:latin typeface="Corbel"/>
                          <a:cs typeface="Corbel"/>
                        </a:rPr>
                        <a:t>&gt;</a:t>
                      </a:r>
                      <a:r>
                        <a:rPr sz="1400" b="1" spc="-5" dirty="0">
                          <a:solidFill>
                            <a:srgbClr val="FFFFFF"/>
                          </a:solidFill>
                          <a:latin typeface="Corbel"/>
                          <a:cs typeface="Corbel"/>
                        </a:rPr>
                        <a:t> </a:t>
                      </a:r>
                      <a:r>
                        <a:rPr sz="1400" b="1" spc="-20" dirty="0">
                          <a:solidFill>
                            <a:srgbClr val="FFFFFF"/>
                          </a:solidFill>
                          <a:latin typeface="Corbel"/>
                          <a:cs typeface="Corbel"/>
                        </a:rPr>
                        <a:t>25kg</a:t>
                      </a:r>
                      <a:endParaRPr sz="1400">
                        <a:latin typeface="Corbel"/>
                        <a:cs typeface="Corbe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2060">
                        <a:alpha val="50199"/>
                      </a:srgbClr>
                    </a:solidFill>
                  </a:tcPr>
                </a:tc>
                <a:extLst>
                  <a:ext uri="{0D108BD9-81ED-4DB2-BD59-A6C34878D82A}">
                    <a16:rowId xmlns:a16="http://schemas.microsoft.com/office/drawing/2014/main" val="10005"/>
                  </a:ext>
                </a:extLst>
              </a:tr>
            </a:tbl>
          </a:graphicData>
        </a:graphic>
      </p:graphicFrame>
      <p:sp>
        <p:nvSpPr>
          <p:cNvPr id="10" name="object 10"/>
          <p:cNvSpPr txBox="1"/>
          <p:nvPr/>
        </p:nvSpPr>
        <p:spPr>
          <a:xfrm>
            <a:off x="3458984" y="1352550"/>
            <a:ext cx="2880360" cy="540385"/>
          </a:xfrm>
          <a:prstGeom prst="rect">
            <a:avLst/>
          </a:prstGeom>
          <a:solidFill>
            <a:srgbClr val="002060">
              <a:alpha val="50199"/>
            </a:srgbClr>
          </a:solidFill>
          <a:ln w="12700">
            <a:solidFill>
              <a:srgbClr val="000000"/>
            </a:solidFill>
          </a:ln>
        </p:spPr>
        <p:txBody>
          <a:bodyPr vert="horz" wrap="square" lIns="0" tIns="148590" rIns="0" bIns="0" rtlCol="0">
            <a:spAutoFit/>
          </a:bodyPr>
          <a:lstStyle/>
          <a:p>
            <a:pPr marL="693420">
              <a:lnSpc>
                <a:spcPct val="100000"/>
              </a:lnSpc>
              <a:spcBef>
                <a:spcPts val="1170"/>
              </a:spcBef>
            </a:pPr>
            <a:r>
              <a:rPr sz="1400" b="1" spc="-10" dirty="0">
                <a:solidFill>
                  <a:srgbClr val="FFFFFF"/>
                </a:solidFill>
                <a:latin typeface="Corbel"/>
                <a:cs typeface="Corbel"/>
              </a:rPr>
              <a:t>Recreation</a:t>
            </a:r>
            <a:r>
              <a:rPr sz="1400" b="1" spc="20" dirty="0">
                <a:solidFill>
                  <a:srgbClr val="FFFFFF"/>
                </a:solidFill>
                <a:latin typeface="Corbel"/>
                <a:cs typeface="Corbel"/>
              </a:rPr>
              <a:t> </a:t>
            </a:r>
            <a:r>
              <a:rPr sz="1400" b="1" spc="-10" dirty="0">
                <a:solidFill>
                  <a:srgbClr val="FFFFFF"/>
                </a:solidFill>
                <a:latin typeface="Corbel"/>
                <a:cs typeface="Corbel"/>
              </a:rPr>
              <a:t>Purpose</a:t>
            </a:r>
            <a:endParaRPr sz="1400">
              <a:latin typeface="Corbel"/>
              <a:cs typeface="Corbel"/>
            </a:endParaRPr>
          </a:p>
        </p:txBody>
      </p:sp>
      <p:grpSp>
        <p:nvGrpSpPr>
          <p:cNvPr id="11" name="object 11"/>
          <p:cNvGrpSpPr/>
          <p:nvPr/>
        </p:nvGrpSpPr>
        <p:grpSpPr>
          <a:xfrm>
            <a:off x="6399310" y="1346070"/>
            <a:ext cx="1920875" cy="553085"/>
            <a:chOff x="6399310" y="1346070"/>
            <a:chExt cx="1920875" cy="553085"/>
          </a:xfrm>
        </p:grpSpPr>
        <p:sp>
          <p:nvSpPr>
            <p:cNvPr id="12" name="object 12"/>
            <p:cNvSpPr/>
            <p:nvPr/>
          </p:nvSpPr>
          <p:spPr>
            <a:xfrm>
              <a:off x="6405660" y="1352420"/>
              <a:ext cx="1908175" cy="540385"/>
            </a:xfrm>
            <a:custGeom>
              <a:avLst/>
              <a:gdLst/>
              <a:ahLst/>
              <a:cxnLst/>
              <a:rect l="l" t="t" r="r" b="b"/>
              <a:pathLst>
                <a:path w="1908175" h="540385">
                  <a:moveTo>
                    <a:pt x="1907999" y="0"/>
                  </a:moveTo>
                  <a:lnTo>
                    <a:pt x="0" y="0"/>
                  </a:lnTo>
                  <a:lnTo>
                    <a:pt x="0" y="540000"/>
                  </a:lnTo>
                  <a:lnTo>
                    <a:pt x="1907999" y="540000"/>
                  </a:lnTo>
                  <a:lnTo>
                    <a:pt x="1907999" y="0"/>
                  </a:lnTo>
                  <a:close/>
                </a:path>
              </a:pathLst>
            </a:custGeom>
            <a:solidFill>
              <a:srgbClr val="002060">
                <a:alpha val="50199"/>
              </a:srgbClr>
            </a:solidFill>
          </p:spPr>
          <p:txBody>
            <a:bodyPr wrap="square" lIns="0" tIns="0" rIns="0" bIns="0" rtlCol="0"/>
            <a:lstStyle/>
            <a:p>
              <a:endParaRPr/>
            </a:p>
          </p:txBody>
        </p:sp>
        <p:sp>
          <p:nvSpPr>
            <p:cNvPr id="13" name="object 13"/>
            <p:cNvSpPr/>
            <p:nvPr/>
          </p:nvSpPr>
          <p:spPr>
            <a:xfrm>
              <a:off x="6405660" y="1352420"/>
              <a:ext cx="1908175" cy="540385"/>
            </a:xfrm>
            <a:custGeom>
              <a:avLst/>
              <a:gdLst/>
              <a:ahLst/>
              <a:cxnLst/>
              <a:rect l="l" t="t" r="r" b="b"/>
              <a:pathLst>
                <a:path w="1908175" h="540385">
                  <a:moveTo>
                    <a:pt x="0" y="0"/>
                  </a:moveTo>
                  <a:lnTo>
                    <a:pt x="1908000" y="0"/>
                  </a:lnTo>
                  <a:lnTo>
                    <a:pt x="1908000" y="540000"/>
                  </a:lnTo>
                  <a:lnTo>
                    <a:pt x="0" y="540000"/>
                  </a:lnTo>
                  <a:lnTo>
                    <a:pt x="0" y="0"/>
                  </a:lnTo>
                  <a:close/>
                </a:path>
              </a:pathLst>
            </a:custGeom>
            <a:ln w="12700">
              <a:solidFill>
                <a:srgbClr val="000000"/>
              </a:solidFill>
            </a:ln>
          </p:spPr>
          <p:txBody>
            <a:bodyPr wrap="square" lIns="0" tIns="0" rIns="0" bIns="0" rtlCol="0"/>
            <a:lstStyle/>
            <a:p>
              <a:endParaRPr/>
            </a:p>
          </p:txBody>
        </p:sp>
      </p:grpSp>
      <p:sp>
        <p:nvSpPr>
          <p:cNvPr id="14" name="object 14"/>
          <p:cNvSpPr txBox="1"/>
          <p:nvPr/>
        </p:nvSpPr>
        <p:spPr>
          <a:xfrm>
            <a:off x="6412010" y="1488947"/>
            <a:ext cx="1901825" cy="238760"/>
          </a:xfrm>
          <a:prstGeom prst="rect">
            <a:avLst/>
          </a:prstGeom>
        </p:spPr>
        <p:txBody>
          <a:bodyPr vert="horz" wrap="square" lIns="0" tIns="12700" rIns="0" bIns="0" rtlCol="0">
            <a:spAutoFit/>
          </a:bodyPr>
          <a:lstStyle/>
          <a:p>
            <a:pPr marL="227965">
              <a:lnSpc>
                <a:spcPct val="100000"/>
              </a:lnSpc>
              <a:spcBef>
                <a:spcPts val="100"/>
              </a:spcBef>
            </a:pPr>
            <a:r>
              <a:rPr sz="1400" b="1" dirty="0">
                <a:solidFill>
                  <a:srgbClr val="FFFFFF"/>
                </a:solidFill>
                <a:latin typeface="Corbel"/>
                <a:cs typeface="Corbel"/>
              </a:rPr>
              <a:t>Education</a:t>
            </a:r>
            <a:r>
              <a:rPr sz="1400" b="1" spc="-45" dirty="0">
                <a:solidFill>
                  <a:srgbClr val="FFFFFF"/>
                </a:solidFill>
                <a:latin typeface="Corbel"/>
                <a:cs typeface="Corbel"/>
              </a:rPr>
              <a:t> </a:t>
            </a:r>
            <a:r>
              <a:rPr sz="1400" b="1" spc="-10" dirty="0">
                <a:solidFill>
                  <a:srgbClr val="FFFFFF"/>
                </a:solidFill>
                <a:latin typeface="Corbel"/>
                <a:cs typeface="Corbel"/>
              </a:rPr>
              <a:t>Purpose</a:t>
            </a:r>
            <a:endParaRPr sz="1400">
              <a:latin typeface="Corbel"/>
              <a:cs typeface="Corbel"/>
            </a:endParaRPr>
          </a:p>
        </p:txBody>
      </p:sp>
      <p:grpSp>
        <p:nvGrpSpPr>
          <p:cNvPr id="15" name="object 15"/>
          <p:cNvGrpSpPr/>
          <p:nvPr/>
        </p:nvGrpSpPr>
        <p:grpSpPr>
          <a:xfrm>
            <a:off x="8373984" y="1346070"/>
            <a:ext cx="3134360" cy="553085"/>
            <a:chOff x="8373984" y="1346070"/>
            <a:chExt cx="3134360" cy="553085"/>
          </a:xfrm>
        </p:grpSpPr>
        <p:sp>
          <p:nvSpPr>
            <p:cNvPr id="16" name="object 16"/>
            <p:cNvSpPr/>
            <p:nvPr/>
          </p:nvSpPr>
          <p:spPr>
            <a:xfrm>
              <a:off x="8380334" y="1352420"/>
              <a:ext cx="3121660" cy="540385"/>
            </a:xfrm>
            <a:custGeom>
              <a:avLst/>
              <a:gdLst/>
              <a:ahLst/>
              <a:cxnLst/>
              <a:rect l="l" t="t" r="r" b="b"/>
              <a:pathLst>
                <a:path w="3121659" h="540385">
                  <a:moveTo>
                    <a:pt x="3121470" y="0"/>
                  </a:moveTo>
                  <a:lnTo>
                    <a:pt x="0" y="0"/>
                  </a:lnTo>
                  <a:lnTo>
                    <a:pt x="0" y="540000"/>
                  </a:lnTo>
                  <a:lnTo>
                    <a:pt x="3121470" y="540000"/>
                  </a:lnTo>
                  <a:lnTo>
                    <a:pt x="3121470" y="0"/>
                  </a:lnTo>
                  <a:close/>
                </a:path>
              </a:pathLst>
            </a:custGeom>
            <a:solidFill>
              <a:srgbClr val="FF0000">
                <a:alpha val="39999"/>
              </a:srgbClr>
            </a:solidFill>
          </p:spPr>
          <p:txBody>
            <a:bodyPr wrap="square" lIns="0" tIns="0" rIns="0" bIns="0" rtlCol="0"/>
            <a:lstStyle/>
            <a:p>
              <a:endParaRPr/>
            </a:p>
          </p:txBody>
        </p:sp>
        <p:sp>
          <p:nvSpPr>
            <p:cNvPr id="17" name="object 17"/>
            <p:cNvSpPr/>
            <p:nvPr/>
          </p:nvSpPr>
          <p:spPr>
            <a:xfrm>
              <a:off x="8380334" y="1352420"/>
              <a:ext cx="3121660" cy="540385"/>
            </a:xfrm>
            <a:custGeom>
              <a:avLst/>
              <a:gdLst/>
              <a:ahLst/>
              <a:cxnLst/>
              <a:rect l="l" t="t" r="r" b="b"/>
              <a:pathLst>
                <a:path w="3121659" h="540385">
                  <a:moveTo>
                    <a:pt x="0" y="0"/>
                  </a:moveTo>
                  <a:lnTo>
                    <a:pt x="3121471" y="0"/>
                  </a:lnTo>
                  <a:lnTo>
                    <a:pt x="3121471" y="540000"/>
                  </a:lnTo>
                  <a:lnTo>
                    <a:pt x="0" y="540000"/>
                  </a:lnTo>
                  <a:lnTo>
                    <a:pt x="0" y="0"/>
                  </a:lnTo>
                  <a:close/>
                </a:path>
              </a:pathLst>
            </a:custGeom>
            <a:ln w="12700">
              <a:solidFill>
                <a:srgbClr val="000000"/>
              </a:solidFill>
            </a:ln>
          </p:spPr>
          <p:txBody>
            <a:bodyPr wrap="square" lIns="0" tIns="0" rIns="0" bIns="0" rtlCol="0"/>
            <a:lstStyle/>
            <a:p>
              <a:endParaRPr/>
            </a:p>
          </p:txBody>
        </p:sp>
      </p:grpSp>
      <p:sp>
        <p:nvSpPr>
          <p:cNvPr id="18" name="object 18"/>
          <p:cNvSpPr txBox="1"/>
          <p:nvPr/>
        </p:nvSpPr>
        <p:spPr>
          <a:xfrm>
            <a:off x="8380334" y="1382267"/>
            <a:ext cx="3115310" cy="455295"/>
          </a:xfrm>
          <a:prstGeom prst="rect">
            <a:avLst/>
          </a:prstGeom>
        </p:spPr>
        <p:txBody>
          <a:bodyPr vert="horz" wrap="square" lIns="0" tIns="9525" rIns="0" bIns="0" rtlCol="0">
            <a:spAutoFit/>
          </a:bodyPr>
          <a:lstStyle/>
          <a:p>
            <a:pPr marL="841375" marR="258445" indent="-568325">
              <a:lnSpc>
                <a:spcPct val="101400"/>
              </a:lnSpc>
              <a:spcBef>
                <a:spcPts val="75"/>
              </a:spcBef>
            </a:pPr>
            <a:r>
              <a:rPr sz="1400" b="1" dirty="0">
                <a:solidFill>
                  <a:srgbClr val="FFFFFF"/>
                </a:solidFill>
                <a:latin typeface="Corbel"/>
                <a:cs typeface="Corbel"/>
              </a:rPr>
              <a:t>Business</a:t>
            </a:r>
            <a:r>
              <a:rPr sz="1400" b="1" spc="-35" dirty="0">
                <a:solidFill>
                  <a:srgbClr val="FFFFFF"/>
                </a:solidFill>
                <a:latin typeface="Corbel"/>
                <a:cs typeface="Corbel"/>
              </a:rPr>
              <a:t> </a:t>
            </a:r>
            <a:r>
              <a:rPr sz="1400" b="1" dirty="0">
                <a:solidFill>
                  <a:srgbClr val="FFFFFF"/>
                </a:solidFill>
                <a:latin typeface="Corbel"/>
                <a:cs typeface="Corbel"/>
              </a:rPr>
              <a:t>or</a:t>
            </a:r>
            <a:r>
              <a:rPr sz="1400" b="1" spc="-25" dirty="0">
                <a:solidFill>
                  <a:srgbClr val="FFFFFF"/>
                </a:solidFill>
                <a:latin typeface="Corbel"/>
                <a:cs typeface="Corbel"/>
              </a:rPr>
              <a:t> </a:t>
            </a:r>
            <a:r>
              <a:rPr sz="1400" b="1" spc="-10" dirty="0">
                <a:solidFill>
                  <a:srgbClr val="FFFFFF"/>
                </a:solidFill>
                <a:latin typeface="Corbel"/>
                <a:cs typeface="Corbel"/>
              </a:rPr>
              <a:t>Non-</a:t>
            </a:r>
            <a:r>
              <a:rPr sz="1400" b="1" dirty="0">
                <a:solidFill>
                  <a:srgbClr val="FFFFFF"/>
                </a:solidFill>
                <a:latin typeface="Corbel"/>
                <a:cs typeface="Corbel"/>
              </a:rPr>
              <a:t>recreation</a:t>
            </a:r>
            <a:r>
              <a:rPr sz="1400" b="1" spc="-25" dirty="0">
                <a:solidFill>
                  <a:srgbClr val="FFFFFF"/>
                </a:solidFill>
                <a:latin typeface="Corbel"/>
                <a:cs typeface="Corbel"/>
              </a:rPr>
              <a:t> </a:t>
            </a:r>
            <a:r>
              <a:rPr sz="1400" b="1" dirty="0">
                <a:solidFill>
                  <a:srgbClr val="FFFFFF"/>
                </a:solidFill>
                <a:latin typeface="Corbel"/>
                <a:cs typeface="Corbel"/>
              </a:rPr>
              <a:t>/</a:t>
            </a:r>
            <a:r>
              <a:rPr sz="1400" b="1" spc="-25" dirty="0">
                <a:solidFill>
                  <a:srgbClr val="FFFFFF"/>
                </a:solidFill>
                <a:latin typeface="Corbel"/>
                <a:cs typeface="Corbel"/>
              </a:rPr>
              <a:t> </a:t>
            </a:r>
            <a:r>
              <a:rPr sz="1400" b="1" spc="-20" dirty="0">
                <a:solidFill>
                  <a:srgbClr val="FFFFFF"/>
                </a:solidFill>
                <a:latin typeface="Corbel"/>
                <a:cs typeface="Corbel"/>
              </a:rPr>
              <a:t>Non- </a:t>
            </a:r>
            <a:r>
              <a:rPr sz="1400" b="1" dirty="0">
                <a:solidFill>
                  <a:srgbClr val="FFFFFF"/>
                </a:solidFill>
                <a:latin typeface="Corbel"/>
                <a:cs typeface="Corbel"/>
              </a:rPr>
              <a:t>Education</a:t>
            </a:r>
            <a:r>
              <a:rPr sz="1400" b="1" spc="-45" dirty="0">
                <a:solidFill>
                  <a:srgbClr val="FFFFFF"/>
                </a:solidFill>
                <a:latin typeface="Corbel"/>
                <a:cs typeface="Corbel"/>
              </a:rPr>
              <a:t> </a:t>
            </a:r>
            <a:r>
              <a:rPr sz="1400" b="1" spc="-10" dirty="0">
                <a:solidFill>
                  <a:srgbClr val="FFFFFF"/>
                </a:solidFill>
                <a:latin typeface="Corbel"/>
                <a:cs typeface="Corbel"/>
              </a:rPr>
              <a:t>Purpose</a:t>
            </a:r>
            <a:endParaRPr sz="1400">
              <a:latin typeface="Corbel"/>
              <a:cs typeface="Corbel"/>
            </a:endParaRPr>
          </a:p>
        </p:txBody>
      </p:sp>
      <p:sp>
        <p:nvSpPr>
          <p:cNvPr id="19" name="object 19"/>
          <p:cNvSpPr/>
          <p:nvPr/>
        </p:nvSpPr>
        <p:spPr>
          <a:xfrm>
            <a:off x="3458983" y="1939925"/>
            <a:ext cx="4855845" cy="900430"/>
          </a:xfrm>
          <a:custGeom>
            <a:avLst/>
            <a:gdLst/>
            <a:ahLst/>
            <a:cxnLst/>
            <a:rect l="l" t="t" r="r" b="b"/>
            <a:pathLst>
              <a:path w="4855845" h="900430">
                <a:moveTo>
                  <a:pt x="4855283" y="0"/>
                </a:moveTo>
                <a:lnTo>
                  <a:pt x="0" y="0"/>
                </a:lnTo>
                <a:lnTo>
                  <a:pt x="0" y="899999"/>
                </a:lnTo>
                <a:lnTo>
                  <a:pt x="4855283" y="899999"/>
                </a:lnTo>
                <a:lnTo>
                  <a:pt x="4855283" y="0"/>
                </a:lnTo>
                <a:close/>
              </a:path>
            </a:pathLst>
          </a:custGeom>
          <a:solidFill>
            <a:srgbClr val="0070C0">
              <a:alpha val="50199"/>
            </a:srgbClr>
          </a:solidFill>
        </p:spPr>
        <p:txBody>
          <a:bodyPr wrap="square" lIns="0" tIns="0" rIns="0" bIns="0" rtlCol="0"/>
          <a:lstStyle/>
          <a:p>
            <a:endParaRPr/>
          </a:p>
        </p:txBody>
      </p:sp>
      <p:sp>
        <p:nvSpPr>
          <p:cNvPr id="20" name="object 20"/>
          <p:cNvSpPr txBox="1"/>
          <p:nvPr/>
        </p:nvSpPr>
        <p:spPr>
          <a:xfrm>
            <a:off x="3537723" y="2060955"/>
            <a:ext cx="1369060" cy="177800"/>
          </a:xfrm>
          <a:prstGeom prst="rect">
            <a:avLst/>
          </a:prstGeom>
        </p:spPr>
        <p:txBody>
          <a:bodyPr vert="horz" wrap="square" lIns="0" tIns="12700" rIns="0" bIns="0" rtlCol="0">
            <a:spAutoFit/>
          </a:bodyPr>
          <a:lstStyle/>
          <a:p>
            <a:pPr marL="12700">
              <a:lnSpc>
                <a:spcPct val="100000"/>
              </a:lnSpc>
              <a:spcBef>
                <a:spcPts val="100"/>
              </a:spcBef>
            </a:pPr>
            <a:r>
              <a:rPr sz="1000" b="1" dirty="0">
                <a:latin typeface="Corbel"/>
                <a:cs typeface="Corbel"/>
              </a:rPr>
              <a:t>1.</a:t>
            </a:r>
            <a:r>
              <a:rPr sz="1000" b="1" spc="-30" dirty="0">
                <a:latin typeface="Corbel"/>
                <a:cs typeface="Corbel"/>
              </a:rPr>
              <a:t> </a:t>
            </a:r>
            <a:r>
              <a:rPr sz="1000" b="1" dirty="0">
                <a:latin typeface="Corbel"/>
                <a:cs typeface="Corbel"/>
              </a:rPr>
              <a:t>Class</a:t>
            </a:r>
            <a:r>
              <a:rPr sz="1000" b="1" spc="-20" dirty="0">
                <a:latin typeface="Corbel"/>
                <a:cs typeface="Corbel"/>
              </a:rPr>
              <a:t> </a:t>
            </a:r>
            <a:r>
              <a:rPr sz="1000" b="1" dirty="0">
                <a:latin typeface="Corbel"/>
                <a:cs typeface="Corbel"/>
              </a:rPr>
              <a:t>2</a:t>
            </a:r>
            <a:r>
              <a:rPr sz="1000" b="1" spc="-20" dirty="0">
                <a:latin typeface="Corbel"/>
                <a:cs typeface="Corbel"/>
              </a:rPr>
              <a:t> </a:t>
            </a:r>
            <a:r>
              <a:rPr sz="1000" b="1" dirty="0">
                <a:latin typeface="Corbel"/>
                <a:cs typeface="Corbel"/>
              </a:rPr>
              <a:t>Activity</a:t>
            </a:r>
            <a:r>
              <a:rPr sz="1000" b="1" spc="-25" dirty="0">
                <a:latin typeface="Corbel"/>
                <a:cs typeface="Corbel"/>
              </a:rPr>
              <a:t> </a:t>
            </a:r>
            <a:r>
              <a:rPr sz="1000" b="1" spc="-10" dirty="0">
                <a:latin typeface="Corbel"/>
                <a:cs typeface="Corbel"/>
              </a:rPr>
              <a:t>Permit</a:t>
            </a:r>
            <a:endParaRPr sz="1000">
              <a:latin typeface="Corbel"/>
              <a:cs typeface="Corbel"/>
            </a:endParaRPr>
          </a:p>
        </p:txBody>
      </p:sp>
      <p:sp>
        <p:nvSpPr>
          <p:cNvPr id="21" name="object 21"/>
          <p:cNvSpPr txBox="1"/>
          <p:nvPr/>
        </p:nvSpPr>
        <p:spPr>
          <a:xfrm>
            <a:off x="3726318" y="2213355"/>
            <a:ext cx="2505710" cy="482600"/>
          </a:xfrm>
          <a:prstGeom prst="rect">
            <a:avLst/>
          </a:prstGeom>
        </p:spPr>
        <p:txBody>
          <a:bodyPr vert="horz" wrap="square" lIns="0" tIns="12700" rIns="0" bIns="0" rtlCol="0">
            <a:spAutoFit/>
          </a:bodyPr>
          <a:lstStyle/>
          <a:p>
            <a:pPr marL="182245" indent="-169545">
              <a:lnSpc>
                <a:spcPct val="100000"/>
              </a:lnSpc>
              <a:spcBef>
                <a:spcPts val="100"/>
              </a:spcBef>
              <a:buFont typeface="Arial MT"/>
              <a:buChar char="•"/>
              <a:tabLst>
                <a:tab pos="182245" algn="l"/>
              </a:tabLst>
            </a:pPr>
            <a:r>
              <a:rPr sz="1000" i="1" dirty="0">
                <a:latin typeface="Corbel"/>
                <a:cs typeface="Corbel"/>
              </a:rPr>
              <a:t>In</a:t>
            </a:r>
            <a:r>
              <a:rPr sz="1000" i="1" spc="-20" dirty="0">
                <a:latin typeface="Corbel"/>
                <a:cs typeface="Corbel"/>
              </a:rPr>
              <a:t> </a:t>
            </a:r>
            <a:r>
              <a:rPr sz="1000" i="1" dirty="0">
                <a:latin typeface="Corbel"/>
                <a:cs typeface="Corbel"/>
              </a:rPr>
              <a:t>any </a:t>
            </a:r>
            <a:r>
              <a:rPr sz="1000" i="1" spc="-10" dirty="0">
                <a:latin typeface="Corbel"/>
                <a:cs typeface="Corbel"/>
              </a:rPr>
              <a:t>restricted,</a:t>
            </a:r>
            <a:r>
              <a:rPr sz="1000" i="1" spc="-15" dirty="0">
                <a:latin typeface="Corbel"/>
                <a:cs typeface="Corbel"/>
              </a:rPr>
              <a:t> </a:t>
            </a:r>
            <a:r>
              <a:rPr sz="1000" i="1" dirty="0">
                <a:latin typeface="Corbel"/>
                <a:cs typeface="Corbel"/>
              </a:rPr>
              <a:t>danger</a:t>
            </a:r>
            <a:r>
              <a:rPr sz="1000" i="1" spc="-15" dirty="0">
                <a:latin typeface="Corbel"/>
                <a:cs typeface="Corbel"/>
              </a:rPr>
              <a:t> </a:t>
            </a:r>
            <a:r>
              <a:rPr sz="1000" i="1" dirty="0">
                <a:latin typeface="Corbel"/>
                <a:cs typeface="Corbel"/>
              </a:rPr>
              <a:t>or</a:t>
            </a:r>
            <a:r>
              <a:rPr sz="1000" i="1" spc="-15" dirty="0">
                <a:latin typeface="Corbel"/>
                <a:cs typeface="Corbel"/>
              </a:rPr>
              <a:t> </a:t>
            </a:r>
            <a:r>
              <a:rPr sz="1000" i="1" dirty="0">
                <a:latin typeface="Corbel"/>
                <a:cs typeface="Corbel"/>
              </a:rPr>
              <a:t>protected</a:t>
            </a:r>
            <a:r>
              <a:rPr sz="1000" i="1" spc="-15" dirty="0">
                <a:latin typeface="Corbel"/>
                <a:cs typeface="Corbel"/>
              </a:rPr>
              <a:t> </a:t>
            </a:r>
            <a:r>
              <a:rPr sz="1000" i="1" dirty="0">
                <a:latin typeface="Corbel"/>
                <a:cs typeface="Corbel"/>
              </a:rPr>
              <a:t>area,</a:t>
            </a:r>
            <a:r>
              <a:rPr sz="1000" i="1" spc="-10" dirty="0">
                <a:latin typeface="Corbel"/>
                <a:cs typeface="Corbel"/>
              </a:rPr>
              <a:t> </a:t>
            </a:r>
            <a:r>
              <a:rPr sz="1000" i="1" spc="-25" dirty="0">
                <a:latin typeface="Corbel"/>
                <a:cs typeface="Corbel"/>
              </a:rPr>
              <a:t>or;</a:t>
            </a:r>
            <a:endParaRPr sz="1000">
              <a:latin typeface="Corbel"/>
              <a:cs typeface="Corbel"/>
            </a:endParaRPr>
          </a:p>
          <a:p>
            <a:pPr marL="182245" indent="-169545">
              <a:lnSpc>
                <a:spcPct val="100000"/>
              </a:lnSpc>
              <a:buFont typeface="Arial MT"/>
              <a:buChar char="•"/>
              <a:tabLst>
                <a:tab pos="182245" algn="l"/>
              </a:tabLst>
            </a:pPr>
            <a:r>
              <a:rPr sz="1000" i="1" dirty="0">
                <a:latin typeface="Corbel"/>
                <a:cs typeface="Corbel"/>
              </a:rPr>
              <a:t>Within</a:t>
            </a:r>
            <a:r>
              <a:rPr sz="1000" i="1" spc="-15" dirty="0">
                <a:latin typeface="Corbel"/>
                <a:cs typeface="Corbel"/>
              </a:rPr>
              <a:t> </a:t>
            </a:r>
            <a:r>
              <a:rPr sz="1000" i="1" dirty="0">
                <a:latin typeface="Corbel"/>
                <a:cs typeface="Corbel"/>
              </a:rPr>
              <a:t>5km of</a:t>
            </a:r>
            <a:r>
              <a:rPr sz="1000" i="1" spc="-10" dirty="0">
                <a:latin typeface="Corbel"/>
                <a:cs typeface="Corbel"/>
              </a:rPr>
              <a:t> </a:t>
            </a:r>
            <a:r>
              <a:rPr sz="1000" i="1" dirty="0">
                <a:latin typeface="Corbel"/>
                <a:cs typeface="Corbel"/>
              </a:rPr>
              <a:t>any </a:t>
            </a:r>
            <a:r>
              <a:rPr sz="1000" i="1" spc="-10" dirty="0">
                <a:latin typeface="Corbel"/>
                <a:cs typeface="Corbel"/>
              </a:rPr>
              <a:t>aerodrome, </a:t>
            </a:r>
            <a:r>
              <a:rPr sz="1000" i="1" spc="-25" dirty="0">
                <a:latin typeface="Corbel"/>
                <a:cs typeface="Corbel"/>
              </a:rPr>
              <a:t>or;</a:t>
            </a:r>
            <a:endParaRPr sz="1000">
              <a:latin typeface="Corbel"/>
              <a:cs typeface="Corbel"/>
            </a:endParaRPr>
          </a:p>
          <a:p>
            <a:pPr marL="182245" indent="-169545">
              <a:lnSpc>
                <a:spcPct val="100000"/>
              </a:lnSpc>
              <a:buFont typeface="Arial MT"/>
              <a:buChar char="•"/>
              <a:tabLst>
                <a:tab pos="182245" algn="l"/>
              </a:tabLst>
            </a:pPr>
            <a:r>
              <a:rPr sz="1000" i="1" dirty="0">
                <a:latin typeface="Corbel"/>
                <a:cs typeface="Corbel"/>
              </a:rPr>
              <a:t>Above</a:t>
            </a:r>
            <a:r>
              <a:rPr sz="1000" i="1" spc="-25" dirty="0">
                <a:latin typeface="Corbel"/>
                <a:cs typeface="Corbel"/>
              </a:rPr>
              <a:t> </a:t>
            </a:r>
            <a:r>
              <a:rPr sz="1000" i="1" dirty="0">
                <a:latin typeface="Corbel"/>
                <a:cs typeface="Corbel"/>
              </a:rPr>
              <a:t>200</a:t>
            </a:r>
            <a:r>
              <a:rPr sz="1000" i="1" spc="-20" dirty="0">
                <a:latin typeface="Corbel"/>
                <a:cs typeface="Corbel"/>
              </a:rPr>
              <a:t> </a:t>
            </a:r>
            <a:r>
              <a:rPr sz="1000" i="1" dirty="0">
                <a:latin typeface="Corbel"/>
                <a:cs typeface="Corbel"/>
              </a:rPr>
              <a:t>feet</a:t>
            </a:r>
            <a:r>
              <a:rPr sz="1000" i="1" spc="-15" dirty="0">
                <a:latin typeface="Corbel"/>
                <a:cs typeface="Corbel"/>
              </a:rPr>
              <a:t> </a:t>
            </a:r>
            <a:r>
              <a:rPr sz="1000" i="1" spc="-20" dirty="0">
                <a:latin typeface="Corbel"/>
                <a:cs typeface="Corbel"/>
              </a:rPr>
              <a:t>AMSL</a:t>
            </a:r>
            <a:endParaRPr sz="1000">
              <a:latin typeface="Corbel"/>
              <a:cs typeface="Corbel"/>
            </a:endParaRPr>
          </a:p>
        </p:txBody>
      </p:sp>
      <p:sp>
        <p:nvSpPr>
          <p:cNvPr id="22" name="object 22"/>
          <p:cNvSpPr/>
          <p:nvPr/>
        </p:nvSpPr>
        <p:spPr>
          <a:xfrm>
            <a:off x="8380939" y="1939925"/>
            <a:ext cx="3121660" cy="900430"/>
          </a:xfrm>
          <a:custGeom>
            <a:avLst/>
            <a:gdLst/>
            <a:ahLst/>
            <a:cxnLst/>
            <a:rect l="l" t="t" r="r" b="b"/>
            <a:pathLst>
              <a:path w="3121659" h="900430">
                <a:moveTo>
                  <a:pt x="3121472" y="0"/>
                </a:moveTo>
                <a:lnTo>
                  <a:pt x="0" y="0"/>
                </a:lnTo>
                <a:lnTo>
                  <a:pt x="0" y="899999"/>
                </a:lnTo>
                <a:lnTo>
                  <a:pt x="3121472" y="899999"/>
                </a:lnTo>
                <a:lnTo>
                  <a:pt x="3121472" y="0"/>
                </a:lnTo>
                <a:close/>
              </a:path>
            </a:pathLst>
          </a:custGeom>
          <a:solidFill>
            <a:srgbClr val="FF0000">
              <a:alpha val="39999"/>
            </a:srgbClr>
          </a:solidFill>
        </p:spPr>
        <p:txBody>
          <a:bodyPr wrap="square" lIns="0" tIns="0" rIns="0" bIns="0" rtlCol="0"/>
          <a:lstStyle/>
          <a:p>
            <a:endParaRPr/>
          </a:p>
        </p:txBody>
      </p:sp>
      <p:sp>
        <p:nvSpPr>
          <p:cNvPr id="23" name="object 23"/>
          <p:cNvSpPr txBox="1"/>
          <p:nvPr/>
        </p:nvSpPr>
        <p:spPr>
          <a:xfrm>
            <a:off x="8459679" y="2137155"/>
            <a:ext cx="1369060" cy="482600"/>
          </a:xfrm>
          <a:prstGeom prst="rect">
            <a:avLst/>
          </a:prstGeom>
        </p:spPr>
        <p:txBody>
          <a:bodyPr vert="horz" wrap="square" lIns="0" tIns="12700" rIns="0" bIns="0" rtlCol="0">
            <a:spAutoFit/>
          </a:bodyPr>
          <a:lstStyle/>
          <a:p>
            <a:pPr marL="136525" indent="-123825">
              <a:lnSpc>
                <a:spcPct val="100000"/>
              </a:lnSpc>
              <a:spcBef>
                <a:spcPts val="100"/>
              </a:spcBef>
              <a:buAutoNum type="arabicPeriod"/>
              <a:tabLst>
                <a:tab pos="136525" algn="l"/>
              </a:tabLst>
            </a:pPr>
            <a:r>
              <a:rPr sz="1000" b="1" dirty="0">
                <a:latin typeface="Corbel"/>
                <a:cs typeface="Corbel"/>
              </a:rPr>
              <a:t>Operator</a:t>
            </a:r>
            <a:r>
              <a:rPr sz="1000" b="1" spc="-40" dirty="0">
                <a:latin typeface="Corbel"/>
                <a:cs typeface="Corbel"/>
              </a:rPr>
              <a:t> </a:t>
            </a:r>
            <a:r>
              <a:rPr sz="1000" b="1" spc="-10" dirty="0">
                <a:latin typeface="Corbel"/>
                <a:cs typeface="Corbel"/>
              </a:rPr>
              <a:t>Permit</a:t>
            </a:r>
            <a:endParaRPr sz="1000">
              <a:latin typeface="Corbel"/>
              <a:cs typeface="Corbel"/>
            </a:endParaRPr>
          </a:p>
          <a:p>
            <a:pPr marL="136525" indent="-123825">
              <a:lnSpc>
                <a:spcPct val="100000"/>
              </a:lnSpc>
              <a:buAutoNum type="arabicPeriod"/>
              <a:tabLst>
                <a:tab pos="136525" algn="l"/>
              </a:tabLst>
            </a:pPr>
            <a:r>
              <a:rPr sz="1000" b="1" dirty="0">
                <a:latin typeface="Corbel"/>
                <a:cs typeface="Corbel"/>
              </a:rPr>
              <a:t>Class</a:t>
            </a:r>
            <a:r>
              <a:rPr sz="1000" b="1" spc="-25" dirty="0">
                <a:latin typeface="Corbel"/>
                <a:cs typeface="Corbel"/>
              </a:rPr>
              <a:t> </a:t>
            </a:r>
            <a:r>
              <a:rPr sz="1000" b="1" dirty="0">
                <a:latin typeface="Corbel"/>
                <a:cs typeface="Corbel"/>
              </a:rPr>
              <a:t>1</a:t>
            </a:r>
            <a:r>
              <a:rPr sz="1000" b="1" spc="-25" dirty="0">
                <a:latin typeface="Corbel"/>
                <a:cs typeface="Corbel"/>
              </a:rPr>
              <a:t> </a:t>
            </a:r>
            <a:r>
              <a:rPr sz="1000" b="1" dirty="0">
                <a:latin typeface="Corbel"/>
                <a:cs typeface="Corbel"/>
              </a:rPr>
              <a:t>Activity</a:t>
            </a:r>
            <a:r>
              <a:rPr sz="1000" b="1" spc="-25" dirty="0">
                <a:latin typeface="Corbel"/>
                <a:cs typeface="Corbel"/>
              </a:rPr>
              <a:t> </a:t>
            </a:r>
            <a:r>
              <a:rPr sz="1000" b="1" spc="-10" dirty="0">
                <a:latin typeface="Corbel"/>
                <a:cs typeface="Corbel"/>
              </a:rPr>
              <a:t>Permit</a:t>
            </a:r>
            <a:endParaRPr sz="1000">
              <a:latin typeface="Corbel"/>
              <a:cs typeface="Corbel"/>
            </a:endParaRPr>
          </a:p>
          <a:p>
            <a:pPr marL="134620" indent="-121920">
              <a:lnSpc>
                <a:spcPct val="100000"/>
              </a:lnSpc>
              <a:buAutoNum type="arabicPeriod"/>
              <a:tabLst>
                <a:tab pos="134620" algn="l"/>
              </a:tabLst>
            </a:pPr>
            <a:r>
              <a:rPr sz="1000" b="1" dirty="0">
                <a:latin typeface="Corbel"/>
                <a:cs typeface="Corbel"/>
              </a:rPr>
              <a:t>UAPL</a:t>
            </a:r>
            <a:r>
              <a:rPr sz="1000" b="1" spc="-35" dirty="0">
                <a:latin typeface="Corbel"/>
                <a:cs typeface="Corbel"/>
              </a:rPr>
              <a:t> </a:t>
            </a:r>
            <a:r>
              <a:rPr sz="1000" b="1" dirty="0">
                <a:latin typeface="Corbel"/>
                <a:cs typeface="Corbel"/>
              </a:rPr>
              <a:t>Class</a:t>
            </a:r>
            <a:r>
              <a:rPr sz="1000" b="1" spc="-25" dirty="0">
                <a:latin typeface="Corbel"/>
                <a:cs typeface="Corbel"/>
              </a:rPr>
              <a:t> </a:t>
            </a:r>
            <a:r>
              <a:rPr sz="1000" b="1" spc="-50" dirty="0">
                <a:latin typeface="Corbel"/>
                <a:cs typeface="Corbel"/>
              </a:rPr>
              <a:t>A</a:t>
            </a:r>
            <a:endParaRPr sz="1000">
              <a:latin typeface="Corbel"/>
              <a:cs typeface="Corbel"/>
            </a:endParaRPr>
          </a:p>
        </p:txBody>
      </p:sp>
      <p:sp>
        <p:nvSpPr>
          <p:cNvPr id="24" name="object 24"/>
          <p:cNvSpPr/>
          <p:nvPr/>
        </p:nvSpPr>
        <p:spPr>
          <a:xfrm>
            <a:off x="3458983" y="2887300"/>
            <a:ext cx="4855845" cy="900430"/>
          </a:xfrm>
          <a:custGeom>
            <a:avLst/>
            <a:gdLst/>
            <a:ahLst/>
            <a:cxnLst/>
            <a:rect l="l" t="t" r="r" b="b"/>
            <a:pathLst>
              <a:path w="4855845" h="900429">
                <a:moveTo>
                  <a:pt x="4855282" y="0"/>
                </a:moveTo>
                <a:lnTo>
                  <a:pt x="0" y="0"/>
                </a:lnTo>
                <a:lnTo>
                  <a:pt x="0" y="899999"/>
                </a:lnTo>
                <a:lnTo>
                  <a:pt x="4855282" y="899999"/>
                </a:lnTo>
                <a:lnTo>
                  <a:pt x="4855282" y="0"/>
                </a:lnTo>
                <a:close/>
              </a:path>
            </a:pathLst>
          </a:custGeom>
          <a:solidFill>
            <a:srgbClr val="0070C0">
              <a:alpha val="50199"/>
            </a:srgbClr>
          </a:solidFill>
        </p:spPr>
        <p:txBody>
          <a:bodyPr wrap="square" lIns="0" tIns="0" rIns="0" bIns="0" rtlCol="0"/>
          <a:lstStyle/>
          <a:p>
            <a:endParaRPr/>
          </a:p>
        </p:txBody>
      </p:sp>
      <p:sp>
        <p:nvSpPr>
          <p:cNvPr id="25" name="object 25"/>
          <p:cNvSpPr txBox="1"/>
          <p:nvPr/>
        </p:nvSpPr>
        <p:spPr>
          <a:xfrm>
            <a:off x="3537723" y="2929635"/>
            <a:ext cx="2694305" cy="787400"/>
          </a:xfrm>
          <a:prstGeom prst="rect">
            <a:avLst/>
          </a:prstGeom>
        </p:spPr>
        <p:txBody>
          <a:bodyPr vert="horz" wrap="square" lIns="0" tIns="12700" rIns="0" bIns="0" rtlCol="0">
            <a:spAutoFit/>
          </a:bodyPr>
          <a:lstStyle/>
          <a:p>
            <a:pPr marL="136525" indent="-123825">
              <a:lnSpc>
                <a:spcPct val="100000"/>
              </a:lnSpc>
              <a:spcBef>
                <a:spcPts val="100"/>
              </a:spcBef>
              <a:buAutoNum type="arabicPeriod"/>
              <a:tabLst>
                <a:tab pos="136525" algn="l"/>
              </a:tabLst>
            </a:pPr>
            <a:r>
              <a:rPr sz="1000" b="1" dirty="0">
                <a:latin typeface="Corbel"/>
                <a:cs typeface="Corbel"/>
              </a:rPr>
              <a:t>Class</a:t>
            </a:r>
            <a:r>
              <a:rPr sz="1000" b="1" spc="-25" dirty="0">
                <a:latin typeface="Corbel"/>
                <a:cs typeface="Corbel"/>
              </a:rPr>
              <a:t> </a:t>
            </a:r>
            <a:r>
              <a:rPr sz="1000" b="1" dirty="0">
                <a:latin typeface="Corbel"/>
                <a:cs typeface="Corbel"/>
              </a:rPr>
              <a:t>2</a:t>
            </a:r>
            <a:r>
              <a:rPr sz="1000" b="1" spc="-25" dirty="0">
                <a:latin typeface="Corbel"/>
                <a:cs typeface="Corbel"/>
              </a:rPr>
              <a:t> </a:t>
            </a:r>
            <a:r>
              <a:rPr sz="1000" b="1" dirty="0">
                <a:latin typeface="Corbel"/>
                <a:cs typeface="Corbel"/>
              </a:rPr>
              <a:t>Activity</a:t>
            </a:r>
            <a:r>
              <a:rPr sz="1000" b="1" spc="-25" dirty="0">
                <a:latin typeface="Corbel"/>
                <a:cs typeface="Corbel"/>
              </a:rPr>
              <a:t> </a:t>
            </a:r>
            <a:r>
              <a:rPr sz="1000" b="1" spc="-10" dirty="0">
                <a:latin typeface="Corbel"/>
                <a:cs typeface="Corbel"/>
              </a:rPr>
              <a:t>Permit</a:t>
            </a:r>
            <a:endParaRPr sz="1000">
              <a:latin typeface="Corbel"/>
              <a:cs typeface="Corbel"/>
            </a:endParaRPr>
          </a:p>
          <a:p>
            <a:pPr marL="370840" lvl="1" indent="-169545">
              <a:lnSpc>
                <a:spcPct val="100000"/>
              </a:lnSpc>
              <a:buFont typeface="Arial MT"/>
              <a:buChar char="•"/>
              <a:tabLst>
                <a:tab pos="370840" algn="l"/>
              </a:tabLst>
            </a:pPr>
            <a:r>
              <a:rPr sz="1000" i="1" dirty="0">
                <a:latin typeface="Corbel"/>
                <a:cs typeface="Corbel"/>
              </a:rPr>
              <a:t>In</a:t>
            </a:r>
            <a:r>
              <a:rPr sz="1000" i="1" spc="-20" dirty="0">
                <a:latin typeface="Corbel"/>
                <a:cs typeface="Corbel"/>
              </a:rPr>
              <a:t> </a:t>
            </a:r>
            <a:r>
              <a:rPr sz="1000" i="1" dirty="0">
                <a:latin typeface="Corbel"/>
                <a:cs typeface="Corbel"/>
              </a:rPr>
              <a:t>any </a:t>
            </a:r>
            <a:r>
              <a:rPr sz="1000" i="1" spc="-10" dirty="0">
                <a:latin typeface="Corbel"/>
                <a:cs typeface="Corbel"/>
              </a:rPr>
              <a:t>restricted,</a:t>
            </a:r>
            <a:r>
              <a:rPr sz="1000" i="1" spc="-15" dirty="0">
                <a:latin typeface="Corbel"/>
                <a:cs typeface="Corbel"/>
              </a:rPr>
              <a:t> </a:t>
            </a:r>
            <a:r>
              <a:rPr sz="1000" i="1" dirty="0">
                <a:latin typeface="Corbel"/>
                <a:cs typeface="Corbel"/>
              </a:rPr>
              <a:t>danger</a:t>
            </a:r>
            <a:r>
              <a:rPr sz="1000" i="1" spc="-15" dirty="0">
                <a:latin typeface="Corbel"/>
                <a:cs typeface="Corbel"/>
              </a:rPr>
              <a:t> </a:t>
            </a:r>
            <a:r>
              <a:rPr sz="1000" i="1" dirty="0">
                <a:latin typeface="Corbel"/>
                <a:cs typeface="Corbel"/>
              </a:rPr>
              <a:t>or</a:t>
            </a:r>
            <a:r>
              <a:rPr sz="1000" i="1" spc="-15" dirty="0">
                <a:latin typeface="Corbel"/>
                <a:cs typeface="Corbel"/>
              </a:rPr>
              <a:t> </a:t>
            </a:r>
            <a:r>
              <a:rPr sz="1000" i="1" dirty="0">
                <a:latin typeface="Corbel"/>
                <a:cs typeface="Corbel"/>
              </a:rPr>
              <a:t>protected</a:t>
            </a:r>
            <a:r>
              <a:rPr sz="1000" i="1" spc="-15" dirty="0">
                <a:latin typeface="Corbel"/>
                <a:cs typeface="Corbel"/>
              </a:rPr>
              <a:t> </a:t>
            </a:r>
            <a:r>
              <a:rPr sz="1000" i="1" dirty="0">
                <a:latin typeface="Corbel"/>
                <a:cs typeface="Corbel"/>
              </a:rPr>
              <a:t>area,</a:t>
            </a:r>
            <a:r>
              <a:rPr sz="1000" i="1" spc="-10" dirty="0">
                <a:latin typeface="Corbel"/>
                <a:cs typeface="Corbel"/>
              </a:rPr>
              <a:t> </a:t>
            </a:r>
            <a:r>
              <a:rPr sz="1000" i="1" spc="-25" dirty="0">
                <a:latin typeface="Corbel"/>
                <a:cs typeface="Corbel"/>
              </a:rPr>
              <a:t>or;</a:t>
            </a:r>
            <a:endParaRPr sz="1000">
              <a:latin typeface="Corbel"/>
              <a:cs typeface="Corbel"/>
            </a:endParaRPr>
          </a:p>
          <a:p>
            <a:pPr marL="370840" lvl="1" indent="-169545">
              <a:lnSpc>
                <a:spcPct val="100000"/>
              </a:lnSpc>
              <a:buFont typeface="Arial MT"/>
              <a:buChar char="•"/>
              <a:tabLst>
                <a:tab pos="370840" algn="l"/>
              </a:tabLst>
            </a:pPr>
            <a:r>
              <a:rPr sz="1000" i="1" dirty="0">
                <a:latin typeface="Corbel"/>
                <a:cs typeface="Corbel"/>
              </a:rPr>
              <a:t>Within</a:t>
            </a:r>
            <a:r>
              <a:rPr sz="1000" i="1" spc="-15" dirty="0">
                <a:latin typeface="Corbel"/>
                <a:cs typeface="Corbel"/>
              </a:rPr>
              <a:t> </a:t>
            </a:r>
            <a:r>
              <a:rPr sz="1000" i="1" dirty="0">
                <a:latin typeface="Corbel"/>
                <a:cs typeface="Corbel"/>
              </a:rPr>
              <a:t>5km of</a:t>
            </a:r>
            <a:r>
              <a:rPr sz="1000" i="1" spc="-10" dirty="0">
                <a:latin typeface="Corbel"/>
                <a:cs typeface="Corbel"/>
              </a:rPr>
              <a:t> </a:t>
            </a:r>
            <a:r>
              <a:rPr sz="1000" i="1" dirty="0">
                <a:latin typeface="Corbel"/>
                <a:cs typeface="Corbel"/>
              </a:rPr>
              <a:t>any </a:t>
            </a:r>
            <a:r>
              <a:rPr sz="1000" i="1" spc="-10" dirty="0">
                <a:latin typeface="Corbel"/>
                <a:cs typeface="Corbel"/>
              </a:rPr>
              <a:t>aerodrome, </a:t>
            </a:r>
            <a:r>
              <a:rPr sz="1000" i="1" spc="-25" dirty="0">
                <a:latin typeface="Corbel"/>
                <a:cs typeface="Corbel"/>
              </a:rPr>
              <a:t>or;</a:t>
            </a:r>
            <a:endParaRPr sz="1000">
              <a:latin typeface="Corbel"/>
              <a:cs typeface="Corbel"/>
            </a:endParaRPr>
          </a:p>
          <a:p>
            <a:pPr marL="370840" lvl="1" indent="-169545">
              <a:lnSpc>
                <a:spcPct val="100000"/>
              </a:lnSpc>
              <a:buFont typeface="Arial MT"/>
              <a:buChar char="•"/>
              <a:tabLst>
                <a:tab pos="370840" algn="l"/>
              </a:tabLst>
            </a:pPr>
            <a:r>
              <a:rPr sz="1000" i="1" dirty="0">
                <a:latin typeface="Corbel"/>
                <a:cs typeface="Corbel"/>
              </a:rPr>
              <a:t>Above</a:t>
            </a:r>
            <a:r>
              <a:rPr sz="1000" i="1" spc="-25" dirty="0">
                <a:latin typeface="Corbel"/>
                <a:cs typeface="Corbel"/>
              </a:rPr>
              <a:t> </a:t>
            </a:r>
            <a:r>
              <a:rPr sz="1000" i="1" dirty="0">
                <a:latin typeface="Corbel"/>
                <a:cs typeface="Corbel"/>
              </a:rPr>
              <a:t>200</a:t>
            </a:r>
            <a:r>
              <a:rPr sz="1000" i="1" spc="-20" dirty="0">
                <a:latin typeface="Corbel"/>
                <a:cs typeface="Corbel"/>
              </a:rPr>
              <a:t> </a:t>
            </a:r>
            <a:r>
              <a:rPr sz="1000" i="1" dirty="0">
                <a:latin typeface="Corbel"/>
                <a:cs typeface="Corbel"/>
              </a:rPr>
              <a:t>feet</a:t>
            </a:r>
            <a:r>
              <a:rPr sz="1000" i="1" spc="-15" dirty="0">
                <a:latin typeface="Corbel"/>
                <a:cs typeface="Corbel"/>
              </a:rPr>
              <a:t> </a:t>
            </a:r>
            <a:r>
              <a:rPr sz="1000" i="1" spc="-20" dirty="0">
                <a:latin typeface="Corbel"/>
                <a:cs typeface="Corbel"/>
              </a:rPr>
              <a:t>AMSL</a:t>
            </a:r>
            <a:endParaRPr sz="1000">
              <a:latin typeface="Corbel"/>
              <a:cs typeface="Corbel"/>
            </a:endParaRPr>
          </a:p>
          <a:p>
            <a:pPr marL="136525" indent="-123825">
              <a:lnSpc>
                <a:spcPct val="100000"/>
              </a:lnSpc>
              <a:buAutoNum type="arabicPeriod"/>
              <a:tabLst>
                <a:tab pos="136525" algn="l"/>
              </a:tabLst>
            </a:pPr>
            <a:r>
              <a:rPr sz="1000" b="1" dirty="0">
                <a:latin typeface="Corbel"/>
                <a:cs typeface="Corbel"/>
              </a:rPr>
              <a:t>UA</a:t>
            </a:r>
            <a:r>
              <a:rPr sz="1000" b="1" spc="-25" dirty="0">
                <a:latin typeface="Corbel"/>
                <a:cs typeface="Corbel"/>
              </a:rPr>
              <a:t> </a:t>
            </a:r>
            <a:r>
              <a:rPr sz="1000" b="1" spc="-10" dirty="0">
                <a:latin typeface="Corbel"/>
                <a:cs typeface="Corbel"/>
              </a:rPr>
              <a:t>registration</a:t>
            </a:r>
            <a:endParaRPr sz="1000">
              <a:latin typeface="Corbel"/>
              <a:cs typeface="Corbel"/>
            </a:endParaRPr>
          </a:p>
        </p:txBody>
      </p:sp>
      <p:sp>
        <p:nvSpPr>
          <p:cNvPr id="26" name="object 26"/>
          <p:cNvSpPr/>
          <p:nvPr/>
        </p:nvSpPr>
        <p:spPr>
          <a:xfrm>
            <a:off x="3458982" y="3829912"/>
            <a:ext cx="4855845" cy="900430"/>
          </a:xfrm>
          <a:custGeom>
            <a:avLst/>
            <a:gdLst/>
            <a:ahLst/>
            <a:cxnLst/>
            <a:rect l="l" t="t" r="r" b="b"/>
            <a:pathLst>
              <a:path w="4855845" h="900429">
                <a:moveTo>
                  <a:pt x="4855282" y="0"/>
                </a:moveTo>
                <a:lnTo>
                  <a:pt x="0" y="0"/>
                </a:lnTo>
                <a:lnTo>
                  <a:pt x="0" y="900000"/>
                </a:lnTo>
                <a:lnTo>
                  <a:pt x="4855282" y="900000"/>
                </a:lnTo>
                <a:lnTo>
                  <a:pt x="4855282" y="0"/>
                </a:lnTo>
                <a:close/>
              </a:path>
            </a:pathLst>
          </a:custGeom>
          <a:solidFill>
            <a:srgbClr val="0070C0">
              <a:alpha val="50199"/>
            </a:srgbClr>
          </a:solidFill>
        </p:spPr>
        <p:txBody>
          <a:bodyPr wrap="square" lIns="0" tIns="0" rIns="0" bIns="0" rtlCol="0"/>
          <a:lstStyle/>
          <a:p>
            <a:endParaRPr/>
          </a:p>
        </p:txBody>
      </p:sp>
      <p:sp>
        <p:nvSpPr>
          <p:cNvPr id="27" name="object 27"/>
          <p:cNvSpPr txBox="1"/>
          <p:nvPr/>
        </p:nvSpPr>
        <p:spPr>
          <a:xfrm>
            <a:off x="3537722" y="3844544"/>
            <a:ext cx="1238885" cy="162560"/>
          </a:xfrm>
          <a:prstGeom prst="rect">
            <a:avLst/>
          </a:prstGeom>
        </p:spPr>
        <p:txBody>
          <a:bodyPr vert="horz" wrap="square" lIns="0" tIns="12700" rIns="0" bIns="0" rtlCol="0">
            <a:spAutoFit/>
          </a:bodyPr>
          <a:lstStyle/>
          <a:p>
            <a:pPr marL="12700">
              <a:lnSpc>
                <a:spcPct val="100000"/>
              </a:lnSpc>
              <a:spcBef>
                <a:spcPts val="100"/>
              </a:spcBef>
            </a:pPr>
            <a:r>
              <a:rPr sz="900" b="1" dirty="0">
                <a:latin typeface="Corbel"/>
                <a:cs typeface="Corbel"/>
              </a:rPr>
              <a:t>1.</a:t>
            </a:r>
            <a:r>
              <a:rPr sz="900" b="1" spc="-15" dirty="0">
                <a:latin typeface="Corbel"/>
                <a:cs typeface="Corbel"/>
              </a:rPr>
              <a:t> </a:t>
            </a:r>
            <a:r>
              <a:rPr sz="900" b="1" dirty="0">
                <a:latin typeface="Corbel"/>
                <a:cs typeface="Corbel"/>
              </a:rPr>
              <a:t>Class</a:t>
            </a:r>
            <a:r>
              <a:rPr sz="900" b="1" spc="-10" dirty="0">
                <a:latin typeface="Corbel"/>
                <a:cs typeface="Corbel"/>
              </a:rPr>
              <a:t> </a:t>
            </a:r>
            <a:r>
              <a:rPr sz="900" b="1" dirty="0">
                <a:latin typeface="Corbel"/>
                <a:cs typeface="Corbel"/>
              </a:rPr>
              <a:t>2</a:t>
            </a:r>
            <a:r>
              <a:rPr sz="900" b="1" spc="-15" dirty="0">
                <a:latin typeface="Corbel"/>
                <a:cs typeface="Corbel"/>
              </a:rPr>
              <a:t> </a:t>
            </a:r>
            <a:r>
              <a:rPr sz="900" b="1" dirty="0">
                <a:latin typeface="Corbel"/>
                <a:cs typeface="Corbel"/>
              </a:rPr>
              <a:t>Activity</a:t>
            </a:r>
            <a:r>
              <a:rPr sz="900" b="1" spc="-15" dirty="0">
                <a:latin typeface="Corbel"/>
                <a:cs typeface="Corbel"/>
              </a:rPr>
              <a:t> </a:t>
            </a:r>
            <a:r>
              <a:rPr sz="900" b="1" spc="-10" dirty="0">
                <a:latin typeface="Corbel"/>
                <a:cs typeface="Corbel"/>
              </a:rPr>
              <a:t>Permit</a:t>
            </a:r>
            <a:endParaRPr sz="900">
              <a:latin typeface="Corbel"/>
              <a:cs typeface="Corbel"/>
            </a:endParaRPr>
          </a:p>
        </p:txBody>
      </p:sp>
      <p:sp>
        <p:nvSpPr>
          <p:cNvPr id="28" name="object 28"/>
          <p:cNvSpPr txBox="1"/>
          <p:nvPr/>
        </p:nvSpPr>
        <p:spPr>
          <a:xfrm>
            <a:off x="3726317" y="3981704"/>
            <a:ext cx="2281555" cy="443230"/>
          </a:xfrm>
          <a:prstGeom prst="rect">
            <a:avLst/>
          </a:prstGeom>
        </p:spPr>
        <p:txBody>
          <a:bodyPr vert="horz" wrap="square" lIns="0" tIns="12700" rIns="0" bIns="0" rtlCol="0">
            <a:spAutoFit/>
          </a:bodyPr>
          <a:lstStyle/>
          <a:p>
            <a:pPr marL="183515" indent="-170815">
              <a:lnSpc>
                <a:spcPct val="100000"/>
              </a:lnSpc>
              <a:spcBef>
                <a:spcPts val="100"/>
              </a:spcBef>
              <a:buFont typeface="Arial MT"/>
              <a:buChar char="•"/>
              <a:tabLst>
                <a:tab pos="183515" algn="l"/>
              </a:tabLst>
            </a:pPr>
            <a:r>
              <a:rPr sz="900" i="1" dirty="0">
                <a:latin typeface="Corbel"/>
                <a:cs typeface="Corbel"/>
              </a:rPr>
              <a:t>In</a:t>
            </a:r>
            <a:r>
              <a:rPr sz="900" i="1" spc="-30" dirty="0">
                <a:latin typeface="Corbel"/>
                <a:cs typeface="Corbel"/>
              </a:rPr>
              <a:t> </a:t>
            </a:r>
            <a:r>
              <a:rPr sz="900" i="1" dirty="0">
                <a:latin typeface="Corbel"/>
                <a:cs typeface="Corbel"/>
              </a:rPr>
              <a:t>any</a:t>
            </a:r>
            <a:r>
              <a:rPr sz="900" i="1" spc="-25" dirty="0">
                <a:latin typeface="Corbel"/>
                <a:cs typeface="Corbel"/>
              </a:rPr>
              <a:t> </a:t>
            </a:r>
            <a:r>
              <a:rPr sz="900" i="1" dirty="0">
                <a:latin typeface="Corbel"/>
                <a:cs typeface="Corbel"/>
              </a:rPr>
              <a:t>restricted,</a:t>
            </a:r>
            <a:r>
              <a:rPr sz="900" i="1" spc="-25" dirty="0">
                <a:latin typeface="Corbel"/>
                <a:cs typeface="Corbel"/>
              </a:rPr>
              <a:t> </a:t>
            </a:r>
            <a:r>
              <a:rPr sz="900" i="1" dirty="0">
                <a:latin typeface="Corbel"/>
                <a:cs typeface="Corbel"/>
              </a:rPr>
              <a:t>danger</a:t>
            </a:r>
            <a:r>
              <a:rPr sz="900" i="1" spc="-25" dirty="0">
                <a:latin typeface="Corbel"/>
                <a:cs typeface="Corbel"/>
              </a:rPr>
              <a:t> </a:t>
            </a:r>
            <a:r>
              <a:rPr sz="900" i="1" dirty="0">
                <a:latin typeface="Corbel"/>
                <a:cs typeface="Corbel"/>
              </a:rPr>
              <a:t>or</a:t>
            </a:r>
            <a:r>
              <a:rPr sz="900" i="1" spc="-20" dirty="0">
                <a:latin typeface="Corbel"/>
                <a:cs typeface="Corbel"/>
              </a:rPr>
              <a:t> </a:t>
            </a:r>
            <a:r>
              <a:rPr sz="900" i="1" dirty="0">
                <a:latin typeface="Corbel"/>
                <a:cs typeface="Corbel"/>
              </a:rPr>
              <a:t>protected</a:t>
            </a:r>
            <a:r>
              <a:rPr sz="900" i="1" spc="-25" dirty="0">
                <a:latin typeface="Corbel"/>
                <a:cs typeface="Corbel"/>
              </a:rPr>
              <a:t> </a:t>
            </a:r>
            <a:r>
              <a:rPr sz="900" i="1" dirty="0">
                <a:latin typeface="Corbel"/>
                <a:cs typeface="Corbel"/>
              </a:rPr>
              <a:t>area,</a:t>
            </a:r>
            <a:r>
              <a:rPr sz="900" i="1" spc="-25" dirty="0">
                <a:latin typeface="Corbel"/>
                <a:cs typeface="Corbel"/>
              </a:rPr>
              <a:t> or;</a:t>
            </a:r>
            <a:endParaRPr sz="900">
              <a:latin typeface="Corbel"/>
              <a:cs typeface="Corbel"/>
            </a:endParaRPr>
          </a:p>
          <a:p>
            <a:pPr marL="183515" indent="-170815">
              <a:lnSpc>
                <a:spcPct val="100000"/>
              </a:lnSpc>
              <a:spcBef>
                <a:spcPts val="20"/>
              </a:spcBef>
              <a:buFont typeface="Arial MT"/>
              <a:buChar char="•"/>
              <a:tabLst>
                <a:tab pos="183515" algn="l"/>
              </a:tabLst>
            </a:pPr>
            <a:r>
              <a:rPr sz="900" i="1" dirty="0">
                <a:latin typeface="Corbel"/>
                <a:cs typeface="Corbel"/>
              </a:rPr>
              <a:t>Within</a:t>
            </a:r>
            <a:r>
              <a:rPr sz="900" i="1" spc="-30" dirty="0">
                <a:latin typeface="Corbel"/>
                <a:cs typeface="Corbel"/>
              </a:rPr>
              <a:t> </a:t>
            </a:r>
            <a:r>
              <a:rPr sz="900" i="1" dirty="0">
                <a:latin typeface="Corbel"/>
                <a:cs typeface="Corbel"/>
              </a:rPr>
              <a:t>5km</a:t>
            </a:r>
            <a:r>
              <a:rPr sz="900" i="1" spc="-25" dirty="0">
                <a:latin typeface="Corbel"/>
                <a:cs typeface="Corbel"/>
              </a:rPr>
              <a:t> </a:t>
            </a:r>
            <a:r>
              <a:rPr sz="900" i="1" dirty="0">
                <a:latin typeface="Corbel"/>
                <a:cs typeface="Corbel"/>
              </a:rPr>
              <a:t>of</a:t>
            </a:r>
            <a:r>
              <a:rPr sz="900" i="1" spc="-20" dirty="0">
                <a:latin typeface="Corbel"/>
                <a:cs typeface="Corbel"/>
              </a:rPr>
              <a:t> </a:t>
            </a:r>
            <a:r>
              <a:rPr sz="900" i="1" dirty="0">
                <a:latin typeface="Corbel"/>
                <a:cs typeface="Corbel"/>
              </a:rPr>
              <a:t>any</a:t>
            </a:r>
            <a:r>
              <a:rPr sz="900" i="1" spc="-20" dirty="0">
                <a:latin typeface="Corbel"/>
                <a:cs typeface="Corbel"/>
              </a:rPr>
              <a:t> </a:t>
            </a:r>
            <a:r>
              <a:rPr sz="900" i="1" dirty="0">
                <a:latin typeface="Corbel"/>
                <a:cs typeface="Corbel"/>
              </a:rPr>
              <a:t>aerodrome,</a:t>
            </a:r>
            <a:r>
              <a:rPr sz="900" i="1" spc="-25" dirty="0">
                <a:latin typeface="Corbel"/>
                <a:cs typeface="Corbel"/>
              </a:rPr>
              <a:t> or;</a:t>
            </a:r>
            <a:endParaRPr sz="900">
              <a:latin typeface="Corbel"/>
              <a:cs typeface="Corbel"/>
            </a:endParaRPr>
          </a:p>
          <a:p>
            <a:pPr marL="183515" indent="-170815">
              <a:lnSpc>
                <a:spcPct val="100000"/>
              </a:lnSpc>
              <a:spcBef>
                <a:spcPts val="25"/>
              </a:spcBef>
              <a:buFont typeface="Arial MT"/>
              <a:buChar char="•"/>
              <a:tabLst>
                <a:tab pos="183515" algn="l"/>
              </a:tabLst>
            </a:pPr>
            <a:r>
              <a:rPr sz="900" i="1" dirty="0">
                <a:latin typeface="Corbel"/>
                <a:cs typeface="Corbel"/>
              </a:rPr>
              <a:t>Above</a:t>
            </a:r>
            <a:r>
              <a:rPr sz="900" i="1" spc="-25" dirty="0">
                <a:latin typeface="Corbel"/>
                <a:cs typeface="Corbel"/>
              </a:rPr>
              <a:t> </a:t>
            </a:r>
            <a:r>
              <a:rPr sz="900" i="1" dirty="0">
                <a:latin typeface="Corbel"/>
                <a:cs typeface="Corbel"/>
              </a:rPr>
              <a:t>200</a:t>
            </a:r>
            <a:r>
              <a:rPr sz="900" i="1" spc="-25" dirty="0">
                <a:latin typeface="Corbel"/>
                <a:cs typeface="Corbel"/>
              </a:rPr>
              <a:t> </a:t>
            </a:r>
            <a:r>
              <a:rPr sz="900" i="1" dirty="0">
                <a:latin typeface="Corbel"/>
                <a:cs typeface="Corbel"/>
              </a:rPr>
              <a:t>feet</a:t>
            </a:r>
            <a:r>
              <a:rPr sz="900" i="1" spc="-20" dirty="0">
                <a:latin typeface="Corbel"/>
                <a:cs typeface="Corbel"/>
              </a:rPr>
              <a:t> AMSL</a:t>
            </a:r>
            <a:endParaRPr sz="900">
              <a:latin typeface="Corbel"/>
              <a:cs typeface="Corbel"/>
            </a:endParaRPr>
          </a:p>
        </p:txBody>
      </p:sp>
      <p:grpSp>
        <p:nvGrpSpPr>
          <p:cNvPr id="29" name="object 29"/>
          <p:cNvGrpSpPr/>
          <p:nvPr/>
        </p:nvGrpSpPr>
        <p:grpSpPr>
          <a:xfrm>
            <a:off x="3458980" y="4772526"/>
            <a:ext cx="8042909" cy="2023110"/>
            <a:chOff x="3458980" y="4772526"/>
            <a:chExt cx="8042909" cy="2023110"/>
          </a:xfrm>
        </p:grpSpPr>
        <p:sp>
          <p:nvSpPr>
            <p:cNvPr id="30" name="object 30"/>
            <p:cNvSpPr/>
            <p:nvPr/>
          </p:nvSpPr>
          <p:spPr>
            <a:xfrm>
              <a:off x="3458981" y="4772526"/>
              <a:ext cx="2880360" cy="900430"/>
            </a:xfrm>
            <a:custGeom>
              <a:avLst/>
              <a:gdLst/>
              <a:ahLst/>
              <a:cxnLst/>
              <a:rect l="l" t="t" r="r" b="b"/>
              <a:pathLst>
                <a:path w="2880360" h="900429">
                  <a:moveTo>
                    <a:pt x="2879999" y="0"/>
                  </a:moveTo>
                  <a:lnTo>
                    <a:pt x="0" y="0"/>
                  </a:lnTo>
                  <a:lnTo>
                    <a:pt x="0" y="899999"/>
                  </a:lnTo>
                  <a:lnTo>
                    <a:pt x="2879999" y="899999"/>
                  </a:lnTo>
                  <a:lnTo>
                    <a:pt x="2879999" y="0"/>
                  </a:lnTo>
                  <a:close/>
                </a:path>
              </a:pathLst>
            </a:custGeom>
            <a:solidFill>
              <a:srgbClr val="0070C0">
                <a:alpha val="50199"/>
              </a:srgbClr>
            </a:solidFill>
          </p:spPr>
          <p:txBody>
            <a:bodyPr wrap="square" lIns="0" tIns="0" rIns="0" bIns="0" rtlCol="0"/>
            <a:lstStyle/>
            <a:p>
              <a:endParaRPr/>
            </a:p>
          </p:txBody>
        </p:sp>
        <p:sp>
          <p:nvSpPr>
            <p:cNvPr id="31" name="object 31"/>
            <p:cNvSpPr/>
            <p:nvPr/>
          </p:nvSpPr>
          <p:spPr>
            <a:xfrm>
              <a:off x="3458980" y="5715138"/>
              <a:ext cx="8042909" cy="1080135"/>
            </a:xfrm>
            <a:custGeom>
              <a:avLst/>
              <a:gdLst/>
              <a:ahLst/>
              <a:cxnLst/>
              <a:rect l="l" t="t" r="r" b="b"/>
              <a:pathLst>
                <a:path w="8042909" h="1080134">
                  <a:moveTo>
                    <a:pt x="8042823" y="0"/>
                  </a:moveTo>
                  <a:lnTo>
                    <a:pt x="0" y="0"/>
                  </a:lnTo>
                  <a:lnTo>
                    <a:pt x="0" y="1079999"/>
                  </a:lnTo>
                  <a:lnTo>
                    <a:pt x="8042823" y="1079999"/>
                  </a:lnTo>
                  <a:lnTo>
                    <a:pt x="8042823" y="0"/>
                  </a:lnTo>
                  <a:close/>
                </a:path>
              </a:pathLst>
            </a:custGeom>
            <a:solidFill>
              <a:srgbClr val="FF0000">
                <a:alpha val="39999"/>
              </a:srgbClr>
            </a:solidFill>
          </p:spPr>
          <p:txBody>
            <a:bodyPr wrap="square" lIns="0" tIns="0" rIns="0" bIns="0" rtlCol="0"/>
            <a:lstStyle/>
            <a:p>
              <a:endParaRPr/>
            </a:p>
          </p:txBody>
        </p:sp>
      </p:grpSp>
      <p:sp>
        <p:nvSpPr>
          <p:cNvPr id="32" name="object 32"/>
          <p:cNvSpPr txBox="1"/>
          <p:nvPr/>
        </p:nvSpPr>
        <p:spPr>
          <a:xfrm>
            <a:off x="3537720" y="4402328"/>
            <a:ext cx="2470150" cy="2082800"/>
          </a:xfrm>
          <a:prstGeom prst="rect">
            <a:avLst/>
          </a:prstGeom>
        </p:spPr>
        <p:txBody>
          <a:bodyPr vert="horz" wrap="square" lIns="0" tIns="12700" rIns="0" bIns="0" rtlCol="0">
            <a:spAutoFit/>
          </a:bodyPr>
          <a:lstStyle/>
          <a:p>
            <a:pPr marL="126364" indent="-113664">
              <a:lnSpc>
                <a:spcPts val="1045"/>
              </a:lnSpc>
              <a:spcBef>
                <a:spcPts val="100"/>
              </a:spcBef>
              <a:buAutoNum type="arabicPeriod" startAt="2"/>
              <a:tabLst>
                <a:tab pos="126364" algn="l"/>
              </a:tabLst>
            </a:pPr>
            <a:r>
              <a:rPr sz="900" b="1" dirty="0">
                <a:latin typeface="Corbel"/>
                <a:cs typeface="Corbel"/>
              </a:rPr>
              <a:t>UA</a:t>
            </a:r>
            <a:r>
              <a:rPr sz="900" b="1" spc="-15" dirty="0">
                <a:latin typeface="Corbel"/>
                <a:cs typeface="Corbel"/>
              </a:rPr>
              <a:t> </a:t>
            </a:r>
            <a:r>
              <a:rPr sz="900" b="1" spc="-10" dirty="0">
                <a:latin typeface="Corbel"/>
                <a:cs typeface="Corbel"/>
              </a:rPr>
              <a:t>registration</a:t>
            </a:r>
            <a:endParaRPr sz="900">
              <a:latin typeface="Corbel"/>
              <a:cs typeface="Corbel"/>
            </a:endParaRPr>
          </a:p>
          <a:p>
            <a:pPr marL="124460" indent="-111760">
              <a:lnSpc>
                <a:spcPts val="1045"/>
              </a:lnSpc>
              <a:buAutoNum type="arabicPeriod" startAt="2"/>
              <a:tabLst>
                <a:tab pos="124460" algn="l"/>
              </a:tabLst>
            </a:pPr>
            <a:r>
              <a:rPr sz="900" b="1" dirty="0">
                <a:latin typeface="Corbel"/>
                <a:cs typeface="Corbel"/>
              </a:rPr>
              <a:t>UABT</a:t>
            </a:r>
            <a:r>
              <a:rPr sz="900" b="1" spc="-20" dirty="0">
                <a:latin typeface="Corbel"/>
                <a:cs typeface="Corbel"/>
              </a:rPr>
              <a:t> </a:t>
            </a:r>
            <a:r>
              <a:rPr sz="900" b="1" dirty="0">
                <a:latin typeface="Corbel"/>
                <a:cs typeface="Corbel"/>
              </a:rPr>
              <a:t>or</a:t>
            </a:r>
            <a:r>
              <a:rPr sz="900" b="1" spc="-25" dirty="0">
                <a:latin typeface="Corbel"/>
                <a:cs typeface="Corbel"/>
              </a:rPr>
              <a:t> </a:t>
            </a:r>
            <a:r>
              <a:rPr sz="900" b="1" dirty="0">
                <a:latin typeface="Corbel"/>
                <a:cs typeface="Corbel"/>
              </a:rPr>
              <a:t>UAPL</a:t>
            </a:r>
            <a:r>
              <a:rPr sz="900" b="1" spc="-15" dirty="0">
                <a:latin typeface="Corbel"/>
                <a:cs typeface="Corbel"/>
              </a:rPr>
              <a:t> </a:t>
            </a:r>
            <a:r>
              <a:rPr sz="900" b="1" dirty="0">
                <a:latin typeface="Corbel"/>
                <a:cs typeface="Corbel"/>
              </a:rPr>
              <a:t>Class</a:t>
            </a:r>
            <a:r>
              <a:rPr sz="900" b="1" spc="-15" dirty="0">
                <a:latin typeface="Corbel"/>
                <a:cs typeface="Corbel"/>
              </a:rPr>
              <a:t> </a:t>
            </a:r>
            <a:r>
              <a:rPr sz="900" b="1" spc="-50" dirty="0">
                <a:latin typeface="Corbel"/>
                <a:cs typeface="Corbel"/>
              </a:rPr>
              <a:t>A</a:t>
            </a:r>
            <a:endParaRPr sz="900">
              <a:latin typeface="Corbel"/>
              <a:cs typeface="Corbel"/>
            </a:endParaRPr>
          </a:p>
          <a:p>
            <a:pPr marL="126364" indent="-113664">
              <a:lnSpc>
                <a:spcPct val="100000"/>
              </a:lnSpc>
              <a:spcBef>
                <a:spcPts val="935"/>
              </a:spcBef>
              <a:buAutoNum type="arabicPeriod"/>
              <a:tabLst>
                <a:tab pos="126364" algn="l"/>
              </a:tabLst>
            </a:pPr>
            <a:r>
              <a:rPr sz="900" b="1" dirty="0">
                <a:latin typeface="Corbel"/>
                <a:cs typeface="Corbel"/>
              </a:rPr>
              <a:t>Class</a:t>
            </a:r>
            <a:r>
              <a:rPr sz="900" b="1" spc="-15" dirty="0">
                <a:latin typeface="Corbel"/>
                <a:cs typeface="Corbel"/>
              </a:rPr>
              <a:t> </a:t>
            </a:r>
            <a:r>
              <a:rPr sz="900" b="1" dirty="0">
                <a:latin typeface="Corbel"/>
                <a:cs typeface="Corbel"/>
              </a:rPr>
              <a:t>2</a:t>
            </a:r>
            <a:r>
              <a:rPr sz="900" b="1" spc="-15" dirty="0">
                <a:latin typeface="Corbel"/>
                <a:cs typeface="Corbel"/>
              </a:rPr>
              <a:t> </a:t>
            </a:r>
            <a:r>
              <a:rPr sz="900" b="1" dirty="0">
                <a:latin typeface="Corbel"/>
                <a:cs typeface="Corbel"/>
              </a:rPr>
              <a:t>Activity</a:t>
            </a:r>
            <a:r>
              <a:rPr sz="900" b="1" spc="-20" dirty="0">
                <a:latin typeface="Corbel"/>
                <a:cs typeface="Corbel"/>
              </a:rPr>
              <a:t> </a:t>
            </a:r>
            <a:r>
              <a:rPr sz="900" b="1" spc="-10" dirty="0">
                <a:latin typeface="Corbel"/>
                <a:cs typeface="Corbel"/>
              </a:rPr>
              <a:t>Permit</a:t>
            </a:r>
            <a:endParaRPr sz="900">
              <a:latin typeface="Corbel"/>
              <a:cs typeface="Corbel"/>
            </a:endParaRPr>
          </a:p>
          <a:p>
            <a:pPr marL="372110" lvl="1" indent="-170815">
              <a:lnSpc>
                <a:spcPct val="100000"/>
              </a:lnSpc>
              <a:spcBef>
                <a:spcPts val="25"/>
              </a:spcBef>
              <a:buFont typeface="Arial MT"/>
              <a:buChar char="•"/>
              <a:tabLst>
                <a:tab pos="372110" algn="l"/>
              </a:tabLst>
            </a:pPr>
            <a:r>
              <a:rPr sz="900" i="1" dirty="0">
                <a:latin typeface="Corbel"/>
                <a:cs typeface="Corbel"/>
              </a:rPr>
              <a:t>In</a:t>
            </a:r>
            <a:r>
              <a:rPr sz="900" i="1" spc="-30" dirty="0">
                <a:latin typeface="Corbel"/>
                <a:cs typeface="Corbel"/>
              </a:rPr>
              <a:t> </a:t>
            </a:r>
            <a:r>
              <a:rPr sz="900" i="1" dirty="0">
                <a:latin typeface="Corbel"/>
                <a:cs typeface="Corbel"/>
              </a:rPr>
              <a:t>any</a:t>
            </a:r>
            <a:r>
              <a:rPr sz="900" i="1" spc="-25" dirty="0">
                <a:latin typeface="Corbel"/>
                <a:cs typeface="Corbel"/>
              </a:rPr>
              <a:t> </a:t>
            </a:r>
            <a:r>
              <a:rPr sz="900" i="1" dirty="0">
                <a:latin typeface="Corbel"/>
                <a:cs typeface="Corbel"/>
              </a:rPr>
              <a:t>restricted,</a:t>
            </a:r>
            <a:r>
              <a:rPr sz="900" i="1" spc="-25" dirty="0">
                <a:latin typeface="Corbel"/>
                <a:cs typeface="Corbel"/>
              </a:rPr>
              <a:t> </a:t>
            </a:r>
            <a:r>
              <a:rPr sz="900" i="1" dirty="0">
                <a:latin typeface="Corbel"/>
                <a:cs typeface="Corbel"/>
              </a:rPr>
              <a:t>danger</a:t>
            </a:r>
            <a:r>
              <a:rPr sz="900" i="1" spc="-25" dirty="0">
                <a:latin typeface="Corbel"/>
                <a:cs typeface="Corbel"/>
              </a:rPr>
              <a:t> </a:t>
            </a:r>
            <a:r>
              <a:rPr sz="900" i="1" dirty="0">
                <a:latin typeface="Corbel"/>
                <a:cs typeface="Corbel"/>
              </a:rPr>
              <a:t>or</a:t>
            </a:r>
            <a:r>
              <a:rPr sz="900" i="1" spc="-20" dirty="0">
                <a:latin typeface="Corbel"/>
                <a:cs typeface="Corbel"/>
              </a:rPr>
              <a:t> </a:t>
            </a:r>
            <a:r>
              <a:rPr sz="900" i="1" dirty="0">
                <a:latin typeface="Corbel"/>
                <a:cs typeface="Corbel"/>
              </a:rPr>
              <a:t>protected</a:t>
            </a:r>
            <a:r>
              <a:rPr sz="900" i="1" spc="-25" dirty="0">
                <a:latin typeface="Corbel"/>
                <a:cs typeface="Corbel"/>
              </a:rPr>
              <a:t> </a:t>
            </a:r>
            <a:r>
              <a:rPr sz="900" i="1" dirty="0">
                <a:latin typeface="Corbel"/>
                <a:cs typeface="Corbel"/>
              </a:rPr>
              <a:t>area,</a:t>
            </a:r>
            <a:r>
              <a:rPr sz="900" i="1" spc="-25" dirty="0">
                <a:latin typeface="Corbel"/>
                <a:cs typeface="Corbel"/>
              </a:rPr>
              <a:t> or;</a:t>
            </a:r>
            <a:endParaRPr sz="900">
              <a:latin typeface="Corbel"/>
              <a:cs typeface="Corbel"/>
            </a:endParaRPr>
          </a:p>
          <a:p>
            <a:pPr marL="372110" lvl="1" indent="-170815">
              <a:lnSpc>
                <a:spcPct val="100000"/>
              </a:lnSpc>
              <a:buFont typeface="Arial MT"/>
              <a:buChar char="•"/>
              <a:tabLst>
                <a:tab pos="372110" algn="l"/>
              </a:tabLst>
            </a:pPr>
            <a:r>
              <a:rPr sz="900" i="1" dirty="0">
                <a:latin typeface="Corbel"/>
                <a:cs typeface="Corbel"/>
              </a:rPr>
              <a:t>Within</a:t>
            </a:r>
            <a:r>
              <a:rPr sz="900" i="1" spc="-30" dirty="0">
                <a:latin typeface="Corbel"/>
                <a:cs typeface="Corbel"/>
              </a:rPr>
              <a:t> </a:t>
            </a:r>
            <a:r>
              <a:rPr sz="900" i="1" dirty="0">
                <a:latin typeface="Corbel"/>
                <a:cs typeface="Corbel"/>
              </a:rPr>
              <a:t>5km</a:t>
            </a:r>
            <a:r>
              <a:rPr sz="900" i="1" spc="-25" dirty="0">
                <a:latin typeface="Corbel"/>
                <a:cs typeface="Corbel"/>
              </a:rPr>
              <a:t> </a:t>
            </a:r>
            <a:r>
              <a:rPr sz="900" i="1" dirty="0">
                <a:latin typeface="Corbel"/>
                <a:cs typeface="Corbel"/>
              </a:rPr>
              <a:t>of</a:t>
            </a:r>
            <a:r>
              <a:rPr sz="900" i="1" spc="-20" dirty="0">
                <a:latin typeface="Corbel"/>
                <a:cs typeface="Corbel"/>
              </a:rPr>
              <a:t> </a:t>
            </a:r>
            <a:r>
              <a:rPr sz="900" i="1" dirty="0">
                <a:latin typeface="Corbel"/>
                <a:cs typeface="Corbel"/>
              </a:rPr>
              <a:t>any</a:t>
            </a:r>
            <a:r>
              <a:rPr sz="900" i="1" spc="-20" dirty="0">
                <a:latin typeface="Corbel"/>
                <a:cs typeface="Corbel"/>
              </a:rPr>
              <a:t> </a:t>
            </a:r>
            <a:r>
              <a:rPr sz="900" i="1" dirty="0">
                <a:latin typeface="Corbel"/>
                <a:cs typeface="Corbel"/>
              </a:rPr>
              <a:t>aerodrome,</a:t>
            </a:r>
            <a:r>
              <a:rPr sz="900" i="1" spc="-25" dirty="0">
                <a:latin typeface="Corbel"/>
                <a:cs typeface="Corbel"/>
              </a:rPr>
              <a:t> or;</a:t>
            </a:r>
            <a:endParaRPr sz="900">
              <a:latin typeface="Corbel"/>
              <a:cs typeface="Corbel"/>
            </a:endParaRPr>
          </a:p>
          <a:p>
            <a:pPr marL="372110" lvl="1" indent="-170815">
              <a:lnSpc>
                <a:spcPct val="100000"/>
              </a:lnSpc>
              <a:spcBef>
                <a:spcPts val="25"/>
              </a:spcBef>
              <a:buFont typeface="Arial MT"/>
              <a:buChar char="•"/>
              <a:tabLst>
                <a:tab pos="372110" algn="l"/>
              </a:tabLst>
            </a:pPr>
            <a:r>
              <a:rPr sz="900" i="1" dirty="0">
                <a:latin typeface="Corbel"/>
                <a:cs typeface="Corbel"/>
              </a:rPr>
              <a:t>Above</a:t>
            </a:r>
            <a:r>
              <a:rPr sz="900" i="1" spc="-25" dirty="0">
                <a:latin typeface="Corbel"/>
                <a:cs typeface="Corbel"/>
              </a:rPr>
              <a:t> </a:t>
            </a:r>
            <a:r>
              <a:rPr sz="900" i="1" dirty="0">
                <a:latin typeface="Corbel"/>
                <a:cs typeface="Corbel"/>
              </a:rPr>
              <a:t>200</a:t>
            </a:r>
            <a:r>
              <a:rPr sz="900" i="1" spc="-25" dirty="0">
                <a:latin typeface="Corbel"/>
                <a:cs typeface="Corbel"/>
              </a:rPr>
              <a:t> </a:t>
            </a:r>
            <a:r>
              <a:rPr sz="900" i="1" dirty="0">
                <a:latin typeface="Corbel"/>
                <a:cs typeface="Corbel"/>
              </a:rPr>
              <a:t>feet</a:t>
            </a:r>
            <a:r>
              <a:rPr sz="900" i="1" spc="-20" dirty="0">
                <a:latin typeface="Corbel"/>
                <a:cs typeface="Corbel"/>
              </a:rPr>
              <a:t> AMSL</a:t>
            </a:r>
            <a:endParaRPr sz="900">
              <a:latin typeface="Corbel"/>
              <a:cs typeface="Corbel"/>
            </a:endParaRPr>
          </a:p>
          <a:p>
            <a:pPr marL="126364" indent="-113664">
              <a:lnSpc>
                <a:spcPts val="1045"/>
              </a:lnSpc>
              <a:spcBef>
                <a:spcPts val="20"/>
              </a:spcBef>
              <a:buAutoNum type="arabicPeriod"/>
              <a:tabLst>
                <a:tab pos="126364" algn="l"/>
              </a:tabLst>
            </a:pPr>
            <a:r>
              <a:rPr sz="900" b="1" dirty="0">
                <a:latin typeface="Corbel"/>
                <a:cs typeface="Corbel"/>
              </a:rPr>
              <a:t>UA</a:t>
            </a:r>
            <a:r>
              <a:rPr sz="900" b="1" spc="-15" dirty="0">
                <a:latin typeface="Corbel"/>
                <a:cs typeface="Corbel"/>
              </a:rPr>
              <a:t> </a:t>
            </a:r>
            <a:r>
              <a:rPr sz="900" b="1" spc="-10" dirty="0">
                <a:latin typeface="Corbel"/>
                <a:cs typeface="Corbel"/>
              </a:rPr>
              <a:t>registration</a:t>
            </a:r>
            <a:endParaRPr sz="900">
              <a:latin typeface="Corbel"/>
              <a:cs typeface="Corbel"/>
            </a:endParaRPr>
          </a:p>
          <a:p>
            <a:pPr marL="124460" indent="-111760">
              <a:lnSpc>
                <a:spcPts val="1045"/>
              </a:lnSpc>
              <a:buAutoNum type="arabicPeriod"/>
              <a:tabLst>
                <a:tab pos="124460" algn="l"/>
              </a:tabLst>
            </a:pPr>
            <a:r>
              <a:rPr sz="900" b="1" dirty="0">
                <a:latin typeface="Corbel"/>
                <a:cs typeface="Corbel"/>
              </a:rPr>
              <a:t>UAPL</a:t>
            </a:r>
            <a:r>
              <a:rPr sz="900" b="1" spc="-25" dirty="0">
                <a:latin typeface="Corbel"/>
                <a:cs typeface="Corbel"/>
              </a:rPr>
              <a:t> </a:t>
            </a:r>
            <a:r>
              <a:rPr sz="900" b="1" dirty="0">
                <a:latin typeface="Corbel"/>
                <a:cs typeface="Corbel"/>
              </a:rPr>
              <a:t>Class</a:t>
            </a:r>
            <a:r>
              <a:rPr sz="900" b="1" spc="-20" dirty="0">
                <a:latin typeface="Corbel"/>
                <a:cs typeface="Corbel"/>
              </a:rPr>
              <a:t> </a:t>
            </a:r>
            <a:r>
              <a:rPr sz="900" b="1" spc="-50" dirty="0">
                <a:latin typeface="Corbel"/>
                <a:cs typeface="Corbel"/>
              </a:rPr>
              <a:t>A</a:t>
            </a:r>
            <a:endParaRPr sz="900">
              <a:latin typeface="Corbel"/>
              <a:cs typeface="Corbel"/>
            </a:endParaRPr>
          </a:p>
          <a:p>
            <a:pPr>
              <a:lnSpc>
                <a:spcPct val="100000"/>
              </a:lnSpc>
              <a:spcBef>
                <a:spcPts val="795"/>
              </a:spcBef>
            </a:pPr>
            <a:endParaRPr sz="900">
              <a:latin typeface="Corbel"/>
              <a:cs typeface="Corbel"/>
            </a:endParaRPr>
          </a:p>
          <a:p>
            <a:pPr marL="136525" indent="-123825">
              <a:lnSpc>
                <a:spcPct val="100000"/>
              </a:lnSpc>
              <a:buAutoNum type="arabicPeriod"/>
              <a:tabLst>
                <a:tab pos="136525" algn="l"/>
              </a:tabLst>
            </a:pPr>
            <a:r>
              <a:rPr sz="1000" b="1" spc="-25" dirty="0">
                <a:latin typeface="Corbel"/>
                <a:cs typeface="Corbel"/>
              </a:rPr>
              <a:t>UOP</a:t>
            </a:r>
            <a:endParaRPr sz="1000">
              <a:latin typeface="Corbel"/>
              <a:cs typeface="Corbel"/>
            </a:endParaRPr>
          </a:p>
          <a:p>
            <a:pPr marL="136525" indent="-123825">
              <a:lnSpc>
                <a:spcPct val="100000"/>
              </a:lnSpc>
              <a:buAutoNum type="arabicPeriod"/>
              <a:tabLst>
                <a:tab pos="136525" algn="l"/>
              </a:tabLst>
            </a:pPr>
            <a:r>
              <a:rPr sz="1000" b="1" dirty="0">
                <a:latin typeface="Corbel"/>
                <a:cs typeface="Corbel"/>
              </a:rPr>
              <a:t>Class</a:t>
            </a:r>
            <a:r>
              <a:rPr sz="1000" b="1" spc="-25" dirty="0">
                <a:latin typeface="Corbel"/>
                <a:cs typeface="Corbel"/>
              </a:rPr>
              <a:t> </a:t>
            </a:r>
            <a:r>
              <a:rPr sz="1000" b="1" dirty="0">
                <a:latin typeface="Corbel"/>
                <a:cs typeface="Corbel"/>
              </a:rPr>
              <a:t>1</a:t>
            </a:r>
            <a:r>
              <a:rPr sz="1000" b="1" spc="-25" dirty="0">
                <a:latin typeface="Corbel"/>
                <a:cs typeface="Corbel"/>
              </a:rPr>
              <a:t> </a:t>
            </a:r>
            <a:r>
              <a:rPr sz="1000" b="1" dirty="0">
                <a:latin typeface="Corbel"/>
                <a:cs typeface="Corbel"/>
              </a:rPr>
              <a:t>Activity</a:t>
            </a:r>
            <a:r>
              <a:rPr sz="1000" b="1" spc="-25" dirty="0">
                <a:latin typeface="Corbel"/>
                <a:cs typeface="Corbel"/>
              </a:rPr>
              <a:t> </a:t>
            </a:r>
            <a:r>
              <a:rPr sz="1000" b="1" spc="-10" dirty="0">
                <a:latin typeface="Corbel"/>
                <a:cs typeface="Corbel"/>
              </a:rPr>
              <a:t>Permit</a:t>
            </a:r>
            <a:endParaRPr sz="1000">
              <a:latin typeface="Corbel"/>
              <a:cs typeface="Corbel"/>
            </a:endParaRPr>
          </a:p>
          <a:p>
            <a:pPr marL="134620" indent="-121920">
              <a:lnSpc>
                <a:spcPct val="100000"/>
              </a:lnSpc>
              <a:buAutoNum type="arabicPeriod"/>
              <a:tabLst>
                <a:tab pos="134620" algn="l"/>
              </a:tabLst>
            </a:pPr>
            <a:r>
              <a:rPr sz="1000" b="1" dirty="0">
                <a:latin typeface="Corbel"/>
                <a:cs typeface="Corbel"/>
              </a:rPr>
              <a:t>UA</a:t>
            </a:r>
            <a:r>
              <a:rPr sz="1000" b="1" spc="-25" dirty="0">
                <a:latin typeface="Corbel"/>
                <a:cs typeface="Corbel"/>
              </a:rPr>
              <a:t> </a:t>
            </a:r>
            <a:r>
              <a:rPr sz="1000" b="1" spc="-10" dirty="0">
                <a:latin typeface="Corbel"/>
                <a:cs typeface="Corbel"/>
              </a:rPr>
              <a:t>registration</a:t>
            </a:r>
            <a:endParaRPr sz="1000">
              <a:latin typeface="Corbel"/>
              <a:cs typeface="Corbel"/>
            </a:endParaRPr>
          </a:p>
          <a:p>
            <a:pPr marL="139700" indent="-127000">
              <a:lnSpc>
                <a:spcPct val="100000"/>
              </a:lnSpc>
              <a:buAutoNum type="arabicPeriod"/>
              <a:tabLst>
                <a:tab pos="139700" algn="l"/>
              </a:tabLst>
            </a:pPr>
            <a:r>
              <a:rPr sz="1000" b="1" dirty="0">
                <a:latin typeface="Corbel"/>
                <a:cs typeface="Corbel"/>
              </a:rPr>
              <a:t>UAPL</a:t>
            </a:r>
            <a:r>
              <a:rPr sz="1000" b="1" spc="-25" dirty="0">
                <a:latin typeface="Corbel"/>
                <a:cs typeface="Corbel"/>
              </a:rPr>
              <a:t> </a:t>
            </a:r>
            <a:r>
              <a:rPr sz="1000" b="1" dirty="0">
                <a:latin typeface="Corbel"/>
                <a:cs typeface="Corbel"/>
              </a:rPr>
              <a:t>Class</a:t>
            </a:r>
            <a:r>
              <a:rPr sz="1000" b="1" spc="-15" dirty="0">
                <a:latin typeface="Corbel"/>
                <a:cs typeface="Corbel"/>
              </a:rPr>
              <a:t> </a:t>
            </a:r>
            <a:r>
              <a:rPr sz="1000" b="1" dirty="0">
                <a:latin typeface="Corbel"/>
                <a:cs typeface="Corbel"/>
              </a:rPr>
              <a:t>A</a:t>
            </a:r>
            <a:r>
              <a:rPr sz="1000" b="1" spc="-15" dirty="0">
                <a:latin typeface="Corbel"/>
                <a:cs typeface="Corbel"/>
              </a:rPr>
              <a:t> </a:t>
            </a:r>
            <a:r>
              <a:rPr sz="1000" b="1" dirty="0">
                <a:latin typeface="Corbel"/>
                <a:cs typeface="Corbel"/>
              </a:rPr>
              <a:t>&amp;</a:t>
            </a:r>
            <a:r>
              <a:rPr sz="1000" b="1" spc="-25" dirty="0">
                <a:latin typeface="Corbel"/>
                <a:cs typeface="Corbel"/>
              </a:rPr>
              <a:t> </a:t>
            </a:r>
            <a:r>
              <a:rPr sz="1000" b="1" dirty="0">
                <a:latin typeface="Corbel"/>
                <a:cs typeface="Corbel"/>
              </a:rPr>
              <a:t>Class</a:t>
            </a:r>
            <a:r>
              <a:rPr sz="1000" b="1" spc="-20" dirty="0">
                <a:latin typeface="Corbel"/>
                <a:cs typeface="Corbel"/>
              </a:rPr>
              <a:t> </a:t>
            </a:r>
            <a:r>
              <a:rPr sz="1000" b="1" dirty="0">
                <a:latin typeface="Corbel"/>
                <a:cs typeface="Corbel"/>
              </a:rPr>
              <a:t>B</a:t>
            </a:r>
            <a:r>
              <a:rPr sz="1000" b="1" spc="-15" dirty="0">
                <a:latin typeface="Corbel"/>
                <a:cs typeface="Corbel"/>
              </a:rPr>
              <a:t> </a:t>
            </a:r>
            <a:r>
              <a:rPr sz="1000" b="1" dirty="0">
                <a:latin typeface="Corbel"/>
                <a:cs typeface="Corbel"/>
              </a:rPr>
              <a:t>(</a:t>
            </a:r>
            <a:r>
              <a:rPr sz="1000" b="1" spc="-25" dirty="0">
                <a:latin typeface="Corbel"/>
                <a:cs typeface="Corbel"/>
              </a:rPr>
              <a:t> </a:t>
            </a:r>
            <a:r>
              <a:rPr sz="1000" b="1" spc="-10" dirty="0">
                <a:latin typeface="Corbel"/>
                <a:cs typeface="Corbel"/>
              </a:rPr>
              <a:t>&gt;25kg)</a:t>
            </a:r>
            <a:endParaRPr sz="1000">
              <a:latin typeface="Corbel"/>
              <a:cs typeface="Corbel"/>
            </a:endParaRPr>
          </a:p>
        </p:txBody>
      </p:sp>
      <p:grpSp>
        <p:nvGrpSpPr>
          <p:cNvPr id="33" name="object 33"/>
          <p:cNvGrpSpPr/>
          <p:nvPr/>
        </p:nvGrpSpPr>
        <p:grpSpPr>
          <a:xfrm>
            <a:off x="65314" y="6432684"/>
            <a:ext cx="360045" cy="360045"/>
            <a:chOff x="65314" y="6432684"/>
            <a:chExt cx="360045" cy="360045"/>
          </a:xfrm>
        </p:grpSpPr>
        <p:sp>
          <p:nvSpPr>
            <p:cNvPr id="34" name="object 34"/>
            <p:cNvSpPr/>
            <p:nvPr/>
          </p:nvSpPr>
          <p:spPr>
            <a:xfrm>
              <a:off x="65314" y="6432684"/>
              <a:ext cx="360045" cy="360045"/>
            </a:xfrm>
            <a:custGeom>
              <a:avLst/>
              <a:gdLst/>
              <a:ahLst/>
              <a:cxnLst/>
              <a:rect l="l" t="t" r="r" b="b"/>
              <a:pathLst>
                <a:path w="360045" h="360045">
                  <a:moveTo>
                    <a:pt x="360000" y="0"/>
                  </a:moveTo>
                  <a:lnTo>
                    <a:pt x="0" y="0"/>
                  </a:lnTo>
                  <a:lnTo>
                    <a:pt x="0" y="360000"/>
                  </a:lnTo>
                  <a:lnTo>
                    <a:pt x="360000" y="360000"/>
                  </a:lnTo>
                  <a:lnTo>
                    <a:pt x="360000" y="315000"/>
                  </a:lnTo>
                  <a:lnTo>
                    <a:pt x="179999"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79999" y="45000"/>
                  </a:lnTo>
                  <a:lnTo>
                    <a:pt x="360000" y="45000"/>
                  </a:lnTo>
                  <a:lnTo>
                    <a:pt x="360000" y="0"/>
                  </a:lnTo>
                  <a:close/>
                </a:path>
                <a:path w="360045" h="360045">
                  <a:moveTo>
                    <a:pt x="360000" y="45000"/>
                  </a:moveTo>
                  <a:lnTo>
                    <a:pt x="179999" y="45000"/>
                  </a:lnTo>
                  <a:lnTo>
                    <a:pt x="222670" y="51882"/>
                  </a:lnTo>
                  <a:lnTo>
                    <a:pt x="259729" y="71047"/>
                  </a:lnTo>
                  <a:lnTo>
                    <a:pt x="288952" y="100270"/>
                  </a:lnTo>
                  <a:lnTo>
                    <a:pt x="308117" y="137329"/>
                  </a:lnTo>
                  <a:lnTo>
                    <a:pt x="314999" y="180000"/>
                  </a:lnTo>
                  <a:lnTo>
                    <a:pt x="308117" y="222670"/>
                  </a:lnTo>
                  <a:lnTo>
                    <a:pt x="288952" y="259729"/>
                  </a:lnTo>
                  <a:lnTo>
                    <a:pt x="259729" y="288952"/>
                  </a:lnTo>
                  <a:lnTo>
                    <a:pt x="222670" y="308117"/>
                  </a:lnTo>
                  <a:lnTo>
                    <a:pt x="179999" y="315000"/>
                  </a:lnTo>
                  <a:lnTo>
                    <a:pt x="360000" y="315000"/>
                  </a:lnTo>
                  <a:lnTo>
                    <a:pt x="360000" y="45000"/>
                  </a:lnTo>
                  <a:close/>
                </a:path>
              </a:pathLst>
            </a:custGeom>
            <a:solidFill>
              <a:srgbClr val="1CADE4"/>
            </a:solidFill>
          </p:spPr>
          <p:txBody>
            <a:bodyPr wrap="square" lIns="0" tIns="0" rIns="0" bIns="0" rtlCol="0"/>
            <a:lstStyle/>
            <a:p>
              <a:endParaRPr/>
            </a:p>
          </p:txBody>
        </p:sp>
        <p:sp>
          <p:nvSpPr>
            <p:cNvPr id="35" name="object 35"/>
            <p:cNvSpPr/>
            <p:nvPr/>
          </p:nvSpPr>
          <p:spPr>
            <a:xfrm>
              <a:off x="110314" y="6477684"/>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36" name="object 36"/>
            <p:cNvPicPr/>
            <p:nvPr/>
          </p:nvPicPr>
          <p:blipFill>
            <a:blip r:embed="rId5" cstate="print"/>
            <a:stretch>
              <a:fillRect/>
            </a:stretch>
          </p:blipFill>
          <p:spPr>
            <a:xfrm>
              <a:off x="194690" y="6486122"/>
              <a:ext cx="101249" cy="227812"/>
            </a:xfrm>
            <a:prstGeom prst="rect">
              <a:avLst/>
            </a:prstGeom>
          </p:spPr>
        </p:pic>
      </p:grpSp>
      <p:sp>
        <p:nvSpPr>
          <p:cNvPr id="37" name="object 37"/>
          <p:cNvSpPr/>
          <p:nvPr/>
        </p:nvSpPr>
        <p:spPr>
          <a:xfrm>
            <a:off x="6405651" y="2886709"/>
            <a:ext cx="5096510" cy="3909060"/>
          </a:xfrm>
          <a:custGeom>
            <a:avLst/>
            <a:gdLst/>
            <a:ahLst/>
            <a:cxnLst/>
            <a:rect l="l" t="t" r="r" b="b"/>
            <a:pathLst>
              <a:path w="5096509" h="3909059">
                <a:moveTo>
                  <a:pt x="5096141" y="3907790"/>
                </a:moveTo>
                <a:lnTo>
                  <a:pt x="0" y="3907790"/>
                </a:lnTo>
                <a:lnTo>
                  <a:pt x="0" y="3909060"/>
                </a:lnTo>
                <a:lnTo>
                  <a:pt x="5096141" y="3909060"/>
                </a:lnTo>
                <a:lnTo>
                  <a:pt x="5096141" y="3907790"/>
                </a:lnTo>
                <a:close/>
              </a:path>
              <a:path w="5096509" h="3909059">
                <a:moveTo>
                  <a:pt x="5096141" y="0"/>
                </a:moveTo>
                <a:lnTo>
                  <a:pt x="1974672" y="0"/>
                </a:lnTo>
                <a:lnTo>
                  <a:pt x="1974672" y="1885950"/>
                </a:lnTo>
                <a:lnTo>
                  <a:pt x="0" y="1885950"/>
                </a:lnTo>
                <a:lnTo>
                  <a:pt x="0" y="2786380"/>
                </a:lnTo>
                <a:lnTo>
                  <a:pt x="5096141" y="2786380"/>
                </a:lnTo>
                <a:lnTo>
                  <a:pt x="5096141" y="1885950"/>
                </a:lnTo>
                <a:lnTo>
                  <a:pt x="5096141" y="0"/>
                </a:lnTo>
                <a:close/>
              </a:path>
            </a:pathLst>
          </a:custGeom>
          <a:solidFill>
            <a:srgbClr val="FF0000">
              <a:alpha val="39999"/>
            </a:srgbClr>
          </a:solidFill>
        </p:spPr>
        <p:txBody>
          <a:bodyPr wrap="square" lIns="0" tIns="0" rIns="0" bIns="0" rtlCol="0"/>
          <a:lstStyle/>
          <a:p>
            <a:endParaRPr/>
          </a:p>
        </p:txBody>
      </p:sp>
      <p:sp>
        <p:nvSpPr>
          <p:cNvPr id="38" name="object 38"/>
          <p:cNvSpPr txBox="1"/>
          <p:nvPr/>
        </p:nvSpPr>
        <p:spPr>
          <a:xfrm>
            <a:off x="8459071" y="3658108"/>
            <a:ext cx="1391920" cy="635000"/>
          </a:xfrm>
          <a:prstGeom prst="rect">
            <a:avLst/>
          </a:prstGeom>
        </p:spPr>
        <p:txBody>
          <a:bodyPr vert="horz" wrap="square" lIns="0" tIns="12700" rIns="0" bIns="0" rtlCol="0">
            <a:spAutoFit/>
          </a:bodyPr>
          <a:lstStyle/>
          <a:p>
            <a:pPr marL="136525" indent="-123825">
              <a:lnSpc>
                <a:spcPct val="100000"/>
              </a:lnSpc>
              <a:spcBef>
                <a:spcPts val="100"/>
              </a:spcBef>
              <a:buAutoNum type="arabicPeriod"/>
              <a:tabLst>
                <a:tab pos="136525" algn="l"/>
              </a:tabLst>
            </a:pPr>
            <a:r>
              <a:rPr sz="1000" b="1" dirty="0">
                <a:latin typeface="Corbel"/>
                <a:cs typeface="Corbel"/>
              </a:rPr>
              <a:t>Operator</a:t>
            </a:r>
            <a:r>
              <a:rPr sz="1000" b="1" spc="-40" dirty="0">
                <a:latin typeface="Corbel"/>
                <a:cs typeface="Corbel"/>
              </a:rPr>
              <a:t> </a:t>
            </a:r>
            <a:r>
              <a:rPr sz="1000" b="1" spc="-10" dirty="0">
                <a:latin typeface="Corbel"/>
                <a:cs typeface="Corbel"/>
              </a:rPr>
              <a:t>Permit</a:t>
            </a:r>
            <a:endParaRPr sz="1000">
              <a:latin typeface="Corbel"/>
              <a:cs typeface="Corbel"/>
            </a:endParaRPr>
          </a:p>
          <a:p>
            <a:pPr marL="136525" indent="-123825">
              <a:lnSpc>
                <a:spcPct val="100000"/>
              </a:lnSpc>
              <a:buAutoNum type="arabicPeriod"/>
              <a:tabLst>
                <a:tab pos="136525" algn="l"/>
              </a:tabLst>
            </a:pPr>
            <a:r>
              <a:rPr sz="1000" b="1" dirty="0">
                <a:latin typeface="Corbel"/>
                <a:cs typeface="Corbel"/>
              </a:rPr>
              <a:t>Class</a:t>
            </a:r>
            <a:r>
              <a:rPr sz="1000" b="1" spc="-25" dirty="0">
                <a:latin typeface="Corbel"/>
                <a:cs typeface="Corbel"/>
              </a:rPr>
              <a:t> </a:t>
            </a:r>
            <a:r>
              <a:rPr sz="1000" b="1" dirty="0">
                <a:latin typeface="Corbel"/>
                <a:cs typeface="Corbel"/>
              </a:rPr>
              <a:t>1</a:t>
            </a:r>
            <a:r>
              <a:rPr sz="1000" b="1" spc="-25" dirty="0">
                <a:latin typeface="Corbel"/>
                <a:cs typeface="Corbel"/>
              </a:rPr>
              <a:t> </a:t>
            </a:r>
            <a:r>
              <a:rPr sz="1000" b="1" dirty="0">
                <a:latin typeface="Corbel"/>
                <a:cs typeface="Corbel"/>
              </a:rPr>
              <a:t>Activity</a:t>
            </a:r>
            <a:r>
              <a:rPr sz="1000" b="1" spc="-25" dirty="0">
                <a:latin typeface="Corbel"/>
                <a:cs typeface="Corbel"/>
              </a:rPr>
              <a:t> </a:t>
            </a:r>
            <a:r>
              <a:rPr sz="1000" b="1" spc="-10" dirty="0">
                <a:latin typeface="Corbel"/>
                <a:cs typeface="Corbel"/>
              </a:rPr>
              <a:t>Permit</a:t>
            </a:r>
            <a:endParaRPr sz="1000">
              <a:latin typeface="Corbel"/>
              <a:cs typeface="Corbel"/>
            </a:endParaRPr>
          </a:p>
          <a:p>
            <a:pPr marL="134620" indent="-121920">
              <a:lnSpc>
                <a:spcPct val="100000"/>
              </a:lnSpc>
              <a:buAutoNum type="arabicPeriod"/>
              <a:tabLst>
                <a:tab pos="134620" algn="l"/>
              </a:tabLst>
            </a:pPr>
            <a:r>
              <a:rPr sz="1000" b="1" dirty="0">
                <a:latin typeface="Corbel"/>
                <a:cs typeface="Corbel"/>
              </a:rPr>
              <a:t>UA</a:t>
            </a:r>
            <a:r>
              <a:rPr sz="1000" b="1" spc="-25" dirty="0">
                <a:latin typeface="Corbel"/>
                <a:cs typeface="Corbel"/>
              </a:rPr>
              <a:t> </a:t>
            </a:r>
            <a:r>
              <a:rPr sz="1000" b="1" spc="-10" dirty="0">
                <a:latin typeface="Corbel"/>
                <a:cs typeface="Corbel"/>
              </a:rPr>
              <a:t>registration</a:t>
            </a:r>
            <a:endParaRPr sz="1000">
              <a:latin typeface="Corbel"/>
              <a:cs typeface="Corbel"/>
            </a:endParaRPr>
          </a:p>
          <a:p>
            <a:pPr marL="139700" indent="-127000">
              <a:lnSpc>
                <a:spcPct val="100000"/>
              </a:lnSpc>
              <a:buAutoNum type="arabicPeriod"/>
              <a:tabLst>
                <a:tab pos="139700" algn="l"/>
              </a:tabLst>
            </a:pPr>
            <a:r>
              <a:rPr sz="1000" b="1" dirty="0">
                <a:latin typeface="Corbel"/>
                <a:cs typeface="Corbel"/>
              </a:rPr>
              <a:t>UAPL</a:t>
            </a:r>
            <a:r>
              <a:rPr sz="1000" b="1" spc="-25" dirty="0">
                <a:latin typeface="Corbel"/>
                <a:cs typeface="Corbel"/>
              </a:rPr>
              <a:t> </a:t>
            </a:r>
            <a:r>
              <a:rPr sz="1000" b="1" dirty="0">
                <a:latin typeface="Corbel"/>
                <a:cs typeface="Corbel"/>
              </a:rPr>
              <a:t>Class</a:t>
            </a:r>
            <a:r>
              <a:rPr sz="1000" b="1" spc="-15" dirty="0">
                <a:latin typeface="Corbel"/>
                <a:cs typeface="Corbel"/>
              </a:rPr>
              <a:t> </a:t>
            </a:r>
            <a:r>
              <a:rPr sz="1000" b="1" dirty="0">
                <a:latin typeface="Corbel"/>
                <a:cs typeface="Corbel"/>
              </a:rPr>
              <a:t>A</a:t>
            </a:r>
            <a:r>
              <a:rPr sz="1000" b="1" spc="165" dirty="0">
                <a:latin typeface="Corbel"/>
                <a:cs typeface="Corbel"/>
              </a:rPr>
              <a:t> </a:t>
            </a:r>
            <a:r>
              <a:rPr sz="1000" b="1" dirty="0">
                <a:latin typeface="Corbel"/>
                <a:cs typeface="Corbel"/>
              </a:rPr>
              <a:t>(</a:t>
            </a:r>
            <a:r>
              <a:rPr sz="1000" b="1" spc="-30" dirty="0">
                <a:latin typeface="Corbel"/>
                <a:cs typeface="Corbel"/>
              </a:rPr>
              <a:t> </a:t>
            </a:r>
            <a:r>
              <a:rPr sz="1000" b="1" dirty="0">
                <a:latin typeface="Corbel"/>
                <a:cs typeface="Corbel"/>
              </a:rPr>
              <a:t>≤25kg</a:t>
            </a:r>
            <a:r>
              <a:rPr sz="1000" b="1" spc="-20" dirty="0">
                <a:latin typeface="Corbel"/>
                <a:cs typeface="Corbel"/>
              </a:rPr>
              <a:t> </a:t>
            </a:r>
            <a:r>
              <a:rPr sz="1000" b="1" spc="-50" dirty="0">
                <a:latin typeface="Corbel"/>
                <a:cs typeface="Corbel"/>
              </a:rPr>
              <a:t>)</a:t>
            </a:r>
            <a:endParaRPr sz="1000">
              <a:latin typeface="Corbel"/>
              <a:cs typeface="Corbel"/>
            </a:endParaRPr>
          </a:p>
        </p:txBody>
      </p:sp>
      <p:grpSp>
        <p:nvGrpSpPr>
          <p:cNvPr id="39" name="object 39"/>
          <p:cNvGrpSpPr/>
          <p:nvPr/>
        </p:nvGrpSpPr>
        <p:grpSpPr>
          <a:xfrm>
            <a:off x="1554480" y="79247"/>
            <a:ext cx="6132830" cy="573405"/>
            <a:chOff x="1554480" y="79247"/>
            <a:chExt cx="6132830" cy="573405"/>
          </a:xfrm>
        </p:grpSpPr>
        <p:pic>
          <p:nvPicPr>
            <p:cNvPr id="40" name="object 40"/>
            <p:cNvPicPr/>
            <p:nvPr/>
          </p:nvPicPr>
          <p:blipFill>
            <a:blip r:embed="rId6" cstate="print"/>
            <a:stretch>
              <a:fillRect/>
            </a:stretch>
          </p:blipFill>
          <p:spPr>
            <a:xfrm>
              <a:off x="1554480" y="79247"/>
              <a:ext cx="5666232" cy="573024"/>
            </a:xfrm>
            <a:prstGeom prst="rect">
              <a:avLst/>
            </a:prstGeom>
          </p:spPr>
        </p:pic>
        <p:pic>
          <p:nvPicPr>
            <p:cNvPr id="41" name="object 41"/>
            <p:cNvPicPr/>
            <p:nvPr/>
          </p:nvPicPr>
          <p:blipFill>
            <a:blip r:embed="rId7" cstate="print"/>
            <a:stretch>
              <a:fillRect/>
            </a:stretch>
          </p:blipFill>
          <p:spPr>
            <a:xfrm>
              <a:off x="6876288" y="79247"/>
              <a:ext cx="429768" cy="573024"/>
            </a:xfrm>
            <a:prstGeom prst="rect">
              <a:avLst/>
            </a:prstGeom>
          </p:spPr>
        </p:pic>
        <p:pic>
          <p:nvPicPr>
            <p:cNvPr id="42" name="object 42"/>
            <p:cNvPicPr/>
            <p:nvPr/>
          </p:nvPicPr>
          <p:blipFill>
            <a:blip r:embed="rId8" cstate="print"/>
            <a:stretch>
              <a:fillRect/>
            </a:stretch>
          </p:blipFill>
          <p:spPr>
            <a:xfrm>
              <a:off x="6961632" y="79247"/>
              <a:ext cx="725424" cy="573024"/>
            </a:xfrm>
            <a:prstGeom prst="rect">
              <a:avLst/>
            </a:prstGeom>
          </p:spPr>
        </p:pic>
      </p:grpSp>
      <p:sp>
        <p:nvSpPr>
          <p:cNvPr id="43" name="object 43"/>
          <p:cNvSpPr txBox="1">
            <a:spLocks noGrp="1"/>
          </p:cNvSpPr>
          <p:nvPr>
            <p:ph type="title"/>
          </p:nvPr>
        </p:nvSpPr>
        <p:spPr>
          <a:xfrm>
            <a:off x="1699682" y="135635"/>
            <a:ext cx="5814695" cy="330200"/>
          </a:xfrm>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6132830" cy="573405"/>
            <a:chOff x="1417319" y="414527"/>
            <a:chExt cx="6132830" cy="573405"/>
          </a:xfrm>
        </p:grpSpPr>
        <p:pic>
          <p:nvPicPr>
            <p:cNvPr id="4" name="object 4"/>
            <p:cNvPicPr/>
            <p:nvPr/>
          </p:nvPicPr>
          <p:blipFill>
            <a:blip r:embed="rId2" cstate="print"/>
            <a:stretch>
              <a:fillRect/>
            </a:stretch>
          </p:blipFill>
          <p:spPr>
            <a:xfrm>
              <a:off x="1417319" y="414527"/>
              <a:ext cx="5666232" cy="573024"/>
            </a:xfrm>
            <a:prstGeom prst="rect">
              <a:avLst/>
            </a:prstGeom>
          </p:spPr>
        </p:pic>
        <p:pic>
          <p:nvPicPr>
            <p:cNvPr id="5" name="object 5"/>
            <p:cNvPicPr/>
            <p:nvPr/>
          </p:nvPicPr>
          <p:blipFill>
            <a:blip r:embed="rId3" cstate="print"/>
            <a:stretch>
              <a:fillRect/>
            </a:stretch>
          </p:blipFill>
          <p:spPr>
            <a:xfrm>
              <a:off x="6739128" y="414527"/>
              <a:ext cx="429768" cy="573024"/>
            </a:xfrm>
            <a:prstGeom prst="rect">
              <a:avLst/>
            </a:prstGeom>
          </p:spPr>
        </p:pic>
        <p:pic>
          <p:nvPicPr>
            <p:cNvPr id="6" name="object 6"/>
            <p:cNvPicPr/>
            <p:nvPr/>
          </p:nvPicPr>
          <p:blipFill>
            <a:blip r:embed="rId4" cstate="print"/>
            <a:stretch>
              <a:fillRect/>
            </a:stretch>
          </p:blipFill>
          <p:spPr>
            <a:xfrm>
              <a:off x="6824472" y="4145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9" y="1455646"/>
            <a:ext cx="10187305" cy="3373120"/>
          </a:xfrm>
          <a:prstGeom prst="rect">
            <a:avLst/>
          </a:prstGeom>
        </p:spPr>
        <p:txBody>
          <a:bodyPr vert="horz" wrap="square" lIns="0" tIns="152400" rIns="0" bIns="0" rtlCol="0">
            <a:spAutoFit/>
          </a:bodyPr>
          <a:lstStyle/>
          <a:p>
            <a:pPr marL="12700">
              <a:lnSpc>
                <a:spcPct val="100000"/>
              </a:lnSpc>
              <a:spcBef>
                <a:spcPts val="1200"/>
              </a:spcBef>
            </a:pPr>
            <a:r>
              <a:rPr sz="2000" b="1" dirty="0">
                <a:latin typeface="Corbel"/>
                <a:cs typeface="Corbel"/>
              </a:rPr>
              <a:t>Activities</a:t>
            </a:r>
            <a:r>
              <a:rPr sz="2000" b="1" spc="-35" dirty="0">
                <a:latin typeface="Corbel"/>
                <a:cs typeface="Corbel"/>
              </a:rPr>
              <a:t> </a:t>
            </a:r>
            <a:r>
              <a:rPr sz="2000" b="1" dirty="0">
                <a:latin typeface="Corbel"/>
                <a:cs typeface="Corbel"/>
              </a:rPr>
              <a:t>excluded</a:t>
            </a:r>
            <a:r>
              <a:rPr sz="2000" b="1" spc="-40" dirty="0">
                <a:latin typeface="Corbel"/>
                <a:cs typeface="Corbel"/>
              </a:rPr>
              <a:t> </a:t>
            </a:r>
            <a:r>
              <a:rPr sz="2000" b="1" dirty="0">
                <a:latin typeface="Corbel"/>
                <a:cs typeface="Corbel"/>
              </a:rPr>
              <a:t>from</a:t>
            </a:r>
            <a:r>
              <a:rPr sz="2000" b="1" spc="-35" dirty="0">
                <a:latin typeface="Corbel"/>
                <a:cs typeface="Corbel"/>
              </a:rPr>
              <a:t> </a:t>
            </a:r>
            <a:r>
              <a:rPr sz="2000" b="1" dirty="0">
                <a:latin typeface="Corbel"/>
                <a:cs typeface="Corbel"/>
              </a:rPr>
              <a:t>permit</a:t>
            </a:r>
            <a:r>
              <a:rPr sz="2000" b="1" spc="345" dirty="0">
                <a:latin typeface="Corbel"/>
                <a:cs typeface="Corbel"/>
              </a:rPr>
              <a:t> </a:t>
            </a:r>
            <a:r>
              <a:rPr sz="2000" b="1" spc="-10" dirty="0">
                <a:latin typeface="Corbel"/>
                <a:cs typeface="Corbel"/>
              </a:rPr>
              <a:t>requirements</a:t>
            </a:r>
            <a:endParaRPr sz="2000">
              <a:latin typeface="Corbel"/>
              <a:cs typeface="Corbel"/>
            </a:endParaRPr>
          </a:p>
          <a:p>
            <a:pPr marL="12700" marR="358775" indent="208915">
              <a:lnSpc>
                <a:spcPct val="102200"/>
              </a:lnSpc>
              <a:spcBef>
                <a:spcPts val="944"/>
              </a:spcBef>
              <a:buAutoNum type="arabicPeriod" startAt="3"/>
              <a:tabLst>
                <a:tab pos="221615" algn="l"/>
              </a:tabLst>
            </a:pPr>
            <a:r>
              <a:rPr sz="1800" dirty="0">
                <a:latin typeface="Corbel"/>
                <a:cs typeface="Corbel"/>
              </a:rPr>
              <a:t>Nothing</a:t>
            </a:r>
            <a:r>
              <a:rPr sz="1800" spc="-30" dirty="0">
                <a:latin typeface="Corbel"/>
                <a:cs typeface="Corbel"/>
              </a:rPr>
              <a:t> </a:t>
            </a:r>
            <a:r>
              <a:rPr sz="1800" dirty="0">
                <a:latin typeface="Corbel"/>
                <a:cs typeface="Corbel"/>
              </a:rPr>
              <a:t>in</a:t>
            </a:r>
            <a:r>
              <a:rPr sz="1800" spc="-20" dirty="0">
                <a:latin typeface="Corbel"/>
                <a:cs typeface="Corbel"/>
              </a:rPr>
              <a:t> </a:t>
            </a:r>
            <a:r>
              <a:rPr sz="1800" dirty="0">
                <a:latin typeface="Corbel"/>
                <a:cs typeface="Corbel"/>
              </a:rPr>
              <a:t>these</a:t>
            </a:r>
            <a:r>
              <a:rPr sz="1800" spc="-15" dirty="0">
                <a:latin typeface="Corbel"/>
                <a:cs typeface="Corbel"/>
              </a:rPr>
              <a:t> </a:t>
            </a:r>
            <a:r>
              <a:rPr sz="1800" spc="-10" dirty="0">
                <a:latin typeface="Corbel"/>
                <a:cs typeface="Corbel"/>
              </a:rPr>
              <a:t>Regulations</a:t>
            </a:r>
            <a:r>
              <a:rPr sz="1800" spc="-25" dirty="0">
                <a:latin typeface="Corbel"/>
                <a:cs typeface="Corbel"/>
              </a:rPr>
              <a:t> </a:t>
            </a:r>
            <a:r>
              <a:rPr sz="1800" dirty="0">
                <a:latin typeface="Corbel"/>
                <a:cs typeface="Corbel"/>
              </a:rPr>
              <a:t>applies</a:t>
            </a:r>
            <a:r>
              <a:rPr sz="1800" spc="-30"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require</a:t>
            </a:r>
            <a:r>
              <a:rPr sz="1800" spc="-15" dirty="0">
                <a:latin typeface="Corbel"/>
                <a:cs typeface="Corbel"/>
              </a:rPr>
              <a:t> </a:t>
            </a:r>
            <a:r>
              <a:rPr sz="1800" dirty="0">
                <a:latin typeface="Corbel"/>
                <a:cs typeface="Corbel"/>
              </a:rPr>
              <a:t>a</a:t>
            </a:r>
            <a:r>
              <a:rPr sz="1800" spc="-20" dirty="0">
                <a:latin typeface="Corbel"/>
                <a:cs typeface="Corbel"/>
              </a:rPr>
              <a:t> </a:t>
            </a:r>
            <a:r>
              <a:rPr sz="1800" dirty="0">
                <a:latin typeface="Corbel"/>
                <a:cs typeface="Corbel"/>
              </a:rPr>
              <a:t>person</a:t>
            </a:r>
            <a:r>
              <a:rPr sz="1800" spc="-20"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obtain</a:t>
            </a:r>
            <a:r>
              <a:rPr sz="1800" spc="-20" dirty="0">
                <a:latin typeface="Corbel"/>
                <a:cs typeface="Corbel"/>
              </a:rPr>
              <a:t> </a:t>
            </a:r>
            <a:r>
              <a:rPr sz="1800" dirty="0">
                <a:latin typeface="Corbel"/>
                <a:cs typeface="Corbel"/>
              </a:rPr>
              <a:t>a</a:t>
            </a:r>
            <a:r>
              <a:rPr sz="1800" spc="-15" dirty="0">
                <a:latin typeface="Corbel"/>
                <a:cs typeface="Corbel"/>
              </a:rPr>
              <a:t> </a:t>
            </a:r>
            <a:r>
              <a:rPr sz="1800" b="1" dirty="0">
                <a:latin typeface="Corbel"/>
                <a:cs typeface="Corbel"/>
              </a:rPr>
              <a:t>UA</a:t>
            </a:r>
            <a:r>
              <a:rPr sz="1800" b="1" spc="-15" dirty="0">
                <a:latin typeface="Corbel"/>
                <a:cs typeface="Corbel"/>
              </a:rPr>
              <a:t> </a:t>
            </a:r>
            <a:r>
              <a:rPr sz="1800" b="1" dirty="0">
                <a:latin typeface="Corbel"/>
                <a:cs typeface="Corbel"/>
              </a:rPr>
              <a:t>operator</a:t>
            </a:r>
            <a:r>
              <a:rPr sz="1800" b="1" spc="-25" dirty="0">
                <a:latin typeface="Corbel"/>
                <a:cs typeface="Corbel"/>
              </a:rPr>
              <a:t> </a:t>
            </a:r>
            <a:r>
              <a:rPr sz="1800" b="1" dirty="0">
                <a:latin typeface="Corbel"/>
                <a:cs typeface="Corbel"/>
              </a:rPr>
              <a:t>permit</a:t>
            </a:r>
            <a:r>
              <a:rPr sz="1800" b="1" spc="-15" dirty="0">
                <a:latin typeface="Corbel"/>
                <a:cs typeface="Corbel"/>
              </a:rPr>
              <a:t> </a:t>
            </a:r>
            <a:r>
              <a:rPr sz="1800" dirty="0">
                <a:latin typeface="Corbel"/>
                <a:cs typeface="Corbel"/>
              </a:rPr>
              <a:t>or</a:t>
            </a:r>
            <a:r>
              <a:rPr sz="1800" spc="-20" dirty="0">
                <a:latin typeface="Corbel"/>
                <a:cs typeface="Corbel"/>
              </a:rPr>
              <a:t> </a:t>
            </a:r>
            <a:r>
              <a:rPr sz="1800" dirty="0">
                <a:latin typeface="Corbel"/>
                <a:cs typeface="Corbel"/>
              </a:rPr>
              <a:t>an</a:t>
            </a:r>
            <a:r>
              <a:rPr sz="1800" spc="-25" dirty="0">
                <a:latin typeface="Corbel"/>
                <a:cs typeface="Corbel"/>
              </a:rPr>
              <a:t> </a:t>
            </a:r>
            <a:r>
              <a:rPr sz="1800" b="1" spc="-10" dirty="0">
                <a:latin typeface="Corbel"/>
                <a:cs typeface="Corbel"/>
              </a:rPr>
              <a:t>activity </a:t>
            </a:r>
            <a:r>
              <a:rPr sz="1800" b="1" dirty="0">
                <a:latin typeface="Corbel"/>
                <a:cs typeface="Corbel"/>
              </a:rPr>
              <a:t>permit</a:t>
            </a:r>
            <a:r>
              <a:rPr sz="1800" b="1" spc="-60" dirty="0">
                <a:latin typeface="Corbel"/>
                <a:cs typeface="Corbel"/>
              </a:rPr>
              <a:t> </a:t>
            </a:r>
            <a:r>
              <a:rPr sz="1800" dirty="0">
                <a:latin typeface="Corbel"/>
                <a:cs typeface="Corbel"/>
              </a:rPr>
              <a:t>before</a:t>
            </a:r>
            <a:r>
              <a:rPr sz="1800" spc="-50" dirty="0">
                <a:latin typeface="Corbel"/>
                <a:cs typeface="Corbel"/>
              </a:rPr>
              <a:t> </a:t>
            </a:r>
            <a:r>
              <a:rPr sz="1800" dirty="0">
                <a:latin typeface="Corbel"/>
                <a:cs typeface="Corbel"/>
              </a:rPr>
              <a:t>operating</a:t>
            </a:r>
            <a:r>
              <a:rPr sz="1800" spc="-60" dirty="0">
                <a:latin typeface="Corbel"/>
                <a:cs typeface="Corbel"/>
              </a:rPr>
              <a:t> </a:t>
            </a:r>
            <a:r>
              <a:rPr sz="1800" spc="-50" dirty="0">
                <a:latin typeface="Corbel"/>
                <a:cs typeface="Corbel"/>
              </a:rPr>
              <a:t>—</a:t>
            </a:r>
            <a:endParaRPr sz="1800">
              <a:latin typeface="Corbel"/>
              <a:cs typeface="Corbel"/>
            </a:endParaRPr>
          </a:p>
          <a:p>
            <a:pPr marL="725170" lvl="1" indent="-255270">
              <a:lnSpc>
                <a:spcPct val="100000"/>
              </a:lnSpc>
              <a:spcBef>
                <a:spcPts val="944"/>
              </a:spcBef>
              <a:buAutoNum type="alphaLcParenBoth"/>
              <a:tabLst>
                <a:tab pos="725170" algn="l"/>
              </a:tabLst>
            </a:pPr>
            <a:r>
              <a:rPr sz="1600" dirty="0">
                <a:latin typeface="Corbel"/>
                <a:cs typeface="Corbel"/>
              </a:rPr>
              <a:t>An</a:t>
            </a:r>
            <a:r>
              <a:rPr sz="1600" spc="-20" dirty="0">
                <a:latin typeface="Corbel"/>
                <a:cs typeface="Corbel"/>
              </a:rPr>
              <a:t> </a:t>
            </a:r>
            <a:r>
              <a:rPr sz="1600" dirty="0">
                <a:latin typeface="Corbel"/>
                <a:cs typeface="Corbel"/>
              </a:rPr>
              <a:t>unmanned</a:t>
            </a:r>
            <a:r>
              <a:rPr sz="1600" spc="-20" dirty="0">
                <a:latin typeface="Corbel"/>
                <a:cs typeface="Corbel"/>
              </a:rPr>
              <a:t> </a:t>
            </a:r>
            <a:r>
              <a:rPr sz="1600" dirty="0">
                <a:latin typeface="Corbel"/>
                <a:cs typeface="Corbel"/>
              </a:rPr>
              <a:t>aircraft</a:t>
            </a:r>
            <a:r>
              <a:rPr sz="1600" spc="-3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fly</a:t>
            </a:r>
            <a:r>
              <a:rPr sz="1600" spc="-25" dirty="0">
                <a:latin typeface="Corbel"/>
                <a:cs typeface="Corbel"/>
              </a:rPr>
              <a:t> </a:t>
            </a:r>
            <a:r>
              <a:rPr sz="1600" dirty="0">
                <a:latin typeface="Corbel"/>
                <a:cs typeface="Corbel"/>
              </a:rPr>
              <a:t>outside</a:t>
            </a:r>
            <a:r>
              <a:rPr sz="1600" spc="-20" dirty="0">
                <a:latin typeface="Corbel"/>
                <a:cs typeface="Corbel"/>
              </a:rPr>
              <a:t> </a:t>
            </a:r>
            <a:r>
              <a:rPr sz="1600" dirty="0">
                <a:latin typeface="Corbel"/>
                <a:cs typeface="Corbel"/>
              </a:rPr>
              <a:t>of</a:t>
            </a:r>
            <a:r>
              <a:rPr sz="1600" spc="-55" dirty="0">
                <a:latin typeface="Corbel"/>
                <a:cs typeface="Corbel"/>
              </a:rPr>
              <a:t> </a:t>
            </a:r>
            <a:r>
              <a:rPr sz="1600" spc="-10" dirty="0">
                <a:latin typeface="Corbel"/>
                <a:cs typeface="Corbel"/>
              </a:rPr>
              <a:t>Singapore;</a:t>
            </a:r>
            <a:endParaRPr sz="1600">
              <a:latin typeface="Corbel"/>
              <a:cs typeface="Corbel"/>
            </a:endParaRPr>
          </a:p>
          <a:p>
            <a:pPr marL="720090" lvl="1" indent="-250190">
              <a:lnSpc>
                <a:spcPct val="100000"/>
              </a:lnSpc>
              <a:spcBef>
                <a:spcPts val="960"/>
              </a:spcBef>
              <a:buAutoNum type="alphaLcParenBoth"/>
              <a:tabLst>
                <a:tab pos="720090" algn="l"/>
              </a:tabLst>
            </a:pPr>
            <a:r>
              <a:rPr sz="1600" dirty="0">
                <a:latin typeface="Corbel"/>
                <a:cs typeface="Corbel"/>
              </a:rPr>
              <a:t>An</a:t>
            </a:r>
            <a:r>
              <a:rPr sz="1600" spc="-15" dirty="0">
                <a:latin typeface="Corbel"/>
                <a:cs typeface="Corbel"/>
              </a:rPr>
              <a:t> </a:t>
            </a:r>
            <a:r>
              <a:rPr sz="1600" dirty="0">
                <a:latin typeface="Corbel"/>
                <a:cs typeface="Corbel"/>
              </a:rPr>
              <a:t>unmanned</a:t>
            </a:r>
            <a:r>
              <a:rPr sz="1600" spc="-20" dirty="0">
                <a:latin typeface="Corbel"/>
                <a:cs typeface="Corbel"/>
              </a:rPr>
              <a:t> </a:t>
            </a:r>
            <a:r>
              <a:rPr sz="1600" dirty="0">
                <a:latin typeface="Corbel"/>
                <a:cs typeface="Corbel"/>
              </a:rPr>
              <a:t>aircraft</a:t>
            </a:r>
            <a:r>
              <a:rPr sz="1600" spc="-30"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fly</a:t>
            </a:r>
            <a:r>
              <a:rPr sz="1600" spc="-25" dirty="0">
                <a:latin typeface="Corbel"/>
                <a:cs typeface="Corbel"/>
              </a:rPr>
              <a:t> </a:t>
            </a:r>
            <a:r>
              <a:rPr sz="1600" dirty="0">
                <a:latin typeface="Corbel"/>
                <a:cs typeface="Corbel"/>
              </a:rPr>
              <a:t>indoors</a:t>
            </a:r>
            <a:r>
              <a:rPr sz="1600" spc="-15" dirty="0">
                <a:latin typeface="Corbel"/>
                <a:cs typeface="Corbel"/>
              </a:rPr>
              <a:t> </a:t>
            </a:r>
            <a:r>
              <a:rPr sz="1600" dirty="0">
                <a:latin typeface="Corbel"/>
                <a:cs typeface="Corbel"/>
              </a:rPr>
              <a:t>for</a:t>
            </a:r>
            <a:r>
              <a:rPr sz="1600" spc="-20" dirty="0">
                <a:latin typeface="Corbel"/>
                <a:cs typeface="Corbel"/>
              </a:rPr>
              <a:t> </a:t>
            </a:r>
            <a:r>
              <a:rPr sz="1600" dirty="0">
                <a:latin typeface="Corbel"/>
                <a:cs typeface="Corbel"/>
              </a:rPr>
              <a:t>any</a:t>
            </a:r>
            <a:r>
              <a:rPr sz="1600" spc="-25" dirty="0">
                <a:latin typeface="Corbel"/>
                <a:cs typeface="Corbel"/>
              </a:rPr>
              <a:t> </a:t>
            </a:r>
            <a:r>
              <a:rPr sz="1600" dirty="0">
                <a:latin typeface="Corbel"/>
                <a:cs typeface="Corbel"/>
              </a:rPr>
              <a:t>purpose</a:t>
            </a:r>
            <a:r>
              <a:rPr sz="1600" spc="-20" dirty="0">
                <a:latin typeface="Corbel"/>
                <a:cs typeface="Corbel"/>
              </a:rPr>
              <a:t> </a:t>
            </a:r>
            <a:r>
              <a:rPr sz="1600" dirty="0">
                <a:latin typeface="Corbel"/>
                <a:cs typeface="Corbel"/>
              </a:rPr>
              <a:t>unless</a:t>
            </a:r>
            <a:r>
              <a:rPr sz="1600" spc="-20" dirty="0">
                <a:latin typeface="Corbel"/>
                <a:cs typeface="Corbel"/>
              </a:rPr>
              <a:t> </a:t>
            </a:r>
            <a:r>
              <a:rPr sz="1600" dirty="0">
                <a:latin typeface="Corbel"/>
                <a:cs typeface="Corbel"/>
              </a:rPr>
              <a:t>it</a:t>
            </a:r>
            <a:r>
              <a:rPr sz="1600" spc="-30" dirty="0">
                <a:latin typeface="Corbel"/>
                <a:cs typeface="Corbel"/>
              </a:rPr>
              <a:t> </a:t>
            </a:r>
            <a:r>
              <a:rPr sz="1600" dirty="0">
                <a:latin typeface="Corbel"/>
                <a:cs typeface="Corbel"/>
              </a:rPr>
              <a:t>is</a:t>
            </a:r>
            <a:r>
              <a:rPr sz="1600" spc="-15"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purpose</a:t>
            </a:r>
            <a:r>
              <a:rPr sz="1600" spc="-20" dirty="0">
                <a:latin typeface="Corbel"/>
                <a:cs typeface="Corbel"/>
              </a:rPr>
              <a:t> </a:t>
            </a:r>
            <a:r>
              <a:rPr sz="1600" dirty="0">
                <a:latin typeface="Corbel"/>
                <a:cs typeface="Corbel"/>
              </a:rPr>
              <a:t>connected</a:t>
            </a:r>
            <a:r>
              <a:rPr sz="1600" spc="-20" dirty="0">
                <a:latin typeface="Corbel"/>
                <a:cs typeface="Corbel"/>
              </a:rPr>
              <a:t> </a:t>
            </a:r>
            <a:r>
              <a:rPr sz="1600" dirty="0">
                <a:latin typeface="Corbel"/>
                <a:cs typeface="Corbel"/>
              </a:rPr>
              <a:t>with</a:t>
            </a:r>
            <a:r>
              <a:rPr sz="1600" spc="-25" dirty="0">
                <a:latin typeface="Corbel"/>
                <a:cs typeface="Corbel"/>
              </a:rPr>
              <a:t> </a:t>
            </a:r>
            <a:r>
              <a:rPr sz="1600" dirty="0">
                <a:latin typeface="Corbel"/>
                <a:cs typeface="Corbel"/>
              </a:rPr>
              <a:t>any</a:t>
            </a:r>
            <a:r>
              <a:rPr sz="1600" spc="-25"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the</a:t>
            </a:r>
            <a:r>
              <a:rPr sz="1600" spc="-20" dirty="0">
                <a:latin typeface="Corbel"/>
                <a:cs typeface="Corbel"/>
              </a:rPr>
              <a:t> </a:t>
            </a:r>
            <a:r>
              <a:rPr sz="1600" spc="-25" dirty="0">
                <a:latin typeface="Corbel"/>
                <a:cs typeface="Corbel"/>
              </a:rPr>
              <a:t>ff:</a:t>
            </a:r>
            <a:endParaRPr sz="1600">
              <a:latin typeface="Corbel"/>
              <a:cs typeface="Corbel"/>
            </a:endParaRPr>
          </a:p>
          <a:p>
            <a:pPr marL="927100" marR="5080" lvl="2" indent="234315">
              <a:lnSpc>
                <a:spcPts val="2090"/>
              </a:lnSpc>
              <a:spcBef>
                <a:spcPts val="1225"/>
              </a:spcBef>
              <a:buAutoNum type="romanLcParenBoth"/>
              <a:tabLst>
                <a:tab pos="1161415" algn="l"/>
              </a:tabLst>
            </a:pPr>
            <a:r>
              <a:rPr sz="1800" dirty="0">
                <a:latin typeface="Corbel"/>
                <a:cs typeface="Corbel"/>
              </a:rPr>
              <a:t>a</a:t>
            </a:r>
            <a:r>
              <a:rPr sz="1800" spc="-30" dirty="0">
                <a:latin typeface="Corbel"/>
                <a:cs typeface="Corbel"/>
              </a:rPr>
              <a:t> </a:t>
            </a:r>
            <a:r>
              <a:rPr sz="1800" dirty="0">
                <a:latin typeface="Corbel"/>
                <a:cs typeface="Corbel"/>
              </a:rPr>
              <a:t>sporting</a:t>
            </a:r>
            <a:r>
              <a:rPr sz="1800" spc="-30" dirty="0">
                <a:latin typeface="Corbel"/>
                <a:cs typeface="Corbel"/>
              </a:rPr>
              <a:t> </a:t>
            </a:r>
            <a:r>
              <a:rPr sz="1800" dirty="0">
                <a:latin typeface="Corbel"/>
                <a:cs typeface="Corbel"/>
              </a:rPr>
              <a:t>activity</a:t>
            </a:r>
            <a:r>
              <a:rPr sz="1800" spc="-30" dirty="0">
                <a:latin typeface="Corbel"/>
                <a:cs typeface="Corbel"/>
              </a:rPr>
              <a:t> </a:t>
            </a:r>
            <a:r>
              <a:rPr sz="1800" dirty="0">
                <a:latin typeface="Corbel"/>
                <a:cs typeface="Corbel"/>
              </a:rPr>
              <a:t>that</a:t>
            </a:r>
            <a:r>
              <a:rPr sz="1800" spc="-30" dirty="0">
                <a:latin typeface="Corbel"/>
                <a:cs typeface="Corbel"/>
              </a:rPr>
              <a:t> </a:t>
            </a:r>
            <a:r>
              <a:rPr sz="1800" dirty="0">
                <a:latin typeface="Corbel"/>
                <a:cs typeface="Corbel"/>
              </a:rPr>
              <a:t>forms</a:t>
            </a:r>
            <a:r>
              <a:rPr sz="1800" spc="-35" dirty="0">
                <a:latin typeface="Corbel"/>
                <a:cs typeface="Corbel"/>
              </a:rPr>
              <a:t> </a:t>
            </a:r>
            <a:r>
              <a:rPr sz="1800" dirty="0">
                <a:latin typeface="Corbel"/>
                <a:cs typeface="Corbel"/>
              </a:rPr>
              <a:t>part</a:t>
            </a:r>
            <a:r>
              <a:rPr sz="1800" spc="-30"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an</a:t>
            </a:r>
            <a:r>
              <a:rPr sz="1800" spc="-30" dirty="0">
                <a:latin typeface="Corbel"/>
                <a:cs typeface="Corbel"/>
              </a:rPr>
              <a:t> </a:t>
            </a:r>
            <a:r>
              <a:rPr sz="1800" dirty="0">
                <a:latin typeface="Corbel"/>
                <a:cs typeface="Corbel"/>
              </a:rPr>
              <a:t>organized</a:t>
            </a:r>
            <a:r>
              <a:rPr sz="1800" spc="-30" dirty="0">
                <a:latin typeface="Corbel"/>
                <a:cs typeface="Corbel"/>
              </a:rPr>
              <a:t> </a:t>
            </a:r>
            <a:r>
              <a:rPr sz="1800" dirty="0">
                <a:latin typeface="Corbel"/>
                <a:cs typeface="Corbel"/>
              </a:rPr>
              <a:t>group</a:t>
            </a:r>
            <a:r>
              <a:rPr sz="1800" spc="-35" dirty="0">
                <a:latin typeface="Corbel"/>
                <a:cs typeface="Corbel"/>
              </a:rPr>
              <a:t> </a:t>
            </a:r>
            <a:r>
              <a:rPr sz="1800" dirty="0">
                <a:latin typeface="Corbel"/>
                <a:cs typeface="Corbel"/>
              </a:rPr>
              <a:t>activity</a:t>
            </a:r>
            <a:r>
              <a:rPr sz="1800" spc="-30" dirty="0">
                <a:latin typeface="Corbel"/>
                <a:cs typeface="Corbel"/>
              </a:rPr>
              <a:t> </a:t>
            </a:r>
            <a:r>
              <a:rPr sz="1800" dirty="0">
                <a:latin typeface="Corbel"/>
                <a:cs typeface="Corbel"/>
              </a:rPr>
              <a:t>or</a:t>
            </a:r>
            <a:r>
              <a:rPr sz="1800" spc="-30" dirty="0">
                <a:latin typeface="Corbel"/>
                <a:cs typeface="Corbel"/>
              </a:rPr>
              <a:t> </a:t>
            </a:r>
            <a:r>
              <a:rPr sz="1800" dirty="0">
                <a:latin typeface="Corbel"/>
                <a:cs typeface="Corbel"/>
              </a:rPr>
              <a:t>organized</a:t>
            </a:r>
            <a:r>
              <a:rPr sz="1800" spc="-30" dirty="0">
                <a:latin typeface="Corbel"/>
                <a:cs typeface="Corbel"/>
              </a:rPr>
              <a:t> </a:t>
            </a:r>
            <a:r>
              <a:rPr sz="1800" dirty="0">
                <a:latin typeface="Corbel"/>
                <a:cs typeface="Corbel"/>
              </a:rPr>
              <a:t>competition,</a:t>
            </a:r>
            <a:r>
              <a:rPr sz="1800" spc="-30" dirty="0">
                <a:latin typeface="Corbel"/>
                <a:cs typeface="Corbel"/>
              </a:rPr>
              <a:t> </a:t>
            </a:r>
            <a:r>
              <a:rPr sz="1800" spc="-10" dirty="0">
                <a:latin typeface="Corbel"/>
                <a:cs typeface="Corbel"/>
              </a:rPr>
              <a:t>race, </a:t>
            </a:r>
            <a:r>
              <a:rPr sz="1800" dirty="0">
                <a:latin typeface="Corbel"/>
                <a:cs typeface="Corbel"/>
              </a:rPr>
              <a:t>or </a:t>
            </a:r>
            <a:r>
              <a:rPr sz="1800" spc="-10" dirty="0">
                <a:latin typeface="Corbel"/>
                <a:cs typeface="Corbel"/>
              </a:rPr>
              <a:t>tournament;</a:t>
            </a:r>
            <a:endParaRPr sz="1800">
              <a:latin typeface="Corbel"/>
              <a:cs typeface="Corbel"/>
            </a:endParaRPr>
          </a:p>
          <a:p>
            <a:pPr marL="1214120" lvl="2" indent="-287020">
              <a:lnSpc>
                <a:spcPct val="100000"/>
              </a:lnSpc>
              <a:spcBef>
                <a:spcPts val="994"/>
              </a:spcBef>
              <a:buAutoNum type="romanLcParenBoth"/>
              <a:tabLst>
                <a:tab pos="1214120" algn="l"/>
              </a:tabLst>
            </a:pPr>
            <a:r>
              <a:rPr sz="1800" dirty="0">
                <a:latin typeface="Corbel"/>
                <a:cs typeface="Corbel"/>
              </a:rPr>
              <a:t>an</a:t>
            </a:r>
            <a:r>
              <a:rPr sz="1800" spc="-30" dirty="0">
                <a:latin typeface="Corbel"/>
                <a:cs typeface="Corbel"/>
              </a:rPr>
              <a:t> </a:t>
            </a:r>
            <a:r>
              <a:rPr sz="1800" dirty="0">
                <a:latin typeface="Corbel"/>
                <a:cs typeface="Corbel"/>
              </a:rPr>
              <a:t>event</a:t>
            </a:r>
            <a:r>
              <a:rPr sz="1800" spc="-30" dirty="0">
                <a:latin typeface="Corbel"/>
                <a:cs typeface="Corbel"/>
              </a:rPr>
              <a:t> </a:t>
            </a:r>
            <a:r>
              <a:rPr sz="1800" dirty="0">
                <a:latin typeface="Corbel"/>
                <a:cs typeface="Corbel"/>
              </a:rPr>
              <a:t>that</a:t>
            </a:r>
            <a:r>
              <a:rPr sz="1800" spc="-25" dirty="0">
                <a:latin typeface="Corbel"/>
                <a:cs typeface="Corbel"/>
              </a:rPr>
              <a:t> </a:t>
            </a:r>
            <a:r>
              <a:rPr sz="1800" dirty="0">
                <a:latin typeface="Corbel"/>
                <a:cs typeface="Corbel"/>
              </a:rPr>
              <a:t>is</a:t>
            </a:r>
            <a:r>
              <a:rPr sz="1800" spc="-35" dirty="0">
                <a:latin typeface="Corbel"/>
                <a:cs typeface="Corbel"/>
              </a:rPr>
              <a:t> </a:t>
            </a:r>
            <a:r>
              <a:rPr sz="1800" dirty="0">
                <a:latin typeface="Corbel"/>
                <a:cs typeface="Corbel"/>
              </a:rPr>
              <a:t>attended</a:t>
            </a:r>
            <a:r>
              <a:rPr sz="1800" spc="-25" dirty="0">
                <a:latin typeface="Corbel"/>
                <a:cs typeface="Corbel"/>
              </a:rPr>
              <a:t> </a:t>
            </a:r>
            <a:r>
              <a:rPr sz="1800" dirty="0">
                <a:latin typeface="Corbel"/>
                <a:cs typeface="Corbel"/>
              </a:rPr>
              <a:t>by</a:t>
            </a:r>
            <a:r>
              <a:rPr sz="1800" spc="-30" dirty="0">
                <a:latin typeface="Corbel"/>
                <a:cs typeface="Corbel"/>
              </a:rPr>
              <a:t> </a:t>
            </a:r>
            <a:r>
              <a:rPr sz="1800" dirty="0">
                <a:latin typeface="Corbel"/>
                <a:cs typeface="Corbel"/>
              </a:rPr>
              <a:t>more</a:t>
            </a:r>
            <a:r>
              <a:rPr sz="1800" spc="-25" dirty="0">
                <a:latin typeface="Corbel"/>
                <a:cs typeface="Corbel"/>
              </a:rPr>
              <a:t> </a:t>
            </a:r>
            <a:r>
              <a:rPr sz="1800" dirty="0">
                <a:latin typeface="Corbel"/>
                <a:cs typeface="Corbel"/>
              </a:rPr>
              <a:t>than</a:t>
            </a:r>
            <a:r>
              <a:rPr sz="1800" spc="-25" dirty="0">
                <a:latin typeface="Corbel"/>
                <a:cs typeface="Corbel"/>
              </a:rPr>
              <a:t> </a:t>
            </a:r>
            <a:r>
              <a:rPr sz="1800" dirty="0">
                <a:latin typeface="Corbel"/>
                <a:cs typeface="Corbel"/>
              </a:rPr>
              <a:t>50</a:t>
            </a:r>
            <a:r>
              <a:rPr sz="1800" spc="-30" dirty="0">
                <a:latin typeface="Corbel"/>
                <a:cs typeface="Corbel"/>
              </a:rPr>
              <a:t> </a:t>
            </a:r>
            <a:r>
              <a:rPr sz="1800" dirty="0">
                <a:latin typeface="Corbel"/>
                <a:cs typeface="Corbel"/>
              </a:rPr>
              <a:t>individuals</a:t>
            </a:r>
            <a:r>
              <a:rPr sz="1800" spc="-30" dirty="0">
                <a:latin typeface="Corbel"/>
                <a:cs typeface="Corbel"/>
              </a:rPr>
              <a:t> </a:t>
            </a:r>
            <a:r>
              <a:rPr sz="1800" dirty="0">
                <a:latin typeface="Corbel"/>
                <a:cs typeface="Corbel"/>
              </a:rPr>
              <a:t>at</a:t>
            </a:r>
            <a:r>
              <a:rPr sz="1800" spc="-30" dirty="0">
                <a:latin typeface="Corbel"/>
                <a:cs typeface="Corbel"/>
              </a:rPr>
              <a:t> </a:t>
            </a:r>
            <a:r>
              <a:rPr sz="1800" dirty="0">
                <a:latin typeface="Corbel"/>
                <a:cs typeface="Corbel"/>
              </a:rPr>
              <a:t>any</a:t>
            </a:r>
            <a:r>
              <a:rPr sz="1800" spc="-30" dirty="0">
                <a:latin typeface="Corbel"/>
                <a:cs typeface="Corbel"/>
              </a:rPr>
              <a:t> </a:t>
            </a:r>
            <a:r>
              <a:rPr sz="1800" dirty="0">
                <a:latin typeface="Corbel"/>
                <a:cs typeface="Corbel"/>
              </a:rPr>
              <a:t>time</a:t>
            </a:r>
            <a:r>
              <a:rPr sz="1800" spc="-20" dirty="0">
                <a:latin typeface="Corbel"/>
                <a:cs typeface="Corbel"/>
              </a:rPr>
              <a:t> </a:t>
            </a:r>
            <a:r>
              <a:rPr sz="1800" dirty="0">
                <a:latin typeface="Corbel"/>
                <a:cs typeface="Corbel"/>
              </a:rPr>
              <a:t>during</a:t>
            </a:r>
            <a:r>
              <a:rPr sz="1800" spc="-35" dirty="0">
                <a:latin typeface="Corbel"/>
                <a:cs typeface="Corbel"/>
              </a:rPr>
              <a:t> </a:t>
            </a:r>
            <a:r>
              <a:rPr sz="1800" dirty="0">
                <a:latin typeface="Corbel"/>
                <a:cs typeface="Corbel"/>
              </a:rPr>
              <a:t>the</a:t>
            </a:r>
            <a:r>
              <a:rPr sz="1800" spc="-25" dirty="0">
                <a:latin typeface="Corbel"/>
                <a:cs typeface="Corbel"/>
              </a:rPr>
              <a:t> </a:t>
            </a:r>
            <a:r>
              <a:rPr sz="1800" spc="-10" dirty="0">
                <a:latin typeface="Corbel"/>
                <a:cs typeface="Corbel"/>
              </a:rPr>
              <a:t>event;</a:t>
            </a:r>
            <a:endParaRPr sz="1800">
              <a:latin typeface="Corbel"/>
              <a:cs typeface="Corbel"/>
            </a:endParaRPr>
          </a:p>
          <a:p>
            <a:pPr marL="1266190" lvl="2" indent="-339090">
              <a:lnSpc>
                <a:spcPct val="100000"/>
              </a:lnSpc>
              <a:spcBef>
                <a:spcPts val="1030"/>
              </a:spcBef>
              <a:buAutoNum type="romanLcParenBoth"/>
              <a:tabLst>
                <a:tab pos="1266190" algn="l"/>
              </a:tabLst>
            </a:pPr>
            <a:r>
              <a:rPr sz="1800" dirty="0">
                <a:latin typeface="Corbel"/>
                <a:cs typeface="Corbel"/>
              </a:rPr>
              <a:t>a</a:t>
            </a:r>
            <a:r>
              <a:rPr sz="1800" spc="-10" dirty="0">
                <a:latin typeface="Corbel"/>
                <a:cs typeface="Corbel"/>
              </a:rPr>
              <a:t> </a:t>
            </a:r>
            <a:r>
              <a:rPr sz="1800" dirty="0">
                <a:latin typeface="Corbel"/>
                <a:cs typeface="Corbel"/>
              </a:rPr>
              <a:t>flying</a:t>
            </a:r>
            <a:r>
              <a:rPr sz="1800" spc="-20" dirty="0">
                <a:latin typeface="Corbel"/>
                <a:cs typeface="Corbel"/>
              </a:rPr>
              <a:t> </a:t>
            </a:r>
            <a:r>
              <a:rPr sz="1800" spc="-10" dirty="0">
                <a:latin typeface="Corbel"/>
                <a:cs typeface="Corbel"/>
              </a:rPr>
              <a:t>display.</a:t>
            </a:r>
            <a:endParaRPr sz="1800">
              <a:latin typeface="Corbel"/>
              <a:cs typeface="Corbe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6132830" cy="573405"/>
            <a:chOff x="1417319" y="414527"/>
            <a:chExt cx="6132830" cy="573405"/>
          </a:xfrm>
        </p:grpSpPr>
        <p:pic>
          <p:nvPicPr>
            <p:cNvPr id="4" name="object 4"/>
            <p:cNvPicPr/>
            <p:nvPr/>
          </p:nvPicPr>
          <p:blipFill>
            <a:blip r:embed="rId2" cstate="print"/>
            <a:stretch>
              <a:fillRect/>
            </a:stretch>
          </p:blipFill>
          <p:spPr>
            <a:xfrm>
              <a:off x="1417319" y="414527"/>
              <a:ext cx="5666232" cy="573024"/>
            </a:xfrm>
            <a:prstGeom prst="rect">
              <a:avLst/>
            </a:prstGeom>
          </p:spPr>
        </p:pic>
        <p:pic>
          <p:nvPicPr>
            <p:cNvPr id="5" name="object 5"/>
            <p:cNvPicPr/>
            <p:nvPr/>
          </p:nvPicPr>
          <p:blipFill>
            <a:blip r:embed="rId3" cstate="print"/>
            <a:stretch>
              <a:fillRect/>
            </a:stretch>
          </p:blipFill>
          <p:spPr>
            <a:xfrm>
              <a:off x="6739128" y="414527"/>
              <a:ext cx="429768" cy="573024"/>
            </a:xfrm>
            <a:prstGeom prst="rect">
              <a:avLst/>
            </a:prstGeom>
          </p:spPr>
        </p:pic>
        <p:pic>
          <p:nvPicPr>
            <p:cNvPr id="6" name="object 6"/>
            <p:cNvPicPr/>
            <p:nvPr/>
          </p:nvPicPr>
          <p:blipFill>
            <a:blip r:embed="rId4" cstate="print"/>
            <a:stretch>
              <a:fillRect/>
            </a:stretch>
          </p:blipFill>
          <p:spPr>
            <a:xfrm>
              <a:off x="6824472" y="414527"/>
              <a:ext cx="725424" cy="573024"/>
            </a:xfrm>
            <a:prstGeom prst="rect">
              <a:avLst/>
            </a:prstGeom>
          </p:spPr>
        </p:pic>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55" dirty="0">
                <a:latin typeface="Corbel"/>
                <a:cs typeface="Corbel"/>
              </a:rPr>
              <a:t> </a:t>
            </a:r>
            <a:r>
              <a:rPr b="1" dirty="0">
                <a:latin typeface="Corbel"/>
                <a:cs typeface="Corbel"/>
              </a:rPr>
              <a:t>02</a:t>
            </a:r>
            <a:r>
              <a:rPr b="1" spc="-30" dirty="0">
                <a:latin typeface="Corbel"/>
                <a:cs typeface="Corbel"/>
              </a:rPr>
              <a:t> </a:t>
            </a:r>
            <a:r>
              <a:rPr b="1" dirty="0">
                <a:latin typeface="Corbel"/>
                <a:cs typeface="Corbel"/>
              </a:rPr>
              <a:t>01:</a:t>
            </a:r>
            <a:r>
              <a:rPr b="1" spc="-25" dirty="0">
                <a:latin typeface="Corbel"/>
                <a:cs typeface="Corbel"/>
              </a:rPr>
              <a:t> </a:t>
            </a:r>
            <a:r>
              <a:rPr b="1" dirty="0">
                <a:latin typeface="Corbel"/>
                <a:cs typeface="Corbel"/>
              </a:rPr>
              <a:t>Know</a:t>
            </a:r>
            <a:r>
              <a:rPr b="1" spc="-30" dirty="0">
                <a:latin typeface="Corbel"/>
                <a:cs typeface="Corbel"/>
              </a:rPr>
              <a:t> </a:t>
            </a:r>
            <a:r>
              <a:rPr b="1" dirty="0">
                <a:latin typeface="Corbel"/>
                <a:cs typeface="Corbel"/>
              </a:rPr>
              <a:t>the</a:t>
            </a:r>
            <a:r>
              <a:rPr b="1" spc="-30" dirty="0">
                <a:latin typeface="Corbel"/>
                <a:cs typeface="Corbel"/>
              </a:rPr>
              <a:t> </a:t>
            </a:r>
            <a:r>
              <a:rPr b="1" dirty="0">
                <a:latin typeface="Corbel"/>
                <a:cs typeface="Corbel"/>
              </a:rPr>
              <a:t>provisions</a:t>
            </a:r>
            <a:r>
              <a:rPr b="1" spc="-25" dirty="0">
                <a:latin typeface="Corbel"/>
                <a:cs typeface="Corbel"/>
              </a:rPr>
              <a:t> </a:t>
            </a:r>
            <a:r>
              <a:rPr b="1" dirty="0">
                <a:latin typeface="Corbel"/>
                <a:cs typeface="Corbel"/>
              </a:rPr>
              <a:t>stated</a:t>
            </a:r>
            <a:r>
              <a:rPr b="1" spc="-35" dirty="0">
                <a:latin typeface="Corbel"/>
                <a:cs typeface="Corbel"/>
              </a:rPr>
              <a:t> </a:t>
            </a:r>
            <a:r>
              <a:rPr b="1" dirty="0">
                <a:latin typeface="Corbel"/>
                <a:cs typeface="Corbel"/>
              </a:rPr>
              <a:t>in</a:t>
            </a:r>
            <a:r>
              <a:rPr b="1" spc="-30" dirty="0">
                <a:latin typeface="Corbel"/>
                <a:cs typeface="Corbel"/>
              </a:rPr>
              <a:t> </a:t>
            </a:r>
            <a:r>
              <a:rPr b="1" spc="-10" dirty="0">
                <a:latin typeface="Corbel"/>
                <a:cs typeface="Corbel"/>
              </a:rPr>
              <a:t>the</a:t>
            </a:r>
            <a:r>
              <a:rPr b="1" spc="-90" dirty="0">
                <a:latin typeface="Corbel"/>
                <a:cs typeface="Corbel"/>
              </a:rPr>
              <a:t> </a:t>
            </a:r>
            <a:r>
              <a:rPr b="1" spc="-35" dirty="0">
                <a:latin typeface="Corbel"/>
                <a:cs typeface="Corbel"/>
              </a:rPr>
              <a:t>ANR-</a:t>
            </a:r>
            <a:r>
              <a:rPr b="1" spc="-25" dirty="0">
                <a:latin typeface="Corbel"/>
                <a:cs typeface="Corbel"/>
              </a:rPr>
              <a:t>101</a:t>
            </a:r>
          </a:p>
        </p:txBody>
      </p:sp>
      <p:sp>
        <p:nvSpPr>
          <p:cNvPr id="8" name="object 8"/>
          <p:cNvSpPr txBox="1"/>
          <p:nvPr/>
        </p:nvSpPr>
        <p:spPr>
          <a:xfrm>
            <a:off x="1563049" y="1527764"/>
            <a:ext cx="10328910" cy="4249420"/>
          </a:xfrm>
          <a:prstGeom prst="rect">
            <a:avLst/>
          </a:prstGeom>
        </p:spPr>
        <p:txBody>
          <a:bodyPr vert="horz" wrap="square" lIns="0" tIns="102235" rIns="0" bIns="0" rtlCol="0">
            <a:spAutoFit/>
          </a:bodyPr>
          <a:lstStyle/>
          <a:p>
            <a:pPr marL="12700">
              <a:lnSpc>
                <a:spcPct val="100000"/>
              </a:lnSpc>
              <a:spcBef>
                <a:spcPts val="805"/>
              </a:spcBef>
            </a:pPr>
            <a:r>
              <a:rPr sz="1900" b="1" dirty="0">
                <a:latin typeface="Corbel"/>
                <a:cs typeface="Corbel"/>
              </a:rPr>
              <a:t>Activities</a:t>
            </a:r>
            <a:r>
              <a:rPr sz="1900" b="1" spc="-55" dirty="0">
                <a:latin typeface="Corbel"/>
                <a:cs typeface="Corbel"/>
              </a:rPr>
              <a:t> </a:t>
            </a:r>
            <a:r>
              <a:rPr sz="1900" b="1" dirty="0">
                <a:latin typeface="Corbel"/>
                <a:cs typeface="Corbel"/>
              </a:rPr>
              <a:t>excluded</a:t>
            </a:r>
            <a:r>
              <a:rPr sz="1900" b="1" spc="-45" dirty="0">
                <a:latin typeface="Corbel"/>
                <a:cs typeface="Corbel"/>
              </a:rPr>
              <a:t> </a:t>
            </a:r>
            <a:r>
              <a:rPr sz="1900" b="1" dirty="0">
                <a:latin typeface="Corbel"/>
                <a:cs typeface="Corbel"/>
              </a:rPr>
              <a:t>from</a:t>
            </a:r>
            <a:r>
              <a:rPr sz="1900" b="1" spc="-40" dirty="0">
                <a:latin typeface="Corbel"/>
                <a:cs typeface="Corbel"/>
              </a:rPr>
              <a:t> </a:t>
            </a:r>
            <a:r>
              <a:rPr sz="1900" b="1" dirty="0">
                <a:latin typeface="Corbel"/>
                <a:cs typeface="Corbel"/>
              </a:rPr>
              <a:t>requirement</a:t>
            </a:r>
            <a:r>
              <a:rPr sz="1900" b="1" spc="-40" dirty="0">
                <a:latin typeface="Corbel"/>
                <a:cs typeface="Corbel"/>
              </a:rPr>
              <a:t> </a:t>
            </a:r>
            <a:r>
              <a:rPr sz="1900" b="1" dirty="0">
                <a:latin typeface="Corbel"/>
                <a:cs typeface="Corbel"/>
              </a:rPr>
              <a:t>for</a:t>
            </a:r>
            <a:r>
              <a:rPr sz="1900" b="1" spc="-95" dirty="0">
                <a:latin typeface="Corbel"/>
                <a:cs typeface="Corbel"/>
              </a:rPr>
              <a:t> </a:t>
            </a:r>
            <a:r>
              <a:rPr sz="1900" b="1" dirty="0">
                <a:latin typeface="Corbel"/>
                <a:cs typeface="Corbel"/>
              </a:rPr>
              <a:t>UA</a:t>
            </a:r>
            <a:r>
              <a:rPr sz="1900" b="1" spc="-45" dirty="0">
                <a:latin typeface="Corbel"/>
                <a:cs typeface="Corbel"/>
              </a:rPr>
              <a:t> </a:t>
            </a:r>
            <a:r>
              <a:rPr sz="1900" b="1" dirty="0">
                <a:latin typeface="Corbel"/>
                <a:cs typeface="Corbel"/>
              </a:rPr>
              <a:t>basic</a:t>
            </a:r>
            <a:r>
              <a:rPr sz="1900" b="1" spc="-45" dirty="0">
                <a:latin typeface="Corbel"/>
                <a:cs typeface="Corbel"/>
              </a:rPr>
              <a:t> </a:t>
            </a:r>
            <a:r>
              <a:rPr sz="1900" b="1" dirty="0">
                <a:latin typeface="Corbel"/>
                <a:cs typeface="Corbel"/>
              </a:rPr>
              <a:t>training</a:t>
            </a:r>
            <a:r>
              <a:rPr sz="1900" b="1" spc="-40" dirty="0">
                <a:latin typeface="Corbel"/>
                <a:cs typeface="Corbel"/>
              </a:rPr>
              <a:t> </a:t>
            </a:r>
            <a:r>
              <a:rPr sz="1900" b="1" dirty="0">
                <a:latin typeface="Corbel"/>
                <a:cs typeface="Corbel"/>
              </a:rPr>
              <a:t>or</a:t>
            </a:r>
            <a:r>
              <a:rPr sz="1900" b="1" spc="-100" dirty="0">
                <a:latin typeface="Corbel"/>
                <a:cs typeface="Corbel"/>
              </a:rPr>
              <a:t> </a:t>
            </a:r>
            <a:r>
              <a:rPr sz="1900" b="1" dirty="0">
                <a:latin typeface="Corbel"/>
                <a:cs typeface="Corbel"/>
              </a:rPr>
              <a:t>UA</a:t>
            </a:r>
            <a:r>
              <a:rPr sz="1900" b="1" spc="-45" dirty="0">
                <a:latin typeface="Corbel"/>
                <a:cs typeface="Corbel"/>
              </a:rPr>
              <a:t> </a:t>
            </a:r>
            <a:r>
              <a:rPr sz="1900" b="1" dirty="0">
                <a:latin typeface="Corbel"/>
                <a:cs typeface="Corbel"/>
              </a:rPr>
              <a:t>pilot</a:t>
            </a:r>
            <a:r>
              <a:rPr sz="1900" b="1" spc="-40" dirty="0">
                <a:latin typeface="Corbel"/>
                <a:cs typeface="Corbel"/>
              </a:rPr>
              <a:t> </a:t>
            </a:r>
            <a:r>
              <a:rPr sz="1900" b="1" spc="-10" dirty="0">
                <a:latin typeface="Corbel"/>
                <a:cs typeface="Corbel"/>
              </a:rPr>
              <a:t>licence</a:t>
            </a:r>
            <a:endParaRPr sz="1900">
              <a:latin typeface="Corbel"/>
              <a:cs typeface="Corbel"/>
            </a:endParaRPr>
          </a:p>
          <a:p>
            <a:pPr marL="12700" marR="431165">
              <a:lnSpc>
                <a:spcPct val="77600"/>
              </a:lnSpc>
              <a:spcBef>
                <a:spcPts val="1090"/>
              </a:spcBef>
            </a:pPr>
            <a:r>
              <a:rPr sz="1700" dirty="0">
                <a:latin typeface="Corbel"/>
                <a:cs typeface="Corbel"/>
              </a:rPr>
              <a:t>3A.—</a:t>
            </a:r>
            <a:r>
              <a:rPr sz="1700" spc="-25" dirty="0">
                <a:latin typeface="Corbel"/>
                <a:cs typeface="Corbel"/>
              </a:rPr>
              <a:t> </a:t>
            </a:r>
            <a:r>
              <a:rPr sz="1700" dirty="0">
                <a:latin typeface="Corbel"/>
                <a:cs typeface="Corbel"/>
              </a:rPr>
              <a:t>(1)</a:t>
            </a:r>
            <a:r>
              <a:rPr sz="1700" spc="290" dirty="0">
                <a:latin typeface="Corbel"/>
                <a:cs typeface="Corbel"/>
              </a:rPr>
              <a:t> </a:t>
            </a:r>
            <a:r>
              <a:rPr sz="1700" spc="-10" dirty="0">
                <a:latin typeface="Corbel"/>
                <a:cs typeface="Corbel"/>
              </a:rPr>
              <a:t>Regulations</a:t>
            </a:r>
            <a:r>
              <a:rPr sz="1700" spc="-20" dirty="0">
                <a:latin typeface="Corbel"/>
                <a:cs typeface="Corbel"/>
              </a:rPr>
              <a:t> </a:t>
            </a:r>
            <a:r>
              <a:rPr sz="1700" dirty="0">
                <a:latin typeface="Corbel"/>
                <a:cs typeface="Corbel"/>
              </a:rPr>
              <a:t>33</a:t>
            </a:r>
            <a:r>
              <a:rPr sz="1700" spc="-20" dirty="0">
                <a:latin typeface="Corbel"/>
                <a:cs typeface="Corbel"/>
              </a:rPr>
              <a:t> </a:t>
            </a:r>
            <a:r>
              <a:rPr sz="1700" dirty="0">
                <a:latin typeface="Corbel"/>
                <a:cs typeface="Corbel"/>
              </a:rPr>
              <a:t>and</a:t>
            </a:r>
            <a:r>
              <a:rPr sz="1700" spc="-25" dirty="0">
                <a:latin typeface="Corbel"/>
                <a:cs typeface="Corbel"/>
              </a:rPr>
              <a:t> </a:t>
            </a:r>
            <a:r>
              <a:rPr sz="1700" dirty="0">
                <a:latin typeface="Corbel"/>
                <a:cs typeface="Corbel"/>
              </a:rPr>
              <a:t>35</a:t>
            </a:r>
            <a:r>
              <a:rPr sz="1700" spc="-30" dirty="0">
                <a:latin typeface="Corbel"/>
                <a:cs typeface="Corbel"/>
              </a:rPr>
              <a:t> </a:t>
            </a:r>
            <a:r>
              <a:rPr sz="1700" b="1" dirty="0">
                <a:latin typeface="Corbel"/>
                <a:cs typeface="Corbel"/>
              </a:rPr>
              <a:t>do</a:t>
            </a:r>
            <a:r>
              <a:rPr sz="1700" b="1" spc="-25" dirty="0">
                <a:latin typeface="Corbel"/>
                <a:cs typeface="Corbel"/>
              </a:rPr>
              <a:t> </a:t>
            </a:r>
            <a:r>
              <a:rPr sz="1700" b="1" dirty="0">
                <a:latin typeface="Corbel"/>
                <a:cs typeface="Corbel"/>
              </a:rPr>
              <a:t>not</a:t>
            </a:r>
            <a:r>
              <a:rPr sz="1700" b="1" spc="-15" dirty="0">
                <a:latin typeface="Corbel"/>
                <a:cs typeface="Corbel"/>
              </a:rPr>
              <a:t> </a:t>
            </a:r>
            <a:r>
              <a:rPr sz="1700" b="1" dirty="0">
                <a:latin typeface="Corbel"/>
                <a:cs typeface="Corbel"/>
              </a:rPr>
              <a:t>apply</a:t>
            </a:r>
            <a:r>
              <a:rPr sz="1700" b="1" spc="-20" dirty="0">
                <a:latin typeface="Corbel"/>
                <a:cs typeface="Corbel"/>
              </a:rPr>
              <a:t> </a:t>
            </a:r>
            <a:r>
              <a:rPr sz="1700" b="1" dirty="0">
                <a:latin typeface="Corbel"/>
                <a:cs typeface="Corbel"/>
              </a:rPr>
              <a:t>to</a:t>
            </a:r>
            <a:r>
              <a:rPr sz="1700" b="1" spc="-20" dirty="0">
                <a:latin typeface="Corbel"/>
                <a:cs typeface="Corbel"/>
              </a:rPr>
              <a:t> </a:t>
            </a:r>
            <a:r>
              <a:rPr sz="1700" b="1" dirty="0">
                <a:latin typeface="Corbel"/>
                <a:cs typeface="Corbel"/>
              </a:rPr>
              <a:t>require</a:t>
            </a:r>
            <a:r>
              <a:rPr sz="1700" b="1" spc="-25" dirty="0">
                <a:latin typeface="Corbel"/>
                <a:cs typeface="Corbel"/>
              </a:rPr>
              <a:t> </a:t>
            </a:r>
            <a:r>
              <a:rPr sz="1700" dirty="0">
                <a:latin typeface="Corbel"/>
                <a:cs typeface="Corbel"/>
              </a:rPr>
              <a:t>a</a:t>
            </a:r>
            <a:r>
              <a:rPr sz="1700" spc="-20" dirty="0">
                <a:latin typeface="Corbel"/>
                <a:cs typeface="Corbel"/>
              </a:rPr>
              <a:t> </a:t>
            </a:r>
            <a:r>
              <a:rPr sz="1700" dirty="0">
                <a:latin typeface="Corbel"/>
                <a:cs typeface="Corbel"/>
              </a:rPr>
              <a:t>person</a:t>
            </a:r>
            <a:r>
              <a:rPr sz="1700" spc="-20" dirty="0">
                <a:latin typeface="Corbel"/>
                <a:cs typeface="Corbel"/>
              </a:rPr>
              <a:t> </a:t>
            </a:r>
            <a:r>
              <a:rPr sz="1700" dirty="0">
                <a:latin typeface="Corbel"/>
                <a:cs typeface="Corbel"/>
              </a:rPr>
              <a:t>to</a:t>
            </a:r>
            <a:r>
              <a:rPr sz="1700" spc="-15" dirty="0">
                <a:latin typeface="Corbel"/>
                <a:cs typeface="Corbel"/>
              </a:rPr>
              <a:t> </a:t>
            </a:r>
            <a:r>
              <a:rPr sz="1700" dirty="0">
                <a:latin typeface="Corbel"/>
                <a:cs typeface="Corbel"/>
              </a:rPr>
              <a:t>hold</a:t>
            </a:r>
            <a:r>
              <a:rPr sz="1700" spc="-25" dirty="0">
                <a:latin typeface="Corbel"/>
                <a:cs typeface="Corbel"/>
              </a:rPr>
              <a:t> </a:t>
            </a:r>
            <a:r>
              <a:rPr sz="1700" b="1" dirty="0">
                <a:latin typeface="Corbel"/>
                <a:cs typeface="Corbel"/>
              </a:rPr>
              <a:t>a</a:t>
            </a:r>
            <a:r>
              <a:rPr sz="1700" b="1" spc="-65" dirty="0">
                <a:latin typeface="Corbel"/>
                <a:cs typeface="Corbel"/>
              </a:rPr>
              <a:t> </a:t>
            </a:r>
            <a:r>
              <a:rPr sz="1700" b="1" dirty="0">
                <a:latin typeface="Corbel"/>
                <a:cs typeface="Corbel"/>
              </a:rPr>
              <a:t>UA</a:t>
            </a:r>
            <a:r>
              <a:rPr sz="1700" b="1" spc="-25" dirty="0">
                <a:latin typeface="Corbel"/>
                <a:cs typeface="Corbel"/>
              </a:rPr>
              <a:t> </a:t>
            </a:r>
            <a:r>
              <a:rPr sz="1700" b="1" dirty="0">
                <a:latin typeface="Corbel"/>
                <a:cs typeface="Corbel"/>
              </a:rPr>
              <a:t>basic</a:t>
            </a:r>
            <a:r>
              <a:rPr sz="1700" b="1" spc="-20" dirty="0">
                <a:latin typeface="Corbel"/>
                <a:cs typeface="Corbel"/>
              </a:rPr>
              <a:t> </a:t>
            </a:r>
            <a:r>
              <a:rPr sz="1700" b="1" dirty="0">
                <a:latin typeface="Corbel"/>
                <a:cs typeface="Corbel"/>
              </a:rPr>
              <a:t>training</a:t>
            </a:r>
            <a:r>
              <a:rPr sz="1700" b="1" spc="-20" dirty="0">
                <a:latin typeface="Corbel"/>
                <a:cs typeface="Corbel"/>
              </a:rPr>
              <a:t> </a:t>
            </a:r>
            <a:r>
              <a:rPr sz="1700" b="1" dirty="0">
                <a:latin typeface="Corbel"/>
                <a:cs typeface="Corbel"/>
              </a:rPr>
              <a:t>certificate</a:t>
            </a:r>
            <a:r>
              <a:rPr sz="1700" b="1" spc="-20" dirty="0">
                <a:latin typeface="Corbel"/>
                <a:cs typeface="Corbel"/>
              </a:rPr>
              <a:t> </a:t>
            </a:r>
            <a:r>
              <a:rPr sz="1700" dirty="0">
                <a:latin typeface="Corbel"/>
                <a:cs typeface="Corbel"/>
              </a:rPr>
              <a:t>or</a:t>
            </a:r>
            <a:r>
              <a:rPr sz="1700" spc="-20" dirty="0">
                <a:latin typeface="Corbel"/>
                <a:cs typeface="Corbel"/>
              </a:rPr>
              <a:t> </a:t>
            </a:r>
            <a:r>
              <a:rPr sz="1700" dirty="0">
                <a:latin typeface="Corbel"/>
                <a:cs typeface="Corbel"/>
              </a:rPr>
              <a:t>a</a:t>
            </a:r>
            <a:r>
              <a:rPr sz="1700" spc="-15" dirty="0">
                <a:latin typeface="Corbel"/>
                <a:cs typeface="Corbel"/>
              </a:rPr>
              <a:t> </a:t>
            </a:r>
            <a:r>
              <a:rPr sz="1700" b="1" spc="-25" dirty="0">
                <a:latin typeface="Corbel"/>
                <a:cs typeface="Corbel"/>
              </a:rPr>
              <a:t>UA </a:t>
            </a:r>
            <a:r>
              <a:rPr sz="1700" b="1" dirty="0">
                <a:latin typeface="Corbel"/>
                <a:cs typeface="Corbel"/>
              </a:rPr>
              <a:t>pilot</a:t>
            </a:r>
            <a:r>
              <a:rPr sz="1700" b="1" spc="-25" dirty="0">
                <a:latin typeface="Corbel"/>
                <a:cs typeface="Corbel"/>
              </a:rPr>
              <a:t> </a:t>
            </a:r>
            <a:r>
              <a:rPr sz="1700" b="1" dirty="0">
                <a:latin typeface="Corbel"/>
                <a:cs typeface="Corbel"/>
              </a:rPr>
              <a:t>licence</a:t>
            </a:r>
            <a:r>
              <a:rPr sz="1700" b="1" spc="-25" dirty="0">
                <a:latin typeface="Corbel"/>
                <a:cs typeface="Corbel"/>
              </a:rPr>
              <a:t> </a:t>
            </a:r>
            <a:r>
              <a:rPr sz="1700" dirty="0">
                <a:latin typeface="Corbel"/>
                <a:cs typeface="Corbel"/>
              </a:rPr>
              <a:t>before</a:t>
            </a:r>
            <a:r>
              <a:rPr sz="1700" spc="-20" dirty="0">
                <a:latin typeface="Corbel"/>
                <a:cs typeface="Corbel"/>
              </a:rPr>
              <a:t> </a:t>
            </a:r>
            <a:r>
              <a:rPr sz="1700" dirty="0">
                <a:latin typeface="Corbel"/>
                <a:cs typeface="Corbel"/>
              </a:rPr>
              <a:t>acting</a:t>
            </a:r>
            <a:r>
              <a:rPr sz="1700" spc="-30" dirty="0">
                <a:latin typeface="Corbel"/>
                <a:cs typeface="Corbel"/>
              </a:rPr>
              <a:t> </a:t>
            </a:r>
            <a:r>
              <a:rPr sz="1700" dirty="0">
                <a:latin typeface="Corbel"/>
                <a:cs typeface="Corbel"/>
              </a:rPr>
              <a:t>as</a:t>
            </a:r>
            <a:r>
              <a:rPr sz="1700" spc="-30" dirty="0">
                <a:latin typeface="Corbel"/>
                <a:cs typeface="Corbel"/>
              </a:rPr>
              <a:t> </a:t>
            </a:r>
            <a:r>
              <a:rPr sz="1700" dirty="0">
                <a:latin typeface="Corbel"/>
                <a:cs typeface="Corbel"/>
              </a:rPr>
              <a:t>a</a:t>
            </a:r>
            <a:r>
              <a:rPr sz="1700" spc="-70" dirty="0">
                <a:latin typeface="Corbel"/>
                <a:cs typeface="Corbel"/>
              </a:rPr>
              <a:t> </a:t>
            </a:r>
            <a:r>
              <a:rPr sz="1700" dirty="0">
                <a:latin typeface="Corbel"/>
                <a:cs typeface="Corbel"/>
              </a:rPr>
              <a:t>UA</a:t>
            </a:r>
            <a:r>
              <a:rPr sz="1700" spc="-35" dirty="0">
                <a:latin typeface="Corbel"/>
                <a:cs typeface="Corbel"/>
              </a:rPr>
              <a:t> </a:t>
            </a:r>
            <a:r>
              <a:rPr sz="1700" dirty="0">
                <a:latin typeface="Corbel"/>
                <a:cs typeface="Corbel"/>
              </a:rPr>
              <a:t>pilot,</a:t>
            </a:r>
            <a:r>
              <a:rPr sz="1700" spc="-25" dirty="0">
                <a:latin typeface="Corbel"/>
                <a:cs typeface="Corbel"/>
              </a:rPr>
              <a:t> </a:t>
            </a:r>
            <a:r>
              <a:rPr sz="1700" dirty="0">
                <a:latin typeface="Corbel"/>
                <a:cs typeface="Corbel"/>
              </a:rPr>
              <a:t>or</a:t>
            </a:r>
            <a:r>
              <a:rPr sz="1700" spc="-25" dirty="0">
                <a:latin typeface="Corbel"/>
                <a:cs typeface="Corbel"/>
              </a:rPr>
              <a:t> </a:t>
            </a:r>
            <a:r>
              <a:rPr sz="1700" dirty="0">
                <a:latin typeface="Corbel"/>
                <a:cs typeface="Corbel"/>
              </a:rPr>
              <a:t>supervising</a:t>
            </a:r>
            <a:r>
              <a:rPr sz="1700" spc="-30" dirty="0">
                <a:latin typeface="Corbel"/>
                <a:cs typeface="Corbel"/>
              </a:rPr>
              <a:t> </a:t>
            </a:r>
            <a:r>
              <a:rPr sz="1700" dirty="0">
                <a:latin typeface="Corbel"/>
                <a:cs typeface="Corbel"/>
              </a:rPr>
              <a:t>a</a:t>
            </a:r>
            <a:r>
              <a:rPr sz="1700" spc="-70" dirty="0">
                <a:latin typeface="Corbel"/>
                <a:cs typeface="Corbel"/>
              </a:rPr>
              <a:t> </a:t>
            </a:r>
            <a:r>
              <a:rPr sz="1700" dirty="0">
                <a:latin typeface="Corbel"/>
                <a:cs typeface="Corbel"/>
              </a:rPr>
              <a:t>UA</a:t>
            </a:r>
            <a:r>
              <a:rPr sz="1700" spc="-35" dirty="0">
                <a:latin typeface="Corbel"/>
                <a:cs typeface="Corbel"/>
              </a:rPr>
              <a:t> </a:t>
            </a:r>
            <a:r>
              <a:rPr sz="1700" dirty="0">
                <a:latin typeface="Corbel"/>
                <a:cs typeface="Corbel"/>
              </a:rPr>
              <a:t>pilot,</a:t>
            </a:r>
            <a:r>
              <a:rPr sz="1700" spc="-30" dirty="0">
                <a:latin typeface="Corbel"/>
                <a:cs typeface="Corbel"/>
              </a:rPr>
              <a:t> </a:t>
            </a:r>
            <a:r>
              <a:rPr sz="1700" dirty="0">
                <a:latin typeface="Corbel"/>
                <a:cs typeface="Corbel"/>
              </a:rPr>
              <a:t>of</a:t>
            </a:r>
            <a:r>
              <a:rPr sz="1700" spc="-30" dirty="0">
                <a:latin typeface="Corbel"/>
                <a:cs typeface="Corbel"/>
              </a:rPr>
              <a:t> </a:t>
            </a:r>
            <a:r>
              <a:rPr sz="1700" dirty="0">
                <a:latin typeface="Corbel"/>
                <a:cs typeface="Corbel"/>
              </a:rPr>
              <a:t>an</a:t>
            </a:r>
            <a:r>
              <a:rPr sz="1700" spc="-25" dirty="0">
                <a:latin typeface="Corbel"/>
                <a:cs typeface="Corbel"/>
              </a:rPr>
              <a:t> </a:t>
            </a:r>
            <a:r>
              <a:rPr sz="1700" dirty="0">
                <a:latin typeface="Corbel"/>
                <a:cs typeface="Corbel"/>
              </a:rPr>
              <a:t>unmanned</a:t>
            </a:r>
            <a:r>
              <a:rPr sz="1700" spc="-30" dirty="0">
                <a:latin typeface="Corbel"/>
                <a:cs typeface="Corbel"/>
              </a:rPr>
              <a:t> </a:t>
            </a:r>
            <a:r>
              <a:rPr sz="1700" dirty="0">
                <a:latin typeface="Corbel"/>
                <a:cs typeface="Corbel"/>
              </a:rPr>
              <a:t>aircraft</a:t>
            </a:r>
            <a:r>
              <a:rPr sz="1700" spc="-30" dirty="0">
                <a:latin typeface="Corbel"/>
                <a:cs typeface="Corbel"/>
              </a:rPr>
              <a:t> </a:t>
            </a:r>
            <a:r>
              <a:rPr sz="1700" dirty="0">
                <a:latin typeface="Corbel"/>
                <a:cs typeface="Corbel"/>
              </a:rPr>
              <a:t>to</a:t>
            </a:r>
            <a:r>
              <a:rPr sz="1700" spc="-20" dirty="0">
                <a:latin typeface="Corbel"/>
                <a:cs typeface="Corbel"/>
              </a:rPr>
              <a:t> </a:t>
            </a:r>
            <a:r>
              <a:rPr sz="1700" dirty="0">
                <a:latin typeface="Corbel"/>
                <a:cs typeface="Corbel"/>
              </a:rPr>
              <a:t>fly</a:t>
            </a:r>
            <a:r>
              <a:rPr sz="1700" spc="-35" dirty="0">
                <a:latin typeface="Corbel"/>
                <a:cs typeface="Corbel"/>
              </a:rPr>
              <a:t> </a:t>
            </a:r>
            <a:r>
              <a:rPr sz="1700" dirty="0">
                <a:latin typeface="Corbel"/>
                <a:cs typeface="Corbel"/>
              </a:rPr>
              <a:t>indoors</a:t>
            </a:r>
            <a:r>
              <a:rPr sz="1700" spc="-50" dirty="0">
                <a:latin typeface="Corbel"/>
                <a:cs typeface="Corbel"/>
              </a:rPr>
              <a:t> —</a:t>
            </a:r>
            <a:endParaRPr sz="1700">
              <a:latin typeface="Corbel"/>
              <a:cs typeface="Corbel"/>
            </a:endParaRPr>
          </a:p>
          <a:p>
            <a:pPr marL="739140" indent="-269240">
              <a:lnSpc>
                <a:spcPct val="100000"/>
              </a:lnSpc>
              <a:spcBef>
                <a:spcPts val="575"/>
              </a:spcBef>
              <a:buAutoNum type="alphaLcParenBoth"/>
              <a:tabLst>
                <a:tab pos="739140" algn="l"/>
              </a:tabLst>
            </a:pPr>
            <a:r>
              <a:rPr sz="1700" dirty="0">
                <a:latin typeface="Corbel"/>
                <a:cs typeface="Corbel"/>
              </a:rPr>
              <a:t>Within</a:t>
            </a:r>
            <a:r>
              <a:rPr sz="1700" spc="-40" dirty="0">
                <a:latin typeface="Corbel"/>
                <a:cs typeface="Corbel"/>
              </a:rPr>
              <a:t> </a:t>
            </a:r>
            <a:r>
              <a:rPr sz="1700" dirty="0">
                <a:latin typeface="Corbel"/>
                <a:cs typeface="Corbel"/>
              </a:rPr>
              <a:t>private</a:t>
            </a:r>
            <a:r>
              <a:rPr sz="1700" spc="-35" dirty="0">
                <a:latin typeface="Corbel"/>
                <a:cs typeface="Corbel"/>
              </a:rPr>
              <a:t> </a:t>
            </a:r>
            <a:r>
              <a:rPr sz="1700" dirty="0">
                <a:latin typeface="Corbel"/>
                <a:cs typeface="Corbel"/>
              </a:rPr>
              <a:t>residence</a:t>
            </a:r>
            <a:r>
              <a:rPr sz="1700" spc="-35" dirty="0">
                <a:latin typeface="Corbel"/>
                <a:cs typeface="Corbel"/>
              </a:rPr>
              <a:t> </a:t>
            </a:r>
            <a:r>
              <a:rPr sz="1700" dirty="0">
                <a:latin typeface="Corbel"/>
                <a:cs typeface="Corbel"/>
              </a:rPr>
              <a:t>in</a:t>
            </a:r>
            <a:r>
              <a:rPr sz="1700" spc="-70" dirty="0">
                <a:latin typeface="Corbel"/>
                <a:cs typeface="Corbel"/>
              </a:rPr>
              <a:t> </a:t>
            </a:r>
            <a:r>
              <a:rPr sz="1700" spc="-10" dirty="0">
                <a:latin typeface="Corbel"/>
                <a:cs typeface="Corbel"/>
              </a:rPr>
              <a:t>Singapore.</a:t>
            </a:r>
            <a:endParaRPr sz="1700">
              <a:latin typeface="Corbel"/>
              <a:cs typeface="Corbel"/>
            </a:endParaRPr>
          </a:p>
          <a:p>
            <a:pPr marL="737235" indent="-267335">
              <a:lnSpc>
                <a:spcPct val="100000"/>
              </a:lnSpc>
              <a:spcBef>
                <a:spcPts val="650"/>
              </a:spcBef>
              <a:buAutoNum type="alphaLcParenBoth"/>
              <a:tabLst>
                <a:tab pos="737235" algn="l"/>
              </a:tabLst>
            </a:pPr>
            <a:r>
              <a:rPr sz="1700" dirty="0">
                <a:latin typeface="Corbel"/>
                <a:cs typeface="Corbel"/>
              </a:rPr>
              <a:t>At</a:t>
            </a:r>
            <a:r>
              <a:rPr sz="1700" spc="-40" dirty="0">
                <a:latin typeface="Corbel"/>
                <a:cs typeface="Corbel"/>
              </a:rPr>
              <a:t> </a:t>
            </a:r>
            <a:r>
              <a:rPr sz="1700" dirty="0">
                <a:latin typeface="Corbel"/>
                <a:cs typeface="Corbel"/>
              </a:rPr>
              <a:t>an</a:t>
            </a:r>
            <a:r>
              <a:rPr sz="1700" spc="-30" dirty="0">
                <a:latin typeface="Corbel"/>
                <a:cs typeface="Corbel"/>
              </a:rPr>
              <a:t> </a:t>
            </a:r>
            <a:r>
              <a:rPr sz="1700" dirty="0">
                <a:latin typeface="Corbel"/>
                <a:cs typeface="Corbel"/>
              </a:rPr>
              <a:t>experimental</a:t>
            </a:r>
            <a:r>
              <a:rPr sz="1700" spc="-30" dirty="0">
                <a:latin typeface="Corbel"/>
                <a:cs typeface="Corbel"/>
              </a:rPr>
              <a:t> </a:t>
            </a:r>
            <a:r>
              <a:rPr sz="1700" dirty="0">
                <a:latin typeface="Corbel"/>
                <a:cs typeface="Corbel"/>
              </a:rPr>
              <a:t>site</a:t>
            </a:r>
            <a:r>
              <a:rPr sz="1700" spc="-30" dirty="0">
                <a:latin typeface="Corbel"/>
                <a:cs typeface="Corbel"/>
              </a:rPr>
              <a:t> </a:t>
            </a:r>
            <a:r>
              <a:rPr sz="1700" dirty="0">
                <a:latin typeface="Corbel"/>
                <a:cs typeface="Corbel"/>
              </a:rPr>
              <a:t>in</a:t>
            </a:r>
            <a:r>
              <a:rPr sz="1700" spc="-35" dirty="0">
                <a:latin typeface="Corbel"/>
                <a:cs typeface="Corbel"/>
              </a:rPr>
              <a:t> </a:t>
            </a:r>
            <a:r>
              <a:rPr sz="1700" dirty="0">
                <a:latin typeface="Corbel"/>
                <a:cs typeface="Corbel"/>
              </a:rPr>
              <a:t>connection</a:t>
            </a:r>
            <a:r>
              <a:rPr sz="1700" spc="-30" dirty="0">
                <a:latin typeface="Corbel"/>
                <a:cs typeface="Corbel"/>
              </a:rPr>
              <a:t> </a:t>
            </a:r>
            <a:r>
              <a:rPr sz="1700" dirty="0">
                <a:latin typeface="Corbel"/>
                <a:cs typeface="Corbel"/>
              </a:rPr>
              <a:t>with</a:t>
            </a:r>
            <a:r>
              <a:rPr sz="1700" spc="-35" dirty="0">
                <a:latin typeface="Corbel"/>
                <a:cs typeface="Corbel"/>
              </a:rPr>
              <a:t> </a:t>
            </a:r>
            <a:r>
              <a:rPr sz="1700" dirty="0">
                <a:latin typeface="Corbel"/>
                <a:cs typeface="Corbel"/>
              </a:rPr>
              <a:t>the</a:t>
            </a:r>
            <a:r>
              <a:rPr sz="1700" spc="-35" dirty="0">
                <a:latin typeface="Corbel"/>
                <a:cs typeface="Corbel"/>
              </a:rPr>
              <a:t> </a:t>
            </a:r>
            <a:r>
              <a:rPr sz="1700" dirty="0">
                <a:latin typeface="Corbel"/>
                <a:cs typeface="Corbel"/>
              </a:rPr>
              <a:t>construction</a:t>
            </a:r>
            <a:r>
              <a:rPr sz="1700" spc="-30" dirty="0">
                <a:latin typeface="Corbel"/>
                <a:cs typeface="Corbel"/>
              </a:rPr>
              <a:t> </a:t>
            </a:r>
            <a:r>
              <a:rPr sz="1700" dirty="0">
                <a:latin typeface="Corbel"/>
                <a:cs typeface="Corbel"/>
              </a:rPr>
              <a:t>or</a:t>
            </a:r>
            <a:r>
              <a:rPr sz="1700" spc="-30" dirty="0">
                <a:latin typeface="Corbel"/>
                <a:cs typeface="Corbel"/>
              </a:rPr>
              <a:t> </a:t>
            </a:r>
            <a:r>
              <a:rPr sz="1700" dirty="0">
                <a:latin typeface="Corbel"/>
                <a:cs typeface="Corbel"/>
              </a:rPr>
              <a:t>testing</a:t>
            </a:r>
            <a:r>
              <a:rPr sz="1700" spc="-35" dirty="0">
                <a:latin typeface="Corbel"/>
                <a:cs typeface="Corbel"/>
              </a:rPr>
              <a:t> </a:t>
            </a:r>
            <a:r>
              <a:rPr sz="1700" dirty="0">
                <a:latin typeface="Corbel"/>
                <a:cs typeface="Corbel"/>
              </a:rPr>
              <a:t>of</a:t>
            </a:r>
            <a:r>
              <a:rPr sz="1700" spc="-35" dirty="0">
                <a:latin typeface="Corbel"/>
                <a:cs typeface="Corbel"/>
              </a:rPr>
              <a:t> </a:t>
            </a:r>
            <a:r>
              <a:rPr sz="1700" dirty="0">
                <a:latin typeface="Corbel"/>
                <a:cs typeface="Corbel"/>
              </a:rPr>
              <a:t>that</a:t>
            </a:r>
            <a:r>
              <a:rPr sz="1700" spc="-40" dirty="0">
                <a:latin typeface="Corbel"/>
                <a:cs typeface="Corbel"/>
              </a:rPr>
              <a:t> </a:t>
            </a:r>
            <a:r>
              <a:rPr sz="1700" dirty="0">
                <a:latin typeface="Corbel"/>
                <a:cs typeface="Corbel"/>
              </a:rPr>
              <a:t>unmanned</a:t>
            </a:r>
            <a:r>
              <a:rPr sz="1700" spc="-35" dirty="0">
                <a:latin typeface="Corbel"/>
                <a:cs typeface="Corbel"/>
              </a:rPr>
              <a:t> </a:t>
            </a:r>
            <a:r>
              <a:rPr sz="1700" dirty="0">
                <a:latin typeface="Corbel"/>
                <a:cs typeface="Corbel"/>
              </a:rPr>
              <a:t>aircraft;</a:t>
            </a:r>
            <a:r>
              <a:rPr sz="1700" spc="-40" dirty="0">
                <a:latin typeface="Corbel"/>
                <a:cs typeface="Corbel"/>
              </a:rPr>
              <a:t> </a:t>
            </a:r>
            <a:r>
              <a:rPr sz="1700" spc="-25" dirty="0">
                <a:latin typeface="Corbel"/>
                <a:cs typeface="Corbel"/>
              </a:rPr>
              <a:t>or</a:t>
            </a:r>
            <a:endParaRPr sz="1700">
              <a:latin typeface="Corbel"/>
              <a:cs typeface="Corbel"/>
            </a:endParaRPr>
          </a:p>
          <a:p>
            <a:pPr marL="469900" marR="5080" indent="248920">
              <a:lnSpc>
                <a:spcPct val="78800"/>
              </a:lnSpc>
              <a:spcBef>
                <a:spcPts val="980"/>
              </a:spcBef>
              <a:buAutoNum type="alphaLcParenBoth"/>
              <a:tabLst>
                <a:tab pos="718820" algn="l"/>
              </a:tabLst>
            </a:pPr>
            <a:r>
              <a:rPr sz="1700" dirty="0">
                <a:latin typeface="Corbel"/>
                <a:cs typeface="Corbel"/>
              </a:rPr>
              <a:t>Within</a:t>
            </a:r>
            <a:r>
              <a:rPr sz="1700" spc="-20" dirty="0">
                <a:latin typeface="Corbel"/>
                <a:cs typeface="Corbel"/>
              </a:rPr>
              <a:t> </a:t>
            </a:r>
            <a:r>
              <a:rPr sz="1700" dirty="0">
                <a:latin typeface="Corbel"/>
                <a:cs typeface="Corbel"/>
              </a:rPr>
              <a:t>a</a:t>
            </a:r>
            <a:r>
              <a:rPr sz="1700" spc="-20" dirty="0">
                <a:latin typeface="Corbel"/>
                <a:cs typeface="Corbel"/>
              </a:rPr>
              <a:t> </a:t>
            </a:r>
            <a:r>
              <a:rPr sz="1700" dirty="0">
                <a:latin typeface="Corbel"/>
                <a:cs typeface="Corbel"/>
              </a:rPr>
              <a:t>place</a:t>
            </a:r>
            <a:r>
              <a:rPr sz="1700" spc="-20" dirty="0">
                <a:latin typeface="Corbel"/>
                <a:cs typeface="Corbel"/>
              </a:rPr>
              <a:t> </a:t>
            </a:r>
            <a:r>
              <a:rPr sz="1700" dirty="0">
                <a:latin typeface="Corbel"/>
                <a:cs typeface="Corbel"/>
              </a:rPr>
              <a:t>that</a:t>
            </a:r>
            <a:r>
              <a:rPr sz="1700" spc="-30" dirty="0">
                <a:latin typeface="Corbel"/>
                <a:cs typeface="Corbel"/>
              </a:rPr>
              <a:t> </a:t>
            </a:r>
            <a:r>
              <a:rPr sz="1700" dirty="0">
                <a:latin typeface="Corbel"/>
                <a:cs typeface="Corbel"/>
              </a:rPr>
              <a:t>is</a:t>
            </a:r>
            <a:r>
              <a:rPr sz="1700" spc="-25" dirty="0">
                <a:latin typeface="Corbel"/>
                <a:cs typeface="Corbel"/>
              </a:rPr>
              <a:t> </a:t>
            </a:r>
            <a:r>
              <a:rPr sz="1700" dirty="0">
                <a:latin typeface="Corbel"/>
                <a:cs typeface="Corbel"/>
              </a:rPr>
              <a:t>not</a:t>
            </a:r>
            <a:r>
              <a:rPr sz="1700" spc="-30" dirty="0">
                <a:latin typeface="Corbel"/>
                <a:cs typeface="Corbel"/>
              </a:rPr>
              <a:t> </a:t>
            </a:r>
            <a:r>
              <a:rPr sz="1700" dirty="0">
                <a:latin typeface="Corbel"/>
                <a:cs typeface="Corbel"/>
              </a:rPr>
              <a:t>publicly</a:t>
            </a:r>
            <a:r>
              <a:rPr sz="1700" spc="-30" dirty="0">
                <a:latin typeface="Corbel"/>
                <a:cs typeface="Corbel"/>
              </a:rPr>
              <a:t> </a:t>
            </a:r>
            <a:r>
              <a:rPr sz="1700" spc="-10" dirty="0">
                <a:latin typeface="Corbel"/>
                <a:cs typeface="Corbel"/>
              </a:rPr>
              <a:t>accessible,</a:t>
            </a:r>
            <a:r>
              <a:rPr sz="1700" spc="-20" dirty="0">
                <a:latin typeface="Corbel"/>
                <a:cs typeface="Corbel"/>
              </a:rPr>
              <a:t> </a:t>
            </a:r>
            <a:r>
              <a:rPr sz="1700" dirty="0">
                <a:latin typeface="Corbel"/>
                <a:cs typeface="Corbel"/>
              </a:rPr>
              <a:t>for</a:t>
            </a:r>
            <a:r>
              <a:rPr sz="1700" spc="-20" dirty="0">
                <a:latin typeface="Corbel"/>
                <a:cs typeface="Corbel"/>
              </a:rPr>
              <a:t> </a:t>
            </a:r>
            <a:r>
              <a:rPr sz="1700" dirty="0">
                <a:latin typeface="Corbel"/>
                <a:cs typeface="Corbel"/>
              </a:rPr>
              <a:t>any</a:t>
            </a:r>
            <a:r>
              <a:rPr sz="1700" spc="-30" dirty="0">
                <a:latin typeface="Corbel"/>
                <a:cs typeface="Corbel"/>
              </a:rPr>
              <a:t> </a:t>
            </a:r>
            <a:r>
              <a:rPr sz="1700" dirty="0">
                <a:latin typeface="Corbel"/>
                <a:cs typeface="Corbel"/>
              </a:rPr>
              <a:t>purpose</a:t>
            </a:r>
            <a:r>
              <a:rPr sz="1700" spc="-20" dirty="0">
                <a:latin typeface="Corbel"/>
                <a:cs typeface="Corbel"/>
              </a:rPr>
              <a:t> </a:t>
            </a:r>
            <a:r>
              <a:rPr sz="1700" dirty="0">
                <a:latin typeface="Corbel"/>
                <a:cs typeface="Corbel"/>
              </a:rPr>
              <a:t>unless</a:t>
            </a:r>
            <a:r>
              <a:rPr sz="1700" spc="-25" dirty="0">
                <a:latin typeface="Corbel"/>
                <a:cs typeface="Corbel"/>
              </a:rPr>
              <a:t> </a:t>
            </a:r>
            <a:r>
              <a:rPr sz="1700" dirty="0">
                <a:latin typeface="Corbel"/>
                <a:cs typeface="Corbel"/>
              </a:rPr>
              <a:t>it</a:t>
            </a:r>
            <a:r>
              <a:rPr sz="1700" spc="-30" dirty="0">
                <a:latin typeface="Corbel"/>
                <a:cs typeface="Corbel"/>
              </a:rPr>
              <a:t> </a:t>
            </a:r>
            <a:r>
              <a:rPr sz="1700" dirty="0">
                <a:latin typeface="Corbel"/>
                <a:cs typeface="Corbel"/>
              </a:rPr>
              <a:t>is</a:t>
            </a:r>
            <a:r>
              <a:rPr sz="1700" spc="-25" dirty="0">
                <a:latin typeface="Corbel"/>
                <a:cs typeface="Corbel"/>
              </a:rPr>
              <a:t> </a:t>
            </a:r>
            <a:r>
              <a:rPr sz="1700" dirty="0">
                <a:latin typeface="Corbel"/>
                <a:cs typeface="Corbel"/>
              </a:rPr>
              <a:t>a</a:t>
            </a:r>
            <a:r>
              <a:rPr sz="1700" spc="-15" dirty="0">
                <a:latin typeface="Corbel"/>
                <a:cs typeface="Corbel"/>
              </a:rPr>
              <a:t> </a:t>
            </a:r>
            <a:r>
              <a:rPr sz="1700" dirty="0">
                <a:latin typeface="Corbel"/>
                <a:cs typeface="Corbel"/>
              </a:rPr>
              <a:t>purpose</a:t>
            </a:r>
            <a:r>
              <a:rPr sz="1700" spc="-20" dirty="0">
                <a:latin typeface="Corbel"/>
                <a:cs typeface="Corbel"/>
              </a:rPr>
              <a:t> </a:t>
            </a:r>
            <a:r>
              <a:rPr sz="1700" dirty="0">
                <a:latin typeface="Corbel"/>
                <a:cs typeface="Corbel"/>
              </a:rPr>
              <a:t>connected</a:t>
            </a:r>
            <a:r>
              <a:rPr sz="1700" spc="-25" dirty="0">
                <a:latin typeface="Corbel"/>
                <a:cs typeface="Corbel"/>
              </a:rPr>
              <a:t> </a:t>
            </a:r>
            <a:r>
              <a:rPr sz="1700" dirty="0">
                <a:latin typeface="Corbel"/>
                <a:cs typeface="Corbel"/>
              </a:rPr>
              <a:t>with</a:t>
            </a:r>
            <a:r>
              <a:rPr sz="1700" spc="-30" dirty="0">
                <a:latin typeface="Corbel"/>
                <a:cs typeface="Corbel"/>
              </a:rPr>
              <a:t> </a:t>
            </a:r>
            <a:r>
              <a:rPr sz="1700" dirty="0">
                <a:latin typeface="Corbel"/>
                <a:cs typeface="Corbel"/>
              </a:rPr>
              <a:t>any</a:t>
            </a:r>
            <a:r>
              <a:rPr sz="1700" spc="-30" dirty="0">
                <a:latin typeface="Corbel"/>
                <a:cs typeface="Corbel"/>
              </a:rPr>
              <a:t> </a:t>
            </a:r>
            <a:r>
              <a:rPr sz="1700" dirty="0">
                <a:latin typeface="Corbel"/>
                <a:cs typeface="Corbel"/>
              </a:rPr>
              <a:t>of</a:t>
            </a:r>
            <a:r>
              <a:rPr sz="1700" spc="-30" dirty="0">
                <a:latin typeface="Corbel"/>
                <a:cs typeface="Corbel"/>
              </a:rPr>
              <a:t> </a:t>
            </a:r>
            <a:r>
              <a:rPr sz="1700" spc="-25" dirty="0">
                <a:latin typeface="Corbel"/>
                <a:cs typeface="Corbel"/>
              </a:rPr>
              <a:t>the </a:t>
            </a:r>
            <a:r>
              <a:rPr sz="1700" spc="-10" dirty="0">
                <a:latin typeface="Corbel"/>
                <a:cs typeface="Corbel"/>
              </a:rPr>
              <a:t>following:</a:t>
            </a:r>
            <a:endParaRPr sz="1700">
              <a:latin typeface="Corbel"/>
              <a:cs typeface="Corbel"/>
            </a:endParaRPr>
          </a:p>
          <a:p>
            <a:pPr marL="927100" marR="470534" lvl="1" indent="222885">
              <a:lnSpc>
                <a:spcPct val="77600"/>
              </a:lnSpc>
              <a:spcBef>
                <a:spcPts val="1130"/>
              </a:spcBef>
              <a:buAutoNum type="romanLcParenBoth"/>
              <a:tabLst>
                <a:tab pos="1149985" algn="l"/>
              </a:tabLst>
            </a:pPr>
            <a:r>
              <a:rPr sz="1700" dirty="0">
                <a:latin typeface="Corbel"/>
                <a:cs typeface="Corbel"/>
              </a:rPr>
              <a:t>a</a:t>
            </a:r>
            <a:r>
              <a:rPr sz="1700" spc="-30" dirty="0">
                <a:latin typeface="Corbel"/>
                <a:cs typeface="Corbel"/>
              </a:rPr>
              <a:t> </a:t>
            </a:r>
            <a:r>
              <a:rPr sz="1700" dirty="0">
                <a:latin typeface="Corbel"/>
                <a:cs typeface="Corbel"/>
              </a:rPr>
              <a:t>sporting</a:t>
            </a:r>
            <a:r>
              <a:rPr sz="1700" spc="-30" dirty="0">
                <a:latin typeface="Corbel"/>
                <a:cs typeface="Corbel"/>
              </a:rPr>
              <a:t> </a:t>
            </a:r>
            <a:r>
              <a:rPr sz="1700" dirty="0">
                <a:latin typeface="Corbel"/>
                <a:cs typeface="Corbel"/>
              </a:rPr>
              <a:t>activity</a:t>
            </a:r>
            <a:r>
              <a:rPr sz="1700" spc="-40" dirty="0">
                <a:latin typeface="Corbel"/>
                <a:cs typeface="Corbel"/>
              </a:rPr>
              <a:t> </a:t>
            </a:r>
            <a:r>
              <a:rPr sz="1700" dirty="0">
                <a:latin typeface="Corbel"/>
                <a:cs typeface="Corbel"/>
              </a:rPr>
              <a:t>that</a:t>
            </a:r>
            <a:r>
              <a:rPr sz="1700" spc="-35" dirty="0">
                <a:latin typeface="Corbel"/>
                <a:cs typeface="Corbel"/>
              </a:rPr>
              <a:t> </a:t>
            </a:r>
            <a:r>
              <a:rPr sz="1700" dirty="0">
                <a:latin typeface="Corbel"/>
                <a:cs typeface="Corbel"/>
              </a:rPr>
              <a:t>forms</a:t>
            </a:r>
            <a:r>
              <a:rPr sz="1700" spc="-35" dirty="0">
                <a:latin typeface="Corbel"/>
                <a:cs typeface="Corbel"/>
              </a:rPr>
              <a:t> </a:t>
            </a:r>
            <a:r>
              <a:rPr sz="1700" dirty="0">
                <a:latin typeface="Corbel"/>
                <a:cs typeface="Corbel"/>
              </a:rPr>
              <a:t>part</a:t>
            </a:r>
            <a:r>
              <a:rPr sz="1700" spc="-35" dirty="0">
                <a:latin typeface="Corbel"/>
                <a:cs typeface="Corbel"/>
              </a:rPr>
              <a:t> </a:t>
            </a:r>
            <a:r>
              <a:rPr sz="1700" dirty="0">
                <a:latin typeface="Corbel"/>
                <a:cs typeface="Corbel"/>
              </a:rPr>
              <a:t>of</a:t>
            </a:r>
            <a:r>
              <a:rPr sz="1700" spc="-35" dirty="0">
                <a:latin typeface="Corbel"/>
                <a:cs typeface="Corbel"/>
              </a:rPr>
              <a:t> </a:t>
            </a:r>
            <a:r>
              <a:rPr sz="1700" dirty="0">
                <a:latin typeface="Corbel"/>
                <a:cs typeface="Corbel"/>
              </a:rPr>
              <a:t>an</a:t>
            </a:r>
            <a:r>
              <a:rPr sz="1700" spc="-30" dirty="0">
                <a:latin typeface="Corbel"/>
                <a:cs typeface="Corbel"/>
              </a:rPr>
              <a:t> </a:t>
            </a:r>
            <a:r>
              <a:rPr sz="1700" dirty="0">
                <a:latin typeface="Corbel"/>
                <a:cs typeface="Corbel"/>
              </a:rPr>
              <a:t>organized</a:t>
            </a:r>
            <a:r>
              <a:rPr sz="1700" spc="-30" dirty="0">
                <a:latin typeface="Corbel"/>
                <a:cs typeface="Corbel"/>
              </a:rPr>
              <a:t> </a:t>
            </a:r>
            <a:r>
              <a:rPr sz="1700" dirty="0">
                <a:latin typeface="Corbel"/>
                <a:cs typeface="Corbel"/>
              </a:rPr>
              <a:t>group</a:t>
            </a:r>
            <a:r>
              <a:rPr sz="1700" spc="-35" dirty="0">
                <a:latin typeface="Corbel"/>
                <a:cs typeface="Corbel"/>
              </a:rPr>
              <a:t> </a:t>
            </a:r>
            <a:r>
              <a:rPr sz="1700" dirty="0">
                <a:latin typeface="Corbel"/>
                <a:cs typeface="Corbel"/>
              </a:rPr>
              <a:t>activity</a:t>
            </a:r>
            <a:r>
              <a:rPr sz="1700" spc="-35" dirty="0">
                <a:latin typeface="Corbel"/>
                <a:cs typeface="Corbel"/>
              </a:rPr>
              <a:t> </a:t>
            </a:r>
            <a:r>
              <a:rPr sz="1700" dirty="0">
                <a:latin typeface="Corbel"/>
                <a:cs typeface="Corbel"/>
              </a:rPr>
              <a:t>or</a:t>
            </a:r>
            <a:r>
              <a:rPr sz="1700" spc="-25" dirty="0">
                <a:latin typeface="Corbel"/>
                <a:cs typeface="Corbel"/>
              </a:rPr>
              <a:t> </a:t>
            </a:r>
            <a:r>
              <a:rPr sz="1700" dirty="0">
                <a:latin typeface="Corbel"/>
                <a:cs typeface="Corbel"/>
              </a:rPr>
              <a:t>organized</a:t>
            </a:r>
            <a:r>
              <a:rPr sz="1700" spc="-35" dirty="0">
                <a:latin typeface="Corbel"/>
                <a:cs typeface="Corbel"/>
              </a:rPr>
              <a:t> </a:t>
            </a:r>
            <a:r>
              <a:rPr sz="1700" dirty="0">
                <a:latin typeface="Corbel"/>
                <a:cs typeface="Corbel"/>
              </a:rPr>
              <a:t>competition,</a:t>
            </a:r>
            <a:r>
              <a:rPr sz="1700" spc="-30" dirty="0">
                <a:latin typeface="Corbel"/>
                <a:cs typeface="Corbel"/>
              </a:rPr>
              <a:t> </a:t>
            </a:r>
            <a:r>
              <a:rPr sz="1700" dirty="0">
                <a:latin typeface="Corbel"/>
                <a:cs typeface="Corbel"/>
              </a:rPr>
              <a:t>race</a:t>
            </a:r>
            <a:r>
              <a:rPr sz="1700" spc="-30" dirty="0">
                <a:latin typeface="Corbel"/>
                <a:cs typeface="Corbel"/>
              </a:rPr>
              <a:t> </a:t>
            </a:r>
            <a:r>
              <a:rPr sz="1700" spc="-25" dirty="0">
                <a:latin typeface="Corbel"/>
                <a:cs typeface="Corbel"/>
              </a:rPr>
              <a:t>or </a:t>
            </a:r>
            <a:r>
              <a:rPr sz="1700" spc="-10" dirty="0">
                <a:latin typeface="Corbel"/>
                <a:cs typeface="Corbel"/>
              </a:rPr>
              <a:t>tournament;</a:t>
            </a:r>
            <a:endParaRPr sz="1700">
              <a:latin typeface="Corbel"/>
              <a:cs typeface="Corbel"/>
            </a:endParaRPr>
          </a:p>
          <a:p>
            <a:pPr marL="1200785" lvl="1" indent="-273685">
              <a:lnSpc>
                <a:spcPct val="100000"/>
              </a:lnSpc>
              <a:spcBef>
                <a:spcPts val="675"/>
              </a:spcBef>
              <a:buAutoNum type="romanLcParenBoth"/>
              <a:tabLst>
                <a:tab pos="1200785" algn="l"/>
              </a:tabLst>
            </a:pPr>
            <a:r>
              <a:rPr sz="1700" dirty="0">
                <a:latin typeface="Corbel"/>
                <a:cs typeface="Corbel"/>
              </a:rPr>
              <a:t>an</a:t>
            </a:r>
            <a:r>
              <a:rPr sz="1700" spc="-30" dirty="0">
                <a:latin typeface="Corbel"/>
                <a:cs typeface="Corbel"/>
              </a:rPr>
              <a:t> </a:t>
            </a:r>
            <a:r>
              <a:rPr sz="1700" dirty="0">
                <a:latin typeface="Corbel"/>
                <a:cs typeface="Corbel"/>
              </a:rPr>
              <a:t>event</a:t>
            </a:r>
            <a:r>
              <a:rPr sz="1700" spc="-40" dirty="0">
                <a:latin typeface="Corbel"/>
                <a:cs typeface="Corbel"/>
              </a:rPr>
              <a:t> </a:t>
            </a:r>
            <a:r>
              <a:rPr sz="1700" dirty="0">
                <a:latin typeface="Corbel"/>
                <a:cs typeface="Corbel"/>
              </a:rPr>
              <a:t>that</a:t>
            </a:r>
            <a:r>
              <a:rPr sz="1700" spc="-35" dirty="0">
                <a:latin typeface="Corbel"/>
                <a:cs typeface="Corbel"/>
              </a:rPr>
              <a:t> </a:t>
            </a:r>
            <a:r>
              <a:rPr sz="1700" dirty="0">
                <a:latin typeface="Corbel"/>
                <a:cs typeface="Corbel"/>
              </a:rPr>
              <a:t>is</a:t>
            </a:r>
            <a:r>
              <a:rPr sz="1700" spc="-35" dirty="0">
                <a:latin typeface="Corbel"/>
                <a:cs typeface="Corbel"/>
              </a:rPr>
              <a:t> </a:t>
            </a:r>
            <a:r>
              <a:rPr sz="1700" dirty="0">
                <a:latin typeface="Corbel"/>
                <a:cs typeface="Corbel"/>
              </a:rPr>
              <a:t>attended</a:t>
            </a:r>
            <a:r>
              <a:rPr sz="1700" spc="-35" dirty="0">
                <a:latin typeface="Corbel"/>
                <a:cs typeface="Corbel"/>
              </a:rPr>
              <a:t> </a:t>
            </a:r>
            <a:r>
              <a:rPr sz="1700" dirty="0">
                <a:latin typeface="Corbel"/>
                <a:cs typeface="Corbel"/>
              </a:rPr>
              <a:t>by</a:t>
            </a:r>
            <a:r>
              <a:rPr sz="1700" spc="-35" dirty="0">
                <a:latin typeface="Corbel"/>
                <a:cs typeface="Corbel"/>
              </a:rPr>
              <a:t> </a:t>
            </a:r>
            <a:r>
              <a:rPr sz="1700" dirty="0">
                <a:latin typeface="Corbel"/>
                <a:cs typeface="Corbel"/>
              </a:rPr>
              <a:t>more</a:t>
            </a:r>
            <a:r>
              <a:rPr sz="1700" spc="-30" dirty="0">
                <a:latin typeface="Corbel"/>
                <a:cs typeface="Corbel"/>
              </a:rPr>
              <a:t> </a:t>
            </a:r>
            <a:r>
              <a:rPr sz="1700" dirty="0">
                <a:latin typeface="Corbel"/>
                <a:cs typeface="Corbel"/>
              </a:rPr>
              <a:t>than</a:t>
            </a:r>
            <a:r>
              <a:rPr sz="1700" spc="-30" dirty="0">
                <a:latin typeface="Corbel"/>
                <a:cs typeface="Corbel"/>
              </a:rPr>
              <a:t> </a:t>
            </a:r>
            <a:r>
              <a:rPr sz="1700" dirty="0">
                <a:latin typeface="Corbel"/>
                <a:cs typeface="Corbel"/>
              </a:rPr>
              <a:t>50</a:t>
            </a:r>
            <a:r>
              <a:rPr sz="1700" spc="-30" dirty="0">
                <a:latin typeface="Corbel"/>
                <a:cs typeface="Corbel"/>
              </a:rPr>
              <a:t> </a:t>
            </a:r>
            <a:r>
              <a:rPr sz="1700" dirty="0">
                <a:latin typeface="Corbel"/>
                <a:cs typeface="Corbel"/>
              </a:rPr>
              <a:t>individuals</a:t>
            </a:r>
            <a:r>
              <a:rPr sz="1700" spc="-35" dirty="0">
                <a:latin typeface="Corbel"/>
                <a:cs typeface="Corbel"/>
              </a:rPr>
              <a:t> </a:t>
            </a:r>
            <a:r>
              <a:rPr sz="1700" dirty="0">
                <a:latin typeface="Corbel"/>
                <a:cs typeface="Corbel"/>
              </a:rPr>
              <a:t>at</a:t>
            </a:r>
            <a:r>
              <a:rPr sz="1700" spc="-40" dirty="0">
                <a:latin typeface="Corbel"/>
                <a:cs typeface="Corbel"/>
              </a:rPr>
              <a:t> </a:t>
            </a:r>
            <a:r>
              <a:rPr sz="1700" dirty="0">
                <a:latin typeface="Corbel"/>
                <a:cs typeface="Corbel"/>
              </a:rPr>
              <a:t>any</a:t>
            </a:r>
            <a:r>
              <a:rPr sz="1700" spc="-35" dirty="0">
                <a:latin typeface="Corbel"/>
                <a:cs typeface="Corbel"/>
              </a:rPr>
              <a:t> </a:t>
            </a:r>
            <a:r>
              <a:rPr sz="1700" dirty="0">
                <a:latin typeface="Corbel"/>
                <a:cs typeface="Corbel"/>
              </a:rPr>
              <a:t>time</a:t>
            </a:r>
            <a:r>
              <a:rPr sz="1700" spc="-30" dirty="0">
                <a:latin typeface="Corbel"/>
                <a:cs typeface="Corbel"/>
              </a:rPr>
              <a:t> </a:t>
            </a:r>
            <a:r>
              <a:rPr sz="1700" dirty="0">
                <a:latin typeface="Corbel"/>
                <a:cs typeface="Corbel"/>
              </a:rPr>
              <a:t>during</a:t>
            </a:r>
            <a:r>
              <a:rPr sz="1700" spc="-35" dirty="0">
                <a:latin typeface="Corbel"/>
                <a:cs typeface="Corbel"/>
              </a:rPr>
              <a:t> </a:t>
            </a:r>
            <a:r>
              <a:rPr sz="1700" dirty="0">
                <a:latin typeface="Corbel"/>
                <a:cs typeface="Corbel"/>
              </a:rPr>
              <a:t>the</a:t>
            </a:r>
            <a:r>
              <a:rPr sz="1700" spc="-25" dirty="0">
                <a:latin typeface="Corbel"/>
                <a:cs typeface="Corbel"/>
              </a:rPr>
              <a:t> </a:t>
            </a:r>
            <a:r>
              <a:rPr sz="1700" spc="-10" dirty="0">
                <a:latin typeface="Corbel"/>
                <a:cs typeface="Corbel"/>
              </a:rPr>
              <a:t>event;</a:t>
            </a:r>
            <a:endParaRPr sz="1700">
              <a:latin typeface="Corbel"/>
              <a:cs typeface="Corbel"/>
            </a:endParaRPr>
          </a:p>
          <a:p>
            <a:pPr marL="1250950" lvl="1" indent="-323850">
              <a:lnSpc>
                <a:spcPct val="100000"/>
              </a:lnSpc>
              <a:spcBef>
                <a:spcPts val="550"/>
              </a:spcBef>
              <a:buAutoNum type="romanLcParenBoth"/>
              <a:tabLst>
                <a:tab pos="1250950" algn="l"/>
              </a:tabLst>
            </a:pPr>
            <a:r>
              <a:rPr sz="1700" dirty="0">
                <a:latin typeface="Corbel"/>
                <a:cs typeface="Corbel"/>
              </a:rPr>
              <a:t>a</a:t>
            </a:r>
            <a:r>
              <a:rPr sz="1700" spc="-20" dirty="0">
                <a:latin typeface="Corbel"/>
                <a:cs typeface="Corbel"/>
              </a:rPr>
              <a:t> </a:t>
            </a:r>
            <a:r>
              <a:rPr sz="1700" dirty="0">
                <a:latin typeface="Corbel"/>
                <a:cs typeface="Corbel"/>
              </a:rPr>
              <a:t>flying</a:t>
            </a:r>
            <a:r>
              <a:rPr sz="1700" spc="-20" dirty="0">
                <a:latin typeface="Corbel"/>
                <a:cs typeface="Corbel"/>
              </a:rPr>
              <a:t> </a:t>
            </a:r>
            <a:r>
              <a:rPr sz="1700" spc="-10" dirty="0">
                <a:latin typeface="Corbel"/>
                <a:cs typeface="Corbel"/>
              </a:rPr>
              <a:t>display.</a:t>
            </a:r>
            <a:endParaRPr sz="1700">
              <a:latin typeface="Corbel"/>
              <a:cs typeface="Corbel"/>
            </a:endParaRPr>
          </a:p>
          <a:p>
            <a:pPr>
              <a:lnSpc>
                <a:spcPct val="100000"/>
              </a:lnSpc>
              <a:spcBef>
                <a:spcPts val="1620"/>
              </a:spcBef>
            </a:pPr>
            <a:endParaRPr sz="1700">
              <a:latin typeface="Corbel"/>
              <a:cs typeface="Corbel"/>
            </a:endParaRPr>
          </a:p>
          <a:p>
            <a:pPr marL="12700" marR="118745">
              <a:lnSpc>
                <a:spcPct val="78800"/>
              </a:lnSpc>
            </a:pPr>
            <a:r>
              <a:rPr sz="1700" dirty="0">
                <a:latin typeface="Corbel"/>
                <a:cs typeface="Corbel"/>
              </a:rPr>
              <a:t>(2)</a:t>
            </a:r>
            <a:r>
              <a:rPr sz="1700" spc="-25" dirty="0">
                <a:latin typeface="Corbel"/>
                <a:cs typeface="Corbel"/>
              </a:rPr>
              <a:t> </a:t>
            </a:r>
            <a:r>
              <a:rPr sz="1700" dirty="0">
                <a:latin typeface="Corbel"/>
                <a:cs typeface="Corbel"/>
              </a:rPr>
              <a:t>In</a:t>
            </a:r>
            <a:r>
              <a:rPr sz="1700" spc="-20" dirty="0">
                <a:latin typeface="Corbel"/>
                <a:cs typeface="Corbel"/>
              </a:rPr>
              <a:t> </a:t>
            </a:r>
            <a:r>
              <a:rPr sz="1700" dirty="0">
                <a:latin typeface="Corbel"/>
                <a:cs typeface="Corbel"/>
              </a:rPr>
              <a:t>this</a:t>
            </a:r>
            <a:r>
              <a:rPr sz="1700" spc="-25" dirty="0">
                <a:latin typeface="Corbel"/>
                <a:cs typeface="Corbel"/>
              </a:rPr>
              <a:t> </a:t>
            </a:r>
            <a:r>
              <a:rPr sz="1700" dirty="0">
                <a:latin typeface="Corbel"/>
                <a:cs typeface="Corbel"/>
              </a:rPr>
              <a:t>regulation,</a:t>
            </a:r>
            <a:r>
              <a:rPr sz="1700" spc="-25" dirty="0">
                <a:latin typeface="Corbel"/>
                <a:cs typeface="Corbel"/>
              </a:rPr>
              <a:t> </a:t>
            </a:r>
            <a:r>
              <a:rPr sz="1700" dirty="0">
                <a:latin typeface="Corbel"/>
                <a:cs typeface="Corbel"/>
              </a:rPr>
              <a:t>“publicly</a:t>
            </a:r>
            <a:r>
              <a:rPr sz="1700" spc="-35" dirty="0">
                <a:latin typeface="Corbel"/>
                <a:cs typeface="Corbel"/>
              </a:rPr>
              <a:t> </a:t>
            </a:r>
            <a:r>
              <a:rPr sz="1700" spc="-10" dirty="0">
                <a:latin typeface="Corbel"/>
                <a:cs typeface="Corbel"/>
              </a:rPr>
              <a:t>accessible”,</a:t>
            </a:r>
            <a:r>
              <a:rPr sz="1700" spc="-25" dirty="0">
                <a:latin typeface="Corbel"/>
                <a:cs typeface="Corbel"/>
              </a:rPr>
              <a:t> </a:t>
            </a:r>
            <a:r>
              <a:rPr sz="1700" dirty="0">
                <a:latin typeface="Corbel"/>
                <a:cs typeface="Corbel"/>
              </a:rPr>
              <a:t>in</a:t>
            </a:r>
            <a:r>
              <a:rPr sz="1700" spc="-20" dirty="0">
                <a:latin typeface="Corbel"/>
                <a:cs typeface="Corbel"/>
              </a:rPr>
              <a:t> </a:t>
            </a:r>
            <a:r>
              <a:rPr sz="1700" dirty="0">
                <a:latin typeface="Corbel"/>
                <a:cs typeface="Corbel"/>
              </a:rPr>
              <a:t>relation</a:t>
            </a:r>
            <a:r>
              <a:rPr sz="1700" spc="-20" dirty="0">
                <a:latin typeface="Corbel"/>
                <a:cs typeface="Corbel"/>
              </a:rPr>
              <a:t> </a:t>
            </a:r>
            <a:r>
              <a:rPr sz="1700" dirty="0">
                <a:latin typeface="Corbel"/>
                <a:cs typeface="Corbel"/>
              </a:rPr>
              <a:t>to</a:t>
            </a:r>
            <a:r>
              <a:rPr sz="1700" spc="-25" dirty="0">
                <a:latin typeface="Corbel"/>
                <a:cs typeface="Corbel"/>
              </a:rPr>
              <a:t> </a:t>
            </a:r>
            <a:r>
              <a:rPr sz="1700" dirty="0">
                <a:latin typeface="Corbel"/>
                <a:cs typeface="Corbel"/>
              </a:rPr>
              <a:t>a</a:t>
            </a:r>
            <a:r>
              <a:rPr sz="1700" spc="-20" dirty="0">
                <a:latin typeface="Corbel"/>
                <a:cs typeface="Corbel"/>
              </a:rPr>
              <a:t> </a:t>
            </a:r>
            <a:r>
              <a:rPr sz="1700" dirty="0">
                <a:latin typeface="Corbel"/>
                <a:cs typeface="Corbel"/>
              </a:rPr>
              <a:t>place,</a:t>
            </a:r>
            <a:r>
              <a:rPr sz="1700" spc="-25" dirty="0">
                <a:latin typeface="Corbel"/>
                <a:cs typeface="Corbel"/>
              </a:rPr>
              <a:t> </a:t>
            </a:r>
            <a:r>
              <a:rPr sz="1700" dirty="0">
                <a:latin typeface="Corbel"/>
                <a:cs typeface="Corbel"/>
              </a:rPr>
              <a:t>means</a:t>
            </a:r>
            <a:r>
              <a:rPr sz="1700" spc="-25" dirty="0">
                <a:latin typeface="Corbel"/>
                <a:cs typeface="Corbel"/>
              </a:rPr>
              <a:t> </a:t>
            </a:r>
            <a:r>
              <a:rPr sz="1700" dirty="0">
                <a:latin typeface="Corbel"/>
                <a:cs typeface="Corbel"/>
              </a:rPr>
              <a:t>that</a:t>
            </a:r>
            <a:r>
              <a:rPr sz="1700" spc="-35" dirty="0">
                <a:latin typeface="Corbel"/>
                <a:cs typeface="Corbel"/>
              </a:rPr>
              <a:t> </a:t>
            </a:r>
            <a:r>
              <a:rPr sz="1700" dirty="0">
                <a:latin typeface="Corbel"/>
                <a:cs typeface="Corbel"/>
              </a:rPr>
              <a:t>the</a:t>
            </a:r>
            <a:r>
              <a:rPr sz="1700" spc="-20" dirty="0">
                <a:latin typeface="Corbel"/>
                <a:cs typeface="Corbel"/>
              </a:rPr>
              <a:t> </a:t>
            </a:r>
            <a:r>
              <a:rPr sz="1700" dirty="0">
                <a:latin typeface="Corbel"/>
                <a:cs typeface="Corbel"/>
              </a:rPr>
              <a:t>public</a:t>
            </a:r>
            <a:r>
              <a:rPr sz="1700" spc="-20" dirty="0">
                <a:latin typeface="Corbel"/>
                <a:cs typeface="Corbel"/>
              </a:rPr>
              <a:t> </a:t>
            </a:r>
            <a:r>
              <a:rPr sz="1700" dirty="0">
                <a:latin typeface="Corbel"/>
                <a:cs typeface="Corbel"/>
              </a:rPr>
              <a:t>or</a:t>
            </a:r>
            <a:r>
              <a:rPr sz="1700" spc="-20" dirty="0">
                <a:latin typeface="Corbel"/>
                <a:cs typeface="Corbel"/>
              </a:rPr>
              <a:t> </a:t>
            </a:r>
            <a:r>
              <a:rPr sz="1700" dirty="0">
                <a:latin typeface="Corbel"/>
                <a:cs typeface="Corbel"/>
              </a:rPr>
              <a:t>a</a:t>
            </a:r>
            <a:r>
              <a:rPr sz="1700" spc="-25" dirty="0">
                <a:latin typeface="Corbel"/>
                <a:cs typeface="Corbel"/>
              </a:rPr>
              <a:t> </a:t>
            </a:r>
            <a:r>
              <a:rPr sz="1700" dirty="0">
                <a:latin typeface="Corbel"/>
                <a:cs typeface="Corbel"/>
              </a:rPr>
              <a:t>section</a:t>
            </a:r>
            <a:r>
              <a:rPr sz="1700" spc="-20" dirty="0">
                <a:latin typeface="Corbel"/>
                <a:cs typeface="Corbel"/>
              </a:rPr>
              <a:t> </a:t>
            </a:r>
            <a:r>
              <a:rPr sz="1700" dirty="0">
                <a:latin typeface="Corbel"/>
                <a:cs typeface="Corbel"/>
              </a:rPr>
              <a:t>of</a:t>
            </a:r>
            <a:r>
              <a:rPr sz="1700" spc="-30" dirty="0">
                <a:latin typeface="Corbel"/>
                <a:cs typeface="Corbel"/>
              </a:rPr>
              <a:t> </a:t>
            </a:r>
            <a:r>
              <a:rPr sz="1700" dirty="0">
                <a:latin typeface="Corbel"/>
                <a:cs typeface="Corbel"/>
              </a:rPr>
              <a:t>the</a:t>
            </a:r>
            <a:r>
              <a:rPr sz="1700" spc="-20" dirty="0">
                <a:latin typeface="Corbel"/>
                <a:cs typeface="Corbel"/>
              </a:rPr>
              <a:t> </a:t>
            </a:r>
            <a:r>
              <a:rPr sz="1700" dirty="0">
                <a:latin typeface="Corbel"/>
                <a:cs typeface="Corbel"/>
              </a:rPr>
              <a:t>public</a:t>
            </a:r>
            <a:r>
              <a:rPr sz="1700" spc="-25" dirty="0">
                <a:latin typeface="Corbel"/>
                <a:cs typeface="Corbel"/>
              </a:rPr>
              <a:t> has </a:t>
            </a:r>
            <a:r>
              <a:rPr sz="1700" dirty="0">
                <a:latin typeface="Corbel"/>
                <a:cs typeface="Corbel"/>
              </a:rPr>
              <a:t>access</a:t>
            </a:r>
            <a:r>
              <a:rPr sz="1700" spc="-35" dirty="0">
                <a:latin typeface="Corbel"/>
                <a:cs typeface="Corbel"/>
              </a:rPr>
              <a:t> </a:t>
            </a:r>
            <a:r>
              <a:rPr sz="1700" dirty="0">
                <a:latin typeface="Corbel"/>
                <a:cs typeface="Corbel"/>
              </a:rPr>
              <a:t>to</a:t>
            </a:r>
            <a:r>
              <a:rPr sz="1700" spc="-25" dirty="0">
                <a:latin typeface="Corbel"/>
                <a:cs typeface="Corbel"/>
              </a:rPr>
              <a:t> </a:t>
            </a:r>
            <a:r>
              <a:rPr sz="1700" dirty="0">
                <a:latin typeface="Corbel"/>
                <a:cs typeface="Corbel"/>
              </a:rPr>
              <a:t>the</a:t>
            </a:r>
            <a:r>
              <a:rPr sz="1700" spc="-25" dirty="0">
                <a:latin typeface="Corbel"/>
                <a:cs typeface="Corbel"/>
              </a:rPr>
              <a:t> </a:t>
            </a:r>
            <a:r>
              <a:rPr sz="1700" dirty="0">
                <a:latin typeface="Corbel"/>
                <a:cs typeface="Corbel"/>
              </a:rPr>
              <a:t>place</a:t>
            </a:r>
            <a:r>
              <a:rPr sz="1700" spc="-25" dirty="0">
                <a:latin typeface="Corbel"/>
                <a:cs typeface="Corbel"/>
              </a:rPr>
              <a:t> </a:t>
            </a:r>
            <a:r>
              <a:rPr sz="1700" dirty="0">
                <a:latin typeface="Corbel"/>
                <a:cs typeface="Corbel"/>
              </a:rPr>
              <a:t>as</a:t>
            </a:r>
            <a:r>
              <a:rPr sz="1700" spc="-30" dirty="0">
                <a:latin typeface="Corbel"/>
                <a:cs typeface="Corbel"/>
              </a:rPr>
              <a:t> </a:t>
            </a:r>
            <a:r>
              <a:rPr sz="1700" dirty="0">
                <a:latin typeface="Corbel"/>
                <a:cs typeface="Corbel"/>
              </a:rPr>
              <a:t>of</a:t>
            </a:r>
            <a:r>
              <a:rPr sz="1700" spc="-30" dirty="0">
                <a:latin typeface="Corbel"/>
                <a:cs typeface="Corbel"/>
              </a:rPr>
              <a:t> </a:t>
            </a:r>
            <a:r>
              <a:rPr sz="1700" dirty="0">
                <a:latin typeface="Corbel"/>
                <a:cs typeface="Corbel"/>
              </a:rPr>
              <a:t>right,</a:t>
            </a:r>
            <a:r>
              <a:rPr sz="1700" spc="-30" dirty="0">
                <a:latin typeface="Corbel"/>
                <a:cs typeface="Corbel"/>
              </a:rPr>
              <a:t> </a:t>
            </a:r>
            <a:r>
              <a:rPr sz="1700" dirty="0">
                <a:latin typeface="Corbel"/>
                <a:cs typeface="Corbel"/>
              </a:rPr>
              <a:t>or</a:t>
            </a:r>
            <a:r>
              <a:rPr sz="1700" spc="-25" dirty="0">
                <a:latin typeface="Corbel"/>
                <a:cs typeface="Corbel"/>
              </a:rPr>
              <a:t> </a:t>
            </a:r>
            <a:r>
              <a:rPr sz="1700" dirty="0">
                <a:latin typeface="Corbel"/>
                <a:cs typeface="Corbel"/>
              </a:rPr>
              <a:t>by</a:t>
            </a:r>
            <a:r>
              <a:rPr sz="1700" spc="-35" dirty="0">
                <a:latin typeface="Corbel"/>
                <a:cs typeface="Corbel"/>
              </a:rPr>
              <a:t> </a:t>
            </a:r>
            <a:r>
              <a:rPr sz="1700" dirty="0">
                <a:latin typeface="Corbel"/>
                <a:cs typeface="Corbel"/>
              </a:rPr>
              <a:t>virtue</a:t>
            </a:r>
            <a:r>
              <a:rPr sz="1700" spc="-25" dirty="0">
                <a:latin typeface="Corbel"/>
                <a:cs typeface="Corbel"/>
              </a:rPr>
              <a:t> </a:t>
            </a:r>
            <a:r>
              <a:rPr sz="1700" dirty="0">
                <a:latin typeface="Corbel"/>
                <a:cs typeface="Corbel"/>
              </a:rPr>
              <a:t>of</a:t>
            </a:r>
            <a:r>
              <a:rPr sz="1700" spc="-35" dirty="0">
                <a:latin typeface="Corbel"/>
                <a:cs typeface="Corbel"/>
              </a:rPr>
              <a:t> </a:t>
            </a:r>
            <a:r>
              <a:rPr sz="1700" dirty="0">
                <a:latin typeface="Corbel"/>
                <a:cs typeface="Corbel"/>
              </a:rPr>
              <a:t>any</a:t>
            </a:r>
            <a:r>
              <a:rPr sz="1700" spc="-35" dirty="0">
                <a:latin typeface="Corbel"/>
                <a:cs typeface="Corbel"/>
              </a:rPr>
              <a:t> </a:t>
            </a:r>
            <a:r>
              <a:rPr sz="1700" dirty="0">
                <a:latin typeface="Corbel"/>
                <a:cs typeface="Corbel"/>
              </a:rPr>
              <a:t>express</a:t>
            </a:r>
            <a:r>
              <a:rPr sz="1700" spc="-30" dirty="0">
                <a:latin typeface="Corbel"/>
                <a:cs typeface="Corbel"/>
              </a:rPr>
              <a:t> </a:t>
            </a:r>
            <a:r>
              <a:rPr sz="1700" dirty="0">
                <a:latin typeface="Corbel"/>
                <a:cs typeface="Corbel"/>
              </a:rPr>
              <a:t>or</a:t>
            </a:r>
            <a:r>
              <a:rPr sz="1700" spc="-25" dirty="0">
                <a:latin typeface="Corbel"/>
                <a:cs typeface="Corbel"/>
              </a:rPr>
              <a:t> </a:t>
            </a:r>
            <a:r>
              <a:rPr sz="1700" dirty="0">
                <a:latin typeface="Corbel"/>
                <a:cs typeface="Corbel"/>
              </a:rPr>
              <a:t>implied</a:t>
            </a:r>
            <a:r>
              <a:rPr sz="1700" spc="-30" dirty="0">
                <a:latin typeface="Corbel"/>
                <a:cs typeface="Corbel"/>
              </a:rPr>
              <a:t> </a:t>
            </a:r>
            <a:r>
              <a:rPr sz="1700" dirty="0">
                <a:latin typeface="Corbel"/>
                <a:cs typeface="Corbel"/>
              </a:rPr>
              <a:t>permission</a:t>
            </a:r>
            <a:r>
              <a:rPr sz="1700" spc="-25" dirty="0">
                <a:latin typeface="Corbel"/>
                <a:cs typeface="Corbel"/>
              </a:rPr>
              <a:t> </a:t>
            </a:r>
            <a:r>
              <a:rPr sz="1700" dirty="0">
                <a:latin typeface="Corbel"/>
                <a:cs typeface="Corbel"/>
              </a:rPr>
              <a:t>with</a:t>
            </a:r>
            <a:r>
              <a:rPr sz="1700" spc="-35" dirty="0">
                <a:latin typeface="Corbel"/>
                <a:cs typeface="Corbel"/>
              </a:rPr>
              <a:t> </a:t>
            </a:r>
            <a:r>
              <a:rPr sz="1700" dirty="0">
                <a:latin typeface="Corbel"/>
                <a:cs typeface="Corbel"/>
              </a:rPr>
              <a:t>or</a:t>
            </a:r>
            <a:r>
              <a:rPr sz="1700" spc="-25" dirty="0">
                <a:latin typeface="Corbel"/>
                <a:cs typeface="Corbel"/>
              </a:rPr>
              <a:t> </a:t>
            </a:r>
            <a:r>
              <a:rPr sz="1700" dirty="0">
                <a:latin typeface="Corbel"/>
                <a:cs typeface="Corbel"/>
              </a:rPr>
              <a:t>without</a:t>
            </a:r>
            <a:r>
              <a:rPr sz="1700" spc="-35" dirty="0">
                <a:latin typeface="Corbel"/>
                <a:cs typeface="Corbel"/>
              </a:rPr>
              <a:t> </a:t>
            </a:r>
            <a:r>
              <a:rPr sz="1700" dirty="0">
                <a:latin typeface="Corbel"/>
                <a:cs typeface="Corbel"/>
              </a:rPr>
              <a:t>payment</a:t>
            </a:r>
            <a:r>
              <a:rPr sz="1700" spc="-35" dirty="0">
                <a:latin typeface="Corbel"/>
                <a:cs typeface="Corbel"/>
              </a:rPr>
              <a:t> </a:t>
            </a:r>
            <a:r>
              <a:rPr sz="1700" dirty="0">
                <a:latin typeface="Corbel"/>
                <a:cs typeface="Corbel"/>
              </a:rPr>
              <a:t>of</a:t>
            </a:r>
            <a:r>
              <a:rPr sz="1700" spc="-30" dirty="0">
                <a:latin typeface="Corbel"/>
                <a:cs typeface="Corbel"/>
              </a:rPr>
              <a:t> </a:t>
            </a:r>
            <a:r>
              <a:rPr sz="1700" dirty="0">
                <a:latin typeface="Corbel"/>
                <a:cs typeface="Corbel"/>
              </a:rPr>
              <a:t>a</a:t>
            </a:r>
            <a:r>
              <a:rPr sz="1700" spc="-25" dirty="0">
                <a:latin typeface="Corbel"/>
                <a:cs typeface="Corbel"/>
              </a:rPr>
              <a:t> </a:t>
            </a:r>
            <a:r>
              <a:rPr sz="1700" spc="-20" dirty="0">
                <a:latin typeface="Corbel"/>
                <a:cs typeface="Corbel"/>
              </a:rPr>
              <a:t>fee.</a:t>
            </a:r>
            <a:endParaRPr sz="1700">
              <a:latin typeface="Corbel"/>
              <a:cs typeface="Corbe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9991725" cy="573405"/>
            <a:chOff x="1417319" y="566927"/>
            <a:chExt cx="9991725" cy="573405"/>
          </a:xfrm>
        </p:grpSpPr>
        <p:pic>
          <p:nvPicPr>
            <p:cNvPr id="4" name="object 4"/>
            <p:cNvPicPr/>
            <p:nvPr/>
          </p:nvPicPr>
          <p:blipFill>
            <a:blip r:embed="rId2" cstate="print"/>
            <a:stretch>
              <a:fillRect/>
            </a:stretch>
          </p:blipFill>
          <p:spPr>
            <a:xfrm>
              <a:off x="1417319" y="566927"/>
              <a:ext cx="9549384" cy="573024"/>
            </a:xfrm>
            <a:prstGeom prst="rect">
              <a:avLst/>
            </a:prstGeom>
          </p:spPr>
        </p:pic>
        <p:pic>
          <p:nvPicPr>
            <p:cNvPr id="5" name="object 5"/>
            <p:cNvPicPr/>
            <p:nvPr/>
          </p:nvPicPr>
          <p:blipFill>
            <a:blip r:embed="rId3" cstate="print"/>
            <a:stretch>
              <a:fillRect/>
            </a:stretch>
          </p:blipFill>
          <p:spPr>
            <a:xfrm>
              <a:off x="10622279" y="566927"/>
              <a:ext cx="426720" cy="573024"/>
            </a:xfrm>
            <a:prstGeom prst="rect">
              <a:avLst/>
            </a:prstGeom>
          </p:spPr>
        </p:pic>
        <p:pic>
          <p:nvPicPr>
            <p:cNvPr id="6" name="object 6"/>
            <p:cNvPicPr/>
            <p:nvPr/>
          </p:nvPicPr>
          <p:blipFill>
            <a:blip r:embed="rId4" cstate="print"/>
            <a:stretch>
              <a:fillRect/>
            </a:stretch>
          </p:blipFill>
          <p:spPr>
            <a:xfrm>
              <a:off x="10704576" y="566927"/>
              <a:ext cx="704087"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70" dirty="0"/>
              <a:t> </a:t>
            </a:r>
            <a:r>
              <a:rPr dirty="0"/>
              <a:t>02</a:t>
            </a:r>
            <a:r>
              <a:rPr spc="-35" dirty="0"/>
              <a:t> </a:t>
            </a:r>
            <a:r>
              <a:rPr dirty="0"/>
              <a:t>02:</a:t>
            </a:r>
            <a:r>
              <a:rPr spc="-40" dirty="0"/>
              <a:t> </a:t>
            </a:r>
            <a:r>
              <a:rPr spc="-10" dirty="0"/>
              <a:t>Penalties</a:t>
            </a:r>
            <a:r>
              <a:rPr spc="-40" dirty="0"/>
              <a:t> </a:t>
            </a:r>
            <a:r>
              <a:rPr dirty="0"/>
              <a:t>upon</a:t>
            </a:r>
            <a:r>
              <a:rPr spc="-45" dirty="0"/>
              <a:t> </a:t>
            </a:r>
            <a:r>
              <a:rPr dirty="0"/>
              <a:t>contravening</a:t>
            </a:r>
            <a:r>
              <a:rPr spc="-35" dirty="0"/>
              <a:t> </a:t>
            </a:r>
            <a:r>
              <a:rPr dirty="0"/>
              <a:t>provisions</a:t>
            </a:r>
            <a:r>
              <a:rPr spc="-35" dirty="0"/>
              <a:t> </a:t>
            </a:r>
            <a:r>
              <a:rPr dirty="0"/>
              <a:t>relating</a:t>
            </a:r>
            <a:r>
              <a:rPr spc="-40" dirty="0"/>
              <a:t> </a:t>
            </a:r>
            <a:r>
              <a:rPr dirty="0"/>
              <a:t>to</a:t>
            </a:r>
            <a:r>
              <a:rPr spc="-95" dirty="0"/>
              <a:t> </a:t>
            </a:r>
            <a:r>
              <a:rPr dirty="0"/>
              <a:t>UAS</a:t>
            </a:r>
            <a:r>
              <a:rPr spc="-40" dirty="0"/>
              <a:t> </a:t>
            </a:r>
            <a:r>
              <a:rPr dirty="0"/>
              <a:t>operations</a:t>
            </a:r>
            <a:r>
              <a:rPr spc="-40" dirty="0"/>
              <a:t> </a:t>
            </a:r>
            <a:r>
              <a:rPr dirty="0"/>
              <a:t>of</a:t>
            </a:r>
            <a:r>
              <a:rPr spc="-35" dirty="0"/>
              <a:t> </a:t>
            </a:r>
            <a:r>
              <a:rPr spc="-10" dirty="0"/>
              <a:t>the</a:t>
            </a:r>
            <a:r>
              <a:rPr spc="-90" dirty="0"/>
              <a:t> </a:t>
            </a:r>
            <a:r>
              <a:rPr spc="-35" dirty="0"/>
              <a:t>ANR-</a:t>
            </a:r>
            <a:r>
              <a:rPr spc="-25" dirty="0"/>
              <a:t>101</a:t>
            </a:r>
          </a:p>
        </p:txBody>
      </p:sp>
      <p:graphicFrame>
        <p:nvGraphicFramePr>
          <p:cNvPr id="8" name="object 8"/>
          <p:cNvGraphicFramePr>
            <a:graphicFrameLocks noGrp="1"/>
          </p:cNvGraphicFramePr>
          <p:nvPr/>
        </p:nvGraphicFramePr>
        <p:xfrm>
          <a:off x="1477959" y="1500986"/>
          <a:ext cx="10019030" cy="4547235"/>
        </p:xfrm>
        <a:graphic>
          <a:graphicData uri="http://schemas.openxmlformats.org/drawingml/2006/table">
            <a:tbl>
              <a:tblPr firstRow="1" bandRow="1">
                <a:tableStyleId>{2D5ABB26-0587-4C30-8999-92F81FD0307C}</a:tableStyleId>
              </a:tblPr>
              <a:tblGrid>
                <a:gridCol w="4210685">
                  <a:extLst>
                    <a:ext uri="{9D8B030D-6E8A-4147-A177-3AD203B41FA5}">
                      <a16:colId xmlns:a16="http://schemas.microsoft.com/office/drawing/2014/main" val="20000"/>
                    </a:ext>
                  </a:extLst>
                </a:gridCol>
                <a:gridCol w="5808345">
                  <a:extLst>
                    <a:ext uri="{9D8B030D-6E8A-4147-A177-3AD203B41FA5}">
                      <a16:colId xmlns:a16="http://schemas.microsoft.com/office/drawing/2014/main" val="20001"/>
                    </a:ext>
                  </a:extLst>
                </a:gridCol>
              </a:tblGrid>
              <a:tr h="448945">
                <a:tc>
                  <a:txBody>
                    <a:bodyPr/>
                    <a:lstStyle/>
                    <a:p>
                      <a:pPr marL="78105">
                        <a:lnSpc>
                          <a:spcPct val="100000"/>
                        </a:lnSpc>
                        <a:spcBef>
                          <a:spcPts val="210"/>
                        </a:spcBef>
                      </a:pPr>
                      <a:r>
                        <a:rPr sz="1600" b="1" spc="-10" dirty="0">
                          <a:solidFill>
                            <a:srgbClr val="FFFFFF"/>
                          </a:solidFill>
                          <a:latin typeface="Corbel"/>
                          <a:cs typeface="Corbel"/>
                        </a:rPr>
                        <a:t>Provisions</a:t>
                      </a:r>
                      <a:endParaRPr sz="1600">
                        <a:latin typeface="Corbel"/>
                        <a:cs typeface="Corbel"/>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tc>
                  <a:txBody>
                    <a:bodyPr/>
                    <a:lstStyle/>
                    <a:p>
                      <a:pPr marL="78105">
                        <a:lnSpc>
                          <a:spcPct val="100000"/>
                        </a:lnSpc>
                        <a:spcBef>
                          <a:spcPts val="210"/>
                        </a:spcBef>
                      </a:pPr>
                      <a:r>
                        <a:rPr sz="1600" b="1" spc="-10" dirty="0">
                          <a:solidFill>
                            <a:srgbClr val="FFFFFF"/>
                          </a:solidFill>
                          <a:latin typeface="Corbel"/>
                          <a:cs typeface="Corbel"/>
                        </a:rPr>
                        <a:t>Penalties</a:t>
                      </a:r>
                      <a:endParaRPr sz="1600">
                        <a:latin typeface="Corbel"/>
                        <a:cs typeface="Corbel"/>
                      </a:endParaRPr>
                    </a:p>
                  </a:txBody>
                  <a:tcPr marL="0" marR="0" marT="266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CADE4"/>
                    </a:solidFill>
                  </a:tcPr>
                </a:tc>
                <a:extLst>
                  <a:ext uri="{0D108BD9-81ED-4DB2-BD59-A6C34878D82A}">
                    <a16:rowId xmlns:a16="http://schemas.microsoft.com/office/drawing/2014/main" val="10000"/>
                  </a:ext>
                </a:extLst>
              </a:tr>
              <a:tr h="1358265">
                <a:tc>
                  <a:txBody>
                    <a:bodyPr/>
                    <a:lstStyle/>
                    <a:p>
                      <a:pPr marL="363855" indent="-285750">
                        <a:lnSpc>
                          <a:spcPct val="100000"/>
                        </a:lnSpc>
                        <a:spcBef>
                          <a:spcPts val="215"/>
                        </a:spcBef>
                        <a:buFont typeface="Wingdings"/>
                        <a:buChar char=""/>
                        <a:tabLst>
                          <a:tab pos="363855" algn="l"/>
                        </a:tabLst>
                      </a:pPr>
                      <a:r>
                        <a:rPr sz="1200" spc="-10" dirty="0">
                          <a:latin typeface="Corbel"/>
                          <a:cs typeface="Corbel"/>
                        </a:rPr>
                        <a:t>Prohibited</a:t>
                      </a:r>
                      <a:r>
                        <a:rPr sz="1200" spc="-25" dirty="0">
                          <a:latin typeface="Corbel"/>
                          <a:cs typeface="Corbel"/>
                        </a:rPr>
                        <a:t> </a:t>
                      </a:r>
                      <a:r>
                        <a:rPr sz="1200" dirty="0">
                          <a:latin typeface="Corbel"/>
                          <a:cs typeface="Corbel"/>
                        </a:rPr>
                        <a:t>operation</a:t>
                      </a:r>
                      <a:r>
                        <a:rPr sz="1200" spc="-10" dirty="0">
                          <a:latin typeface="Corbel"/>
                          <a:cs typeface="Corbel"/>
                        </a:rPr>
                        <a:t> </a:t>
                      </a:r>
                      <a:r>
                        <a:rPr sz="1200" dirty="0">
                          <a:latin typeface="Corbel"/>
                          <a:cs typeface="Corbel"/>
                        </a:rPr>
                        <a:t>of</a:t>
                      </a:r>
                      <a:r>
                        <a:rPr sz="1200" spc="-10" dirty="0">
                          <a:latin typeface="Corbel"/>
                          <a:cs typeface="Corbel"/>
                        </a:rPr>
                        <a:t> </a:t>
                      </a:r>
                      <a:r>
                        <a:rPr sz="1200" dirty="0">
                          <a:latin typeface="Corbel"/>
                          <a:cs typeface="Corbel"/>
                        </a:rPr>
                        <a:t>unmanned</a:t>
                      </a:r>
                      <a:r>
                        <a:rPr sz="1200" spc="-20" dirty="0">
                          <a:latin typeface="Corbel"/>
                          <a:cs typeface="Corbel"/>
                        </a:rPr>
                        <a:t> </a:t>
                      </a:r>
                      <a:r>
                        <a:rPr sz="1200" spc="-10" dirty="0">
                          <a:latin typeface="Corbel"/>
                          <a:cs typeface="Corbel"/>
                        </a:rPr>
                        <a:t>aircraft</a:t>
                      </a:r>
                      <a:endParaRPr sz="1200">
                        <a:latin typeface="Corbel"/>
                        <a:cs typeface="Corbel"/>
                      </a:endParaRPr>
                    </a:p>
                    <a:p>
                      <a:pPr marL="363855" indent="-285750">
                        <a:lnSpc>
                          <a:spcPts val="1430"/>
                        </a:lnSpc>
                        <a:spcBef>
                          <a:spcPts val="50"/>
                        </a:spcBef>
                        <a:buFont typeface="Wingdings"/>
                        <a:buChar char=""/>
                        <a:tabLst>
                          <a:tab pos="363855" algn="l"/>
                        </a:tabLst>
                      </a:pPr>
                      <a:r>
                        <a:rPr sz="1200" spc="-10" dirty="0">
                          <a:latin typeface="Corbel"/>
                          <a:cs typeface="Corbel"/>
                        </a:rPr>
                        <a:t>Prohibited</a:t>
                      </a:r>
                      <a:r>
                        <a:rPr sz="1200" spc="-20" dirty="0">
                          <a:latin typeface="Corbel"/>
                          <a:cs typeface="Corbel"/>
                        </a:rPr>
                        <a:t> </a:t>
                      </a:r>
                      <a:r>
                        <a:rPr sz="1200" dirty="0">
                          <a:latin typeface="Corbel"/>
                          <a:cs typeface="Corbel"/>
                        </a:rPr>
                        <a:t>use</a:t>
                      </a:r>
                      <a:r>
                        <a:rPr sz="1200" spc="-10" dirty="0">
                          <a:latin typeface="Corbel"/>
                          <a:cs typeface="Corbel"/>
                        </a:rPr>
                        <a:t> </a:t>
                      </a:r>
                      <a:r>
                        <a:rPr sz="1200" dirty="0">
                          <a:latin typeface="Corbel"/>
                          <a:cs typeface="Corbel"/>
                        </a:rPr>
                        <a:t>of</a:t>
                      </a:r>
                      <a:r>
                        <a:rPr sz="1200" spc="-10" dirty="0">
                          <a:latin typeface="Corbel"/>
                          <a:cs typeface="Corbel"/>
                        </a:rPr>
                        <a:t> </a:t>
                      </a:r>
                      <a:r>
                        <a:rPr sz="1200" dirty="0">
                          <a:latin typeface="Corbel"/>
                          <a:cs typeface="Corbel"/>
                        </a:rPr>
                        <a:t>psychoactive</a:t>
                      </a:r>
                      <a:r>
                        <a:rPr sz="1200" spc="-10" dirty="0">
                          <a:latin typeface="Corbel"/>
                          <a:cs typeface="Corbel"/>
                        </a:rPr>
                        <a:t> substances</a:t>
                      </a:r>
                      <a:endParaRPr sz="1200">
                        <a:latin typeface="Corbel"/>
                        <a:cs typeface="Corbel"/>
                      </a:endParaRPr>
                    </a:p>
                    <a:p>
                      <a:pPr marL="363855" indent="-285750">
                        <a:lnSpc>
                          <a:spcPts val="1405"/>
                        </a:lnSpc>
                        <a:buFont typeface="Wingdings"/>
                        <a:buChar char=""/>
                        <a:tabLst>
                          <a:tab pos="363855" algn="l"/>
                        </a:tabLst>
                      </a:pPr>
                      <a:r>
                        <a:rPr sz="1200" spc="-10" dirty="0">
                          <a:latin typeface="Corbel"/>
                          <a:cs typeface="Corbel"/>
                        </a:rPr>
                        <a:t>Requirement</a:t>
                      </a:r>
                      <a:r>
                        <a:rPr sz="1200" spc="-15" dirty="0">
                          <a:latin typeface="Corbel"/>
                          <a:cs typeface="Corbel"/>
                        </a:rPr>
                        <a:t> </a:t>
                      </a:r>
                      <a:r>
                        <a:rPr sz="1200" dirty="0">
                          <a:latin typeface="Corbel"/>
                          <a:cs typeface="Corbel"/>
                        </a:rPr>
                        <a:t>for</a:t>
                      </a:r>
                      <a:r>
                        <a:rPr sz="1200" spc="-50" dirty="0">
                          <a:latin typeface="Corbel"/>
                          <a:cs typeface="Corbel"/>
                        </a:rPr>
                        <a:t> </a:t>
                      </a:r>
                      <a:r>
                        <a:rPr sz="1200" dirty="0">
                          <a:latin typeface="Corbel"/>
                          <a:cs typeface="Corbel"/>
                        </a:rPr>
                        <a:t>UA</a:t>
                      </a:r>
                      <a:r>
                        <a:rPr sz="1200" spc="-5" dirty="0">
                          <a:latin typeface="Corbel"/>
                          <a:cs typeface="Corbel"/>
                        </a:rPr>
                        <a:t> </a:t>
                      </a:r>
                      <a:r>
                        <a:rPr sz="1200" dirty="0">
                          <a:latin typeface="Corbel"/>
                          <a:cs typeface="Corbel"/>
                        </a:rPr>
                        <a:t>basic</a:t>
                      </a:r>
                      <a:r>
                        <a:rPr sz="1200" spc="-10" dirty="0">
                          <a:latin typeface="Corbel"/>
                          <a:cs typeface="Corbel"/>
                        </a:rPr>
                        <a:t> training</a:t>
                      </a:r>
                      <a:endParaRPr sz="1200">
                        <a:latin typeface="Corbel"/>
                        <a:cs typeface="Corbel"/>
                      </a:endParaRPr>
                    </a:p>
                    <a:p>
                      <a:pPr marL="363855" indent="-285750">
                        <a:lnSpc>
                          <a:spcPts val="1415"/>
                        </a:lnSpc>
                        <a:buFont typeface="Wingdings"/>
                        <a:buChar char=""/>
                        <a:tabLst>
                          <a:tab pos="363855" algn="l"/>
                        </a:tabLst>
                      </a:pPr>
                      <a:r>
                        <a:rPr sz="1200" spc="-10" dirty="0">
                          <a:latin typeface="Corbel"/>
                          <a:cs typeface="Corbel"/>
                        </a:rPr>
                        <a:t>Requirement</a:t>
                      </a:r>
                      <a:r>
                        <a:rPr sz="1200" spc="-25" dirty="0">
                          <a:latin typeface="Corbel"/>
                          <a:cs typeface="Corbel"/>
                        </a:rPr>
                        <a:t> </a:t>
                      </a:r>
                      <a:r>
                        <a:rPr sz="1200" dirty="0">
                          <a:latin typeface="Corbel"/>
                          <a:cs typeface="Corbel"/>
                        </a:rPr>
                        <a:t>for</a:t>
                      </a:r>
                      <a:r>
                        <a:rPr sz="1200" spc="-55" dirty="0">
                          <a:latin typeface="Corbel"/>
                          <a:cs typeface="Corbel"/>
                        </a:rPr>
                        <a:t> </a:t>
                      </a:r>
                      <a:r>
                        <a:rPr sz="1200" dirty="0">
                          <a:latin typeface="Corbel"/>
                          <a:cs typeface="Corbel"/>
                        </a:rPr>
                        <a:t>Unmanned</a:t>
                      </a:r>
                      <a:r>
                        <a:rPr sz="1200" spc="-25" dirty="0">
                          <a:latin typeface="Corbel"/>
                          <a:cs typeface="Corbel"/>
                        </a:rPr>
                        <a:t> </a:t>
                      </a:r>
                      <a:r>
                        <a:rPr sz="1200" dirty="0">
                          <a:latin typeface="Corbel"/>
                          <a:cs typeface="Corbel"/>
                        </a:rPr>
                        <a:t>aircraft</a:t>
                      </a:r>
                      <a:r>
                        <a:rPr sz="1200" spc="-25" dirty="0">
                          <a:latin typeface="Corbel"/>
                          <a:cs typeface="Corbel"/>
                        </a:rPr>
                        <a:t> </a:t>
                      </a:r>
                      <a:r>
                        <a:rPr sz="1200" dirty="0">
                          <a:latin typeface="Corbel"/>
                          <a:cs typeface="Corbel"/>
                        </a:rPr>
                        <a:t>pilot</a:t>
                      </a:r>
                      <a:r>
                        <a:rPr sz="1200" spc="-20" dirty="0">
                          <a:latin typeface="Corbel"/>
                          <a:cs typeface="Corbel"/>
                        </a:rPr>
                        <a:t> </a:t>
                      </a:r>
                      <a:r>
                        <a:rPr sz="1200" spc="-10" dirty="0">
                          <a:latin typeface="Corbel"/>
                          <a:cs typeface="Corbel"/>
                        </a:rPr>
                        <a:t>licence</a:t>
                      </a:r>
                      <a:endParaRPr sz="1200">
                        <a:latin typeface="Corbel"/>
                        <a:cs typeface="Corbel"/>
                      </a:endParaRPr>
                    </a:p>
                    <a:p>
                      <a:pPr marL="363855" indent="-285750">
                        <a:lnSpc>
                          <a:spcPct val="100000"/>
                        </a:lnSpc>
                        <a:spcBef>
                          <a:spcPts val="45"/>
                        </a:spcBef>
                        <a:buFont typeface="Wingdings"/>
                        <a:buChar char=""/>
                        <a:tabLst>
                          <a:tab pos="363855" algn="l"/>
                        </a:tabLst>
                      </a:pPr>
                      <a:r>
                        <a:rPr sz="1200" spc="-10" dirty="0">
                          <a:latin typeface="Corbel"/>
                          <a:cs typeface="Corbel"/>
                        </a:rPr>
                        <a:t>Requirement</a:t>
                      </a:r>
                      <a:r>
                        <a:rPr sz="1200" spc="-20" dirty="0">
                          <a:latin typeface="Corbel"/>
                          <a:cs typeface="Corbel"/>
                        </a:rPr>
                        <a:t> </a:t>
                      </a:r>
                      <a:r>
                        <a:rPr sz="1200" dirty="0">
                          <a:latin typeface="Corbel"/>
                          <a:cs typeface="Corbel"/>
                        </a:rPr>
                        <a:t>for</a:t>
                      </a:r>
                      <a:r>
                        <a:rPr sz="1200" spc="-15" dirty="0">
                          <a:latin typeface="Corbel"/>
                          <a:cs typeface="Corbel"/>
                        </a:rPr>
                        <a:t> </a:t>
                      </a:r>
                      <a:r>
                        <a:rPr sz="1200" dirty="0">
                          <a:latin typeface="Corbel"/>
                          <a:cs typeface="Corbel"/>
                        </a:rPr>
                        <a:t>aviation</a:t>
                      </a:r>
                      <a:r>
                        <a:rPr sz="1200" spc="-10" dirty="0">
                          <a:latin typeface="Corbel"/>
                          <a:cs typeface="Corbel"/>
                        </a:rPr>
                        <a:t> </a:t>
                      </a:r>
                      <a:r>
                        <a:rPr sz="1200" dirty="0">
                          <a:latin typeface="Corbel"/>
                          <a:cs typeface="Corbel"/>
                        </a:rPr>
                        <a:t>safety</a:t>
                      </a:r>
                      <a:r>
                        <a:rPr sz="1200" spc="-15" dirty="0">
                          <a:latin typeface="Corbel"/>
                          <a:cs typeface="Corbel"/>
                        </a:rPr>
                        <a:t> </a:t>
                      </a:r>
                      <a:r>
                        <a:rPr sz="1200" spc="-10" dirty="0">
                          <a:latin typeface="Corbel"/>
                          <a:cs typeface="Corbel"/>
                        </a:rPr>
                        <a:t>instrument</a:t>
                      </a:r>
                      <a:endParaRPr sz="1200">
                        <a:latin typeface="Corbel"/>
                        <a:cs typeface="Corbel"/>
                      </a:endParaRPr>
                    </a:p>
                  </a:txBody>
                  <a:tcPr marL="0" marR="0" marT="273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tc>
                  <a:txBody>
                    <a:bodyPr/>
                    <a:lstStyle/>
                    <a:p>
                      <a:pPr marL="421005" indent="-342900">
                        <a:lnSpc>
                          <a:spcPct val="100000"/>
                        </a:lnSpc>
                        <a:spcBef>
                          <a:spcPts val="215"/>
                        </a:spcBef>
                        <a:buAutoNum type="alphaLcParenBoth"/>
                        <a:tabLst>
                          <a:tab pos="421005" algn="l"/>
                        </a:tabLst>
                      </a:pPr>
                      <a:r>
                        <a:rPr sz="1200" i="1" dirty="0">
                          <a:latin typeface="Calibri"/>
                          <a:cs typeface="Calibri"/>
                        </a:rPr>
                        <a:t>to</a:t>
                      </a:r>
                      <a:r>
                        <a:rPr sz="1200" i="1" spc="35" dirty="0">
                          <a:latin typeface="Calibri"/>
                          <a:cs typeface="Calibri"/>
                        </a:rPr>
                        <a:t> </a:t>
                      </a:r>
                      <a:r>
                        <a:rPr sz="1200" i="1" dirty="0">
                          <a:latin typeface="Calibri"/>
                          <a:cs typeface="Calibri"/>
                        </a:rPr>
                        <a:t>a</a:t>
                      </a:r>
                      <a:r>
                        <a:rPr sz="1200" i="1" spc="35" dirty="0">
                          <a:latin typeface="Calibri"/>
                          <a:cs typeface="Calibri"/>
                        </a:rPr>
                        <a:t> </a:t>
                      </a:r>
                      <a:r>
                        <a:rPr sz="1200" i="1" dirty="0">
                          <a:latin typeface="Calibri"/>
                          <a:cs typeface="Calibri"/>
                        </a:rPr>
                        <a:t>fine</a:t>
                      </a:r>
                      <a:r>
                        <a:rPr sz="1200" i="1" spc="40" dirty="0">
                          <a:latin typeface="Calibri"/>
                          <a:cs typeface="Calibri"/>
                        </a:rPr>
                        <a:t> </a:t>
                      </a:r>
                      <a:r>
                        <a:rPr sz="1200" i="1" dirty="0">
                          <a:latin typeface="Calibri"/>
                          <a:cs typeface="Calibri"/>
                        </a:rPr>
                        <a:t>not</a:t>
                      </a:r>
                      <a:r>
                        <a:rPr sz="1200" i="1" spc="35" dirty="0">
                          <a:latin typeface="Calibri"/>
                          <a:cs typeface="Calibri"/>
                        </a:rPr>
                        <a:t> </a:t>
                      </a:r>
                      <a:r>
                        <a:rPr sz="1200" i="1" dirty="0">
                          <a:latin typeface="Calibri"/>
                          <a:cs typeface="Calibri"/>
                        </a:rPr>
                        <a:t>exceeding</a:t>
                      </a:r>
                      <a:r>
                        <a:rPr sz="1200" i="1" spc="30" dirty="0">
                          <a:latin typeface="Calibri"/>
                          <a:cs typeface="Calibri"/>
                        </a:rPr>
                        <a:t> </a:t>
                      </a:r>
                      <a:r>
                        <a:rPr sz="1200" b="1" i="1" dirty="0">
                          <a:latin typeface="Calibri"/>
                          <a:cs typeface="Calibri"/>
                        </a:rPr>
                        <a:t>$50,000</a:t>
                      </a:r>
                      <a:r>
                        <a:rPr sz="1200" b="1" i="1" spc="45" dirty="0">
                          <a:latin typeface="Calibri"/>
                          <a:cs typeface="Calibri"/>
                        </a:rPr>
                        <a:t> </a:t>
                      </a:r>
                      <a:r>
                        <a:rPr sz="1200" i="1" dirty="0">
                          <a:latin typeface="Calibri"/>
                          <a:cs typeface="Calibri"/>
                        </a:rPr>
                        <a:t>or</a:t>
                      </a:r>
                      <a:r>
                        <a:rPr sz="1200" i="1" spc="40" dirty="0">
                          <a:latin typeface="Calibri"/>
                          <a:cs typeface="Calibri"/>
                        </a:rPr>
                        <a:t> </a:t>
                      </a:r>
                      <a:r>
                        <a:rPr sz="1200" i="1" dirty="0">
                          <a:latin typeface="Calibri"/>
                          <a:cs typeface="Calibri"/>
                        </a:rPr>
                        <a:t>to</a:t>
                      </a:r>
                      <a:r>
                        <a:rPr sz="1200" i="1" spc="35" dirty="0">
                          <a:latin typeface="Calibri"/>
                          <a:cs typeface="Calibri"/>
                        </a:rPr>
                        <a:t> </a:t>
                      </a:r>
                      <a:r>
                        <a:rPr sz="1200" i="1" dirty="0">
                          <a:latin typeface="Calibri"/>
                          <a:cs typeface="Calibri"/>
                        </a:rPr>
                        <a:t>imprisonment</a:t>
                      </a:r>
                      <a:r>
                        <a:rPr sz="1200" i="1" spc="35" dirty="0">
                          <a:latin typeface="Calibri"/>
                          <a:cs typeface="Calibri"/>
                        </a:rPr>
                        <a:t> </a:t>
                      </a:r>
                      <a:r>
                        <a:rPr sz="1200" i="1" dirty="0">
                          <a:latin typeface="Calibri"/>
                          <a:cs typeface="Calibri"/>
                        </a:rPr>
                        <a:t>for</a:t>
                      </a:r>
                      <a:r>
                        <a:rPr sz="1200" i="1" spc="40" dirty="0">
                          <a:latin typeface="Calibri"/>
                          <a:cs typeface="Calibri"/>
                        </a:rPr>
                        <a:t> </a:t>
                      </a:r>
                      <a:r>
                        <a:rPr sz="1200" i="1" dirty="0">
                          <a:latin typeface="Calibri"/>
                          <a:cs typeface="Calibri"/>
                        </a:rPr>
                        <a:t>a</a:t>
                      </a:r>
                      <a:r>
                        <a:rPr sz="1200" i="1" spc="35" dirty="0">
                          <a:latin typeface="Calibri"/>
                          <a:cs typeface="Calibri"/>
                        </a:rPr>
                        <a:t> </a:t>
                      </a:r>
                      <a:r>
                        <a:rPr sz="1200" i="1" dirty="0">
                          <a:latin typeface="Calibri"/>
                          <a:cs typeface="Calibri"/>
                        </a:rPr>
                        <a:t>term</a:t>
                      </a:r>
                      <a:r>
                        <a:rPr sz="1200" i="1" spc="40" dirty="0">
                          <a:latin typeface="Calibri"/>
                          <a:cs typeface="Calibri"/>
                        </a:rPr>
                        <a:t> </a:t>
                      </a:r>
                      <a:r>
                        <a:rPr sz="1200" i="1" dirty="0">
                          <a:latin typeface="Calibri"/>
                          <a:cs typeface="Calibri"/>
                        </a:rPr>
                        <a:t>not</a:t>
                      </a:r>
                      <a:r>
                        <a:rPr sz="1200" i="1" spc="40" dirty="0">
                          <a:latin typeface="Calibri"/>
                          <a:cs typeface="Calibri"/>
                        </a:rPr>
                        <a:t> </a:t>
                      </a:r>
                      <a:r>
                        <a:rPr sz="1200" i="1" dirty="0">
                          <a:latin typeface="Calibri"/>
                          <a:cs typeface="Calibri"/>
                        </a:rPr>
                        <a:t>exceeding</a:t>
                      </a:r>
                      <a:r>
                        <a:rPr sz="1200" i="1" spc="30" dirty="0">
                          <a:latin typeface="Calibri"/>
                          <a:cs typeface="Calibri"/>
                        </a:rPr>
                        <a:t> </a:t>
                      </a:r>
                      <a:r>
                        <a:rPr sz="1200" b="1" i="1" dirty="0">
                          <a:latin typeface="Calibri"/>
                          <a:cs typeface="Calibri"/>
                        </a:rPr>
                        <a:t>2</a:t>
                      </a:r>
                      <a:r>
                        <a:rPr sz="1200" b="1" i="1" spc="45" dirty="0">
                          <a:latin typeface="Calibri"/>
                          <a:cs typeface="Calibri"/>
                        </a:rPr>
                        <a:t> </a:t>
                      </a:r>
                      <a:r>
                        <a:rPr sz="1200" b="1" i="1" spc="-10" dirty="0">
                          <a:latin typeface="Calibri"/>
                          <a:cs typeface="Calibri"/>
                        </a:rPr>
                        <a:t>years</a:t>
                      </a:r>
                      <a:endParaRPr sz="1200">
                        <a:latin typeface="Calibri"/>
                        <a:cs typeface="Calibri"/>
                      </a:endParaRPr>
                    </a:p>
                    <a:p>
                      <a:pPr marL="421005">
                        <a:lnSpc>
                          <a:spcPct val="100000"/>
                        </a:lnSpc>
                        <a:spcBef>
                          <a:spcPts val="50"/>
                        </a:spcBef>
                      </a:pPr>
                      <a:r>
                        <a:rPr sz="1200" i="1" dirty="0">
                          <a:latin typeface="Calibri"/>
                          <a:cs typeface="Calibri"/>
                        </a:rPr>
                        <a:t>or</a:t>
                      </a:r>
                      <a:r>
                        <a:rPr sz="1200" i="1" spc="-20" dirty="0">
                          <a:latin typeface="Calibri"/>
                          <a:cs typeface="Calibri"/>
                        </a:rPr>
                        <a:t> </a:t>
                      </a:r>
                      <a:r>
                        <a:rPr sz="1200" i="1" dirty="0">
                          <a:latin typeface="Calibri"/>
                          <a:cs typeface="Calibri"/>
                        </a:rPr>
                        <a:t>to</a:t>
                      </a:r>
                      <a:r>
                        <a:rPr sz="1200" i="1" spc="-15" dirty="0">
                          <a:latin typeface="Calibri"/>
                          <a:cs typeface="Calibri"/>
                        </a:rPr>
                        <a:t> </a:t>
                      </a:r>
                      <a:r>
                        <a:rPr sz="1200" i="1" dirty="0">
                          <a:latin typeface="Calibri"/>
                          <a:cs typeface="Calibri"/>
                        </a:rPr>
                        <a:t>both;</a:t>
                      </a:r>
                      <a:r>
                        <a:rPr sz="1200" i="1" spc="-15" dirty="0">
                          <a:latin typeface="Calibri"/>
                          <a:cs typeface="Calibri"/>
                        </a:rPr>
                        <a:t> </a:t>
                      </a:r>
                      <a:r>
                        <a:rPr sz="1200" i="1" spc="-25" dirty="0">
                          <a:latin typeface="Calibri"/>
                          <a:cs typeface="Calibri"/>
                        </a:rPr>
                        <a:t>but</a:t>
                      </a:r>
                      <a:endParaRPr sz="1200">
                        <a:latin typeface="Calibri"/>
                        <a:cs typeface="Calibri"/>
                      </a:endParaRPr>
                    </a:p>
                    <a:p>
                      <a:pPr marL="421005" marR="73660" indent="-342900">
                        <a:lnSpc>
                          <a:spcPts val="1390"/>
                        </a:lnSpc>
                        <a:spcBef>
                          <a:spcPts val="1265"/>
                        </a:spcBef>
                        <a:buAutoNum type="alphaLcParenBoth" startAt="2"/>
                        <a:tabLst>
                          <a:tab pos="421005" algn="l"/>
                        </a:tabLst>
                      </a:pPr>
                      <a:r>
                        <a:rPr sz="1200" i="1" dirty="0">
                          <a:latin typeface="Calibri"/>
                          <a:cs typeface="Calibri"/>
                        </a:rPr>
                        <a:t>where</a:t>
                      </a:r>
                      <a:r>
                        <a:rPr sz="1200" i="1" spc="305" dirty="0">
                          <a:latin typeface="Calibri"/>
                          <a:cs typeface="Calibri"/>
                        </a:rPr>
                        <a:t> </a:t>
                      </a:r>
                      <a:r>
                        <a:rPr sz="1200" i="1" dirty="0">
                          <a:latin typeface="Calibri"/>
                          <a:cs typeface="Calibri"/>
                        </a:rPr>
                        <a:t>the</a:t>
                      </a:r>
                      <a:r>
                        <a:rPr sz="1200" i="1" spc="310" dirty="0">
                          <a:latin typeface="Calibri"/>
                          <a:cs typeface="Calibri"/>
                        </a:rPr>
                        <a:t> </a:t>
                      </a:r>
                      <a:r>
                        <a:rPr sz="1200" i="1" dirty="0">
                          <a:latin typeface="Calibri"/>
                          <a:cs typeface="Calibri"/>
                        </a:rPr>
                        <a:t>person</a:t>
                      </a:r>
                      <a:r>
                        <a:rPr sz="1200" i="1" spc="305" dirty="0">
                          <a:latin typeface="Calibri"/>
                          <a:cs typeface="Calibri"/>
                        </a:rPr>
                        <a:t> </a:t>
                      </a:r>
                      <a:r>
                        <a:rPr sz="1200" i="1" dirty="0">
                          <a:latin typeface="Calibri"/>
                          <a:cs typeface="Calibri"/>
                        </a:rPr>
                        <a:t>is</a:t>
                      </a:r>
                      <a:r>
                        <a:rPr sz="1200" i="1" spc="305" dirty="0">
                          <a:latin typeface="Calibri"/>
                          <a:cs typeface="Calibri"/>
                        </a:rPr>
                        <a:t> </a:t>
                      </a:r>
                      <a:r>
                        <a:rPr sz="1200" i="1" dirty="0">
                          <a:latin typeface="Calibri"/>
                          <a:cs typeface="Calibri"/>
                        </a:rPr>
                        <a:t>a</a:t>
                      </a:r>
                      <a:r>
                        <a:rPr sz="1200" i="1" spc="305" dirty="0">
                          <a:latin typeface="Calibri"/>
                          <a:cs typeface="Calibri"/>
                        </a:rPr>
                        <a:t> </a:t>
                      </a:r>
                      <a:r>
                        <a:rPr sz="1200" i="1" dirty="0">
                          <a:latin typeface="Calibri"/>
                          <a:cs typeface="Calibri"/>
                        </a:rPr>
                        <a:t>repeat</a:t>
                      </a:r>
                      <a:r>
                        <a:rPr sz="1200" i="1" spc="310" dirty="0">
                          <a:latin typeface="Calibri"/>
                          <a:cs typeface="Calibri"/>
                        </a:rPr>
                        <a:t> </a:t>
                      </a:r>
                      <a:r>
                        <a:rPr sz="1200" i="1" dirty="0">
                          <a:latin typeface="Calibri"/>
                          <a:cs typeface="Calibri"/>
                        </a:rPr>
                        <a:t>offender,</a:t>
                      </a:r>
                      <a:r>
                        <a:rPr sz="1200" i="1" spc="310" dirty="0">
                          <a:latin typeface="Calibri"/>
                          <a:cs typeface="Calibri"/>
                        </a:rPr>
                        <a:t> </a:t>
                      </a:r>
                      <a:r>
                        <a:rPr sz="1200" i="1" dirty="0">
                          <a:latin typeface="Calibri"/>
                          <a:cs typeface="Calibri"/>
                        </a:rPr>
                        <a:t>to</a:t>
                      </a:r>
                      <a:r>
                        <a:rPr sz="1200" i="1" spc="300" dirty="0">
                          <a:latin typeface="Calibri"/>
                          <a:cs typeface="Calibri"/>
                        </a:rPr>
                        <a:t> </a:t>
                      </a:r>
                      <a:r>
                        <a:rPr sz="1200" i="1" dirty="0">
                          <a:latin typeface="Calibri"/>
                          <a:cs typeface="Calibri"/>
                        </a:rPr>
                        <a:t>a</a:t>
                      </a:r>
                      <a:r>
                        <a:rPr sz="1200" i="1" spc="305" dirty="0">
                          <a:latin typeface="Calibri"/>
                          <a:cs typeface="Calibri"/>
                        </a:rPr>
                        <a:t> </a:t>
                      </a:r>
                      <a:r>
                        <a:rPr sz="1200" i="1" dirty="0">
                          <a:latin typeface="Calibri"/>
                          <a:cs typeface="Calibri"/>
                        </a:rPr>
                        <a:t>fine</a:t>
                      </a:r>
                      <a:r>
                        <a:rPr sz="1200" i="1" spc="310" dirty="0">
                          <a:latin typeface="Calibri"/>
                          <a:cs typeface="Calibri"/>
                        </a:rPr>
                        <a:t> </a:t>
                      </a:r>
                      <a:r>
                        <a:rPr sz="1200" i="1" dirty="0">
                          <a:latin typeface="Calibri"/>
                          <a:cs typeface="Calibri"/>
                        </a:rPr>
                        <a:t>not</a:t>
                      </a:r>
                      <a:r>
                        <a:rPr sz="1200" i="1" spc="310" dirty="0">
                          <a:latin typeface="Calibri"/>
                          <a:cs typeface="Calibri"/>
                        </a:rPr>
                        <a:t> </a:t>
                      </a:r>
                      <a:r>
                        <a:rPr sz="1200" i="1" dirty="0">
                          <a:latin typeface="Calibri"/>
                          <a:cs typeface="Calibri"/>
                        </a:rPr>
                        <a:t>exceeding</a:t>
                      </a:r>
                      <a:r>
                        <a:rPr sz="1200" i="1" spc="305" dirty="0">
                          <a:latin typeface="Calibri"/>
                          <a:cs typeface="Calibri"/>
                        </a:rPr>
                        <a:t> </a:t>
                      </a:r>
                      <a:r>
                        <a:rPr sz="1200" b="1" i="1" dirty="0">
                          <a:latin typeface="Calibri"/>
                          <a:cs typeface="Calibri"/>
                        </a:rPr>
                        <a:t>$100,000</a:t>
                      </a:r>
                      <a:r>
                        <a:rPr sz="1200" b="1" i="1" spc="315" dirty="0">
                          <a:latin typeface="Calibri"/>
                          <a:cs typeface="Calibri"/>
                        </a:rPr>
                        <a:t> </a:t>
                      </a:r>
                      <a:r>
                        <a:rPr sz="1200" i="1" dirty="0">
                          <a:latin typeface="Calibri"/>
                          <a:cs typeface="Calibri"/>
                        </a:rPr>
                        <a:t>or</a:t>
                      </a:r>
                      <a:r>
                        <a:rPr sz="1200" i="1" spc="310" dirty="0">
                          <a:latin typeface="Calibri"/>
                          <a:cs typeface="Calibri"/>
                        </a:rPr>
                        <a:t> </a:t>
                      </a:r>
                      <a:r>
                        <a:rPr sz="1200" i="1" spc="-25" dirty="0">
                          <a:latin typeface="Calibri"/>
                          <a:cs typeface="Calibri"/>
                        </a:rPr>
                        <a:t>to </a:t>
                      </a:r>
                      <a:r>
                        <a:rPr sz="1200" i="1" dirty="0">
                          <a:latin typeface="Calibri"/>
                          <a:cs typeface="Calibri"/>
                        </a:rPr>
                        <a:t>imprisonment</a:t>
                      </a:r>
                      <a:r>
                        <a:rPr sz="1200" i="1" spc="-25" dirty="0">
                          <a:latin typeface="Calibri"/>
                          <a:cs typeface="Calibri"/>
                        </a:rPr>
                        <a:t> </a:t>
                      </a:r>
                      <a:r>
                        <a:rPr sz="1200" i="1" dirty="0">
                          <a:latin typeface="Calibri"/>
                          <a:cs typeface="Calibri"/>
                        </a:rPr>
                        <a:t>for</a:t>
                      </a:r>
                      <a:r>
                        <a:rPr sz="1200" i="1" spc="-15" dirty="0">
                          <a:latin typeface="Calibri"/>
                          <a:cs typeface="Calibri"/>
                        </a:rPr>
                        <a:t> </a:t>
                      </a:r>
                      <a:r>
                        <a:rPr sz="1200" i="1" dirty="0">
                          <a:latin typeface="Calibri"/>
                          <a:cs typeface="Calibri"/>
                        </a:rPr>
                        <a:t>a</a:t>
                      </a:r>
                      <a:r>
                        <a:rPr sz="1200" i="1" spc="-25" dirty="0">
                          <a:latin typeface="Calibri"/>
                          <a:cs typeface="Calibri"/>
                        </a:rPr>
                        <a:t> </a:t>
                      </a:r>
                      <a:r>
                        <a:rPr sz="1200" i="1" dirty="0">
                          <a:latin typeface="Calibri"/>
                          <a:cs typeface="Calibri"/>
                        </a:rPr>
                        <a:t>term</a:t>
                      </a:r>
                      <a:r>
                        <a:rPr sz="1200" i="1" spc="-20" dirty="0">
                          <a:latin typeface="Calibri"/>
                          <a:cs typeface="Calibri"/>
                        </a:rPr>
                        <a:t> </a:t>
                      </a:r>
                      <a:r>
                        <a:rPr sz="1200" i="1" dirty="0">
                          <a:latin typeface="Calibri"/>
                          <a:cs typeface="Calibri"/>
                        </a:rPr>
                        <a:t>not</a:t>
                      </a:r>
                      <a:r>
                        <a:rPr sz="1200" i="1" spc="-20" dirty="0">
                          <a:latin typeface="Calibri"/>
                          <a:cs typeface="Calibri"/>
                        </a:rPr>
                        <a:t> </a:t>
                      </a:r>
                      <a:r>
                        <a:rPr sz="1200" i="1" spc="-10" dirty="0">
                          <a:latin typeface="Calibri"/>
                          <a:cs typeface="Calibri"/>
                        </a:rPr>
                        <a:t>exceeding</a:t>
                      </a:r>
                      <a:r>
                        <a:rPr sz="1200" i="1" spc="-25" dirty="0">
                          <a:latin typeface="Calibri"/>
                          <a:cs typeface="Calibri"/>
                        </a:rPr>
                        <a:t> </a:t>
                      </a:r>
                      <a:r>
                        <a:rPr sz="1200" b="1" i="1" dirty="0">
                          <a:latin typeface="Calibri"/>
                          <a:cs typeface="Calibri"/>
                        </a:rPr>
                        <a:t>5</a:t>
                      </a:r>
                      <a:r>
                        <a:rPr sz="1200" b="1" i="1" spc="-15" dirty="0">
                          <a:latin typeface="Calibri"/>
                          <a:cs typeface="Calibri"/>
                        </a:rPr>
                        <a:t> </a:t>
                      </a:r>
                      <a:r>
                        <a:rPr sz="1200" b="1" i="1" dirty="0">
                          <a:latin typeface="Calibri"/>
                          <a:cs typeface="Calibri"/>
                        </a:rPr>
                        <a:t>years</a:t>
                      </a:r>
                      <a:r>
                        <a:rPr sz="1200" b="1" i="1" spc="-2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to</a:t>
                      </a:r>
                      <a:r>
                        <a:rPr sz="1200" i="1" spc="-20" dirty="0">
                          <a:latin typeface="Calibri"/>
                          <a:cs typeface="Calibri"/>
                        </a:rPr>
                        <a:t> both</a:t>
                      </a:r>
                      <a:endParaRPr sz="1200">
                        <a:latin typeface="Calibri"/>
                        <a:cs typeface="Calibri"/>
                      </a:endParaRPr>
                    </a:p>
                  </a:txBody>
                  <a:tcPr marL="0" marR="0" marT="273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E3F5"/>
                    </a:solidFill>
                  </a:tcPr>
                </a:tc>
                <a:extLst>
                  <a:ext uri="{0D108BD9-81ED-4DB2-BD59-A6C34878D82A}">
                    <a16:rowId xmlns:a16="http://schemas.microsoft.com/office/drawing/2014/main" val="10001"/>
                  </a:ext>
                </a:extLst>
              </a:tr>
              <a:tr h="873760">
                <a:tc>
                  <a:txBody>
                    <a:bodyPr/>
                    <a:lstStyle/>
                    <a:p>
                      <a:pPr marL="248920" indent="-170815">
                        <a:lnSpc>
                          <a:spcPct val="100000"/>
                        </a:lnSpc>
                        <a:spcBef>
                          <a:spcPts val="220"/>
                        </a:spcBef>
                        <a:buFont typeface="Wingdings"/>
                        <a:buChar char=""/>
                        <a:tabLst>
                          <a:tab pos="248920" algn="l"/>
                        </a:tabLst>
                      </a:pPr>
                      <a:r>
                        <a:rPr sz="1200" spc="-10" dirty="0">
                          <a:latin typeface="Corbel"/>
                          <a:cs typeface="Corbel"/>
                        </a:rPr>
                        <a:t>Reporting</a:t>
                      </a:r>
                      <a:r>
                        <a:rPr sz="1200" spc="-5" dirty="0">
                          <a:latin typeface="Corbel"/>
                          <a:cs typeface="Corbel"/>
                        </a:rPr>
                        <a:t> </a:t>
                      </a:r>
                      <a:r>
                        <a:rPr sz="1200" dirty="0">
                          <a:latin typeface="Corbel"/>
                          <a:cs typeface="Corbel"/>
                        </a:rPr>
                        <a:t>of </a:t>
                      </a:r>
                      <a:r>
                        <a:rPr sz="1200" spc="-10" dirty="0">
                          <a:latin typeface="Corbel"/>
                          <a:cs typeface="Corbel"/>
                        </a:rPr>
                        <a:t>accidents</a:t>
                      </a:r>
                      <a:endParaRPr sz="1200">
                        <a:latin typeface="Corbel"/>
                        <a:cs typeface="Corbel"/>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tc>
                  <a:txBody>
                    <a:bodyPr/>
                    <a:lstStyle/>
                    <a:p>
                      <a:pPr marL="421005" indent="-342900">
                        <a:lnSpc>
                          <a:spcPct val="100000"/>
                        </a:lnSpc>
                        <a:spcBef>
                          <a:spcPts val="220"/>
                        </a:spcBef>
                        <a:buAutoNum type="alphaLcParenBoth"/>
                        <a:tabLst>
                          <a:tab pos="421005" algn="l"/>
                        </a:tabLst>
                      </a:pPr>
                      <a:r>
                        <a:rPr sz="1200" i="1" dirty="0">
                          <a:latin typeface="Calibri"/>
                          <a:cs typeface="Calibri"/>
                        </a:rPr>
                        <a:t>to</a:t>
                      </a:r>
                      <a:r>
                        <a:rPr sz="1200" i="1" spc="-20" dirty="0">
                          <a:latin typeface="Calibri"/>
                          <a:cs typeface="Calibri"/>
                        </a:rPr>
                        <a:t> </a:t>
                      </a:r>
                      <a:r>
                        <a:rPr sz="1200" i="1" dirty="0">
                          <a:latin typeface="Calibri"/>
                          <a:cs typeface="Calibri"/>
                        </a:rPr>
                        <a:t>a</a:t>
                      </a:r>
                      <a:r>
                        <a:rPr sz="1200" i="1" spc="-20" dirty="0">
                          <a:latin typeface="Calibri"/>
                          <a:cs typeface="Calibri"/>
                        </a:rPr>
                        <a:t> </a:t>
                      </a:r>
                      <a:r>
                        <a:rPr sz="1200" i="1" dirty="0">
                          <a:latin typeface="Calibri"/>
                          <a:cs typeface="Calibri"/>
                        </a:rPr>
                        <a:t>fine</a:t>
                      </a:r>
                      <a:r>
                        <a:rPr sz="1200" i="1" spc="-10" dirty="0">
                          <a:latin typeface="Calibri"/>
                          <a:cs typeface="Calibri"/>
                        </a:rPr>
                        <a:t> </a:t>
                      </a:r>
                      <a:r>
                        <a:rPr sz="1200" i="1" dirty="0">
                          <a:latin typeface="Calibri"/>
                          <a:cs typeface="Calibri"/>
                        </a:rPr>
                        <a:t>not</a:t>
                      </a:r>
                      <a:r>
                        <a:rPr sz="1200" i="1" spc="-15" dirty="0">
                          <a:latin typeface="Calibri"/>
                          <a:cs typeface="Calibri"/>
                        </a:rPr>
                        <a:t> </a:t>
                      </a:r>
                      <a:r>
                        <a:rPr sz="1200" i="1" spc="-10" dirty="0">
                          <a:latin typeface="Calibri"/>
                          <a:cs typeface="Calibri"/>
                        </a:rPr>
                        <a:t>exceeding</a:t>
                      </a:r>
                      <a:r>
                        <a:rPr sz="1200" i="1" spc="-20" dirty="0">
                          <a:latin typeface="Calibri"/>
                          <a:cs typeface="Calibri"/>
                        </a:rPr>
                        <a:t> </a:t>
                      </a:r>
                      <a:r>
                        <a:rPr sz="1200" b="1" i="1" dirty="0">
                          <a:latin typeface="Calibri"/>
                          <a:cs typeface="Calibri"/>
                        </a:rPr>
                        <a:t>$50,000;</a:t>
                      </a:r>
                      <a:r>
                        <a:rPr sz="1200" b="1" i="1" spc="-20" dirty="0">
                          <a:latin typeface="Calibri"/>
                          <a:cs typeface="Calibri"/>
                        </a:rPr>
                        <a:t> </a:t>
                      </a:r>
                      <a:r>
                        <a:rPr sz="1200" i="1" spc="-25" dirty="0">
                          <a:latin typeface="Calibri"/>
                          <a:cs typeface="Calibri"/>
                        </a:rPr>
                        <a:t>and</a:t>
                      </a:r>
                      <a:endParaRPr sz="1200">
                        <a:latin typeface="Calibri"/>
                        <a:cs typeface="Calibri"/>
                      </a:endParaRPr>
                    </a:p>
                    <a:p>
                      <a:pPr marL="421005" indent="-342900">
                        <a:lnSpc>
                          <a:spcPct val="100000"/>
                        </a:lnSpc>
                        <a:spcBef>
                          <a:spcPts val="1250"/>
                        </a:spcBef>
                        <a:buAutoNum type="alphaLcParenBoth"/>
                        <a:tabLst>
                          <a:tab pos="421005" algn="l"/>
                        </a:tabLst>
                      </a:pPr>
                      <a:r>
                        <a:rPr sz="1200" i="1" dirty="0">
                          <a:latin typeface="Calibri"/>
                          <a:cs typeface="Calibri"/>
                        </a:rPr>
                        <a:t>For</a:t>
                      </a:r>
                      <a:r>
                        <a:rPr sz="1200" i="1" spc="-25" dirty="0">
                          <a:latin typeface="Calibri"/>
                          <a:cs typeface="Calibri"/>
                        </a:rPr>
                        <a:t> </a:t>
                      </a:r>
                      <a:r>
                        <a:rPr sz="1200" i="1" dirty="0">
                          <a:latin typeface="Calibri"/>
                          <a:cs typeface="Calibri"/>
                        </a:rPr>
                        <a:t>a</a:t>
                      </a:r>
                      <a:r>
                        <a:rPr sz="1200" i="1" spc="-25" dirty="0">
                          <a:latin typeface="Calibri"/>
                          <a:cs typeface="Calibri"/>
                        </a:rPr>
                        <a:t> </a:t>
                      </a:r>
                      <a:r>
                        <a:rPr sz="1200" i="1" dirty="0">
                          <a:latin typeface="Calibri"/>
                          <a:cs typeface="Calibri"/>
                        </a:rPr>
                        <a:t>second</a:t>
                      </a:r>
                      <a:r>
                        <a:rPr sz="1200" i="1" spc="-30" dirty="0">
                          <a:latin typeface="Calibri"/>
                          <a:cs typeface="Calibri"/>
                        </a:rPr>
                        <a:t> </a:t>
                      </a:r>
                      <a:r>
                        <a:rPr sz="1200" i="1" dirty="0">
                          <a:latin typeface="Calibri"/>
                          <a:cs typeface="Calibri"/>
                        </a:rPr>
                        <a:t>or</a:t>
                      </a:r>
                      <a:r>
                        <a:rPr sz="1200" i="1" spc="-20" dirty="0">
                          <a:latin typeface="Calibri"/>
                          <a:cs typeface="Calibri"/>
                        </a:rPr>
                        <a:t> </a:t>
                      </a:r>
                      <a:r>
                        <a:rPr sz="1200" i="1" dirty="0">
                          <a:latin typeface="Calibri"/>
                          <a:cs typeface="Calibri"/>
                        </a:rPr>
                        <a:t>subsequent</a:t>
                      </a:r>
                      <a:r>
                        <a:rPr sz="1200" i="1" spc="-30" dirty="0">
                          <a:latin typeface="Calibri"/>
                          <a:cs typeface="Calibri"/>
                        </a:rPr>
                        <a:t> </a:t>
                      </a:r>
                      <a:r>
                        <a:rPr sz="1200" i="1" dirty="0">
                          <a:latin typeface="Calibri"/>
                          <a:cs typeface="Calibri"/>
                        </a:rPr>
                        <a:t>offence,</a:t>
                      </a:r>
                      <a:r>
                        <a:rPr sz="1200" i="1" spc="-25" dirty="0">
                          <a:latin typeface="Calibri"/>
                          <a:cs typeface="Calibri"/>
                        </a:rPr>
                        <a:t> </a:t>
                      </a:r>
                      <a:r>
                        <a:rPr sz="1200" i="1" dirty="0">
                          <a:latin typeface="Calibri"/>
                          <a:cs typeface="Calibri"/>
                        </a:rPr>
                        <a:t>to</a:t>
                      </a:r>
                      <a:r>
                        <a:rPr sz="1200" i="1" spc="-20" dirty="0">
                          <a:latin typeface="Calibri"/>
                          <a:cs typeface="Calibri"/>
                        </a:rPr>
                        <a:t> </a:t>
                      </a:r>
                      <a:r>
                        <a:rPr sz="1200" i="1" dirty="0">
                          <a:latin typeface="Calibri"/>
                          <a:cs typeface="Calibri"/>
                        </a:rPr>
                        <a:t>a</a:t>
                      </a:r>
                      <a:r>
                        <a:rPr sz="1200" i="1" spc="-30" dirty="0">
                          <a:latin typeface="Calibri"/>
                          <a:cs typeface="Calibri"/>
                        </a:rPr>
                        <a:t> </a:t>
                      </a:r>
                      <a:r>
                        <a:rPr sz="1200" i="1" dirty="0">
                          <a:latin typeface="Calibri"/>
                          <a:cs typeface="Calibri"/>
                        </a:rPr>
                        <a:t>fine</a:t>
                      </a:r>
                      <a:r>
                        <a:rPr sz="1200" i="1" spc="-15" dirty="0">
                          <a:latin typeface="Calibri"/>
                          <a:cs typeface="Calibri"/>
                        </a:rPr>
                        <a:t> </a:t>
                      </a:r>
                      <a:r>
                        <a:rPr sz="1200" i="1" dirty="0">
                          <a:latin typeface="Calibri"/>
                          <a:cs typeface="Calibri"/>
                        </a:rPr>
                        <a:t>not</a:t>
                      </a:r>
                      <a:r>
                        <a:rPr sz="1200" i="1" spc="-25" dirty="0">
                          <a:latin typeface="Calibri"/>
                          <a:cs typeface="Calibri"/>
                        </a:rPr>
                        <a:t> </a:t>
                      </a:r>
                      <a:r>
                        <a:rPr sz="1200" i="1" spc="-10" dirty="0">
                          <a:latin typeface="Calibri"/>
                          <a:cs typeface="Calibri"/>
                        </a:rPr>
                        <a:t>exceeding</a:t>
                      </a:r>
                      <a:r>
                        <a:rPr sz="1200" i="1" spc="-25" dirty="0">
                          <a:latin typeface="Calibri"/>
                          <a:cs typeface="Calibri"/>
                        </a:rPr>
                        <a:t> </a:t>
                      </a:r>
                      <a:r>
                        <a:rPr sz="1200" b="1" i="1" spc="-10" dirty="0">
                          <a:latin typeface="Calibri"/>
                          <a:cs typeface="Calibri"/>
                        </a:rPr>
                        <a:t>$100,000.</a:t>
                      </a:r>
                      <a:endParaRPr sz="1200">
                        <a:latin typeface="Calibri"/>
                        <a:cs typeface="Calibri"/>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extLst>
                  <a:ext uri="{0D108BD9-81ED-4DB2-BD59-A6C34878D82A}">
                    <a16:rowId xmlns:a16="http://schemas.microsoft.com/office/drawing/2014/main" val="10002"/>
                  </a:ext>
                </a:extLst>
              </a:tr>
              <a:tr h="992505">
                <a:tc>
                  <a:txBody>
                    <a:bodyPr/>
                    <a:lstStyle/>
                    <a:p>
                      <a:pPr marL="363855" indent="-285750">
                        <a:lnSpc>
                          <a:spcPct val="100000"/>
                        </a:lnSpc>
                        <a:spcBef>
                          <a:spcPts val="204"/>
                        </a:spcBef>
                        <a:buFont typeface="Wingdings"/>
                        <a:buChar char=""/>
                        <a:tabLst>
                          <a:tab pos="363855" algn="l"/>
                        </a:tabLst>
                      </a:pPr>
                      <a:r>
                        <a:rPr sz="1200" dirty="0">
                          <a:latin typeface="Corbel"/>
                          <a:cs typeface="Corbel"/>
                        </a:rPr>
                        <a:t>Mandatory</a:t>
                      </a:r>
                      <a:r>
                        <a:rPr sz="1200" spc="-50" dirty="0">
                          <a:latin typeface="Corbel"/>
                          <a:cs typeface="Corbel"/>
                        </a:rPr>
                        <a:t> </a:t>
                      </a:r>
                      <a:r>
                        <a:rPr sz="1200" dirty="0">
                          <a:latin typeface="Corbel"/>
                          <a:cs typeface="Corbel"/>
                        </a:rPr>
                        <a:t>registration</a:t>
                      </a:r>
                      <a:r>
                        <a:rPr sz="1200" spc="-40" dirty="0">
                          <a:latin typeface="Corbel"/>
                          <a:cs typeface="Corbel"/>
                        </a:rPr>
                        <a:t> </a:t>
                      </a:r>
                      <a:r>
                        <a:rPr sz="1200" dirty="0">
                          <a:latin typeface="Corbel"/>
                          <a:cs typeface="Corbel"/>
                        </a:rPr>
                        <a:t>of</a:t>
                      </a:r>
                      <a:r>
                        <a:rPr sz="1200" spc="-40" dirty="0">
                          <a:latin typeface="Corbel"/>
                          <a:cs typeface="Corbel"/>
                        </a:rPr>
                        <a:t> </a:t>
                      </a:r>
                      <a:r>
                        <a:rPr sz="1200" dirty="0">
                          <a:latin typeface="Corbel"/>
                          <a:cs typeface="Corbel"/>
                        </a:rPr>
                        <a:t>registrable</a:t>
                      </a:r>
                      <a:r>
                        <a:rPr sz="1200" spc="-40" dirty="0">
                          <a:latin typeface="Corbel"/>
                          <a:cs typeface="Corbel"/>
                        </a:rPr>
                        <a:t> </a:t>
                      </a:r>
                      <a:r>
                        <a:rPr sz="1200" dirty="0">
                          <a:latin typeface="Corbel"/>
                          <a:cs typeface="Corbel"/>
                        </a:rPr>
                        <a:t>unmanned</a:t>
                      </a:r>
                      <a:r>
                        <a:rPr sz="1200" spc="-50" dirty="0">
                          <a:latin typeface="Corbel"/>
                          <a:cs typeface="Corbel"/>
                        </a:rPr>
                        <a:t> </a:t>
                      </a:r>
                      <a:r>
                        <a:rPr sz="1200" spc="-10" dirty="0">
                          <a:latin typeface="Corbel"/>
                          <a:cs typeface="Corbel"/>
                        </a:rPr>
                        <a:t>aircraft</a:t>
                      </a:r>
                      <a:endParaRPr sz="1200">
                        <a:latin typeface="Corbel"/>
                        <a:cs typeface="Corbel"/>
                      </a:endParaRPr>
                    </a:p>
                    <a:p>
                      <a:pPr marL="363855" marR="107950" indent="-285750">
                        <a:lnSpc>
                          <a:spcPts val="1390"/>
                        </a:lnSpc>
                        <a:spcBef>
                          <a:spcPts val="160"/>
                        </a:spcBef>
                        <a:buFont typeface="Wingdings"/>
                        <a:buChar char=""/>
                        <a:tabLst>
                          <a:tab pos="363855" algn="l"/>
                        </a:tabLst>
                      </a:pPr>
                      <a:r>
                        <a:rPr sz="1200" dirty="0">
                          <a:latin typeface="Corbel"/>
                          <a:cs typeface="Corbel"/>
                        </a:rPr>
                        <a:t>Compulsory</a:t>
                      </a:r>
                      <a:r>
                        <a:rPr sz="1200" spc="-25" dirty="0">
                          <a:latin typeface="Corbel"/>
                          <a:cs typeface="Corbel"/>
                        </a:rPr>
                        <a:t> </a:t>
                      </a:r>
                      <a:r>
                        <a:rPr sz="1200" spc="-10" dirty="0">
                          <a:latin typeface="Corbel"/>
                          <a:cs typeface="Corbel"/>
                        </a:rPr>
                        <a:t>subscription to</a:t>
                      </a:r>
                      <a:r>
                        <a:rPr sz="1200" spc="-55" dirty="0">
                          <a:latin typeface="Corbel"/>
                          <a:cs typeface="Corbel"/>
                        </a:rPr>
                        <a:t> </a:t>
                      </a:r>
                      <a:r>
                        <a:rPr sz="1200" dirty="0">
                          <a:latin typeface="Corbel"/>
                          <a:cs typeface="Corbel"/>
                        </a:rPr>
                        <a:t>Centralised</a:t>
                      </a:r>
                      <a:r>
                        <a:rPr sz="1200" spc="-20" dirty="0">
                          <a:latin typeface="Corbel"/>
                          <a:cs typeface="Corbel"/>
                        </a:rPr>
                        <a:t> </a:t>
                      </a:r>
                      <a:r>
                        <a:rPr sz="1200" dirty="0">
                          <a:latin typeface="Corbel"/>
                          <a:cs typeface="Corbel"/>
                        </a:rPr>
                        <a:t>Flight</a:t>
                      </a:r>
                      <a:r>
                        <a:rPr sz="1200" spc="-15" dirty="0">
                          <a:latin typeface="Corbel"/>
                          <a:cs typeface="Corbel"/>
                        </a:rPr>
                        <a:t> </a:t>
                      </a:r>
                      <a:r>
                        <a:rPr sz="1200" spc="-10" dirty="0">
                          <a:latin typeface="Corbel"/>
                          <a:cs typeface="Corbel"/>
                        </a:rPr>
                        <a:t>Management </a:t>
                      </a:r>
                      <a:r>
                        <a:rPr sz="1200" dirty="0">
                          <a:latin typeface="Corbel"/>
                          <a:cs typeface="Corbel"/>
                        </a:rPr>
                        <a:t>System</a:t>
                      </a:r>
                      <a:r>
                        <a:rPr sz="1200" spc="-50" dirty="0">
                          <a:latin typeface="Corbel"/>
                          <a:cs typeface="Corbel"/>
                        </a:rPr>
                        <a:t> </a:t>
                      </a:r>
                      <a:r>
                        <a:rPr sz="1200" spc="-10" dirty="0">
                          <a:latin typeface="Corbel"/>
                          <a:cs typeface="Corbel"/>
                        </a:rPr>
                        <a:t>service</a:t>
                      </a:r>
                      <a:endParaRPr sz="1200">
                        <a:latin typeface="Corbel"/>
                        <a:cs typeface="Corbel"/>
                      </a:endParaRPr>
                    </a:p>
                    <a:p>
                      <a:pPr marL="363855" indent="-285750">
                        <a:lnSpc>
                          <a:spcPts val="1355"/>
                        </a:lnSpc>
                        <a:buFont typeface="Wingdings"/>
                        <a:buChar char=""/>
                        <a:tabLst>
                          <a:tab pos="363855" algn="l"/>
                        </a:tabLst>
                      </a:pPr>
                      <a:r>
                        <a:rPr sz="1200" spc="-10" dirty="0">
                          <a:latin typeface="Corbel"/>
                          <a:cs typeface="Corbel"/>
                        </a:rPr>
                        <a:t>Requirements</a:t>
                      </a:r>
                      <a:r>
                        <a:rPr sz="1200" spc="-25" dirty="0">
                          <a:latin typeface="Corbel"/>
                          <a:cs typeface="Corbel"/>
                        </a:rPr>
                        <a:t> </a:t>
                      </a:r>
                      <a:r>
                        <a:rPr sz="1200" dirty="0">
                          <a:latin typeface="Corbel"/>
                          <a:cs typeface="Corbel"/>
                        </a:rPr>
                        <a:t>for</a:t>
                      </a:r>
                      <a:r>
                        <a:rPr sz="1200" spc="-25" dirty="0">
                          <a:latin typeface="Corbel"/>
                          <a:cs typeface="Corbel"/>
                        </a:rPr>
                        <a:t> </a:t>
                      </a:r>
                      <a:r>
                        <a:rPr sz="1200" dirty="0">
                          <a:latin typeface="Corbel"/>
                          <a:cs typeface="Corbel"/>
                        </a:rPr>
                        <a:t>unmanned</a:t>
                      </a:r>
                      <a:r>
                        <a:rPr sz="1200" spc="-25" dirty="0">
                          <a:latin typeface="Corbel"/>
                          <a:cs typeface="Corbel"/>
                        </a:rPr>
                        <a:t> </a:t>
                      </a:r>
                      <a:r>
                        <a:rPr sz="1200" dirty="0">
                          <a:latin typeface="Corbel"/>
                          <a:cs typeface="Corbel"/>
                        </a:rPr>
                        <a:t>aircraft</a:t>
                      </a:r>
                      <a:r>
                        <a:rPr sz="1200" spc="-30" dirty="0">
                          <a:latin typeface="Corbel"/>
                          <a:cs typeface="Corbel"/>
                        </a:rPr>
                        <a:t> </a:t>
                      </a:r>
                      <a:r>
                        <a:rPr sz="1200" dirty="0">
                          <a:latin typeface="Corbel"/>
                          <a:cs typeface="Corbel"/>
                        </a:rPr>
                        <a:t>operated</a:t>
                      </a:r>
                      <a:r>
                        <a:rPr sz="1200" spc="-25" dirty="0">
                          <a:latin typeface="Corbel"/>
                          <a:cs typeface="Corbel"/>
                        </a:rPr>
                        <a:t> </a:t>
                      </a:r>
                      <a:r>
                        <a:rPr sz="1200" spc="-20" dirty="0">
                          <a:latin typeface="Corbel"/>
                          <a:cs typeface="Corbel"/>
                        </a:rPr>
                        <a:t>under</a:t>
                      </a:r>
                      <a:endParaRPr sz="1200">
                        <a:latin typeface="Corbel"/>
                        <a:cs typeface="Corbel"/>
                      </a:endParaRPr>
                    </a:p>
                    <a:p>
                      <a:pPr marL="363855">
                        <a:lnSpc>
                          <a:spcPct val="100000"/>
                        </a:lnSpc>
                        <a:spcBef>
                          <a:spcPts val="70"/>
                        </a:spcBef>
                      </a:pPr>
                      <a:r>
                        <a:rPr sz="1200" dirty="0">
                          <a:latin typeface="Corbel"/>
                          <a:cs typeface="Corbel"/>
                        </a:rPr>
                        <a:t>authority</a:t>
                      </a:r>
                      <a:r>
                        <a:rPr sz="1200" spc="-35" dirty="0">
                          <a:latin typeface="Corbel"/>
                          <a:cs typeface="Corbel"/>
                        </a:rPr>
                        <a:t> </a:t>
                      </a:r>
                      <a:r>
                        <a:rPr sz="1200" dirty="0">
                          <a:latin typeface="Corbel"/>
                          <a:cs typeface="Corbel"/>
                        </a:rPr>
                        <a:t>of</a:t>
                      </a:r>
                      <a:r>
                        <a:rPr sz="1200" spc="-60" dirty="0">
                          <a:latin typeface="Corbel"/>
                          <a:cs typeface="Corbel"/>
                        </a:rPr>
                        <a:t> </a:t>
                      </a:r>
                      <a:r>
                        <a:rPr sz="1200" dirty="0">
                          <a:latin typeface="Corbel"/>
                          <a:cs typeface="Corbel"/>
                        </a:rPr>
                        <a:t>UA</a:t>
                      </a:r>
                      <a:r>
                        <a:rPr sz="1200" spc="-30" dirty="0">
                          <a:latin typeface="Corbel"/>
                          <a:cs typeface="Corbel"/>
                        </a:rPr>
                        <a:t> </a:t>
                      </a:r>
                      <a:r>
                        <a:rPr sz="1200" dirty="0">
                          <a:latin typeface="Corbel"/>
                          <a:cs typeface="Corbel"/>
                        </a:rPr>
                        <a:t>operator</a:t>
                      </a:r>
                      <a:r>
                        <a:rPr sz="1200" spc="-35" dirty="0">
                          <a:latin typeface="Corbel"/>
                          <a:cs typeface="Corbel"/>
                        </a:rPr>
                        <a:t> </a:t>
                      </a:r>
                      <a:r>
                        <a:rPr sz="1200" spc="-10" dirty="0">
                          <a:latin typeface="Corbel"/>
                          <a:cs typeface="Corbel"/>
                        </a:rPr>
                        <a:t>permit</a:t>
                      </a:r>
                      <a:endParaRPr sz="1200">
                        <a:latin typeface="Corbel"/>
                        <a:cs typeface="Corbel"/>
                      </a:endParaRPr>
                    </a:p>
                  </a:txBody>
                  <a:tcPr marL="0" marR="0" marT="2603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3F5"/>
                    </a:solidFill>
                  </a:tcPr>
                </a:tc>
                <a:tc>
                  <a:txBody>
                    <a:bodyPr/>
                    <a:lstStyle/>
                    <a:p>
                      <a:pPr marL="78105" marR="176530">
                        <a:lnSpc>
                          <a:spcPct val="100800"/>
                        </a:lnSpc>
                        <a:spcBef>
                          <a:spcPts val="190"/>
                        </a:spcBef>
                      </a:pPr>
                      <a:r>
                        <a:rPr sz="1200" dirty="0">
                          <a:latin typeface="Calibri"/>
                          <a:cs typeface="Calibri"/>
                        </a:rPr>
                        <a:t>(</a:t>
                      </a:r>
                      <a:r>
                        <a:rPr sz="1200" i="1" dirty="0">
                          <a:latin typeface="Calibri"/>
                          <a:cs typeface="Calibri"/>
                        </a:rPr>
                        <a:t>A</a:t>
                      </a:r>
                      <a:r>
                        <a:rPr sz="1200" i="1" spc="-10" dirty="0">
                          <a:latin typeface="Calibri"/>
                          <a:cs typeface="Calibri"/>
                        </a:rPr>
                        <a:t> </a:t>
                      </a:r>
                      <a:r>
                        <a:rPr sz="1200" i="1" dirty="0">
                          <a:latin typeface="Calibri"/>
                          <a:cs typeface="Calibri"/>
                        </a:rPr>
                        <a:t>person</a:t>
                      </a:r>
                      <a:r>
                        <a:rPr sz="1200" i="1" spc="-15" dirty="0">
                          <a:latin typeface="Calibri"/>
                          <a:cs typeface="Calibri"/>
                        </a:rPr>
                        <a:t> </a:t>
                      </a:r>
                      <a:r>
                        <a:rPr sz="1200" i="1" dirty="0">
                          <a:latin typeface="Calibri"/>
                          <a:cs typeface="Calibri"/>
                        </a:rPr>
                        <a:t>who</a:t>
                      </a:r>
                      <a:r>
                        <a:rPr sz="1200" i="1" spc="-15" dirty="0">
                          <a:latin typeface="Calibri"/>
                          <a:cs typeface="Calibri"/>
                        </a:rPr>
                        <a:t> </a:t>
                      </a:r>
                      <a:r>
                        <a:rPr sz="1200" i="1" spc="-10" dirty="0">
                          <a:latin typeface="Calibri"/>
                          <a:cs typeface="Calibri"/>
                        </a:rPr>
                        <a:t>contravenes</a:t>
                      </a:r>
                      <a:r>
                        <a:rPr sz="1200" i="1" spc="-15" dirty="0">
                          <a:latin typeface="Calibri"/>
                          <a:cs typeface="Calibri"/>
                        </a:rPr>
                        <a:t> </a:t>
                      </a:r>
                      <a:r>
                        <a:rPr sz="1200" i="1" dirty="0">
                          <a:latin typeface="Calibri"/>
                          <a:cs typeface="Calibri"/>
                        </a:rPr>
                        <a:t>shall</a:t>
                      </a:r>
                      <a:r>
                        <a:rPr sz="1200" i="1" spc="-15" dirty="0">
                          <a:latin typeface="Calibri"/>
                          <a:cs typeface="Calibri"/>
                        </a:rPr>
                        <a:t> </a:t>
                      </a:r>
                      <a:r>
                        <a:rPr sz="1200" i="1" dirty="0">
                          <a:latin typeface="Calibri"/>
                          <a:cs typeface="Calibri"/>
                        </a:rPr>
                        <a:t>be</a:t>
                      </a:r>
                      <a:r>
                        <a:rPr sz="1200" i="1" spc="-5" dirty="0">
                          <a:latin typeface="Calibri"/>
                          <a:cs typeface="Calibri"/>
                        </a:rPr>
                        <a:t> </a:t>
                      </a:r>
                      <a:r>
                        <a:rPr sz="1200" i="1" dirty="0">
                          <a:latin typeface="Calibri"/>
                          <a:cs typeface="Calibri"/>
                        </a:rPr>
                        <a:t>guilty</a:t>
                      </a:r>
                      <a:r>
                        <a:rPr sz="1200" i="1" spc="-10" dirty="0">
                          <a:latin typeface="Calibri"/>
                          <a:cs typeface="Calibri"/>
                        </a:rPr>
                        <a:t> </a:t>
                      </a:r>
                      <a:r>
                        <a:rPr sz="1200" i="1" dirty="0">
                          <a:latin typeface="Calibri"/>
                          <a:cs typeface="Calibri"/>
                        </a:rPr>
                        <a:t>of</a:t>
                      </a:r>
                      <a:r>
                        <a:rPr sz="1200" i="1" spc="-10" dirty="0">
                          <a:latin typeface="Calibri"/>
                          <a:cs typeface="Calibri"/>
                        </a:rPr>
                        <a:t> </a:t>
                      </a:r>
                      <a:r>
                        <a:rPr sz="1200" i="1" dirty="0">
                          <a:latin typeface="Calibri"/>
                          <a:cs typeface="Calibri"/>
                        </a:rPr>
                        <a:t>an</a:t>
                      </a:r>
                      <a:r>
                        <a:rPr sz="1200" i="1" spc="-15" dirty="0">
                          <a:latin typeface="Calibri"/>
                          <a:cs typeface="Calibri"/>
                        </a:rPr>
                        <a:t> </a:t>
                      </a:r>
                      <a:r>
                        <a:rPr sz="1200" i="1" dirty="0">
                          <a:latin typeface="Calibri"/>
                          <a:cs typeface="Calibri"/>
                        </a:rPr>
                        <a:t>offence</a:t>
                      </a:r>
                      <a:r>
                        <a:rPr sz="1200" i="1" spc="-10" dirty="0">
                          <a:latin typeface="Calibri"/>
                          <a:cs typeface="Calibri"/>
                        </a:rPr>
                        <a:t> </a:t>
                      </a:r>
                      <a:r>
                        <a:rPr sz="1200" i="1" dirty="0">
                          <a:latin typeface="Calibri"/>
                          <a:cs typeface="Calibri"/>
                        </a:rPr>
                        <a:t>and</a:t>
                      </a:r>
                      <a:r>
                        <a:rPr sz="1200" i="1" spc="-15" dirty="0">
                          <a:latin typeface="Calibri"/>
                          <a:cs typeface="Calibri"/>
                        </a:rPr>
                        <a:t> </a:t>
                      </a:r>
                      <a:r>
                        <a:rPr sz="1200" i="1" dirty="0">
                          <a:latin typeface="Calibri"/>
                          <a:cs typeface="Calibri"/>
                        </a:rPr>
                        <a:t>shall</a:t>
                      </a:r>
                      <a:r>
                        <a:rPr sz="1200" i="1" spc="-15" dirty="0">
                          <a:latin typeface="Calibri"/>
                          <a:cs typeface="Calibri"/>
                        </a:rPr>
                        <a:t> </a:t>
                      </a:r>
                      <a:r>
                        <a:rPr sz="1200" i="1" dirty="0">
                          <a:latin typeface="Calibri"/>
                          <a:cs typeface="Calibri"/>
                        </a:rPr>
                        <a:t>be</a:t>
                      </a:r>
                      <a:r>
                        <a:rPr sz="1200" i="1" spc="-5" dirty="0">
                          <a:latin typeface="Calibri"/>
                          <a:cs typeface="Calibri"/>
                        </a:rPr>
                        <a:t> </a:t>
                      </a:r>
                      <a:r>
                        <a:rPr sz="1200" i="1" dirty="0">
                          <a:latin typeface="Calibri"/>
                          <a:cs typeface="Calibri"/>
                        </a:rPr>
                        <a:t>liable</a:t>
                      </a:r>
                      <a:r>
                        <a:rPr sz="1200" i="1" spc="-10" dirty="0">
                          <a:latin typeface="Calibri"/>
                          <a:cs typeface="Calibri"/>
                        </a:rPr>
                        <a:t> </a:t>
                      </a:r>
                      <a:r>
                        <a:rPr sz="1200" i="1" dirty="0">
                          <a:latin typeface="Calibri"/>
                          <a:cs typeface="Calibri"/>
                        </a:rPr>
                        <a:t>on</a:t>
                      </a:r>
                      <a:r>
                        <a:rPr sz="1200" i="1" spc="-15" dirty="0">
                          <a:latin typeface="Calibri"/>
                          <a:cs typeface="Calibri"/>
                        </a:rPr>
                        <a:t> </a:t>
                      </a:r>
                      <a:r>
                        <a:rPr sz="1200" i="1" spc="-10" dirty="0">
                          <a:latin typeface="Calibri"/>
                          <a:cs typeface="Calibri"/>
                        </a:rPr>
                        <a:t>conviction</a:t>
                      </a:r>
                      <a:r>
                        <a:rPr sz="1200" i="1" spc="-20" dirty="0">
                          <a:latin typeface="Calibri"/>
                          <a:cs typeface="Calibri"/>
                        </a:rPr>
                        <a:t> </a:t>
                      </a:r>
                      <a:r>
                        <a:rPr sz="1200" i="1" spc="-25" dirty="0">
                          <a:latin typeface="Calibri"/>
                          <a:cs typeface="Calibri"/>
                        </a:rPr>
                        <a:t>to </a:t>
                      </a:r>
                      <a:r>
                        <a:rPr sz="1200" i="1" dirty="0">
                          <a:latin typeface="Calibri"/>
                          <a:cs typeface="Calibri"/>
                        </a:rPr>
                        <a:t>a</a:t>
                      </a:r>
                      <a:r>
                        <a:rPr sz="1200" i="1" spc="-20" dirty="0">
                          <a:latin typeface="Calibri"/>
                          <a:cs typeface="Calibri"/>
                        </a:rPr>
                        <a:t> </a:t>
                      </a:r>
                      <a:r>
                        <a:rPr sz="1200" i="1" dirty="0">
                          <a:latin typeface="Calibri"/>
                          <a:cs typeface="Calibri"/>
                        </a:rPr>
                        <a:t>fine</a:t>
                      </a:r>
                      <a:r>
                        <a:rPr sz="1200" i="1" spc="-10" dirty="0">
                          <a:latin typeface="Calibri"/>
                          <a:cs typeface="Calibri"/>
                        </a:rPr>
                        <a:t> </a:t>
                      </a:r>
                      <a:r>
                        <a:rPr sz="1200" i="1" dirty="0">
                          <a:latin typeface="Calibri"/>
                          <a:cs typeface="Calibri"/>
                        </a:rPr>
                        <a:t>not</a:t>
                      </a:r>
                      <a:r>
                        <a:rPr sz="1200" i="1" spc="-10" dirty="0">
                          <a:latin typeface="Calibri"/>
                          <a:cs typeface="Calibri"/>
                        </a:rPr>
                        <a:t> exceeding</a:t>
                      </a:r>
                      <a:r>
                        <a:rPr sz="1200" i="1" spc="-20" dirty="0">
                          <a:latin typeface="Calibri"/>
                          <a:cs typeface="Calibri"/>
                        </a:rPr>
                        <a:t> </a:t>
                      </a:r>
                      <a:r>
                        <a:rPr sz="1200" b="1" i="1" dirty="0">
                          <a:latin typeface="Calibri"/>
                          <a:cs typeface="Calibri"/>
                        </a:rPr>
                        <a:t>$10,000</a:t>
                      </a:r>
                      <a:r>
                        <a:rPr sz="1200" b="1" i="1" spc="-5" dirty="0">
                          <a:latin typeface="Calibri"/>
                          <a:cs typeface="Calibri"/>
                        </a:rPr>
                        <a:t> </a:t>
                      </a:r>
                      <a:r>
                        <a:rPr sz="1200" i="1" dirty="0">
                          <a:latin typeface="Calibri"/>
                          <a:cs typeface="Calibri"/>
                        </a:rPr>
                        <a:t>or</a:t>
                      </a:r>
                      <a:r>
                        <a:rPr sz="1200" i="1" spc="-15" dirty="0">
                          <a:latin typeface="Calibri"/>
                          <a:cs typeface="Calibri"/>
                        </a:rPr>
                        <a:t> </a:t>
                      </a:r>
                      <a:r>
                        <a:rPr sz="1200" i="1" dirty="0">
                          <a:latin typeface="Calibri"/>
                          <a:cs typeface="Calibri"/>
                        </a:rPr>
                        <a:t>to</a:t>
                      </a:r>
                      <a:r>
                        <a:rPr sz="1200" i="1" spc="-15" dirty="0">
                          <a:latin typeface="Calibri"/>
                          <a:cs typeface="Calibri"/>
                        </a:rPr>
                        <a:t> </a:t>
                      </a:r>
                      <a:r>
                        <a:rPr sz="1200" i="1" spc="-10" dirty="0">
                          <a:latin typeface="Calibri"/>
                          <a:cs typeface="Calibri"/>
                        </a:rPr>
                        <a:t>imprisonment </a:t>
                      </a:r>
                      <a:r>
                        <a:rPr sz="1200" i="1" dirty="0">
                          <a:latin typeface="Calibri"/>
                          <a:cs typeface="Calibri"/>
                        </a:rPr>
                        <a:t>for</a:t>
                      </a:r>
                      <a:r>
                        <a:rPr sz="1200" i="1" spc="-15" dirty="0">
                          <a:latin typeface="Calibri"/>
                          <a:cs typeface="Calibri"/>
                        </a:rPr>
                        <a:t> </a:t>
                      </a:r>
                      <a:r>
                        <a:rPr sz="1200" i="1" dirty="0">
                          <a:latin typeface="Calibri"/>
                          <a:cs typeface="Calibri"/>
                        </a:rPr>
                        <a:t>a</a:t>
                      </a:r>
                      <a:r>
                        <a:rPr sz="1200" i="1" spc="-15" dirty="0">
                          <a:latin typeface="Calibri"/>
                          <a:cs typeface="Calibri"/>
                        </a:rPr>
                        <a:t> </a:t>
                      </a:r>
                      <a:r>
                        <a:rPr sz="1200" i="1" dirty="0">
                          <a:latin typeface="Calibri"/>
                          <a:cs typeface="Calibri"/>
                        </a:rPr>
                        <a:t>term</a:t>
                      </a:r>
                      <a:r>
                        <a:rPr sz="1200" i="1" spc="-15" dirty="0">
                          <a:latin typeface="Calibri"/>
                          <a:cs typeface="Calibri"/>
                        </a:rPr>
                        <a:t> </a:t>
                      </a:r>
                      <a:r>
                        <a:rPr sz="1200" i="1" dirty="0">
                          <a:latin typeface="Calibri"/>
                          <a:cs typeface="Calibri"/>
                        </a:rPr>
                        <a:t>not</a:t>
                      </a:r>
                      <a:r>
                        <a:rPr sz="1200" i="1" spc="-10" dirty="0">
                          <a:latin typeface="Calibri"/>
                          <a:cs typeface="Calibri"/>
                        </a:rPr>
                        <a:t> exceeding</a:t>
                      </a:r>
                      <a:r>
                        <a:rPr sz="1200" i="1" spc="-20" dirty="0">
                          <a:latin typeface="Calibri"/>
                          <a:cs typeface="Calibri"/>
                        </a:rPr>
                        <a:t> </a:t>
                      </a:r>
                      <a:r>
                        <a:rPr sz="1200" b="1" i="1" dirty="0">
                          <a:latin typeface="Calibri"/>
                          <a:cs typeface="Calibri"/>
                        </a:rPr>
                        <a:t>6</a:t>
                      </a:r>
                      <a:r>
                        <a:rPr sz="1200" b="1" i="1" spc="-10" dirty="0">
                          <a:latin typeface="Calibri"/>
                          <a:cs typeface="Calibri"/>
                        </a:rPr>
                        <a:t> </a:t>
                      </a:r>
                      <a:r>
                        <a:rPr sz="1200" b="1" i="1" dirty="0">
                          <a:latin typeface="Calibri"/>
                          <a:cs typeface="Calibri"/>
                        </a:rPr>
                        <a:t>months</a:t>
                      </a:r>
                      <a:r>
                        <a:rPr sz="1200" b="1" i="1" spc="-10" dirty="0">
                          <a:latin typeface="Calibri"/>
                          <a:cs typeface="Calibri"/>
                        </a:rPr>
                        <a:t> </a:t>
                      </a:r>
                      <a:r>
                        <a:rPr sz="1200" i="1" dirty="0">
                          <a:latin typeface="Calibri"/>
                          <a:cs typeface="Calibri"/>
                        </a:rPr>
                        <a:t>or</a:t>
                      </a:r>
                      <a:r>
                        <a:rPr sz="1200" i="1" spc="-15" dirty="0">
                          <a:latin typeface="Calibri"/>
                          <a:cs typeface="Calibri"/>
                        </a:rPr>
                        <a:t> </a:t>
                      </a:r>
                      <a:r>
                        <a:rPr sz="1200" i="1" spc="-25" dirty="0">
                          <a:latin typeface="Calibri"/>
                          <a:cs typeface="Calibri"/>
                        </a:rPr>
                        <a:t>to </a:t>
                      </a:r>
                      <a:r>
                        <a:rPr sz="1200" i="1" spc="-20" dirty="0">
                          <a:latin typeface="Calibri"/>
                          <a:cs typeface="Calibri"/>
                        </a:rPr>
                        <a:t>both</a:t>
                      </a:r>
                      <a:endParaRPr sz="1200">
                        <a:latin typeface="Calibri"/>
                        <a:cs typeface="Calibri"/>
                      </a:endParaRPr>
                    </a:p>
                  </a:txBody>
                  <a:tcPr marL="0" marR="0" marT="241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E3F5"/>
                    </a:solidFill>
                  </a:tcPr>
                </a:tc>
                <a:extLst>
                  <a:ext uri="{0D108BD9-81ED-4DB2-BD59-A6C34878D82A}">
                    <a16:rowId xmlns:a16="http://schemas.microsoft.com/office/drawing/2014/main" val="10003"/>
                  </a:ext>
                </a:extLst>
              </a:tr>
              <a:tr h="873760">
                <a:tc>
                  <a:txBody>
                    <a:bodyPr/>
                    <a:lstStyle/>
                    <a:p>
                      <a:pPr marL="363855" indent="-285750">
                        <a:lnSpc>
                          <a:spcPct val="100000"/>
                        </a:lnSpc>
                        <a:spcBef>
                          <a:spcPts val="209"/>
                        </a:spcBef>
                        <a:buFont typeface="Wingdings"/>
                        <a:buChar char=""/>
                        <a:tabLst>
                          <a:tab pos="363855" algn="l"/>
                        </a:tabLst>
                      </a:pPr>
                      <a:r>
                        <a:rPr sz="1200" spc="-10" dirty="0">
                          <a:latin typeface="Corbel"/>
                          <a:cs typeface="Corbel"/>
                        </a:rPr>
                        <a:t>Production</a:t>
                      </a:r>
                      <a:r>
                        <a:rPr sz="1200" spc="-5" dirty="0">
                          <a:latin typeface="Corbel"/>
                          <a:cs typeface="Corbel"/>
                        </a:rPr>
                        <a:t> </a:t>
                      </a:r>
                      <a:r>
                        <a:rPr sz="1200" dirty="0">
                          <a:latin typeface="Corbel"/>
                          <a:cs typeface="Corbel"/>
                        </a:rPr>
                        <a:t>of activity</a:t>
                      </a:r>
                      <a:r>
                        <a:rPr sz="1200" spc="-5" dirty="0">
                          <a:latin typeface="Corbel"/>
                          <a:cs typeface="Corbel"/>
                        </a:rPr>
                        <a:t> </a:t>
                      </a:r>
                      <a:r>
                        <a:rPr sz="1200" spc="-10" dirty="0">
                          <a:latin typeface="Corbel"/>
                          <a:cs typeface="Corbel"/>
                        </a:rPr>
                        <a:t>permit</a:t>
                      </a:r>
                      <a:endParaRPr sz="1200">
                        <a:latin typeface="Corbel"/>
                        <a:cs typeface="Corbel"/>
                      </a:endParaRPr>
                    </a:p>
                    <a:p>
                      <a:pPr marL="363855" indent="-285750">
                        <a:lnSpc>
                          <a:spcPts val="1415"/>
                        </a:lnSpc>
                        <a:spcBef>
                          <a:spcPts val="70"/>
                        </a:spcBef>
                        <a:buFont typeface="Wingdings"/>
                        <a:buChar char=""/>
                        <a:tabLst>
                          <a:tab pos="363855" algn="l"/>
                        </a:tabLst>
                      </a:pPr>
                      <a:r>
                        <a:rPr sz="1200" spc="-10" dirty="0">
                          <a:latin typeface="Corbel"/>
                          <a:cs typeface="Corbel"/>
                        </a:rPr>
                        <a:t>Production </a:t>
                      </a:r>
                      <a:r>
                        <a:rPr sz="1200" dirty="0">
                          <a:latin typeface="Corbel"/>
                          <a:cs typeface="Corbel"/>
                        </a:rPr>
                        <a:t>of</a:t>
                      </a:r>
                      <a:r>
                        <a:rPr sz="1200" spc="-40" dirty="0">
                          <a:latin typeface="Corbel"/>
                          <a:cs typeface="Corbel"/>
                        </a:rPr>
                        <a:t> </a:t>
                      </a:r>
                      <a:r>
                        <a:rPr sz="1200" dirty="0">
                          <a:latin typeface="Corbel"/>
                          <a:cs typeface="Corbel"/>
                        </a:rPr>
                        <a:t>UA</a:t>
                      </a:r>
                      <a:r>
                        <a:rPr sz="1200" spc="-10" dirty="0">
                          <a:latin typeface="Corbel"/>
                          <a:cs typeface="Corbel"/>
                        </a:rPr>
                        <a:t> </a:t>
                      </a:r>
                      <a:r>
                        <a:rPr sz="1200" dirty="0">
                          <a:latin typeface="Corbel"/>
                          <a:cs typeface="Corbel"/>
                        </a:rPr>
                        <a:t>operator</a:t>
                      </a:r>
                      <a:r>
                        <a:rPr sz="1200" spc="-15" dirty="0">
                          <a:latin typeface="Corbel"/>
                          <a:cs typeface="Corbel"/>
                        </a:rPr>
                        <a:t> </a:t>
                      </a:r>
                      <a:r>
                        <a:rPr sz="1200" spc="-10" dirty="0">
                          <a:latin typeface="Corbel"/>
                          <a:cs typeface="Corbel"/>
                        </a:rPr>
                        <a:t>permit</a:t>
                      </a:r>
                      <a:endParaRPr sz="1200">
                        <a:latin typeface="Corbel"/>
                        <a:cs typeface="Corbel"/>
                      </a:endParaRPr>
                    </a:p>
                    <a:p>
                      <a:pPr marL="363855" marR="523240" indent="-285750">
                        <a:lnSpc>
                          <a:spcPts val="1390"/>
                        </a:lnSpc>
                        <a:spcBef>
                          <a:spcPts val="65"/>
                        </a:spcBef>
                        <a:buFont typeface="Wingdings"/>
                        <a:buChar char=""/>
                        <a:tabLst>
                          <a:tab pos="363855" algn="l"/>
                        </a:tabLst>
                      </a:pPr>
                      <a:r>
                        <a:rPr sz="1200" spc="-10" dirty="0">
                          <a:latin typeface="Corbel"/>
                          <a:cs typeface="Corbel"/>
                        </a:rPr>
                        <a:t>Production</a:t>
                      </a:r>
                      <a:r>
                        <a:rPr sz="1200" spc="-15" dirty="0">
                          <a:latin typeface="Corbel"/>
                          <a:cs typeface="Corbel"/>
                        </a:rPr>
                        <a:t> </a:t>
                      </a:r>
                      <a:r>
                        <a:rPr sz="1200" dirty="0">
                          <a:latin typeface="Corbel"/>
                          <a:cs typeface="Corbel"/>
                        </a:rPr>
                        <a:t>of</a:t>
                      </a:r>
                      <a:r>
                        <a:rPr sz="1200" spc="-50" dirty="0">
                          <a:latin typeface="Corbel"/>
                          <a:cs typeface="Corbel"/>
                        </a:rPr>
                        <a:t> </a:t>
                      </a:r>
                      <a:r>
                        <a:rPr sz="1200" dirty="0">
                          <a:latin typeface="Corbel"/>
                          <a:cs typeface="Corbel"/>
                        </a:rPr>
                        <a:t>UA</a:t>
                      </a:r>
                      <a:r>
                        <a:rPr sz="1200" spc="-15" dirty="0">
                          <a:latin typeface="Corbel"/>
                          <a:cs typeface="Corbel"/>
                        </a:rPr>
                        <a:t> </a:t>
                      </a:r>
                      <a:r>
                        <a:rPr sz="1200" dirty="0">
                          <a:latin typeface="Corbel"/>
                          <a:cs typeface="Corbel"/>
                        </a:rPr>
                        <a:t>basic</a:t>
                      </a:r>
                      <a:r>
                        <a:rPr sz="1200" spc="-20" dirty="0">
                          <a:latin typeface="Corbel"/>
                          <a:cs typeface="Corbel"/>
                        </a:rPr>
                        <a:t> </a:t>
                      </a:r>
                      <a:r>
                        <a:rPr sz="1200" dirty="0">
                          <a:latin typeface="Corbel"/>
                          <a:cs typeface="Corbel"/>
                        </a:rPr>
                        <a:t>training</a:t>
                      </a:r>
                      <a:r>
                        <a:rPr sz="1200" spc="-20" dirty="0">
                          <a:latin typeface="Corbel"/>
                          <a:cs typeface="Corbel"/>
                        </a:rPr>
                        <a:t> </a:t>
                      </a:r>
                      <a:r>
                        <a:rPr sz="1200" dirty="0">
                          <a:latin typeface="Corbel"/>
                          <a:cs typeface="Corbel"/>
                        </a:rPr>
                        <a:t>certificate</a:t>
                      </a:r>
                      <a:r>
                        <a:rPr sz="1200" spc="-10" dirty="0">
                          <a:latin typeface="Corbel"/>
                          <a:cs typeface="Corbel"/>
                        </a:rPr>
                        <a:t> </a:t>
                      </a:r>
                      <a:r>
                        <a:rPr sz="1200" dirty="0">
                          <a:latin typeface="Corbel"/>
                          <a:cs typeface="Corbel"/>
                        </a:rPr>
                        <a:t>or</a:t>
                      </a:r>
                      <a:r>
                        <a:rPr sz="1200" spc="-55" dirty="0">
                          <a:latin typeface="Corbel"/>
                          <a:cs typeface="Corbel"/>
                        </a:rPr>
                        <a:t> </a:t>
                      </a:r>
                      <a:r>
                        <a:rPr sz="1200" dirty="0">
                          <a:latin typeface="Corbel"/>
                          <a:cs typeface="Corbel"/>
                        </a:rPr>
                        <a:t>UA</a:t>
                      </a:r>
                      <a:r>
                        <a:rPr sz="1200" spc="-15" dirty="0">
                          <a:latin typeface="Corbel"/>
                          <a:cs typeface="Corbel"/>
                        </a:rPr>
                        <a:t> </a:t>
                      </a:r>
                      <a:r>
                        <a:rPr sz="1200" spc="-20" dirty="0">
                          <a:latin typeface="Corbel"/>
                          <a:cs typeface="Corbel"/>
                        </a:rPr>
                        <a:t>pilot </a:t>
                      </a:r>
                      <a:r>
                        <a:rPr sz="1200" spc="-10" dirty="0">
                          <a:latin typeface="Corbel"/>
                          <a:cs typeface="Corbel"/>
                        </a:rPr>
                        <a:t>licence</a:t>
                      </a:r>
                      <a:endParaRPr sz="1200">
                        <a:latin typeface="Corbel"/>
                        <a:cs typeface="Corbel"/>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tc>
                  <a:txBody>
                    <a:bodyPr/>
                    <a:lstStyle/>
                    <a:p>
                      <a:pPr marL="421005" indent="-342900">
                        <a:lnSpc>
                          <a:spcPct val="100000"/>
                        </a:lnSpc>
                        <a:spcBef>
                          <a:spcPts val="209"/>
                        </a:spcBef>
                        <a:buAutoNum type="alphaLcParenBoth"/>
                        <a:tabLst>
                          <a:tab pos="421005" algn="l"/>
                        </a:tabLst>
                      </a:pPr>
                      <a:r>
                        <a:rPr sz="1200" i="1" dirty="0">
                          <a:latin typeface="Calibri"/>
                          <a:cs typeface="Calibri"/>
                        </a:rPr>
                        <a:t>for</a:t>
                      </a:r>
                      <a:r>
                        <a:rPr sz="1200" i="1" spc="-20" dirty="0">
                          <a:latin typeface="Calibri"/>
                          <a:cs typeface="Calibri"/>
                        </a:rPr>
                        <a:t> </a:t>
                      </a:r>
                      <a:r>
                        <a:rPr sz="1200" i="1" dirty="0">
                          <a:latin typeface="Calibri"/>
                          <a:cs typeface="Calibri"/>
                        </a:rPr>
                        <a:t>a</a:t>
                      </a:r>
                      <a:r>
                        <a:rPr sz="1200" i="1" spc="-30" dirty="0">
                          <a:latin typeface="Calibri"/>
                          <a:cs typeface="Calibri"/>
                        </a:rPr>
                        <a:t> </a:t>
                      </a:r>
                      <a:r>
                        <a:rPr sz="1200" i="1" dirty="0">
                          <a:latin typeface="Calibri"/>
                          <a:cs typeface="Calibri"/>
                        </a:rPr>
                        <a:t>first</a:t>
                      </a:r>
                      <a:r>
                        <a:rPr sz="1200" i="1" spc="-20" dirty="0">
                          <a:latin typeface="Calibri"/>
                          <a:cs typeface="Calibri"/>
                        </a:rPr>
                        <a:t> </a:t>
                      </a:r>
                      <a:r>
                        <a:rPr sz="1200" i="1" dirty="0">
                          <a:latin typeface="Calibri"/>
                          <a:cs typeface="Calibri"/>
                        </a:rPr>
                        <a:t>offence,</a:t>
                      </a:r>
                      <a:r>
                        <a:rPr sz="1200" i="1" spc="-25" dirty="0">
                          <a:latin typeface="Calibri"/>
                          <a:cs typeface="Calibri"/>
                        </a:rPr>
                        <a:t> </a:t>
                      </a:r>
                      <a:r>
                        <a:rPr sz="1200" i="1" dirty="0">
                          <a:latin typeface="Calibri"/>
                          <a:cs typeface="Calibri"/>
                        </a:rPr>
                        <a:t>to</a:t>
                      </a:r>
                      <a:r>
                        <a:rPr sz="1200" i="1" spc="-20" dirty="0">
                          <a:latin typeface="Calibri"/>
                          <a:cs typeface="Calibri"/>
                        </a:rPr>
                        <a:t> </a:t>
                      </a:r>
                      <a:r>
                        <a:rPr sz="1200" i="1" dirty="0">
                          <a:latin typeface="Calibri"/>
                          <a:cs typeface="Calibri"/>
                        </a:rPr>
                        <a:t>a</a:t>
                      </a:r>
                      <a:r>
                        <a:rPr sz="1200" i="1" spc="-30" dirty="0">
                          <a:latin typeface="Calibri"/>
                          <a:cs typeface="Calibri"/>
                        </a:rPr>
                        <a:t> </a:t>
                      </a:r>
                      <a:r>
                        <a:rPr sz="1200" i="1" dirty="0">
                          <a:latin typeface="Calibri"/>
                          <a:cs typeface="Calibri"/>
                        </a:rPr>
                        <a:t>fine</a:t>
                      </a:r>
                      <a:r>
                        <a:rPr sz="1200" i="1" spc="-20" dirty="0">
                          <a:latin typeface="Calibri"/>
                          <a:cs typeface="Calibri"/>
                        </a:rPr>
                        <a:t> </a:t>
                      </a:r>
                      <a:r>
                        <a:rPr sz="1200" i="1" dirty="0">
                          <a:latin typeface="Calibri"/>
                          <a:cs typeface="Calibri"/>
                        </a:rPr>
                        <a:t>not</a:t>
                      </a:r>
                      <a:r>
                        <a:rPr sz="1200" i="1" spc="-20" dirty="0">
                          <a:latin typeface="Calibri"/>
                          <a:cs typeface="Calibri"/>
                        </a:rPr>
                        <a:t> </a:t>
                      </a:r>
                      <a:r>
                        <a:rPr sz="1200" i="1" spc="-10" dirty="0">
                          <a:latin typeface="Calibri"/>
                          <a:cs typeface="Calibri"/>
                        </a:rPr>
                        <a:t>exceeding</a:t>
                      </a:r>
                      <a:r>
                        <a:rPr sz="1200" i="1" spc="-30" dirty="0">
                          <a:latin typeface="Calibri"/>
                          <a:cs typeface="Calibri"/>
                        </a:rPr>
                        <a:t> </a:t>
                      </a:r>
                      <a:r>
                        <a:rPr sz="1200" b="1" i="1" dirty="0">
                          <a:latin typeface="Calibri"/>
                          <a:cs typeface="Calibri"/>
                        </a:rPr>
                        <a:t>$20,000</a:t>
                      </a:r>
                      <a:r>
                        <a:rPr sz="1200" i="1" dirty="0">
                          <a:latin typeface="Calibri"/>
                          <a:cs typeface="Calibri"/>
                        </a:rPr>
                        <a:t>;</a:t>
                      </a:r>
                      <a:r>
                        <a:rPr sz="1200" i="1" spc="-15" dirty="0">
                          <a:latin typeface="Calibri"/>
                          <a:cs typeface="Calibri"/>
                        </a:rPr>
                        <a:t> </a:t>
                      </a:r>
                      <a:r>
                        <a:rPr sz="1200" i="1" spc="-25" dirty="0">
                          <a:latin typeface="Calibri"/>
                          <a:cs typeface="Calibri"/>
                        </a:rPr>
                        <a:t>and</a:t>
                      </a:r>
                      <a:endParaRPr sz="1200">
                        <a:latin typeface="Calibri"/>
                        <a:cs typeface="Calibri"/>
                      </a:endParaRPr>
                    </a:p>
                    <a:p>
                      <a:pPr marL="421005" marR="904875" indent="-342900">
                        <a:lnSpc>
                          <a:spcPts val="1390"/>
                        </a:lnSpc>
                        <a:spcBef>
                          <a:spcPts val="160"/>
                        </a:spcBef>
                        <a:buAutoNum type="alphaLcParenBoth"/>
                        <a:tabLst>
                          <a:tab pos="421005" algn="l"/>
                        </a:tabLst>
                      </a:pPr>
                      <a:r>
                        <a:rPr sz="1200" i="1" dirty="0">
                          <a:latin typeface="Calibri"/>
                          <a:cs typeface="Calibri"/>
                        </a:rPr>
                        <a:t>for</a:t>
                      </a:r>
                      <a:r>
                        <a:rPr sz="1200" i="1" spc="-15" dirty="0">
                          <a:latin typeface="Calibri"/>
                          <a:cs typeface="Calibri"/>
                        </a:rPr>
                        <a:t> </a:t>
                      </a:r>
                      <a:r>
                        <a:rPr sz="1200" i="1" dirty="0">
                          <a:latin typeface="Calibri"/>
                          <a:cs typeface="Calibri"/>
                        </a:rPr>
                        <a:t>a</a:t>
                      </a:r>
                      <a:r>
                        <a:rPr sz="1200" i="1" spc="-20" dirty="0">
                          <a:latin typeface="Calibri"/>
                          <a:cs typeface="Calibri"/>
                        </a:rPr>
                        <a:t> </a:t>
                      </a:r>
                      <a:r>
                        <a:rPr sz="1200" i="1" dirty="0">
                          <a:latin typeface="Calibri"/>
                          <a:cs typeface="Calibri"/>
                        </a:rPr>
                        <a:t>second</a:t>
                      </a:r>
                      <a:r>
                        <a:rPr sz="1200" i="1" spc="-20" dirty="0">
                          <a:latin typeface="Calibri"/>
                          <a:cs typeface="Calibri"/>
                        </a:rPr>
                        <a:t> </a:t>
                      </a:r>
                      <a:r>
                        <a:rPr sz="1200" i="1" dirty="0">
                          <a:latin typeface="Calibri"/>
                          <a:cs typeface="Calibri"/>
                        </a:rPr>
                        <a:t>or</a:t>
                      </a:r>
                      <a:r>
                        <a:rPr sz="1200" i="1" spc="-15" dirty="0">
                          <a:latin typeface="Calibri"/>
                          <a:cs typeface="Calibri"/>
                        </a:rPr>
                        <a:t> </a:t>
                      </a:r>
                      <a:r>
                        <a:rPr sz="1200" i="1" spc="-10" dirty="0">
                          <a:latin typeface="Calibri"/>
                          <a:cs typeface="Calibri"/>
                        </a:rPr>
                        <a:t>subsequent</a:t>
                      </a:r>
                      <a:r>
                        <a:rPr sz="1200" i="1" spc="-15" dirty="0">
                          <a:latin typeface="Calibri"/>
                          <a:cs typeface="Calibri"/>
                        </a:rPr>
                        <a:t> </a:t>
                      </a:r>
                      <a:r>
                        <a:rPr sz="1200" i="1" dirty="0">
                          <a:latin typeface="Calibri"/>
                          <a:cs typeface="Calibri"/>
                        </a:rPr>
                        <a:t>offence,</a:t>
                      </a:r>
                      <a:r>
                        <a:rPr sz="1200" i="1" spc="-15" dirty="0">
                          <a:latin typeface="Calibri"/>
                          <a:cs typeface="Calibri"/>
                        </a:rPr>
                        <a:t> </a:t>
                      </a:r>
                      <a:r>
                        <a:rPr sz="1200" i="1" dirty="0">
                          <a:latin typeface="Calibri"/>
                          <a:cs typeface="Calibri"/>
                        </a:rPr>
                        <a:t>to</a:t>
                      </a:r>
                      <a:r>
                        <a:rPr sz="1200" i="1" spc="-20" dirty="0">
                          <a:latin typeface="Calibri"/>
                          <a:cs typeface="Calibri"/>
                        </a:rPr>
                        <a:t> </a:t>
                      </a:r>
                      <a:r>
                        <a:rPr sz="1200" i="1" dirty="0">
                          <a:latin typeface="Calibri"/>
                          <a:cs typeface="Calibri"/>
                        </a:rPr>
                        <a:t>a</a:t>
                      </a:r>
                      <a:r>
                        <a:rPr sz="1200" i="1" spc="-20" dirty="0">
                          <a:latin typeface="Calibri"/>
                          <a:cs typeface="Calibri"/>
                        </a:rPr>
                        <a:t> </a:t>
                      </a:r>
                      <a:r>
                        <a:rPr sz="1200" i="1" dirty="0">
                          <a:latin typeface="Calibri"/>
                          <a:cs typeface="Calibri"/>
                        </a:rPr>
                        <a:t>fine</a:t>
                      </a:r>
                      <a:r>
                        <a:rPr sz="1200" i="1" spc="-10" dirty="0">
                          <a:latin typeface="Calibri"/>
                          <a:cs typeface="Calibri"/>
                        </a:rPr>
                        <a:t> </a:t>
                      </a:r>
                      <a:r>
                        <a:rPr sz="1200" i="1" dirty="0">
                          <a:latin typeface="Calibri"/>
                          <a:cs typeface="Calibri"/>
                        </a:rPr>
                        <a:t>not</a:t>
                      </a:r>
                      <a:r>
                        <a:rPr sz="1200" i="1" spc="-15" dirty="0">
                          <a:latin typeface="Calibri"/>
                          <a:cs typeface="Calibri"/>
                        </a:rPr>
                        <a:t> </a:t>
                      </a:r>
                      <a:r>
                        <a:rPr sz="1200" i="1" spc="-10" dirty="0">
                          <a:latin typeface="Calibri"/>
                          <a:cs typeface="Calibri"/>
                        </a:rPr>
                        <a:t>exceeding</a:t>
                      </a:r>
                      <a:r>
                        <a:rPr sz="1200" i="1" spc="-25" dirty="0">
                          <a:latin typeface="Calibri"/>
                          <a:cs typeface="Calibri"/>
                        </a:rPr>
                        <a:t> </a:t>
                      </a:r>
                      <a:r>
                        <a:rPr sz="1200" b="1" i="1" dirty="0">
                          <a:latin typeface="Calibri"/>
                          <a:cs typeface="Calibri"/>
                        </a:rPr>
                        <a:t>$40,000</a:t>
                      </a:r>
                      <a:r>
                        <a:rPr sz="1200" b="1" i="1" spc="-10" dirty="0">
                          <a:latin typeface="Calibri"/>
                          <a:cs typeface="Calibri"/>
                        </a:rPr>
                        <a:t> </a:t>
                      </a:r>
                      <a:r>
                        <a:rPr sz="1200" i="1" dirty="0">
                          <a:latin typeface="Calibri"/>
                          <a:cs typeface="Calibri"/>
                        </a:rPr>
                        <a:t>or</a:t>
                      </a:r>
                      <a:r>
                        <a:rPr sz="1200" i="1" spc="-15" dirty="0">
                          <a:latin typeface="Calibri"/>
                          <a:cs typeface="Calibri"/>
                        </a:rPr>
                        <a:t> </a:t>
                      </a:r>
                      <a:r>
                        <a:rPr sz="1200" i="1" spc="-25" dirty="0">
                          <a:latin typeface="Calibri"/>
                          <a:cs typeface="Calibri"/>
                        </a:rPr>
                        <a:t>to </a:t>
                      </a:r>
                      <a:r>
                        <a:rPr sz="1200" i="1" dirty="0">
                          <a:latin typeface="Calibri"/>
                          <a:cs typeface="Calibri"/>
                        </a:rPr>
                        <a:t>imprisonment</a:t>
                      </a:r>
                      <a:r>
                        <a:rPr sz="1200" i="1" spc="-25" dirty="0">
                          <a:latin typeface="Calibri"/>
                          <a:cs typeface="Calibri"/>
                        </a:rPr>
                        <a:t> </a:t>
                      </a:r>
                      <a:r>
                        <a:rPr sz="1200" i="1" dirty="0">
                          <a:latin typeface="Calibri"/>
                          <a:cs typeface="Calibri"/>
                        </a:rPr>
                        <a:t>for</a:t>
                      </a:r>
                      <a:r>
                        <a:rPr sz="1200" i="1" spc="-20" dirty="0">
                          <a:latin typeface="Calibri"/>
                          <a:cs typeface="Calibri"/>
                        </a:rPr>
                        <a:t> </a:t>
                      </a:r>
                      <a:r>
                        <a:rPr sz="1200" i="1" dirty="0">
                          <a:latin typeface="Calibri"/>
                          <a:cs typeface="Calibri"/>
                        </a:rPr>
                        <a:t>a</a:t>
                      </a:r>
                      <a:r>
                        <a:rPr sz="1200" i="1" spc="-25" dirty="0">
                          <a:latin typeface="Calibri"/>
                          <a:cs typeface="Calibri"/>
                        </a:rPr>
                        <a:t> </a:t>
                      </a:r>
                      <a:r>
                        <a:rPr sz="1200" i="1" dirty="0">
                          <a:latin typeface="Calibri"/>
                          <a:cs typeface="Calibri"/>
                        </a:rPr>
                        <a:t>term</a:t>
                      </a:r>
                      <a:r>
                        <a:rPr sz="1200" i="1" spc="-25" dirty="0">
                          <a:latin typeface="Calibri"/>
                          <a:cs typeface="Calibri"/>
                        </a:rPr>
                        <a:t> </a:t>
                      </a:r>
                      <a:r>
                        <a:rPr sz="1200" i="1" dirty="0">
                          <a:latin typeface="Calibri"/>
                          <a:cs typeface="Calibri"/>
                        </a:rPr>
                        <a:t>not</a:t>
                      </a:r>
                      <a:r>
                        <a:rPr sz="1200" i="1" spc="-20" dirty="0">
                          <a:latin typeface="Calibri"/>
                          <a:cs typeface="Calibri"/>
                        </a:rPr>
                        <a:t> </a:t>
                      </a:r>
                      <a:r>
                        <a:rPr sz="1200" i="1" spc="-10" dirty="0">
                          <a:latin typeface="Calibri"/>
                          <a:cs typeface="Calibri"/>
                        </a:rPr>
                        <a:t>exceeding</a:t>
                      </a:r>
                      <a:r>
                        <a:rPr sz="1200" i="1" spc="-25" dirty="0">
                          <a:latin typeface="Calibri"/>
                          <a:cs typeface="Calibri"/>
                        </a:rPr>
                        <a:t> </a:t>
                      </a:r>
                      <a:r>
                        <a:rPr sz="1200" b="1" i="1" dirty="0">
                          <a:latin typeface="Calibri"/>
                          <a:cs typeface="Calibri"/>
                        </a:rPr>
                        <a:t>15</a:t>
                      </a:r>
                      <a:r>
                        <a:rPr sz="1200" b="1" i="1" spc="-15" dirty="0">
                          <a:latin typeface="Calibri"/>
                          <a:cs typeface="Calibri"/>
                        </a:rPr>
                        <a:t> </a:t>
                      </a:r>
                      <a:r>
                        <a:rPr sz="1200" b="1" i="1" dirty="0">
                          <a:latin typeface="Calibri"/>
                          <a:cs typeface="Calibri"/>
                        </a:rPr>
                        <a:t>months</a:t>
                      </a:r>
                      <a:r>
                        <a:rPr sz="1200" b="1" i="1" spc="-25" dirty="0">
                          <a:latin typeface="Calibri"/>
                          <a:cs typeface="Calibri"/>
                        </a:rPr>
                        <a:t> </a:t>
                      </a:r>
                      <a:r>
                        <a:rPr sz="1200" i="1" dirty="0">
                          <a:latin typeface="Calibri"/>
                          <a:cs typeface="Calibri"/>
                        </a:rPr>
                        <a:t>or</a:t>
                      </a:r>
                      <a:r>
                        <a:rPr sz="1200" i="1" spc="-25" dirty="0">
                          <a:latin typeface="Calibri"/>
                          <a:cs typeface="Calibri"/>
                        </a:rPr>
                        <a:t> </a:t>
                      </a:r>
                      <a:r>
                        <a:rPr sz="1200" i="1" dirty="0">
                          <a:latin typeface="Calibri"/>
                          <a:cs typeface="Calibri"/>
                        </a:rPr>
                        <a:t>to</a:t>
                      </a:r>
                      <a:r>
                        <a:rPr sz="1200" i="1" spc="-20" dirty="0">
                          <a:latin typeface="Calibri"/>
                          <a:cs typeface="Calibri"/>
                        </a:rPr>
                        <a:t> both</a:t>
                      </a:r>
                      <a:endParaRPr sz="1200">
                        <a:latin typeface="Calibri"/>
                        <a:cs typeface="Calibri"/>
                      </a:endParaRPr>
                    </a:p>
                  </a:txBody>
                  <a:tcPr marL="0" marR="0" marT="2666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F1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a:extLst>
              <a:ext uri="{FF2B5EF4-FFF2-40B4-BE49-F238E27FC236}">
                <a16:creationId xmlns:a16="http://schemas.microsoft.com/office/drawing/2014/main" id="{B3419FE2-B6F7-1BB9-0D61-16CDF7B5CD15}"/>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18" name="object 3">
            <a:extLst>
              <a:ext uri="{FF2B5EF4-FFF2-40B4-BE49-F238E27FC236}">
                <a16:creationId xmlns:a16="http://schemas.microsoft.com/office/drawing/2014/main" id="{BAB6EEF3-1D97-19E9-5A05-D881A1BC94A6}"/>
              </a:ext>
            </a:extLst>
          </p:cNvPr>
          <p:cNvGrpSpPr/>
          <p:nvPr/>
        </p:nvGrpSpPr>
        <p:grpSpPr>
          <a:xfrm>
            <a:off x="1417319" y="414527"/>
            <a:ext cx="9366885" cy="878205"/>
            <a:chOff x="1417319" y="414527"/>
            <a:chExt cx="9366885" cy="878205"/>
          </a:xfrm>
        </p:grpSpPr>
        <p:pic>
          <p:nvPicPr>
            <p:cNvPr id="19" name="object 4">
              <a:extLst>
                <a:ext uri="{FF2B5EF4-FFF2-40B4-BE49-F238E27FC236}">
                  <a16:creationId xmlns:a16="http://schemas.microsoft.com/office/drawing/2014/main" id="{7D1FE1D0-BB0F-E118-F6CD-054988174C13}"/>
                </a:ext>
              </a:extLst>
            </p:cNvPr>
            <p:cNvPicPr/>
            <p:nvPr/>
          </p:nvPicPr>
          <p:blipFill>
            <a:blip r:embed="rId2" cstate="print"/>
            <a:stretch>
              <a:fillRect/>
            </a:stretch>
          </p:blipFill>
          <p:spPr>
            <a:xfrm>
              <a:off x="1417319" y="414527"/>
              <a:ext cx="2392680" cy="573024"/>
            </a:xfrm>
            <a:prstGeom prst="rect">
              <a:avLst/>
            </a:prstGeom>
          </p:spPr>
        </p:pic>
        <p:pic>
          <p:nvPicPr>
            <p:cNvPr id="20" name="object 5">
              <a:extLst>
                <a:ext uri="{FF2B5EF4-FFF2-40B4-BE49-F238E27FC236}">
                  <a16:creationId xmlns:a16="http://schemas.microsoft.com/office/drawing/2014/main" id="{BF033265-98ED-0DD2-D971-F0908B126B55}"/>
                </a:ext>
              </a:extLst>
            </p:cNvPr>
            <p:cNvPicPr/>
            <p:nvPr/>
          </p:nvPicPr>
          <p:blipFill>
            <a:blip r:embed="rId3" cstate="print"/>
            <a:stretch>
              <a:fillRect/>
            </a:stretch>
          </p:blipFill>
          <p:spPr>
            <a:xfrm>
              <a:off x="1417319" y="719327"/>
              <a:ext cx="2642616" cy="573024"/>
            </a:xfrm>
            <a:prstGeom prst="rect">
              <a:avLst/>
            </a:prstGeom>
          </p:spPr>
        </p:pic>
        <p:pic>
          <p:nvPicPr>
            <p:cNvPr id="21" name="object 6">
              <a:extLst>
                <a:ext uri="{FF2B5EF4-FFF2-40B4-BE49-F238E27FC236}">
                  <a16:creationId xmlns:a16="http://schemas.microsoft.com/office/drawing/2014/main" id="{24DCF0DB-250E-7335-39D8-FCC170EAD0E6}"/>
                </a:ext>
              </a:extLst>
            </p:cNvPr>
            <p:cNvPicPr/>
            <p:nvPr/>
          </p:nvPicPr>
          <p:blipFill>
            <a:blip r:embed="rId4" cstate="print"/>
            <a:stretch>
              <a:fillRect/>
            </a:stretch>
          </p:blipFill>
          <p:spPr>
            <a:xfrm>
              <a:off x="3715512" y="719327"/>
              <a:ext cx="1956815" cy="573024"/>
            </a:xfrm>
            <a:prstGeom prst="rect">
              <a:avLst/>
            </a:prstGeom>
          </p:spPr>
        </p:pic>
        <p:pic>
          <p:nvPicPr>
            <p:cNvPr id="22" name="object 7">
              <a:extLst>
                <a:ext uri="{FF2B5EF4-FFF2-40B4-BE49-F238E27FC236}">
                  <a16:creationId xmlns:a16="http://schemas.microsoft.com/office/drawing/2014/main" id="{2A98663C-C715-1F5C-39BD-7AB8B6C9A054}"/>
                </a:ext>
              </a:extLst>
            </p:cNvPr>
            <p:cNvPicPr/>
            <p:nvPr/>
          </p:nvPicPr>
          <p:blipFill>
            <a:blip r:embed="rId5" cstate="print"/>
            <a:stretch>
              <a:fillRect/>
            </a:stretch>
          </p:blipFill>
          <p:spPr>
            <a:xfrm>
              <a:off x="5379719" y="719327"/>
              <a:ext cx="5404104" cy="573024"/>
            </a:xfrm>
            <a:prstGeom prst="rect">
              <a:avLst/>
            </a:prstGeom>
          </p:spPr>
        </p:pic>
      </p:grpSp>
      <p:sp>
        <p:nvSpPr>
          <p:cNvPr id="23" name="object 8">
            <a:extLst>
              <a:ext uri="{FF2B5EF4-FFF2-40B4-BE49-F238E27FC236}">
                <a16:creationId xmlns:a16="http://schemas.microsoft.com/office/drawing/2014/main" id="{5B2D0926-D855-1225-0BCF-61C0EECC070F}"/>
              </a:ext>
            </a:extLst>
          </p:cNvPr>
          <p:cNvSpPr txBox="1">
            <a:spLocks noGrp="1"/>
          </p:cNvSpPr>
          <p:nvPr>
            <p:ph type="title"/>
          </p:nvPr>
        </p:nvSpPr>
        <p:spPr>
          <a:xfrm>
            <a:off x="1563049" y="473963"/>
            <a:ext cx="9653905" cy="635000"/>
          </a:xfrm>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65" dirty="0">
                <a:latin typeface="Corbel"/>
                <a:cs typeface="Corbel"/>
              </a:rPr>
              <a:t> </a:t>
            </a:r>
            <a:r>
              <a:rPr b="1" dirty="0">
                <a:latin typeface="Corbel"/>
                <a:cs typeface="Corbel"/>
              </a:rPr>
              <a:t>03</a:t>
            </a:r>
            <a:r>
              <a:rPr b="1" spc="-35" dirty="0">
                <a:latin typeface="Corbel"/>
                <a:cs typeface="Corbel"/>
              </a:rPr>
              <a:t> </a:t>
            </a:r>
            <a:r>
              <a:rPr b="1" spc="-10" dirty="0">
                <a:latin typeface="Corbel"/>
                <a:cs typeface="Corbel"/>
              </a:rPr>
              <a:t>00:</a:t>
            </a:r>
            <a:r>
              <a:rPr b="1" spc="-95" dirty="0">
                <a:latin typeface="Corbel"/>
                <a:cs typeface="Corbel"/>
              </a:rPr>
              <a:t> </a:t>
            </a:r>
            <a:r>
              <a:rPr b="1" spc="-10" dirty="0">
                <a:latin typeface="Corbel"/>
                <a:cs typeface="Corbel"/>
              </a:rPr>
              <a:t>Airspace</a:t>
            </a:r>
          </a:p>
          <a:p>
            <a:pPr marL="12700">
              <a:lnSpc>
                <a:spcPct val="100000"/>
              </a:lnSpc>
            </a:pPr>
            <a:r>
              <a:rPr dirty="0"/>
              <a:t>030</a:t>
            </a:r>
            <a:r>
              <a:rPr spc="-40" dirty="0"/>
              <a:t> </a:t>
            </a:r>
            <a:r>
              <a:rPr dirty="0"/>
              <a:t>03</a:t>
            </a:r>
            <a:r>
              <a:rPr spc="-25" dirty="0"/>
              <a:t> </a:t>
            </a:r>
            <a:r>
              <a:rPr dirty="0"/>
              <a:t>01:</a:t>
            </a:r>
            <a:r>
              <a:rPr spc="-40" dirty="0"/>
              <a:t> </a:t>
            </a:r>
            <a:r>
              <a:rPr dirty="0"/>
              <a:t>How</a:t>
            </a:r>
            <a:r>
              <a:rPr spc="-30" dirty="0"/>
              <a:t> </a:t>
            </a:r>
            <a:r>
              <a:rPr dirty="0"/>
              <a:t>to</a:t>
            </a:r>
            <a:r>
              <a:rPr spc="-35" dirty="0"/>
              <a:t> </a:t>
            </a:r>
            <a:r>
              <a:rPr dirty="0"/>
              <a:t>use</a:t>
            </a:r>
            <a:r>
              <a:rPr spc="-35" dirty="0"/>
              <a:t> </a:t>
            </a:r>
            <a:r>
              <a:rPr spc="-10" dirty="0"/>
              <a:t>onemap.gov.sg</a:t>
            </a:r>
            <a:r>
              <a:rPr spc="-35" dirty="0"/>
              <a:t> </a:t>
            </a:r>
            <a:r>
              <a:rPr dirty="0"/>
              <a:t>to</a:t>
            </a:r>
            <a:r>
              <a:rPr spc="-35" dirty="0"/>
              <a:t> </a:t>
            </a:r>
            <a:r>
              <a:rPr dirty="0"/>
              <a:t>identify</a:t>
            </a:r>
            <a:r>
              <a:rPr spc="-35" dirty="0"/>
              <a:t> </a:t>
            </a:r>
            <a:r>
              <a:rPr dirty="0"/>
              <a:t>the</a:t>
            </a:r>
            <a:r>
              <a:rPr spc="-30" dirty="0"/>
              <a:t> </a:t>
            </a:r>
            <a:r>
              <a:rPr dirty="0"/>
              <a:t>airspace</a:t>
            </a:r>
            <a:r>
              <a:rPr spc="-30" dirty="0"/>
              <a:t> </a:t>
            </a:r>
            <a:r>
              <a:rPr dirty="0"/>
              <a:t>restrictions</a:t>
            </a:r>
            <a:r>
              <a:rPr spc="-35" dirty="0"/>
              <a:t> </a:t>
            </a:r>
            <a:r>
              <a:rPr dirty="0"/>
              <a:t>in</a:t>
            </a:r>
            <a:r>
              <a:rPr spc="-80" dirty="0"/>
              <a:t> </a:t>
            </a:r>
            <a:r>
              <a:rPr spc="-10" dirty="0"/>
              <a:t>Singapore:</a:t>
            </a:r>
          </a:p>
        </p:txBody>
      </p:sp>
      <p:sp>
        <p:nvSpPr>
          <p:cNvPr id="24" name="object 9">
            <a:extLst>
              <a:ext uri="{FF2B5EF4-FFF2-40B4-BE49-F238E27FC236}">
                <a16:creationId xmlns:a16="http://schemas.microsoft.com/office/drawing/2014/main" id="{44C04553-D29E-836B-4024-0553BE720356}"/>
              </a:ext>
            </a:extLst>
          </p:cNvPr>
          <p:cNvSpPr txBox="1"/>
          <p:nvPr/>
        </p:nvSpPr>
        <p:spPr>
          <a:xfrm>
            <a:off x="1563049" y="1273047"/>
            <a:ext cx="9825355" cy="856645"/>
          </a:xfrm>
          <a:prstGeom prst="rect">
            <a:avLst/>
          </a:prstGeom>
        </p:spPr>
        <p:txBody>
          <a:bodyPr vert="horz" wrap="square" lIns="0" tIns="12700" rIns="0" bIns="0" rtlCol="0">
            <a:spAutoFit/>
          </a:bodyPr>
          <a:lstStyle/>
          <a:p>
            <a:pPr marL="297815" indent="-285115">
              <a:lnSpc>
                <a:spcPct val="100000"/>
              </a:lnSpc>
              <a:spcBef>
                <a:spcPts val="100"/>
              </a:spcBef>
              <a:buFont typeface="Arial MT"/>
              <a:buChar char="•"/>
              <a:tabLst>
                <a:tab pos="297815" algn="l"/>
              </a:tabLst>
            </a:pPr>
            <a:r>
              <a:rPr sz="1300" dirty="0">
                <a:latin typeface="Corbel"/>
                <a:cs typeface="Corbel"/>
              </a:rPr>
              <a:t>The</a:t>
            </a:r>
            <a:r>
              <a:rPr sz="1300" spc="-70" dirty="0">
                <a:latin typeface="Corbel"/>
                <a:cs typeface="Corbel"/>
              </a:rPr>
              <a:t> </a:t>
            </a:r>
            <a:r>
              <a:rPr sz="1300" dirty="0">
                <a:latin typeface="Corbel"/>
                <a:cs typeface="Corbel"/>
              </a:rPr>
              <a:t>OneMap</a:t>
            </a:r>
            <a:r>
              <a:rPr sz="1300" spc="-25" dirty="0">
                <a:latin typeface="Corbel"/>
                <a:cs typeface="Corbel"/>
              </a:rPr>
              <a:t> </a:t>
            </a:r>
            <a:r>
              <a:rPr sz="1300" dirty="0">
                <a:latin typeface="Corbel"/>
                <a:cs typeface="Corbel"/>
              </a:rPr>
              <a:t>app</a:t>
            </a:r>
            <a:r>
              <a:rPr sz="1300" spc="-25" dirty="0">
                <a:latin typeface="Corbel"/>
                <a:cs typeface="Corbel"/>
              </a:rPr>
              <a:t> </a:t>
            </a:r>
            <a:r>
              <a:rPr sz="1300" dirty="0">
                <a:latin typeface="Corbel"/>
                <a:cs typeface="Corbel"/>
              </a:rPr>
              <a:t>is</a:t>
            </a:r>
            <a:r>
              <a:rPr sz="1300" spc="-20" dirty="0">
                <a:latin typeface="Corbel"/>
                <a:cs typeface="Corbel"/>
              </a:rPr>
              <a:t> </a:t>
            </a:r>
            <a:r>
              <a:rPr sz="1300" dirty="0">
                <a:latin typeface="Corbel"/>
                <a:cs typeface="Corbel"/>
              </a:rPr>
              <a:t>a</a:t>
            </a:r>
            <a:r>
              <a:rPr sz="1300" spc="-20" dirty="0">
                <a:latin typeface="Corbel"/>
                <a:cs typeface="Corbel"/>
              </a:rPr>
              <a:t> </a:t>
            </a:r>
            <a:r>
              <a:rPr sz="1300" dirty="0">
                <a:latin typeface="Corbel"/>
                <a:cs typeface="Corbel"/>
              </a:rPr>
              <a:t>useful</a:t>
            </a:r>
            <a:r>
              <a:rPr sz="1300" spc="-20" dirty="0">
                <a:latin typeface="Corbel"/>
                <a:cs typeface="Corbel"/>
              </a:rPr>
              <a:t> </a:t>
            </a:r>
            <a:r>
              <a:rPr sz="1300" dirty="0">
                <a:latin typeface="Corbel"/>
                <a:cs typeface="Corbel"/>
              </a:rPr>
              <a:t>companion</a:t>
            </a:r>
            <a:r>
              <a:rPr sz="1300" spc="-20" dirty="0">
                <a:latin typeface="Corbel"/>
                <a:cs typeface="Corbel"/>
              </a:rPr>
              <a:t> </a:t>
            </a:r>
            <a:r>
              <a:rPr sz="1300" dirty="0">
                <a:latin typeface="Corbel"/>
                <a:cs typeface="Corbel"/>
              </a:rPr>
              <a:t>for</a:t>
            </a:r>
            <a:r>
              <a:rPr sz="1300" spc="-25" dirty="0">
                <a:latin typeface="Corbel"/>
                <a:cs typeface="Corbel"/>
              </a:rPr>
              <a:t> </a:t>
            </a:r>
            <a:r>
              <a:rPr sz="1300" dirty="0">
                <a:latin typeface="Corbel"/>
                <a:cs typeface="Corbel"/>
              </a:rPr>
              <a:t>all</a:t>
            </a:r>
            <a:r>
              <a:rPr sz="1300" spc="-55" dirty="0">
                <a:latin typeface="Corbel"/>
                <a:cs typeface="Corbel"/>
              </a:rPr>
              <a:t> </a:t>
            </a:r>
            <a:r>
              <a:rPr sz="1300" dirty="0">
                <a:latin typeface="Corbel"/>
                <a:cs typeface="Corbel"/>
              </a:rPr>
              <a:t>UA</a:t>
            </a:r>
            <a:r>
              <a:rPr sz="1300" spc="-20" dirty="0">
                <a:latin typeface="Corbel"/>
                <a:cs typeface="Corbel"/>
              </a:rPr>
              <a:t> </a:t>
            </a:r>
            <a:r>
              <a:rPr sz="1300" spc="-10" dirty="0">
                <a:latin typeface="Corbel"/>
                <a:cs typeface="Corbel"/>
              </a:rPr>
              <a:t>operators.</a:t>
            </a:r>
            <a:endParaRPr sz="1300" dirty="0">
              <a:latin typeface="Corbel"/>
              <a:cs typeface="Corbel"/>
            </a:endParaRPr>
          </a:p>
          <a:p>
            <a:pPr marL="297815" indent="-285115" rtl="0">
              <a:spcBef>
                <a:spcPts val="960"/>
              </a:spcBef>
              <a:buFont typeface="Arial MT"/>
              <a:buChar char="•"/>
              <a:tabLst>
                <a:tab pos="297815" algn="l"/>
              </a:tabLst>
            </a:pPr>
            <a:r>
              <a:rPr sz="1300" spc="-20" dirty="0">
                <a:latin typeface="Calibri"/>
                <a:cs typeface="Calibri"/>
              </a:rPr>
              <a:t>You</a:t>
            </a:r>
            <a:r>
              <a:rPr sz="1300" spc="-25" dirty="0">
                <a:latin typeface="Calibri"/>
                <a:cs typeface="Calibri"/>
              </a:rPr>
              <a:t> </a:t>
            </a:r>
            <a:r>
              <a:rPr sz="1300" dirty="0">
                <a:latin typeface="Calibri"/>
                <a:cs typeface="Calibri"/>
              </a:rPr>
              <a:t>may</a:t>
            </a:r>
            <a:r>
              <a:rPr sz="1300" spc="-30" dirty="0">
                <a:latin typeface="Calibri"/>
                <a:cs typeface="Calibri"/>
              </a:rPr>
              <a:t> </a:t>
            </a:r>
            <a:r>
              <a:rPr sz="1300" dirty="0">
                <a:latin typeface="Calibri"/>
                <a:cs typeface="Calibri"/>
              </a:rPr>
              <a:t>download</a:t>
            </a:r>
            <a:r>
              <a:rPr sz="1300" spc="-25" dirty="0">
                <a:latin typeface="Calibri"/>
                <a:cs typeface="Calibri"/>
              </a:rPr>
              <a:t> </a:t>
            </a:r>
            <a:r>
              <a:rPr sz="1300" dirty="0">
                <a:latin typeface="Calibri"/>
                <a:cs typeface="Calibri"/>
              </a:rPr>
              <a:t>the</a:t>
            </a:r>
            <a:r>
              <a:rPr sz="1300" spc="-30" dirty="0">
                <a:latin typeface="Calibri"/>
                <a:cs typeface="Calibri"/>
              </a:rPr>
              <a:t> </a:t>
            </a:r>
            <a:r>
              <a:rPr sz="1300" dirty="0">
                <a:latin typeface="Calibri"/>
                <a:cs typeface="Calibri"/>
              </a:rPr>
              <a:t>OneMap</a:t>
            </a:r>
            <a:r>
              <a:rPr sz="1300" spc="-25" dirty="0">
                <a:latin typeface="Calibri"/>
                <a:cs typeface="Calibri"/>
              </a:rPr>
              <a:t> </a:t>
            </a:r>
            <a:r>
              <a:rPr sz="1300" dirty="0">
                <a:latin typeface="Calibri"/>
                <a:cs typeface="Calibri"/>
              </a:rPr>
              <a:t>App</a:t>
            </a:r>
            <a:r>
              <a:rPr sz="1300" spc="-25" dirty="0">
                <a:latin typeface="Calibri"/>
                <a:cs typeface="Calibri"/>
              </a:rPr>
              <a:t> </a:t>
            </a:r>
            <a:r>
              <a:rPr sz="1300" dirty="0">
                <a:latin typeface="Calibri"/>
                <a:cs typeface="Calibri"/>
              </a:rPr>
              <a:t>at</a:t>
            </a:r>
            <a:r>
              <a:rPr sz="1300" spc="-30" dirty="0">
                <a:latin typeface="Calibri"/>
                <a:cs typeface="Calibri"/>
              </a:rPr>
              <a:t> </a:t>
            </a:r>
            <a:r>
              <a:rPr sz="1300" dirty="0">
                <a:latin typeface="Calibri"/>
                <a:cs typeface="Calibri"/>
              </a:rPr>
              <a:t>the</a:t>
            </a:r>
            <a:r>
              <a:rPr sz="1300" spc="-30" dirty="0">
                <a:latin typeface="Calibri"/>
                <a:cs typeface="Calibri"/>
              </a:rPr>
              <a:t> </a:t>
            </a:r>
            <a:r>
              <a:rPr sz="1300" dirty="0">
                <a:latin typeface="Calibri"/>
                <a:cs typeface="Calibri"/>
              </a:rPr>
              <a:t>Google</a:t>
            </a:r>
            <a:r>
              <a:rPr sz="1300" spc="-30" dirty="0">
                <a:latin typeface="Calibri"/>
                <a:cs typeface="Calibri"/>
              </a:rPr>
              <a:t> </a:t>
            </a:r>
            <a:r>
              <a:rPr sz="1300" dirty="0">
                <a:latin typeface="Calibri"/>
                <a:cs typeface="Calibri"/>
              </a:rPr>
              <a:t>play</a:t>
            </a:r>
            <a:r>
              <a:rPr sz="1300" spc="-25" dirty="0">
                <a:latin typeface="Calibri"/>
                <a:cs typeface="Calibri"/>
              </a:rPr>
              <a:t> </a:t>
            </a:r>
            <a:r>
              <a:rPr sz="1300" dirty="0">
                <a:latin typeface="Calibri"/>
                <a:cs typeface="Calibri"/>
              </a:rPr>
              <a:t>store</a:t>
            </a:r>
            <a:r>
              <a:rPr sz="1300" spc="-30" dirty="0">
                <a:latin typeface="Calibri"/>
                <a:cs typeface="Calibri"/>
              </a:rPr>
              <a:t> </a:t>
            </a:r>
            <a:r>
              <a:rPr sz="1300" dirty="0">
                <a:latin typeface="Calibri"/>
                <a:cs typeface="Calibri"/>
              </a:rPr>
              <a:t>or</a:t>
            </a:r>
            <a:r>
              <a:rPr sz="1300" spc="-35" dirty="0">
                <a:latin typeface="Calibri"/>
                <a:cs typeface="Calibri"/>
              </a:rPr>
              <a:t> </a:t>
            </a:r>
            <a:r>
              <a:rPr sz="1300" dirty="0">
                <a:latin typeface="Calibri"/>
                <a:cs typeface="Calibri"/>
              </a:rPr>
              <a:t>App</a:t>
            </a:r>
            <a:r>
              <a:rPr sz="1300" spc="-25" dirty="0">
                <a:latin typeface="Calibri"/>
                <a:cs typeface="Calibri"/>
              </a:rPr>
              <a:t> </a:t>
            </a:r>
            <a:r>
              <a:rPr sz="1300" dirty="0">
                <a:latin typeface="Calibri"/>
                <a:cs typeface="Calibri"/>
              </a:rPr>
              <a:t>store</a:t>
            </a:r>
            <a:r>
              <a:rPr sz="1300" spc="-30" dirty="0">
                <a:latin typeface="Calibri"/>
                <a:cs typeface="Calibri"/>
              </a:rPr>
              <a:t> </a:t>
            </a:r>
            <a:r>
              <a:rPr sz="1300" dirty="0">
                <a:latin typeface="Calibri"/>
                <a:cs typeface="Calibri"/>
              </a:rPr>
              <a:t>or</a:t>
            </a:r>
            <a:r>
              <a:rPr sz="1300" spc="-30" dirty="0">
                <a:latin typeface="Calibri"/>
                <a:cs typeface="Calibri"/>
              </a:rPr>
              <a:t> </a:t>
            </a:r>
            <a:r>
              <a:rPr sz="1300" dirty="0">
                <a:latin typeface="Calibri"/>
                <a:cs typeface="Calibri"/>
              </a:rPr>
              <a:t>visit</a:t>
            </a:r>
            <a:r>
              <a:rPr sz="1300" spc="-25" dirty="0">
                <a:latin typeface="Calibri"/>
                <a:cs typeface="Calibri"/>
              </a:rPr>
              <a:t> </a:t>
            </a:r>
            <a:r>
              <a:rPr lang="en-SG" sz="1300" u="sng" dirty="0">
                <a:hlinkClick r:id="rId6"/>
              </a:rPr>
              <a:t>https://beta.onemap.gov.sg/</a:t>
            </a:r>
            <a:endParaRPr sz="1300" dirty="0">
              <a:latin typeface="Calibri"/>
              <a:cs typeface="Calibri"/>
            </a:endParaRPr>
          </a:p>
          <a:p>
            <a:pPr marL="297815" indent="-285115">
              <a:lnSpc>
                <a:spcPct val="100000"/>
              </a:lnSpc>
              <a:spcBef>
                <a:spcPts val="935"/>
              </a:spcBef>
              <a:buFont typeface="Arial MT"/>
              <a:buChar char="•"/>
              <a:tabLst>
                <a:tab pos="297815" algn="l"/>
              </a:tabLst>
            </a:pPr>
            <a:r>
              <a:rPr sz="1300" dirty="0">
                <a:latin typeface="Corbel"/>
                <a:cs typeface="Corbel"/>
              </a:rPr>
              <a:t>The</a:t>
            </a:r>
            <a:r>
              <a:rPr sz="1300" spc="-25" dirty="0">
                <a:latin typeface="Corbel"/>
                <a:cs typeface="Corbel"/>
              </a:rPr>
              <a:t> </a:t>
            </a:r>
            <a:r>
              <a:rPr sz="1300" dirty="0">
                <a:latin typeface="Corbel"/>
                <a:cs typeface="Corbel"/>
              </a:rPr>
              <a:t>shaded</a:t>
            </a:r>
            <a:r>
              <a:rPr sz="1300" spc="-15" dirty="0">
                <a:latin typeface="Corbel"/>
                <a:cs typeface="Corbel"/>
              </a:rPr>
              <a:t> </a:t>
            </a:r>
            <a:r>
              <a:rPr sz="1300" dirty="0">
                <a:latin typeface="Corbel"/>
                <a:cs typeface="Corbel"/>
              </a:rPr>
              <a:t>areas</a:t>
            </a:r>
            <a:r>
              <a:rPr sz="1300" spc="-20" dirty="0">
                <a:latin typeface="Corbel"/>
                <a:cs typeface="Corbel"/>
              </a:rPr>
              <a:t> </a:t>
            </a:r>
            <a:r>
              <a:rPr sz="1300" dirty="0">
                <a:latin typeface="Corbel"/>
                <a:cs typeface="Corbel"/>
              </a:rPr>
              <a:t>of</a:t>
            </a:r>
            <a:r>
              <a:rPr sz="1300" spc="-20" dirty="0">
                <a:latin typeface="Corbel"/>
                <a:cs typeface="Corbel"/>
              </a:rPr>
              <a:t> </a:t>
            </a:r>
            <a:r>
              <a:rPr sz="1300" dirty="0">
                <a:latin typeface="Corbel"/>
                <a:cs typeface="Corbel"/>
              </a:rPr>
              <a:t>the</a:t>
            </a:r>
            <a:r>
              <a:rPr sz="1300" spc="-20" dirty="0">
                <a:latin typeface="Corbel"/>
                <a:cs typeface="Corbel"/>
              </a:rPr>
              <a:t> </a:t>
            </a:r>
            <a:r>
              <a:rPr sz="1300" dirty="0">
                <a:latin typeface="Corbel"/>
                <a:cs typeface="Corbel"/>
              </a:rPr>
              <a:t>map</a:t>
            </a:r>
            <a:r>
              <a:rPr sz="1300" spc="-25" dirty="0">
                <a:latin typeface="Corbel"/>
                <a:cs typeface="Corbel"/>
              </a:rPr>
              <a:t> </a:t>
            </a:r>
            <a:r>
              <a:rPr sz="1300" dirty="0">
                <a:latin typeface="Corbel"/>
                <a:cs typeface="Corbel"/>
              </a:rPr>
              <a:t>show</a:t>
            </a:r>
            <a:r>
              <a:rPr sz="1300" spc="-25" dirty="0">
                <a:latin typeface="Corbel"/>
                <a:cs typeface="Corbel"/>
              </a:rPr>
              <a:t> </a:t>
            </a:r>
            <a:r>
              <a:rPr sz="1300" dirty="0">
                <a:latin typeface="Corbel"/>
                <a:cs typeface="Corbel"/>
              </a:rPr>
              <a:t>the</a:t>
            </a:r>
            <a:r>
              <a:rPr sz="1300" spc="-20" dirty="0">
                <a:latin typeface="Corbel"/>
                <a:cs typeface="Corbel"/>
              </a:rPr>
              <a:t> </a:t>
            </a:r>
            <a:r>
              <a:rPr sz="1300" spc="-10" dirty="0">
                <a:latin typeface="Corbel"/>
                <a:cs typeface="Corbel"/>
              </a:rPr>
              <a:t>no-</a:t>
            </a:r>
            <a:r>
              <a:rPr sz="1300" dirty="0">
                <a:latin typeface="Corbel"/>
                <a:cs typeface="Corbel"/>
              </a:rPr>
              <a:t>fly</a:t>
            </a:r>
            <a:r>
              <a:rPr sz="1300" spc="-15" dirty="0">
                <a:latin typeface="Corbel"/>
                <a:cs typeface="Corbel"/>
              </a:rPr>
              <a:t> </a:t>
            </a:r>
            <a:r>
              <a:rPr sz="1300" dirty="0">
                <a:latin typeface="Corbel"/>
                <a:cs typeface="Corbel"/>
              </a:rPr>
              <a:t>zones</a:t>
            </a:r>
            <a:r>
              <a:rPr sz="1300" spc="-20" dirty="0">
                <a:latin typeface="Corbel"/>
                <a:cs typeface="Corbel"/>
              </a:rPr>
              <a:t> </a:t>
            </a:r>
            <a:r>
              <a:rPr sz="1300" dirty="0">
                <a:latin typeface="Corbel"/>
                <a:cs typeface="Corbel"/>
              </a:rPr>
              <a:t>where</a:t>
            </a:r>
            <a:r>
              <a:rPr sz="1300" spc="-15" dirty="0">
                <a:latin typeface="Corbel"/>
                <a:cs typeface="Corbel"/>
              </a:rPr>
              <a:t> </a:t>
            </a:r>
            <a:r>
              <a:rPr sz="1300" dirty="0">
                <a:latin typeface="Corbel"/>
                <a:cs typeface="Corbel"/>
              </a:rPr>
              <a:t>users</a:t>
            </a:r>
            <a:r>
              <a:rPr sz="1300" spc="-20" dirty="0">
                <a:latin typeface="Corbel"/>
                <a:cs typeface="Corbel"/>
              </a:rPr>
              <a:t> </a:t>
            </a:r>
            <a:r>
              <a:rPr sz="1300" dirty="0">
                <a:latin typeface="Corbel"/>
                <a:cs typeface="Corbel"/>
              </a:rPr>
              <a:t>are</a:t>
            </a:r>
            <a:r>
              <a:rPr sz="1300" spc="-20" dirty="0">
                <a:latin typeface="Corbel"/>
                <a:cs typeface="Corbel"/>
              </a:rPr>
              <a:t> </a:t>
            </a:r>
            <a:r>
              <a:rPr sz="1300" dirty="0">
                <a:latin typeface="Corbel"/>
                <a:cs typeface="Corbel"/>
              </a:rPr>
              <a:t>not</a:t>
            </a:r>
            <a:r>
              <a:rPr sz="1300" spc="-20" dirty="0">
                <a:latin typeface="Corbel"/>
                <a:cs typeface="Corbel"/>
              </a:rPr>
              <a:t> </a:t>
            </a:r>
            <a:r>
              <a:rPr sz="1300" dirty="0">
                <a:latin typeface="Corbel"/>
                <a:cs typeface="Corbel"/>
              </a:rPr>
              <a:t>allowed</a:t>
            </a:r>
            <a:r>
              <a:rPr sz="1300" spc="-15" dirty="0">
                <a:latin typeface="Corbel"/>
                <a:cs typeface="Corbel"/>
              </a:rPr>
              <a:t> </a:t>
            </a:r>
            <a:r>
              <a:rPr sz="1300" dirty="0">
                <a:latin typeface="Corbel"/>
                <a:cs typeface="Corbel"/>
              </a:rPr>
              <a:t>to</a:t>
            </a:r>
            <a:r>
              <a:rPr sz="1300" spc="-25" dirty="0">
                <a:latin typeface="Corbel"/>
                <a:cs typeface="Corbel"/>
              </a:rPr>
              <a:t> </a:t>
            </a:r>
            <a:r>
              <a:rPr sz="1300" dirty="0">
                <a:latin typeface="Corbel"/>
                <a:cs typeface="Corbel"/>
              </a:rPr>
              <a:t>operate</a:t>
            </a:r>
            <a:r>
              <a:rPr sz="1300" spc="-15" dirty="0">
                <a:latin typeface="Corbel"/>
                <a:cs typeface="Corbel"/>
              </a:rPr>
              <a:t> </a:t>
            </a:r>
            <a:r>
              <a:rPr sz="1300" spc="-10" dirty="0">
                <a:latin typeface="Corbel"/>
                <a:cs typeface="Corbel"/>
              </a:rPr>
              <a:t>their</a:t>
            </a:r>
            <a:r>
              <a:rPr sz="1300" spc="-55" dirty="0">
                <a:latin typeface="Corbel"/>
                <a:cs typeface="Corbel"/>
              </a:rPr>
              <a:t> </a:t>
            </a:r>
            <a:r>
              <a:rPr sz="1300" dirty="0">
                <a:latin typeface="Corbel"/>
                <a:cs typeface="Corbel"/>
              </a:rPr>
              <a:t>UA</a:t>
            </a:r>
            <a:r>
              <a:rPr sz="1300" spc="-20" dirty="0">
                <a:latin typeface="Corbel"/>
                <a:cs typeface="Corbel"/>
              </a:rPr>
              <a:t> </a:t>
            </a:r>
            <a:r>
              <a:rPr sz="1300" dirty="0">
                <a:latin typeface="Corbel"/>
                <a:cs typeface="Corbel"/>
              </a:rPr>
              <a:t>if</a:t>
            </a:r>
            <a:r>
              <a:rPr sz="1300" spc="-20" dirty="0">
                <a:latin typeface="Corbel"/>
                <a:cs typeface="Corbel"/>
              </a:rPr>
              <a:t> </a:t>
            </a:r>
            <a:r>
              <a:rPr sz="1300" dirty="0">
                <a:latin typeface="Corbel"/>
                <a:cs typeface="Corbel"/>
              </a:rPr>
              <a:t>they</a:t>
            </a:r>
            <a:r>
              <a:rPr sz="1300" spc="-20" dirty="0">
                <a:latin typeface="Corbel"/>
                <a:cs typeface="Corbel"/>
              </a:rPr>
              <a:t> </a:t>
            </a:r>
            <a:r>
              <a:rPr sz="1300" dirty="0">
                <a:latin typeface="Corbel"/>
                <a:cs typeface="Corbel"/>
              </a:rPr>
              <a:t>do</a:t>
            </a:r>
            <a:r>
              <a:rPr sz="1300" spc="-25" dirty="0">
                <a:latin typeface="Corbel"/>
                <a:cs typeface="Corbel"/>
              </a:rPr>
              <a:t> </a:t>
            </a:r>
            <a:r>
              <a:rPr sz="1300" dirty="0">
                <a:latin typeface="Corbel"/>
                <a:cs typeface="Corbel"/>
              </a:rPr>
              <a:t>not</a:t>
            </a:r>
            <a:r>
              <a:rPr sz="1300" spc="-20" dirty="0">
                <a:latin typeface="Corbel"/>
                <a:cs typeface="Corbel"/>
              </a:rPr>
              <a:t> </a:t>
            </a:r>
            <a:r>
              <a:rPr sz="1300" dirty="0">
                <a:latin typeface="Corbel"/>
                <a:cs typeface="Corbel"/>
              </a:rPr>
              <a:t>hold</a:t>
            </a:r>
            <a:r>
              <a:rPr sz="1300" spc="-15" dirty="0">
                <a:latin typeface="Corbel"/>
                <a:cs typeface="Corbel"/>
              </a:rPr>
              <a:t> </a:t>
            </a:r>
            <a:r>
              <a:rPr sz="1300" dirty="0">
                <a:latin typeface="Corbel"/>
                <a:cs typeface="Corbel"/>
              </a:rPr>
              <a:t>the</a:t>
            </a:r>
            <a:r>
              <a:rPr sz="1300" spc="-15" dirty="0">
                <a:latin typeface="Corbel"/>
                <a:cs typeface="Corbel"/>
              </a:rPr>
              <a:t> </a:t>
            </a:r>
            <a:r>
              <a:rPr sz="1300" dirty="0">
                <a:latin typeface="Corbel"/>
                <a:cs typeface="Corbel"/>
              </a:rPr>
              <a:t>requisite</a:t>
            </a:r>
            <a:r>
              <a:rPr sz="1300" spc="-15" dirty="0">
                <a:latin typeface="Corbel"/>
                <a:cs typeface="Corbel"/>
              </a:rPr>
              <a:t> </a:t>
            </a:r>
            <a:r>
              <a:rPr sz="1300" spc="-10" dirty="0">
                <a:latin typeface="Corbel"/>
                <a:cs typeface="Corbel"/>
              </a:rPr>
              <a:t>permits.</a:t>
            </a:r>
            <a:endParaRPr sz="1300" dirty="0">
              <a:latin typeface="Corbel"/>
              <a:cs typeface="Corbel"/>
            </a:endParaRPr>
          </a:p>
        </p:txBody>
      </p:sp>
      <p:grpSp>
        <p:nvGrpSpPr>
          <p:cNvPr id="25" name="object 13">
            <a:extLst>
              <a:ext uri="{FF2B5EF4-FFF2-40B4-BE49-F238E27FC236}">
                <a16:creationId xmlns:a16="http://schemas.microsoft.com/office/drawing/2014/main" id="{3DEF72D2-40EC-0107-0C3B-4FDDFF4B1B16}"/>
              </a:ext>
            </a:extLst>
          </p:cNvPr>
          <p:cNvGrpSpPr/>
          <p:nvPr/>
        </p:nvGrpSpPr>
        <p:grpSpPr>
          <a:xfrm>
            <a:off x="43542" y="6462030"/>
            <a:ext cx="360045" cy="360045"/>
            <a:chOff x="43542" y="6462030"/>
            <a:chExt cx="360045" cy="360045"/>
          </a:xfrm>
        </p:grpSpPr>
        <p:sp>
          <p:nvSpPr>
            <p:cNvPr id="26" name="object 14">
              <a:extLst>
                <a:ext uri="{FF2B5EF4-FFF2-40B4-BE49-F238E27FC236}">
                  <a16:creationId xmlns:a16="http://schemas.microsoft.com/office/drawing/2014/main" id="{3FB18421-6DAB-3E48-F6A4-F3D1CD1CEE87}"/>
                </a:ext>
              </a:extLst>
            </p:cNvPr>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27" name="object 15">
              <a:extLst>
                <a:ext uri="{FF2B5EF4-FFF2-40B4-BE49-F238E27FC236}">
                  <a16:creationId xmlns:a16="http://schemas.microsoft.com/office/drawing/2014/main" id="{BB2C286E-6C6D-BA24-F01E-34DE447B9B1F}"/>
                </a:ext>
              </a:extLst>
            </p:cNvPr>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28" name="object 16">
              <a:extLst>
                <a:ext uri="{FF2B5EF4-FFF2-40B4-BE49-F238E27FC236}">
                  <a16:creationId xmlns:a16="http://schemas.microsoft.com/office/drawing/2014/main" id="{BF5A8E5C-DF11-174D-54F3-215ABAB047A3}"/>
                </a:ext>
              </a:extLst>
            </p:cNvPr>
            <p:cNvPicPr/>
            <p:nvPr/>
          </p:nvPicPr>
          <p:blipFill>
            <a:blip r:embed="rId7" cstate="print"/>
            <a:stretch>
              <a:fillRect/>
            </a:stretch>
          </p:blipFill>
          <p:spPr>
            <a:xfrm>
              <a:off x="172917" y="6515468"/>
              <a:ext cx="101249" cy="227812"/>
            </a:xfrm>
            <a:prstGeom prst="rect">
              <a:avLst/>
            </a:prstGeom>
          </p:spPr>
        </p:pic>
      </p:grpSp>
      <p:pic>
        <p:nvPicPr>
          <p:cNvPr id="29" name="Picture 2">
            <a:extLst>
              <a:ext uri="{FF2B5EF4-FFF2-40B4-BE49-F238E27FC236}">
                <a16:creationId xmlns:a16="http://schemas.microsoft.com/office/drawing/2014/main" id="{80F01D76-0E23-B599-3CF6-0C8E998BB1E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42719" y="2567433"/>
            <a:ext cx="6187851" cy="304800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4462DE96-277E-12AF-2454-58EDBBED31C9}"/>
              </a:ext>
            </a:extLst>
          </p:cNvPr>
          <p:cNvSpPr txBox="1"/>
          <p:nvPr/>
        </p:nvSpPr>
        <p:spPr>
          <a:xfrm>
            <a:off x="7924800" y="2536953"/>
            <a:ext cx="3733800" cy="1692771"/>
          </a:xfrm>
          <a:prstGeom prst="rect">
            <a:avLst/>
          </a:prstGeom>
          <a:noFill/>
        </p:spPr>
        <p:txBody>
          <a:bodyPr wrap="square">
            <a:spAutoFit/>
          </a:bodyPr>
          <a:lstStyle/>
          <a:p>
            <a:pPr marL="342900" indent="-342900">
              <a:buAutoNum type="arabicParenR"/>
            </a:pPr>
            <a:r>
              <a:rPr lang="en-GB" sz="1300" b="1" dirty="0">
                <a:latin typeface="Corbel"/>
              </a:rPr>
              <a:t>Prohibited areas </a:t>
            </a:r>
            <a:r>
              <a:rPr lang="en-GB" sz="1300" dirty="0">
                <a:latin typeface="Corbel"/>
              </a:rPr>
              <a:t>- no flights allowed; no permits will be issued</a:t>
            </a:r>
          </a:p>
          <a:p>
            <a:pPr marL="342900" indent="-342900">
              <a:buAutoNum type="arabicParenR"/>
            </a:pPr>
            <a:endParaRPr lang="en-GB" sz="1300" dirty="0">
              <a:latin typeface="Corbel"/>
            </a:endParaRPr>
          </a:p>
          <a:p>
            <a:pPr marL="342900" indent="-342900">
              <a:buAutoNum type="arabicParenR"/>
            </a:pPr>
            <a:endParaRPr lang="en-GB" sz="1300" dirty="0">
              <a:latin typeface="Corbel"/>
            </a:endParaRPr>
          </a:p>
          <a:p>
            <a:pPr marL="342900" indent="-342900">
              <a:buFontTx/>
              <a:buAutoNum type="arabicParenR"/>
            </a:pPr>
            <a:r>
              <a:rPr lang="en-GB" sz="1300" b="1" dirty="0">
                <a:latin typeface="Corbel"/>
              </a:rPr>
              <a:t>Protected areas </a:t>
            </a:r>
            <a:r>
              <a:rPr lang="en-GB" sz="1300" dirty="0">
                <a:latin typeface="Corbel"/>
              </a:rPr>
              <a:t>- flights at these locations will require SPF permits</a:t>
            </a:r>
          </a:p>
          <a:p>
            <a:pPr marL="342900" indent="-342900">
              <a:buAutoNum type="arabicParenR"/>
            </a:pPr>
            <a:endParaRPr lang="en-GB" sz="1300" dirty="0">
              <a:latin typeface="Corbel"/>
            </a:endParaRPr>
          </a:p>
          <a:p>
            <a:pPr marL="342900" indent="-342900">
              <a:buAutoNum type="arabicParenR"/>
            </a:pPr>
            <a:endParaRPr lang="en-SG" sz="1300" dirty="0">
              <a:latin typeface="Corbe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151376"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20" dirty="0">
                <a:latin typeface="Corbel"/>
                <a:cs typeface="Corbel"/>
              </a:rPr>
              <a:t> </a:t>
            </a:r>
            <a:r>
              <a:rPr b="1" dirty="0">
                <a:latin typeface="Corbel"/>
                <a:cs typeface="Corbel"/>
              </a:rPr>
              <a:t>04</a:t>
            </a:r>
            <a:r>
              <a:rPr b="1" spc="-25" dirty="0">
                <a:latin typeface="Corbel"/>
                <a:cs typeface="Corbel"/>
              </a:rPr>
              <a:t> </a:t>
            </a:r>
            <a:r>
              <a:rPr b="1" dirty="0">
                <a:latin typeface="Corbel"/>
                <a:cs typeface="Corbel"/>
              </a:rPr>
              <a:t>01:</a:t>
            </a:r>
            <a:r>
              <a:rPr b="1" spc="325" dirty="0">
                <a:latin typeface="Corbel"/>
                <a:cs typeface="Corbel"/>
              </a:rPr>
              <a:t> </a:t>
            </a:r>
            <a:r>
              <a:rPr b="1" dirty="0">
                <a:latin typeface="Corbel"/>
                <a:cs typeface="Corbel"/>
              </a:rPr>
              <a:t>UA</a:t>
            </a:r>
            <a:r>
              <a:rPr b="1" spc="-20" dirty="0">
                <a:latin typeface="Corbel"/>
                <a:cs typeface="Corbel"/>
              </a:rPr>
              <a:t> </a:t>
            </a:r>
            <a:r>
              <a:rPr b="1" spc="-10" dirty="0">
                <a:latin typeface="Corbel"/>
                <a:cs typeface="Corbel"/>
              </a:rPr>
              <a:t>Registration</a:t>
            </a:r>
            <a:r>
              <a:rPr b="1" spc="-15" dirty="0">
                <a:latin typeface="Corbel"/>
                <a:cs typeface="Corbel"/>
              </a:rPr>
              <a:t> </a:t>
            </a:r>
            <a:r>
              <a:rPr b="1" spc="-10" dirty="0">
                <a:latin typeface="Corbel"/>
                <a:cs typeface="Corbel"/>
              </a:rPr>
              <a:t>process</a:t>
            </a:r>
          </a:p>
        </p:txBody>
      </p:sp>
      <p:sp>
        <p:nvSpPr>
          <p:cNvPr id="5" name="object 5"/>
          <p:cNvSpPr txBox="1"/>
          <p:nvPr/>
        </p:nvSpPr>
        <p:spPr>
          <a:xfrm>
            <a:off x="1563049" y="1617979"/>
            <a:ext cx="10216515" cy="2766695"/>
          </a:xfrm>
          <a:prstGeom prst="rect">
            <a:avLst/>
          </a:prstGeom>
        </p:spPr>
        <p:txBody>
          <a:bodyPr vert="horz" wrap="square" lIns="0" tIns="12700" rIns="0" bIns="0" rtlCol="0">
            <a:spAutoFit/>
          </a:bodyPr>
          <a:lstStyle/>
          <a:p>
            <a:pPr marL="12700">
              <a:lnSpc>
                <a:spcPct val="100000"/>
              </a:lnSpc>
              <a:spcBef>
                <a:spcPts val="100"/>
              </a:spcBef>
            </a:pPr>
            <a:r>
              <a:rPr sz="1800" b="1" dirty="0">
                <a:latin typeface="Corbel"/>
                <a:cs typeface="Corbel"/>
              </a:rPr>
              <a:t>Who</a:t>
            </a:r>
            <a:r>
              <a:rPr sz="1800" b="1" spc="-10" dirty="0">
                <a:latin typeface="Corbel"/>
                <a:cs typeface="Corbel"/>
              </a:rPr>
              <a:t> requires</a:t>
            </a:r>
            <a:r>
              <a:rPr sz="1800" b="1" spc="-60" dirty="0">
                <a:latin typeface="Corbel"/>
                <a:cs typeface="Corbel"/>
              </a:rPr>
              <a:t> </a:t>
            </a:r>
            <a:r>
              <a:rPr sz="1800" b="1" dirty="0">
                <a:latin typeface="Corbel"/>
                <a:cs typeface="Corbel"/>
              </a:rPr>
              <a:t>UA</a:t>
            </a:r>
            <a:r>
              <a:rPr sz="1800" b="1" spc="-5" dirty="0">
                <a:latin typeface="Corbel"/>
                <a:cs typeface="Corbel"/>
              </a:rPr>
              <a:t> </a:t>
            </a:r>
            <a:r>
              <a:rPr sz="1800" b="1" spc="-10" dirty="0">
                <a:latin typeface="Corbel"/>
                <a:cs typeface="Corbel"/>
              </a:rPr>
              <a:t>registration?</a:t>
            </a:r>
            <a:endParaRPr sz="1800">
              <a:latin typeface="Corbel"/>
              <a:cs typeface="Corbel"/>
            </a:endParaRPr>
          </a:p>
          <a:p>
            <a:pPr>
              <a:lnSpc>
                <a:spcPct val="100000"/>
              </a:lnSpc>
              <a:spcBef>
                <a:spcPts val="890"/>
              </a:spcBef>
            </a:pPr>
            <a:endParaRPr sz="1800">
              <a:latin typeface="Corbel"/>
              <a:cs typeface="Corbel"/>
            </a:endParaRPr>
          </a:p>
          <a:p>
            <a:pPr marL="755650" marR="5080" indent="-285750">
              <a:lnSpc>
                <a:spcPts val="1900"/>
              </a:lnSpc>
              <a:buFont typeface="Arial MT"/>
              <a:buChar char="•"/>
              <a:tabLst>
                <a:tab pos="755650" algn="l"/>
              </a:tabLst>
            </a:pPr>
            <a:r>
              <a:rPr sz="1600" dirty="0">
                <a:latin typeface="Corbel"/>
                <a:cs typeface="Corbel"/>
              </a:rPr>
              <a:t>All</a:t>
            </a:r>
            <a:r>
              <a:rPr sz="1600" spc="20" dirty="0">
                <a:latin typeface="Corbel"/>
                <a:cs typeface="Corbel"/>
              </a:rPr>
              <a:t> </a:t>
            </a:r>
            <a:r>
              <a:rPr sz="1600" dirty="0">
                <a:latin typeface="Corbel"/>
                <a:cs typeface="Corbel"/>
              </a:rPr>
              <a:t>UA</a:t>
            </a:r>
            <a:r>
              <a:rPr sz="1600" spc="10" dirty="0">
                <a:latin typeface="Corbel"/>
                <a:cs typeface="Corbel"/>
              </a:rPr>
              <a:t> </a:t>
            </a:r>
            <a:r>
              <a:rPr sz="1600" dirty="0">
                <a:latin typeface="Corbel"/>
                <a:cs typeface="Corbel"/>
              </a:rPr>
              <a:t>with</a:t>
            </a:r>
            <a:r>
              <a:rPr sz="1600" spc="15"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total</a:t>
            </a:r>
            <a:r>
              <a:rPr sz="1600" spc="20" dirty="0">
                <a:latin typeface="Corbel"/>
                <a:cs typeface="Corbel"/>
              </a:rPr>
              <a:t> </a:t>
            </a:r>
            <a:r>
              <a:rPr sz="1600" dirty="0">
                <a:latin typeface="Corbel"/>
                <a:cs typeface="Corbel"/>
              </a:rPr>
              <a:t>weight</a:t>
            </a:r>
            <a:r>
              <a:rPr sz="1600" spc="15" dirty="0">
                <a:latin typeface="Corbel"/>
                <a:cs typeface="Corbel"/>
              </a:rPr>
              <a:t> </a:t>
            </a:r>
            <a:r>
              <a:rPr sz="1600" b="1" u="sng" dirty="0">
                <a:uFill>
                  <a:solidFill>
                    <a:srgbClr val="000000"/>
                  </a:solidFill>
                </a:uFill>
                <a:latin typeface="Corbel"/>
                <a:cs typeface="Corbel"/>
              </a:rPr>
              <a:t>exceeding</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250</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grams</a:t>
            </a:r>
            <a:r>
              <a:rPr sz="1600" b="1" spc="5" dirty="0">
                <a:latin typeface="Corbel"/>
                <a:cs typeface="Corbel"/>
              </a:rPr>
              <a:t> </a:t>
            </a:r>
            <a:r>
              <a:rPr sz="1600" dirty="0">
                <a:latin typeface="Corbel"/>
                <a:cs typeface="Corbel"/>
              </a:rPr>
              <a:t>must</a:t>
            </a:r>
            <a:r>
              <a:rPr sz="1600" spc="10" dirty="0">
                <a:latin typeface="Corbel"/>
                <a:cs typeface="Corbel"/>
              </a:rPr>
              <a:t> </a:t>
            </a:r>
            <a:r>
              <a:rPr sz="1600" dirty="0">
                <a:latin typeface="Corbel"/>
                <a:cs typeface="Corbel"/>
              </a:rPr>
              <a:t>be</a:t>
            </a:r>
            <a:r>
              <a:rPr sz="1600" spc="20" dirty="0">
                <a:latin typeface="Corbel"/>
                <a:cs typeface="Corbel"/>
              </a:rPr>
              <a:t> </a:t>
            </a:r>
            <a:r>
              <a:rPr sz="1600" dirty="0">
                <a:latin typeface="Corbel"/>
                <a:cs typeface="Corbel"/>
              </a:rPr>
              <a:t>registered</a:t>
            </a:r>
            <a:r>
              <a:rPr sz="1600" spc="20" dirty="0">
                <a:latin typeface="Corbel"/>
                <a:cs typeface="Corbel"/>
              </a:rPr>
              <a:t> </a:t>
            </a:r>
            <a:r>
              <a:rPr sz="1600" dirty="0">
                <a:latin typeface="Corbel"/>
                <a:cs typeface="Corbel"/>
              </a:rPr>
              <a:t>with</a:t>
            </a:r>
            <a:r>
              <a:rPr sz="1600" spc="15" dirty="0">
                <a:latin typeface="Corbel"/>
                <a:cs typeface="Corbel"/>
              </a:rPr>
              <a:t> </a:t>
            </a:r>
            <a:r>
              <a:rPr sz="1600" dirty="0">
                <a:latin typeface="Corbel"/>
                <a:cs typeface="Corbel"/>
              </a:rPr>
              <a:t>CAAS</a:t>
            </a:r>
            <a:r>
              <a:rPr sz="1600" spc="20" dirty="0">
                <a:latin typeface="Corbel"/>
                <a:cs typeface="Corbel"/>
              </a:rPr>
              <a:t> </a:t>
            </a:r>
            <a:r>
              <a:rPr sz="1600" dirty="0">
                <a:latin typeface="Corbel"/>
                <a:cs typeface="Corbel"/>
              </a:rPr>
              <a:t>before</a:t>
            </a:r>
            <a:r>
              <a:rPr sz="1600" spc="25" dirty="0">
                <a:latin typeface="Corbel"/>
                <a:cs typeface="Corbel"/>
              </a:rPr>
              <a:t> </a:t>
            </a:r>
            <a:r>
              <a:rPr sz="1600" dirty="0">
                <a:latin typeface="Corbel"/>
                <a:cs typeface="Corbel"/>
              </a:rPr>
              <a:t>flying.</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purpose</a:t>
            </a:r>
            <a:r>
              <a:rPr sz="1600" spc="20" dirty="0">
                <a:latin typeface="Corbel"/>
                <a:cs typeface="Corbel"/>
              </a:rPr>
              <a:t> </a:t>
            </a:r>
            <a:r>
              <a:rPr sz="1600" dirty="0">
                <a:latin typeface="Corbel"/>
                <a:cs typeface="Corbel"/>
              </a:rPr>
              <a:t>of</a:t>
            </a:r>
            <a:r>
              <a:rPr sz="1600" spc="20" dirty="0">
                <a:latin typeface="Corbel"/>
                <a:cs typeface="Corbel"/>
              </a:rPr>
              <a:t> </a:t>
            </a:r>
            <a:r>
              <a:rPr sz="1600" spc="-25" dirty="0">
                <a:latin typeface="Corbel"/>
                <a:cs typeface="Corbel"/>
              </a:rPr>
              <a:t>UA </a:t>
            </a:r>
            <a:r>
              <a:rPr sz="1600" dirty="0">
                <a:latin typeface="Corbel"/>
                <a:cs typeface="Corbel"/>
              </a:rPr>
              <a:t>registration</a:t>
            </a:r>
            <a:r>
              <a:rPr sz="1600" spc="-85" dirty="0">
                <a:latin typeface="Corbel"/>
                <a:cs typeface="Corbel"/>
              </a:rPr>
              <a:t> </a:t>
            </a:r>
            <a:r>
              <a:rPr sz="1600" spc="-25" dirty="0">
                <a:latin typeface="Corbel"/>
                <a:cs typeface="Corbel"/>
              </a:rPr>
              <a:t>is</a:t>
            </a:r>
            <a:endParaRPr sz="1600">
              <a:latin typeface="Corbel"/>
              <a:cs typeface="Corbel"/>
            </a:endParaRPr>
          </a:p>
          <a:p>
            <a:pPr marL="469900">
              <a:lnSpc>
                <a:spcPct val="100000"/>
              </a:lnSpc>
              <a:spcBef>
                <a:spcPts val="919"/>
              </a:spcBef>
            </a:pPr>
            <a:r>
              <a:rPr sz="1600" dirty="0">
                <a:latin typeface="Corbel"/>
                <a:cs typeface="Corbel"/>
              </a:rPr>
              <a:t>for </a:t>
            </a:r>
            <a:r>
              <a:rPr sz="1600" spc="-10" dirty="0">
                <a:latin typeface="Corbel"/>
                <a:cs typeface="Corbel"/>
              </a:rPr>
              <a:t>accountability</a:t>
            </a:r>
            <a:r>
              <a:rPr sz="1600" dirty="0">
                <a:latin typeface="Corbel"/>
                <a:cs typeface="Corbel"/>
              </a:rPr>
              <a:t> and</a:t>
            </a:r>
            <a:r>
              <a:rPr sz="1600" spc="5" dirty="0">
                <a:latin typeface="Corbel"/>
                <a:cs typeface="Corbel"/>
              </a:rPr>
              <a:t> </a:t>
            </a:r>
            <a:r>
              <a:rPr sz="1600" spc="-10" dirty="0">
                <a:latin typeface="Corbel"/>
                <a:cs typeface="Corbel"/>
              </a:rPr>
              <a:t>traceability.</a:t>
            </a:r>
            <a:endParaRPr sz="1600">
              <a:latin typeface="Corbel"/>
              <a:cs typeface="Corbel"/>
            </a:endParaRPr>
          </a:p>
          <a:p>
            <a:pPr marL="758190" indent="-288290" algn="just">
              <a:lnSpc>
                <a:spcPct val="100000"/>
              </a:lnSpc>
              <a:spcBef>
                <a:spcPts val="985"/>
              </a:spcBef>
              <a:buFont typeface="Arial MT"/>
              <a:buChar char="•"/>
              <a:tabLst>
                <a:tab pos="758190" algn="l"/>
              </a:tabLst>
            </a:pPr>
            <a:r>
              <a:rPr sz="1600" dirty="0">
                <a:latin typeface="Corbel"/>
                <a:cs typeface="Corbel"/>
              </a:rPr>
              <a:t>A</a:t>
            </a:r>
            <a:r>
              <a:rPr sz="1600" spc="-20" dirty="0">
                <a:latin typeface="Corbel"/>
                <a:cs typeface="Corbel"/>
              </a:rPr>
              <a:t> </a:t>
            </a:r>
            <a:r>
              <a:rPr sz="1600" dirty="0">
                <a:latin typeface="Corbel"/>
                <a:cs typeface="Corbel"/>
              </a:rPr>
              <a:t>registrant</a:t>
            </a:r>
            <a:r>
              <a:rPr sz="1600" spc="-25" dirty="0">
                <a:latin typeface="Corbel"/>
                <a:cs typeface="Corbel"/>
              </a:rPr>
              <a:t> </a:t>
            </a:r>
            <a:r>
              <a:rPr sz="1600" dirty="0">
                <a:latin typeface="Corbel"/>
                <a:cs typeface="Corbel"/>
              </a:rPr>
              <a:t>must</a:t>
            </a:r>
            <a:r>
              <a:rPr sz="1600" spc="-15" dirty="0">
                <a:latin typeface="Corbel"/>
                <a:cs typeface="Corbel"/>
              </a:rPr>
              <a:t> </a:t>
            </a:r>
            <a:r>
              <a:rPr sz="1600" dirty="0">
                <a:latin typeface="Corbel"/>
                <a:cs typeface="Corbel"/>
              </a:rPr>
              <a:t>be</a:t>
            </a:r>
            <a:r>
              <a:rPr sz="1600" spc="-15" dirty="0">
                <a:latin typeface="Corbel"/>
                <a:cs typeface="Corbel"/>
              </a:rPr>
              <a:t> </a:t>
            </a:r>
            <a:r>
              <a:rPr sz="1600" b="1" u="sng" dirty="0">
                <a:uFill>
                  <a:solidFill>
                    <a:srgbClr val="000000"/>
                  </a:solidFill>
                </a:uFill>
                <a:latin typeface="Corbel"/>
                <a:cs typeface="Corbel"/>
              </a:rPr>
              <a:t>at</a:t>
            </a:r>
            <a:r>
              <a:rPr sz="1600" b="1" u="sng" spc="-20" dirty="0">
                <a:uFill>
                  <a:solidFill>
                    <a:srgbClr val="000000"/>
                  </a:solidFill>
                </a:uFill>
                <a:latin typeface="Corbel"/>
                <a:cs typeface="Corbel"/>
              </a:rPr>
              <a:t> </a:t>
            </a:r>
            <a:r>
              <a:rPr sz="1600" b="1" u="sng" dirty="0">
                <a:uFill>
                  <a:solidFill>
                    <a:srgbClr val="000000"/>
                  </a:solidFill>
                </a:uFill>
                <a:latin typeface="Corbel"/>
                <a:cs typeface="Corbel"/>
              </a:rPr>
              <a:t>least</a:t>
            </a:r>
            <a:r>
              <a:rPr sz="1600" b="1" u="sng" spc="-20" dirty="0">
                <a:uFill>
                  <a:solidFill>
                    <a:srgbClr val="000000"/>
                  </a:solidFill>
                </a:uFill>
                <a:latin typeface="Corbel"/>
                <a:cs typeface="Corbel"/>
              </a:rPr>
              <a:t> </a:t>
            </a:r>
            <a:r>
              <a:rPr sz="1600" b="1" u="sng" dirty="0">
                <a:uFill>
                  <a:solidFill>
                    <a:srgbClr val="000000"/>
                  </a:solidFill>
                </a:uFill>
                <a:latin typeface="Corbel"/>
                <a:cs typeface="Corbel"/>
              </a:rPr>
              <a:t>16</a:t>
            </a:r>
            <a:r>
              <a:rPr sz="1600" b="1" u="sng" spc="-30" dirty="0">
                <a:uFill>
                  <a:solidFill>
                    <a:srgbClr val="000000"/>
                  </a:solidFill>
                </a:uFill>
                <a:latin typeface="Corbel"/>
                <a:cs typeface="Corbel"/>
              </a:rPr>
              <a:t> </a:t>
            </a:r>
            <a:r>
              <a:rPr sz="1600" b="1" u="sng" dirty="0">
                <a:uFill>
                  <a:solidFill>
                    <a:srgbClr val="000000"/>
                  </a:solidFill>
                </a:uFill>
                <a:latin typeface="Corbel"/>
                <a:cs typeface="Corbel"/>
              </a:rPr>
              <a:t>years</a:t>
            </a:r>
            <a:r>
              <a:rPr sz="1600" b="1" u="sng" spc="-25" dirty="0">
                <a:uFill>
                  <a:solidFill>
                    <a:srgbClr val="000000"/>
                  </a:solidFill>
                </a:uFill>
                <a:latin typeface="Corbel"/>
                <a:cs typeface="Corbel"/>
              </a:rPr>
              <a:t> </a:t>
            </a:r>
            <a:r>
              <a:rPr sz="1600" b="1" u="sng" dirty="0">
                <a:uFill>
                  <a:solidFill>
                    <a:srgbClr val="000000"/>
                  </a:solidFill>
                </a:uFill>
                <a:latin typeface="Corbel"/>
                <a:cs typeface="Corbel"/>
              </a:rPr>
              <a:t>old</a:t>
            </a:r>
            <a:r>
              <a:rPr sz="1600" b="1" spc="-30" dirty="0">
                <a:latin typeface="Corbel"/>
                <a:cs typeface="Corbel"/>
              </a:rPr>
              <a:t> </a:t>
            </a:r>
            <a:r>
              <a:rPr sz="1600" dirty="0">
                <a:latin typeface="Corbel"/>
                <a:cs typeface="Corbel"/>
              </a:rPr>
              <a:t>at</a:t>
            </a:r>
            <a:r>
              <a:rPr sz="1600" spc="-20"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point</a:t>
            </a:r>
            <a:r>
              <a:rPr sz="1600" spc="-20" dirty="0">
                <a:latin typeface="Corbel"/>
                <a:cs typeface="Corbel"/>
              </a:rPr>
              <a:t> </a:t>
            </a:r>
            <a:r>
              <a:rPr sz="1600" dirty="0">
                <a:latin typeface="Corbel"/>
                <a:cs typeface="Corbel"/>
              </a:rPr>
              <a:t>of</a:t>
            </a:r>
            <a:r>
              <a:rPr sz="1600" spc="-10" dirty="0">
                <a:latin typeface="Corbel"/>
                <a:cs typeface="Corbel"/>
              </a:rPr>
              <a:t> registration.</a:t>
            </a:r>
            <a:endParaRPr sz="1600">
              <a:latin typeface="Corbel"/>
              <a:cs typeface="Corbel"/>
            </a:endParaRPr>
          </a:p>
          <a:p>
            <a:pPr marL="12700" marR="5080" indent="457200" algn="just">
              <a:lnSpc>
                <a:spcPct val="101200"/>
              </a:lnSpc>
              <a:spcBef>
                <a:spcPts val="960"/>
              </a:spcBef>
            </a:pPr>
            <a:r>
              <a:rPr sz="1600" b="1" i="1" dirty="0">
                <a:latin typeface="Corbel"/>
                <a:cs typeface="Corbel"/>
              </a:rPr>
              <a:t>Note</a:t>
            </a:r>
            <a:r>
              <a:rPr sz="1600" i="1" dirty="0">
                <a:latin typeface="Corbel"/>
                <a:cs typeface="Corbel"/>
              </a:rPr>
              <a:t>:</a:t>
            </a:r>
            <a:r>
              <a:rPr sz="1600" i="1" spc="-5" dirty="0">
                <a:latin typeface="Corbel"/>
                <a:cs typeface="Corbel"/>
              </a:rPr>
              <a:t> </a:t>
            </a:r>
            <a:r>
              <a:rPr sz="1600" i="1" dirty="0">
                <a:latin typeface="Corbel"/>
                <a:cs typeface="Corbel"/>
              </a:rPr>
              <a:t>For</a:t>
            </a:r>
            <a:r>
              <a:rPr sz="1600" i="1" spc="5" dirty="0">
                <a:latin typeface="Corbel"/>
                <a:cs typeface="Corbel"/>
              </a:rPr>
              <a:t> </a:t>
            </a:r>
            <a:r>
              <a:rPr sz="1600" i="1" dirty="0">
                <a:latin typeface="Corbel"/>
                <a:cs typeface="Corbel"/>
              </a:rPr>
              <a:t>a</a:t>
            </a:r>
            <a:r>
              <a:rPr sz="1600" i="1" spc="5" dirty="0">
                <a:latin typeface="Corbel"/>
                <a:cs typeface="Corbel"/>
              </a:rPr>
              <a:t> </a:t>
            </a:r>
            <a:r>
              <a:rPr sz="1600" i="1" dirty="0">
                <a:latin typeface="Corbel"/>
                <a:cs typeface="Corbel"/>
              </a:rPr>
              <a:t>person who</a:t>
            </a:r>
            <a:r>
              <a:rPr sz="1600" i="1" spc="-5" dirty="0">
                <a:latin typeface="Corbel"/>
                <a:cs typeface="Corbel"/>
              </a:rPr>
              <a:t> </a:t>
            </a:r>
            <a:r>
              <a:rPr sz="1600" i="1" dirty="0">
                <a:latin typeface="Corbel"/>
                <a:cs typeface="Corbel"/>
              </a:rPr>
              <a:t>is below 16</a:t>
            </a:r>
            <a:r>
              <a:rPr sz="1600" i="1" spc="5" dirty="0">
                <a:latin typeface="Corbel"/>
                <a:cs typeface="Corbel"/>
              </a:rPr>
              <a:t> </a:t>
            </a:r>
            <a:r>
              <a:rPr sz="1600" i="1" dirty="0">
                <a:latin typeface="Corbel"/>
                <a:cs typeface="Corbel"/>
              </a:rPr>
              <a:t>years old, he</a:t>
            </a:r>
            <a:r>
              <a:rPr sz="1600" i="1" spc="-10" dirty="0">
                <a:latin typeface="Corbel"/>
                <a:cs typeface="Corbel"/>
              </a:rPr>
              <a:t> </a:t>
            </a:r>
            <a:r>
              <a:rPr sz="1600" i="1" dirty="0">
                <a:latin typeface="Corbel"/>
                <a:cs typeface="Corbel"/>
              </a:rPr>
              <a:t>needs</a:t>
            </a:r>
            <a:r>
              <a:rPr sz="1600" i="1" spc="5" dirty="0">
                <a:latin typeface="Corbel"/>
                <a:cs typeface="Corbel"/>
              </a:rPr>
              <a:t> </a:t>
            </a:r>
            <a:r>
              <a:rPr sz="1600" i="1" dirty="0">
                <a:latin typeface="Corbel"/>
                <a:cs typeface="Corbel"/>
              </a:rPr>
              <a:t>to obtain</a:t>
            </a:r>
            <a:r>
              <a:rPr sz="1600" i="1" spc="-5" dirty="0">
                <a:latin typeface="Corbel"/>
                <a:cs typeface="Corbel"/>
              </a:rPr>
              <a:t> </a:t>
            </a:r>
            <a:r>
              <a:rPr sz="1600" i="1" dirty="0">
                <a:latin typeface="Corbel"/>
                <a:cs typeface="Corbel"/>
              </a:rPr>
              <a:t>the</a:t>
            </a:r>
            <a:r>
              <a:rPr sz="1600" i="1" spc="-5" dirty="0">
                <a:latin typeface="Corbel"/>
                <a:cs typeface="Corbel"/>
              </a:rPr>
              <a:t> </a:t>
            </a:r>
            <a:r>
              <a:rPr sz="1600" i="1" dirty="0">
                <a:latin typeface="Corbel"/>
                <a:cs typeface="Corbel"/>
              </a:rPr>
              <a:t>permission of</a:t>
            </a:r>
            <a:r>
              <a:rPr sz="1600" i="1" spc="-5" dirty="0">
                <a:latin typeface="Corbel"/>
                <a:cs typeface="Corbel"/>
              </a:rPr>
              <a:t> </a:t>
            </a:r>
            <a:r>
              <a:rPr sz="1600" i="1" dirty="0">
                <a:latin typeface="Corbel"/>
                <a:cs typeface="Corbel"/>
              </a:rPr>
              <a:t>the</a:t>
            </a:r>
            <a:r>
              <a:rPr sz="1600" i="1" spc="-5" dirty="0">
                <a:latin typeface="Corbel"/>
                <a:cs typeface="Corbel"/>
              </a:rPr>
              <a:t> </a:t>
            </a:r>
            <a:r>
              <a:rPr sz="1600" i="1" dirty="0">
                <a:latin typeface="Corbel"/>
                <a:cs typeface="Corbel"/>
              </a:rPr>
              <a:t>eligible</a:t>
            </a:r>
            <a:r>
              <a:rPr sz="1600" i="1" spc="-5" dirty="0">
                <a:latin typeface="Corbel"/>
                <a:cs typeface="Corbel"/>
              </a:rPr>
              <a:t> </a:t>
            </a:r>
            <a:r>
              <a:rPr sz="1600" i="1" dirty="0">
                <a:latin typeface="Corbel"/>
                <a:cs typeface="Corbel"/>
              </a:rPr>
              <a:t>registrant of a</a:t>
            </a:r>
            <a:r>
              <a:rPr sz="1600" i="1" spc="5" dirty="0">
                <a:latin typeface="Corbel"/>
                <a:cs typeface="Corbel"/>
              </a:rPr>
              <a:t> </a:t>
            </a:r>
            <a:r>
              <a:rPr sz="1600" i="1" dirty="0">
                <a:latin typeface="Corbel"/>
                <a:cs typeface="Corbel"/>
              </a:rPr>
              <a:t>UA</a:t>
            </a:r>
            <a:r>
              <a:rPr sz="1600" i="1" spc="-5" dirty="0">
                <a:latin typeface="Corbel"/>
                <a:cs typeface="Corbel"/>
              </a:rPr>
              <a:t> </a:t>
            </a:r>
            <a:r>
              <a:rPr sz="1600" i="1" dirty="0">
                <a:latin typeface="Corbel"/>
                <a:cs typeface="Corbel"/>
              </a:rPr>
              <a:t>(e.g. </a:t>
            </a:r>
            <a:r>
              <a:rPr sz="1600" i="1" spc="-25" dirty="0">
                <a:latin typeface="Corbel"/>
                <a:cs typeface="Corbel"/>
              </a:rPr>
              <a:t>his </a:t>
            </a:r>
            <a:r>
              <a:rPr sz="1600" i="1" dirty="0">
                <a:latin typeface="Corbel"/>
                <a:cs typeface="Corbel"/>
              </a:rPr>
              <a:t>parent</a:t>
            </a:r>
            <a:r>
              <a:rPr sz="1600" i="1" spc="-5" dirty="0">
                <a:latin typeface="Corbel"/>
                <a:cs typeface="Corbel"/>
              </a:rPr>
              <a:t> </a:t>
            </a:r>
            <a:r>
              <a:rPr sz="1600" i="1" dirty="0">
                <a:latin typeface="Corbel"/>
                <a:cs typeface="Corbel"/>
              </a:rPr>
              <a:t>or</a:t>
            </a:r>
            <a:r>
              <a:rPr sz="1600" i="1" spc="-5" dirty="0">
                <a:latin typeface="Corbel"/>
                <a:cs typeface="Corbel"/>
              </a:rPr>
              <a:t> </a:t>
            </a:r>
            <a:r>
              <a:rPr sz="1600" i="1" dirty="0">
                <a:latin typeface="Corbel"/>
                <a:cs typeface="Corbel"/>
              </a:rPr>
              <a:t>legal</a:t>
            </a:r>
            <a:r>
              <a:rPr sz="1600" i="1" spc="-5" dirty="0">
                <a:latin typeface="Corbel"/>
                <a:cs typeface="Corbel"/>
              </a:rPr>
              <a:t> </a:t>
            </a:r>
            <a:r>
              <a:rPr sz="1600" i="1" dirty="0">
                <a:latin typeface="Corbel"/>
                <a:cs typeface="Corbel"/>
              </a:rPr>
              <a:t>guardian</a:t>
            </a:r>
            <a:r>
              <a:rPr sz="1600" i="1" spc="-10" dirty="0">
                <a:latin typeface="Corbel"/>
                <a:cs typeface="Corbel"/>
              </a:rPr>
              <a:t> </a:t>
            </a:r>
            <a:r>
              <a:rPr sz="1600" i="1" dirty="0">
                <a:latin typeface="Corbel"/>
                <a:cs typeface="Corbel"/>
              </a:rPr>
              <a:t>who</a:t>
            </a:r>
            <a:r>
              <a:rPr sz="1600" i="1" spc="-5" dirty="0">
                <a:latin typeface="Corbel"/>
                <a:cs typeface="Corbel"/>
              </a:rPr>
              <a:t> </a:t>
            </a:r>
            <a:r>
              <a:rPr sz="1600" i="1" dirty="0">
                <a:latin typeface="Corbel"/>
                <a:cs typeface="Corbel"/>
              </a:rPr>
              <a:t>is</a:t>
            </a:r>
            <a:r>
              <a:rPr sz="1600" i="1" spc="-10" dirty="0">
                <a:latin typeface="Corbel"/>
                <a:cs typeface="Corbel"/>
              </a:rPr>
              <a:t> </a:t>
            </a:r>
            <a:r>
              <a:rPr sz="1600" i="1" dirty="0">
                <a:latin typeface="Corbel"/>
                <a:cs typeface="Corbel"/>
              </a:rPr>
              <a:t>at</a:t>
            </a:r>
            <a:r>
              <a:rPr sz="1600" i="1" spc="-5" dirty="0">
                <a:latin typeface="Corbel"/>
                <a:cs typeface="Corbel"/>
              </a:rPr>
              <a:t> </a:t>
            </a:r>
            <a:r>
              <a:rPr sz="1600" i="1" dirty="0">
                <a:latin typeface="Corbel"/>
                <a:cs typeface="Corbel"/>
              </a:rPr>
              <a:t>least</a:t>
            </a:r>
            <a:r>
              <a:rPr sz="1600" i="1" spc="-5" dirty="0">
                <a:latin typeface="Corbel"/>
                <a:cs typeface="Corbel"/>
              </a:rPr>
              <a:t> </a:t>
            </a:r>
            <a:r>
              <a:rPr sz="1600" i="1" dirty="0">
                <a:latin typeface="Corbel"/>
                <a:cs typeface="Corbel"/>
              </a:rPr>
              <a:t>16</a:t>
            </a:r>
            <a:r>
              <a:rPr sz="1600" i="1" spc="-5" dirty="0">
                <a:latin typeface="Corbel"/>
                <a:cs typeface="Corbel"/>
              </a:rPr>
              <a:t> </a:t>
            </a:r>
            <a:r>
              <a:rPr sz="1600" i="1" dirty="0">
                <a:latin typeface="Corbel"/>
                <a:cs typeface="Corbel"/>
              </a:rPr>
              <a:t>years old)</a:t>
            </a:r>
            <a:r>
              <a:rPr sz="1600" i="1" spc="-10" dirty="0">
                <a:latin typeface="Corbel"/>
                <a:cs typeface="Corbel"/>
              </a:rPr>
              <a:t> </a:t>
            </a:r>
            <a:r>
              <a:rPr sz="1600" i="1" dirty="0">
                <a:latin typeface="Corbel"/>
                <a:cs typeface="Corbel"/>
              </a:rPr>
              <a:t>to</a:t>
            </a:r>
            <a:r>
              <a:rPr sz="1600" i="1" spc="-5" dirty="0">
                <a:latin typeface="Corbel"/>
                <a:cs typeface="Corbel"/>
              </a:rPr>
              <a:t> </a:t>
            </a:r>
            <a:r>
              <a:rPr sz="1600" i="1" dirty="0">
                <a:latin typeface="Corbel"/>
                <a:cs typeface="Corbel"/>
              </a:rPr>
              <a:t>operate</a:t>
            </a:r>
            <a:r>
              <a:rPr sz="1600" i="1" spc="-10" dirty="0">
                <a:latin typeface="Corbel"/>
                <a:cs typeface="Corbel"/>
              </a:rPr>
              <a:t> </a:t>
            </a:r>
            <a:r>
              <a:rPr sz="1600" i="1" dirty="0">
                <a:latin typeface="Corbel"/>
                <a:cs typeface="Corbel"/>
              </a:rPr>
              <a:t>the</a:t>
            </a:r>
            <a:r>
              <a:rPr sz="1600" i="1" spc="-15" dirty="0">
                <a:latin typeface="Corbel"/>
                <a:cs typeface="Corbel"/>
              </a:rPr>
              <a:t> </a:t>
            </a:r>
            <a:r>
              <a:rPr sz="1600" i="1" dirty="0">
                <a:latin typeface="Corbel"/>
                <a:cs typeface="Corbel"/>
              </a:rPr>
              <a:t>UA.</a:t>
            </a:r>
            <a:r>
              <a:rPr sz="1600" i="1" spc="-5" dirty="0">
                <a:latin typeface="Corbel"/>
                <a:cs typeface="Corbel"/>
              </a:rPr>
              <a:t> </a:t>
            </a:r>
            <a:r>
              <a:rPr sz="1600" i="1" dirty="0">
                <a:latin typeface="Corbel"/>
                <a:cs typeface="Corbel"/>
              </a:rPr>
              <a:t>The</a:t>
            </a:r>
            <a:r>
              <a:rPr sz="1600" i="1" spc="-10" dirty="0">
                <a:latin typeface="Corbel"/>
                <a:cs typeface="Corbel"/>
              </a:rPr>
              <a:t> </a:t>
            </a:r>
            <a:r>
              <a:rPr sz="1600" i="1" dirty="0">
                <a:latin typeface="Corbel"/>
                <a:cs typeface="Corbel"/>
              </a:rPr>
              <a:t>eligible</a:t>
            </a:r>
            <a:r>
              <a:rPr sz="1600" i="1" spc="-10" dirty="0">
                <a:latin typeface="Corbel"/>
                <a:cs typeface="Corbel"/>
              </a:rPr>
              <a:t> </a:t>
            </a:r>
            <a:r>
              <a:rPr sz="1600" i="1" dirty="0">
                <a:latin typeface="Corbel"/>
                <a:cs typeface="Corbel"/>
              </a:rPr>
              <a:t>registrant</a:t>
            </a:r>
            <a:r>
              <a:rPr sz="1600" i="1" spc="-5" dirty="0">
                <a:latin typeface="Corbel"/>
                <a:cs typeface="Corbel"/>
              </a:rPr>
              <a:t> </a:t>
            </a:r>
            <a:r>
              <a:rPr sz="1600" i="1" dirty="0">
                <a:latin typeface="Corbel"/>
                <a:cs typeface="Corbel"/>
              </a:rPr>
              <a:t>remains</a:t>
            </a:r>
            <a:r>
              <a:rPr sz="1600" i="1" spc="-10" dirty="0">
                <a:latin typeface="Corbel"/>
                <a:cs typeface="Corbel"/>
              </a:rPr>
              <a:t> </a:t>
            </a:r>
            <a:r>
              <a:rPr sz="1600" i="1" dirty="0">
                <a:latin typeface="Corbel"/>
                <a:cs typeface="Corbel"/>
              </a:rPr>
              <a:t>responsible</a:t>
            </a:r>
            <a:r>
              <a:rPr sz="1600" i="1" spc="-10" dirty="0">
                <a:latin typeface="Corbel"/>
                <a:cs typeface="Corbel"/>
              </a:rPr>
              <a:t> </a:t>
            </a:r>
            <a:r>
              <a:rPr sz="1600" i="1" dirty="0">
                <a:latin typeface="Corbel"/>
                <a:cs typeface="Corbel"/>
              </a:rPr>
              <a:t>for</a:t>
            </a:r>
            <a:r>
              <a:rPr sz="1600" i="1" spc="-5" dirty="0">
                <a:latin typeface="Corbel"/>
                <a:cs typeface="Corbel"/>
              </a:rPr>
              <a:t> </a:t>
            </a:r>
            <a:r>
              <a:rPr sz="1600" i="1" dirty="0">
                <a:latin typeface="Corbel"/>
                <a:cs typeface="Corbel"/>
              </a:rPr>
              <a:t>the</a:t>
            </a:r>
            <a:r>
              <a:rPr sz="1600" i="1" spc="-15" dirty="0">
                <a:latin typeface="Corbel"/>
                <a:cs typeface="Corbel"/>
              </a:rPr>
              <a:t> </a:t>
            </a:r>
            <a:r>
              <a:rPr sz="1600" i="1" spc="-20" dirty="0">
                <a:latin typeface="Corbel"/>
                <a:cs typeface="Corbel"/>
              </a:rPr>
              <a:t>safe </a:t>
            </a:r>
            <a:r>
              <a:rPr sz="1600" i="1" dirty="0">
                <a:latin typeface="Corbel"/>
                <a:cs typeface="Corbel"/>
              </a:rPr>
              <a:t>operation</a:t>
            </a:r>
            <a:r>
              <a:rPr sz="1600" i="1" spc="-30" dirty="0">
                <a:latin typeface="Corbel"/>
                <a:cs typeface="Corbel"/>
              </a:rPr>
              <a:t> </a:t>
            </a:r>
            <a:r>
              <a:rPr sz="1600" i="1" dirty="0">
                <a:latin typeface="Corbel"/>
                <a:cs typeface="Corbel"/>
              </a:rPr>
              <a:t>of</a:t>
            </a:r>
            <a:r>
              <a:rPr sz="1600" i="1" spc="-10" dirty="0">
                <a:latin typeface="Corbel"/>
                <a:cs typeface="Corbel"/>
              </a:rPr>
              <a:t> the</a:t>
            </a:r>
            <a:r>
              <a:rPr sz="1600" i="1" spc="-75" dirty="0">
                <a:latin typeface="Corbel"/>
                <a:cs typeface="Corbel"/>
              </a:rPr>
              <a:t> </a:t>
            </a:r>
            <a:r>
              <a:rPr sz="1600" i="1" spc="-25" dirty="0">
                <a:latin typeface="Corbel"/>
                <a:cs typeface="Corbel"/>
              </a:rPr>
              <a:t>UA.</a:t>
            </a:r>
            <a:endParaRPr sz="1600">
              <a:latin typeface="Corbel"/>
              <a:cs typeface="Corbel"/>
            </a:endParaRPr>
          </a:p>
        </p:txBody>
      </p:sp>
      <p:grpSp>
        <p:nvGrpSpPr>
          <p:cNvPr id="6" name="object 6"/>
          <p:cNvGrpSpPr/>
          <p:nvPr/>
        </p:nvGrpSpPr>
        <p:grpSpPr>
          <a:xfrm>
            <a:off x="43542" y="6462030"/>
            <a:ext cx="756285" cy="360045"/>
            <a:chOff x="43542" y="6462030"/>
            <a:chExt cx="756285" cy="360045"/>
          </a:xfrm>
        </p:grpSpPr>
        <p:sp>
          <p:nvSpPr>
            <p:cNvPr id="7" name="object 7"/>
            <p:cNvSpPr/>
            <p:nvPr/>
          </p:nvSpPr>
          <p:spPr>
            <a:xfrm>
              <a:off x="43542" y="6462030"/>
              <a:ext cx="360045" cy="360045"/>
            </a:xfrm>
            <a:custGeom>
              <a:avLst/>
              <a:gdLst/>
              <a:ahLst/>
              <a:cxnLst/>
              <a:rect l="l" t="t" r="r" b="b"/>
              <a:pathLst>
                <a:path w="360045" h="360045">
                  <a:moveTo>
                    <a:pt x="359999" y="0"/>
                  </a:moveTo>
                  <a:lnTo>
                    <a:pt x="0" y="0"/>
                  </a:lnTo>
                  <a:lnTo>
                    <a:pt x="0" y="359999"/>
                  </a:lnTo>
                  <a:lnTo>
                    <a:pt x="359999" y="359999"/>
                  </a:lnTo>
                  <a:lnTo>
                    <a:pt x="359999" y="314999"/>
                  </a:lnTo>
                  <a:lnTo>
                    <a:pt x="179999" y="314999"/>
                  </a:lnTo>
                  <a:lnTo>
                    <a:pt x="137329" y="308117"/>
                  </a:lnTo>
                  <a:lnTo>
                    <a:pt x="100270" y="288952"/>
                  </a:lnTo>
                  <a:lnTo>
                    <a:pt x="71047" y="259729"/>
                  </a:lnTo>
                  <a:lnTo>
                    <a:pt x="51882" y="222670"/>
                  </a:lnTo>
                  <a:lnTo>
                    <a:pt x="44999" y="179999"/>
                  </a:lnTo>
                  <a:lnTo>
                    <a:pt x="51882" y="137329"/>
                  </a:lnTo>
                  <a:lnTo>
                    <a:pt x="71047" y="100270"/>
                  </a:lnTo>
                  <a:lnTo>
                    <a:pt x="100270" y="71047"/>
                  </a:lnTo>
                  <a:lnTo>
                    <a:pt x="137329" y="51882"/>
                  </a:lnTo>
                  <a:lnTo>
                    <a:pt x="179999" y="44999"/>
                  </a:lnTo>
                  <a:lnTo>
                    <a:pt x="359999" y="44999"/>
                  </a:lnTo>
                  <a:lnTo>
                    <a:pt x="359999" y="0"/>
                  </a:lnTo>
                  <a:close/>
                </a:path>
                <a:path w="360045" h="360045">
                  <a:moveTo>
                    <a:pt x="359999" y="44999"/>
                  </a:moveTo>
                  <a:lnTo>
                    <a:pt x="179999" y="44999"/>
                  </a:lnTo>
                  <a:lnTo>
                    <a:pt x="222670" y="51882"/>
                  </a:lnTo>
                  <a:lnTo>
                    <a:pt x="259729" y="71047"/>
                  </a:lnTo>
                  <a:lnTo>
                    <a:pt x="288952" y="100270"/>
                  </a:lnTo>
                  <a:lnTo>
                    <a:pt x="308117" y="137329"/>
                  </a:lnTo>
                  <a:lnTo>
                    <a:pt x="314999" y="179999"/>
                  </a:lnTo>
                  <a:lnTo>
                    <a:pt x="308117" y="222670"/>
                  </a:lnTo>
                  <a:lnTo>
                    <a:pt x="288952" y="259729"/>
                  </a:lnTo>
                  <a:lnTo>
                    <a:pt x="259729" y="288952"/>
                  </a:lnTo>
                  <a:lnTo>
                    <a:pt x="222670" y="308117"/>
                  </a:lnTo>
                  <a:lnTo>
                    <a:pt x="179999" y="314999"/>
                  </a:lnTo>
                  <a:lnTo>
                    <a:pt x="359999" y="314999"/>
                  </a:lnTo>
                  <a:lnTo>
                    <a:pt x="359999" y="44999"/>
                  </a:lnTo>
                  <a:close/>
                </a:path>
              </a:pathLst>
            </a:custGeom>
            <a:solidFill>
              <a:srgbClr val="1CADE4"/>
            </a:solidFill>
          </p:spPr>
          <p:txBody>
            <a:bodyPr wrap="square" lIns="0" tIns="0" rIns="0" bIns="0" rtlCol="0"/>
            <a:lstStyle/>
            <a:p>
              <a:endParaRPr/>
            </a:p>
          </p:txBody>
        </p:sp>
        <p:sp>
          <p:nvSpPr>
            <p:cNvPr id="8" name="object 8"/>
            <p:cNvSpPr/>
            <p:nvPr/>
          </p:nvSpPr>
          <p:spPr>
            <a:xfrm>
              <a:off x="88542" y="6507030"/>
              <a:ext cx="270510" cy="270510"/>
            </a:xfrm>
            <a:custGeom>
              <a:avLst/>
              <a:gdLst/>
              <a:ahLst/>
              <a:cxnLst/>
              <a:rect l="l" t="t" r="r" b="b"/>
              <a:pathLst>
                <a:path w="270510"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10"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10"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9" name="object 9"/>
            <p:cNvPicPr/>
            <p:nvPr/>
          </p:nvPicPr>
          <p:blipFill>
            <a:blip r:embed="rId3" cstate="print"/>
            <a:stretch>
              <a:fillRect/>
            </a:stretch>
          </p:blipFill>
          <p:spPr>
            <a:xfrm>
              <a:off x="172917" y="6515468"/>
              <a:ext cx="101249" cy="227812"/>
            </a:xfrm>
            <a:prstGeom prst="rect">
              <a:avLst/>
            </a:prstGeom>
          </p:spPr>
        </p:pic>
        <p:sp>
          <p:nvSpPr>
            <p:cNvPr id="10" name="object 10"/>
            <p:cNvSpPr/>
            <p:nvPr/>
          </p:nvSpPr>
          <p:spPr>
            <a:xfrm>
              <a:off x="439637" y="6462030"/>
              <a:ext cx="360045" cy="360045"/>
            </a:xfrm>
            <a:custGeom>
              <a:avLst/>
              <a:gdLst/>
              <a:ahLst/>
              <a:cxnLst/>
              <a:rect l="l" t="t" r="r" b="b"/>
              <a:pathLst>
                <a:path w="360045" h="360045">
                  <a:moveTo>
                    <a:pt x="360000" y="0"/>
                  </a:moveTo>
                  <a:lnTo>
                    <a:pt x="0" y="0"/>
                  </a:lnTo>
                  <a:lnTo>
                    <a:pt x="0" y="359999"/>
                  </a:lnTo>
                  <a:lnTo>
                    <a:pt x="360000" y="359999"/>
                  </a:lnTo>
                  <a:lnTo>
                    <a:pt x="360000" y="314999"/>
                  </a:lnTo>
                  <a:lnTo>
                    <a:pt x="180000" y="314999"/>
                  </a:lnTo>
                  <a:lnTo>
                    <a:pt x="137329" y="308117"/>
                  </a:lnTo>
                  <a:lnTo>
                    <a:pt x="100270" y="288952"/>
                  </a:lnTo>
                  <a:lnTo>
                    <a:pt x="71047" y="259729"/>
                  </a:lnTo>
                  <a:lnTo>
                    <a:pt x="51882" y="222670"/>
                  </a:lnTo>
                  <a:lnTo>
                    <a:pt x="45000" y="179999"/>
                  </a:lnTo>
                  <a:lnTo>
                    <a:pt x="51882" y="137329"/>
                  </a:lnTo>
                  <a:lnTo>
                    <a:pt x="71047" y="100270"/>
                  </a:lnTo>
                  <a:lnTo>
                    <a:pt x="100270" y="71047"/>
                  </a:lnTo>
                  <a:lnTo>
                    <a:pt x="137329" y="51882"/>
                  </a:lnTo>
                  <a:lnTo>
                    <a:pt x="180000" y="44999"/>
                  </a:lnTo>
                  <a:lnTo>
                    <a:pt x="360000" y="44999"/>
                  </a:lnTo>
                  <a:lnTo>
                    <a:pt x="360000" y="0"/>
                  </a:lnTo>
                  <a:close/>
                </a:path>
                <a:path w="360045" h="360045">
                  <a:moveTo>
                    <a:pt x="360000" y="44999"/>
                  </a:moveTo>
                  <a:lnTo>
                    <a:pt x="180000" y="44999"/>
                  </a:lnTo>
                  <a:lnTo>
                    <a:pt x="222670" y="51882"/>
                  </a:lnTo>
                  <a:lnTo>
                    <a:pt x="259729" y="71047"/>
                  </a:lnTo>
                  <a:lnTo>
                    <a:pt x="288952" y="100270"/>
                  </a:lnTo>
                  <a:lnTo>
                    <a:pt x="308117" y="137329"/>
                  </a:lnTo>
                  <a:lnTo>
                    <a:pt x="315000" y="179999"/>
                  </a:lnTo>
                  <a:lnTo>
                    <a:pt x="308117" y="222670"/>
                  </a:lnTo>
                  <a:lnTo>
                    <a:pt x="288952" y="259729"/>
                  </a:lnTo>
                  <a:lnTo>
                    <a:pt x="259729" y="288952"/>
                  </a:lnTo>
                  <a:lnTo>
                    <a:pt x="222670" y="308117"/>
                  </a:lnTo>
                  <a:lnTo>
                    <a:pt x="180000" y="314999"/>
                  </a:lnTo>
                  <a:lnTo>
                    <a:pt x="360000" y="314999"/>
                  </a:lnTo>
                  <a:lnTo>
                    <a:pt x="360000" y="44999"/>
                  </a:lnTo>
                  <a:close/>
                </a:path>
              </a:pathLst>
            </a:custGeom>
            <a:solidFill>
              <a:srgbClr val="1CADE4"/>
            </a:solidFill>
          </p:spPr>
          <p:txBody>
            <a:bodyPr wrap="square" lIns="0" tIns="0" rIns="0" bIns="0" rtlCol="0"/>
            <a:lstStyle/>
            <a:p>
              <a:endParaRPr/>
            </a:p>
          </p:txBody>
        </p:sp>
        <p:sp>
          <p:nvSpPr>
            <p:cNvPr id="11" name="object 11"/>
            <p:cNvSpPr/>
            <p:nvPr/>
          </p:nvSpPr>
          <p:spPr>
            <a:xfrm>
              <a:off x="484637" y="6507030"/>
              <a:ext cx="270510" cy="270510"/>
            </a:xfrm>
            <a:custGeom>
              <a:avLst/>
              <a:gdLst/>
              <a:ahLst/>
              <a:cxnLst/>
              <a:rect l="l" t="t" r="r" b="b"/>
              <a:pathLst>
                <a:path w="270509" h="270509">
                  <a:moveTo>
                    <a:pt x="134999"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4999" y="270000"/>
                  </a:lnTo>
                  <a:lnTo>
                    <a:pt x="177670" y="263117"/>
                  </a:lnTo>
                  <a:lnTo>
                    <a:pt x="214729" y="243952"/>
                  </a:lnTo>
                  <a:lnTo>
                    <a:pt x="222432" y="236250"/>
                  </a:lnTo>
                  <a:lnTo>
                    <a:pt x="84375" y="236250"/>
                  </a:lnTo>
                  <a:lnTo>
                    <a:pt x="84375" y="219375"/>
                  </a:lnTo>
                  <a:lnTo>
                    <a:pt x="109687" y="219375"/>
                  </a:lnTo>
                  <a:lnTo>
                    <a:pt x="109687" y="101249"/>
                  </a:lnTo>
                  <a:lnTo>
                    <a:pt x="84375" y="101249"/>
                  </a:lnTo>
                  <a:lnTo>
                    <a:pt x="84375" y="84375"/>
                  </a:lnTo>
                  <a:lnTo>
                    <a:pt x="259004" y="84375"/>
                  </a:lnTo>
                  <a:lnTo>
                    <a:pt x="245913" y="59062"/>
                  </a:lnTo>
                  <a:lnTo>
                    <a:pt x="134999" y="59062"/>
                  </a:lnTo>
                  <a:lnTo>
                    <a:pt x="125147" y="57073"/>
                  </a:lnTo>
                  <a:lnTo>
                    <a:pt x="117101" y="51648"/>
                  </a:lnTo>
                  <a:lnTo>
                    <a:pt x="111676" y="43602"/>
                  </a:lnTo>
                  <a:lnTo>
                    <a:pt x="109687" y="33749"/>
                  </a:lnTo>
                  <a:lnTo>
                    <a:pt x="111676" y="23897"/>
                  </a:lnTo>
                  <a:lnTo>
                    <a:pt x="117101" y="15851"/>
                  </a:lnTo>
                  <a:lnTo>
                    <a:pt x="125147" y="10426"/>
                  </a:lnTo>
                  <a:lnTo>
                    <a:pt x="134999" y="8437"/>
                  </a:lnTo>
                  <a:lnTo>
                    <a:pt x="180677" y="8437"/>
                  </a:lnTo>
                  <a:lnTo>
                    <a:pt x="177670" y="6882"/>
                  </a:lnTo>
                  <a:lnTo>
                    <a:pt x="134999" y="0"/>
                  </a:lnTo>
                  <a:close/>
                </a:path>
                <a:path w="270509" h="270509">
                  <a:moveTo>
                    <a:pt x="259004" y="84375"/>
                  </a:moveTo>
                  <a:lnTo>
                    <a:pt x="160312" y="84375"/>
                  </a:lnTo>
                  <a:lnTo>
                    <a:pt x="160312" y="219375"/>
                  </a:lnTo>
                  <a:lnTo>
                    <a:pt x="185625" y="219375"/>
                  </a:lnTo>
                  <a:lnTo>
                    <a:pt x="185625" y="236250"/>
                  </a:lnTo>
                  <a:lnTo>
                    <a:pt x="222432" y="236250"/>
                  </a:lnTo>
                  <a:lnTo>
                    <a:pt x="243952" y="214729"/>
                  </a:lnTo>
                  <a:lnTo>
                    <a:pt x="263117" y="177670"/>
                  </a:lnTo>
                  <a:lnTo>
                    <a:pt x="269999" y="134999"/>
                  </a:lnTo>
                  <a:lnTo>
                    <a:pt x="263117" y="92329"/>
                  </a:lnTo>
                  <a:lnTo>
                    <a:pt x="259004" y="84375"/>
                  </a:lnTo>
                  <a:close/>
                </a:path>
                <a:path w="270509" h="270509">
                  <a:moveTo>
                    <a:pt x="180677" y="8437"/>
                  </a:moveTo>
                  <a:lnTo>
                    <a:pt x="134999" y="8437"/>
                  </a:lnTo>
                  <a:lnTo>
                    <a:pt x="144852" y="10426"/>
                  </a:lnTo>
                  <a:lnTo>
                    <a:pt x="152898" y="15851"/>
                  </a:lnTo>
                  <a:lnTo>
                    <a:pt x="158323" y="23897"/>
                  </a:lnTo>
                  <a:lnTo>
                    <a:pt x="160312" y="33749"/>
                  </a:lnTo>
                  <a:lnTo>
                    <a:pt x="158323" y="43602"/>
                  </a:lnTo>
                  <a:lnTo>
                    <a:pt x="152898" y="51648"/>
                  </a:lnTo>
                  <a:lnTo>
                    <a:pt x="144852" y="57073"/>
                  </a:lnTo>
                  <a:lnTo>
                    <a:pt x="134999"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12" name="object 12"/>
            <p:cNvPicPr/>
            <p:nvPr/>
          </p:nvPicPr>
          <p:blipFill>
            <a:blip r:embed="rId3" cstate="print"/>
            <a:stretch>
              <a:fillRect/>
            </a:stretch>
          </p:blipFill>
          <p:spPr>
            <a:xfrm>
              <a:off x="569013" y="6515468"/>
              <a:ext cx="101249" cy="227812"/>
            </a:xfrm>
            <a:prstGeom prst="rect">
              <a:avLst/>
            </a:prstGeom>
          </p:spPr>
        </p:pic>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4151376"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20" dirty="0">
                <a:latin typeface="Corbel"/>
                <a:cs typeface="Corbel"/>
              </a:rPr>
              <a:t> </a:t>
            </a:r>
            <a:r>
              <a:rPr b="1" dirty="0">
                <a:latin typeface="Corbel"/>
                <a:cs typeface="Corbel"/>
              </a:rPr>
              <a:t>04</a:t>
            </a:r>
            <a:r>
              <a:rPr b="1" spc="-25" dirty="0">
                <a:latin typeface="Corbel"/>
                <a:cs typeface="Corbel"/>
              </a:rPr>
              <a:t> </a:t>
            </a:r>
            <a:r>
              <a:rPr b="1" dirty="0">
                <a:latin typeface="Corbel"/>
                <a:cs typeface="Corbel"/>
              </a:rPr>
              <a:t>01:</a:t>
            </a:r>
            <a:r>
              <a:rPr b="1" spc="325" dirty="0">
                <a:latin typeface="Corbel"/>
                <a:cs typeface="Corbel"/>
              </a:rPr>
              <a:t> </a:t>
            </a:r>
            <a:r>
              <a:rPr b="1" dirty="0">
                <a:latin typeface="Corbel"/>
                <a:cs typeface="Corbel"/>
              </a:rPr>
              <a:t>UA</a:t>
            </a:r>
            <a:r>
              <a:rPr b="1" spc="-20" dirty="0">
                <a:latin typeface="Corbel"/>
                <a:cs typeface="Corbel"/>
              </a:rPr>
              <a:t> </a:t>
            </a:r>
            <a:r>
              <a:rPr b="1" spc="-10" dirty="0">
                <a:latin typeface="Corbel"/>
                <a:cs typeface="Corbel"/>
              </a:rPr>
              <a:t>Registration</a:t>
            </a:r>
            <a:r>
              <a:rPr b="1" spc="-15" dirty="0">
                <a:latin typeface="Corbel"/>
                <a:cs typeface="Corbel"/>
              </a:rPr>
              <a:t> </a:t>
            </a:r>
            <a:r>
              <a:rPr b="1" spc="-10" dirty="0">
                <a:latin typeface="Corbel"/>
                <a:cs typeface="Corbel"/>
              </a:rPr>
              <a:t>process</a:t>
            </a:r>
          </a:p>
        </p:txBody>
      </p:sp>
      <p:sp>
        <p:nvSpPr>
          <p:cNvPr id="5" name="object 5"/>
          <p:cNvSpPr txBox="1"/>
          <p:nvPr/>
        </p:nvSpPr>
        <p:spPr>
          <a:xfrm>
            <a:off x="1563049" y="1406651"/>
            <a:ext cx="6527800" cy="1019175"/>
          </a:xfrm>
          <a:prstGeom prst="rect">
            <a:avLst/>
          </a:prstGeom>
        </p:spPr>
        <p:txBody>
          <a:bodyPr vert="horz" wrap="square" lIns="0" tIns="131445" rIns="0" bIns="0" rtlCol="0">
            <a:spAutoFit/>
          </a:bodyPr>
          <a:lstStyle/>
          <a:p>
            <a:pPr marL="12700">
              <a:lnSpc>
                <a:spcPct val="100000"/>
              </a:lnSpc>
              <a:spcBef>
                <a:spcPts val="1035"/>
              </a:spcBef>
            </a:pPr>
            <a:r>
              <a:rPr sz="1400" spc="-10" dirty="0">
                <a:latin typeface="Corbel"/>
                <a:cs typeface="Corbel"/>
              </a:rPr>
              <a:t>The</a:t>
            </a:r>
            <a:r>
              <a:rPr sz="1400" spc="-60" dirty="0">
                <a:latin typeface="Corbel"/>
                <a:cs typeface="Corbel"/>
              </a:rPr>
              <a:t> </a:t>
            </a:r>
            <a:r>
              <a:rPr sz="1400" dirty="0">
                <a:latin typeface="Corbel"/>
                <a:cs typeface="Corbel"/>
              </a:rPr>
              <a:t>UA</a:t>
            </a:r>
            <a:r>
              <a:rPr sz="1400" spc="-30" dirty="0">
                <a:latin typeface="Corbel"/>
                <a:cs typeface="Corbel"/>
              </a:rPr>
              <a:t> </a:t>
            </a:r>
            <a:r>
              <a:rPr sz="1400" dirty="0">
                <a:latin typeface="Corbel"/>
                <a:cs typeface="Corbel"/>
              </a:rPr>
              <a:t>registration</a:t>
            </a:r>
            <a:r>
              <a:rPr sz="1400" spc="-25" dirty="0">
                <a:latin typeface="Corbel"/>
                <a:cs typeface="Corbel"/>
              </a:rPr>
              <a:t> </a:t>
            </a:r>
            <a:r>
              <a:rPr sz="1400" dirty="0">
                <a:latin typeface="Corbel"/>
                <a:cs typeface="Corbel"/>
              </a:rPr>
              <a:t>involves</a:t>
            </a:r>
            <a:r>
              <a:rPr sz="1400" spc="-30" dirty="0">
                <a:latin typeface="Corbel"/>
                <a:cs typeface="Corbel"/>
              </a:rPr>
              <a:t> </a:t>
            </a:r>
            <a:r>
              <a:rPr sz="1400" dirty="0">
                <a:latin typeface="Corbel"/>
                <a:cs typeface="Corbel"/>
              </a:rPr>
              <a:t>a</a:t>
            </a:r>
            <a:r>
              <a:rPr sz="1400" spc="-20" dirty="0">
                <a:latin typeface="Corbel"/>
                <a:cs typeface="Corbel"/>
              </a:rPr>
              <a:t> </a:t>
            </a:r>
            <a:r>
              <a:rPr sz="1400" spc="-10" dirty="0">
                <a:latin typeface="Corbel"/>
                <a:cs typeface="Corbel"/>
              </a:rPr>
              <a:t>two-</a:t>
            </a:r>
            <a:r>
              <a:rPr sz="1400" dirty="0">
                <a:latin typeface="Corbel"/>
                <a:cs typeface="Corbel"/>
              </a:rPr>
              <a:t>step</a:t>
            </a:r>
            <a:r>
              <a:rPr sz="1400" spc="-35" dirty="0">
                <a:latin typeface="Corbel"/>
                <a:cs typeface="Corbel"/>
              </a:rPr>
              <a:t> </a:t>
            </a:r>
            <a:r>
              <a:rPr sz="1400" spc="-10" dirty="0">
                <a:latin typeface="Corbel"/>
                <a:cs typeface="Corbel"/>
              </a:rPr>
              <a:t>process:</a:t>
            </a:r>
            <a:endParaRPr sz="1400">
              <a:latin typeface="Corbel"/>
              <a:cs typeface="Corbel"/>
            </a:endParaRPr>
          </a:p>
          <a:p>
            <a:pPr marL="869315" indent="-399415">
              <a:lnSpc>
                <a:spcPct val="100000"/>
              </a:lnSpc>
              <a:spcBef>
                <a:spcPts val="935"/>
              </a:spcBef>
              <a:buAutoNum type="alphaLcParenR"/>
              <a:tabLst>
                <a:tab pos="869315" algn="l"/>
              </a:tabLst>
            </a:pPr>
            <a:r>
              <a:rPr sz="1400" dirty="0">
                <a:latin typeface="Corbel"/>
                <a:cs typeface="Corbel"/>
              </a:rPr>
              <a:t>Purchase</a:t>
            </a:r>
            <a:r>
              <a:rPr sz="1400" spc="-45" dirty="0">
                <a:latin typeface="Corbel"/>
                <a:cs typeface="Corbel"/>
              </a:rPr>
              <a:t> </a:t>
            </a:r>
            <a:r>
              <a:rPr sz="1400" dirty="0">
                <a:latin typeface="Corbel"/>
                <a:cs typeface="Corbel"/>
              </a:rPr>
              <a:t>of</a:t>
            </a:r>
            <a:r>
              <a:rPr sz="1400" spc="-30" dirty="0">
                <a:latin typeface="Corbel"/>
                <a:cs typeface="Corbel"/>
              </a:rPr>
              <a:t> </a:t>
            </a:r>
            <a:r>
              <a:rPr sz="1400" dirty="0">
                <a:latin typeface="Corbel"/>
                <a:cs typeface="Corbel"/>
              </a:rPr>
              <a:t>a</a:t>
            </a:r>
            <a:r>
              <a:rPr sz="1400" spc="-35" dirty="0">
                <a:latin typeface="Corbel"/>
                <a:cs typeface="Corbel"/>
              </a:rPr>
              <a:t> </a:t>
            </a:r>
            <a:r>
              <a:rPr sz="1400" dirty="0">
                <a:latin typeface="Corbel"/>
                <a:cs typeface="Corbel"/>
              </a:rPr>
              <a:t>registration</a:t>
            </a:r>
            <a:r>
              <a:rPr sz="1400" spc="-35" dirty="0">
                <a:latin typeface="Corbel"/>
                <a:cs typeface="Corbel"/>
              </a:rPr>
              <a:t> </a:t>
            </a:r>
            <a:r>
              <a:rPr sz="1400" dirty="0">
                <a:latin typeface="Corbel"/>
                <a:cs typeface="Corbel"/>
              </a:rPr>
              <a:t>label</a:t>
            </a:r>
            <a:r>
              <a:rPr sz="1400" spc="-40" dirty="0">
                <a:latin typeface="Corbel"/>
                <a:cs typeface="Corbel"/>
              </a:rPr>
              <a:t> </a:t>
            </a:r>
            <a:r>
              <a:rPr sz="1400" dirty="0">
                <a:latin typeface="Corbel"/>
                <a:cs typeface="Corbel"/>
              </a:rPr>
              <a:t>bearing</a:t>
            </a:r>
            <a:r>
              <a:rPr sz="1400" spc="-40" dirty="0">
                <a:latin typeface="Corbel"/>
                <a:cs typeface="Corbel"/>
              </a:rPr>
              <a:t> </a:t>
            </a:r>
            <a:r>
              <a:rPr sz="1400" dirty="0">
                <a:latin typeface="Corbel"/>
                <a:cs typeface="Corbel"/>
              </a:rPr>
              <a:t>a</a:t>
            </a:r>
            <a:r>
              <a:rPr sz="1400" spc="-35" dirty="0">
                <a:latin typeface="Corbel"/>
                <a:cs typeface="Corbel"/>
              </a:rPr>
              <a:t> </a:t>
            </a:r>
            <a:r>
              <a:rPr sz="1400" spc="-10" dirty="0">
                <a:latin typeface="Corbel"/>
                <a:cs typeface="Corbel"/>
              </a:rPr>
              <a:t>unique</a:t>
            </a:r>
            <a:r>
              <a:rPr sz="1400" spc="-55" dirty="0">
                <a:latin typeface="Corbel"/>
                <a:cs typeface="Corbel"/>
              </a:rPr>
              <a:t> </a:t>
            </a:r>
            <a:r>
              <a:rPr sz="1400" dirty="0">
                <a:latin typeface="Corbel"/>
                <a:cs typeface="Corbel"/>
              </a:rPr>
              <a:t>UA</a:t>
            </a:r>
            <a:r>
              <a:rPr sz="1400" spc="-40" dirty="0">
                <a:latin typeface="Corbel"/>
                <a:cs typeface="Corbel"/>
              </a:rPr>
              <a:t> </a:t>
            </a:r>
            <a:r>
              <a:rPr sz="1400" dirty="0">
                <a:latin typeface="Corbel"/>
                <a:cs typeface="Corbel"/>
              </a:rPr>
              <a:t>registration</a:t>
            </a:r>
            <a:r>
              <a:rPr sz="1400" spc="-35" dirty="0">
                <a:latin typeface="Corbel"/>
                <a:cs typeface="Corbel"/>
              </a:rPr>
              <a:t> </a:t>
            </a:r>
            <a:r>
              <a:rPr sz="1400" dirty="0">
                <a:latin typeface="Corbel"/>
                <a:cs typeface="Corbel"/>
              </a:rPr>
              <a:t>number;</a:t>
            </a:r>
            <a:r>
              <a:rPr sz="1400" spc="-35" dirty="0">
                <a:latin typeface="Corbel"/>
                <a:cs typeface="Corbel"/>
              </a:rPr>
              <a:t> </a:t>
            </a:r>
            <a:r>
              <a:rPr sz="1400" spc="-25" dirty="0">
                <a:latin typeface="Corbel"/>
                <a:cs typeface="Corbel"/>
              </a:rPr>
              <a:t>and</a:t>
            </a:r>
            <a:endParaRPr sz="1400">
              <a:latin typeface="Corbel"/>
              <a:cs typeface="Corbel"/>
            </a:endParaRPr>
          </a:p>
          <a:p>
            <a:pPr marL="869315" indent="-399415">
              <a:lnSpc>
                <a:spcPct val="100000"/>
              </a:lnSpc>
              <a:spcBef>
                <a:spcPts val="915"/>
              </a:spcBef>
              <a:buAutoNum type="alphaLcParenR"/>
              <a:tabLst>
                <a:tab pos="869315" algn="l"/>
              </a:tabLst>
            </a:pPr>
            <a:r>
              <a:rPr sz="1400" spc="-10" dirty="0">
                <a:latin typeface="Corbel"/>
                <a:cs typeface="Corbel"/>
              </a:rPr>
              <a:t>Completion</a:t>
            </a:r>
            <a:r>
              <a:rPr sz="1400" spc="-25" dirty="0">
                <a:latin typeface="Corbel"/>
                <a:cs typeface="Corbel"/>
              </a:rPr>
              <a:t> </a:t>
            </a:r>
            <a:r>
              <a:rPr sz="1400" dirty="0">
                <a:latin typeface="Corbel"/>
                <a:cs typeface="Corbel"/>
              </a:rPr>
              <a:t>of</a:t>
            </a:r>
            <a:r>
              <a:rPr sz="1400" spc="-15"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registration</a:t>
            </a:r>
            <a:r>
              <a:rPr sz="1400" spc="-20" dirty="0">
                <a:latin typeface="Corbel"/>
                <a:cs typeface="Corbel"/>
              </a:rPr>
              <a:t> </a:t>
            </a:r>
            <a:r>
              <a:rPr sz="1400" spc="-10" dirty="0">
                <a:latin typeface="Corbel"/>
                <a:cs typeface="Corbel"/>
              </a:rPr>
              <a:t>online.</a:t>
            </a:r>
            <a:endParaRPr sz="1400">
              <a:latin typeface="Corbel"/>
              <a:cs typeface="Corbel"/>
            </a:endParaRPr>
          </a:p>
        </p:txBody>
      </p:sp>
      <p:grpSp>
        <p:nvGrpSpPr>
          <p:cNvPr id="6" name="object 6"/>
          <p:cNvGrpSpPr/>
          <p:nvPr/>
        </p:nvGrpSpPr>
        <p:grpSpPr>
          <a:xfrm>
            <a:off x="3995796" y="3145535"/>
            <a:ext cx="3632835" cy="2567305"/>
            <a:chOff x="3995796" y="3145535"/>
            <a:chExt cx="3632835" cy="2567305"/>
          </a:xfrm>
        </p:grpSpPr>
        <p:sp>
          <p:nvSpPr>
            <p:cNvPr id="7" name="object 7"/>
            <p:cNvSpPr/>
            <p:nvPr/>
          </p:nvSpPr>
          <p:spPr>
            <a:xfrm>
              <a:off x="6292522" y="3678867"/>
              <a:ext cx="1328420" cy="254635"/>
            </a:xfrm>
            <a:custGeom>
              <a:avLst/>
              <a:gdLst/>
              <a:ahLst/>
              <a:cxnLst/>
              <a:rect l="l" t="t" r="r" b="b"/>
              <a:pathLst>
                <a:path w="1328420" h="254635">
                  <a:moveTo>
                    <a:pt x="0" y="0"/>
                  </a:moveTo>
                  <a:lnTo>
                    <a:pt x="0" y="127187"/>
                  </a:lnTo>
                  <a:lnTo>
                    <a:pt x="1328076" y="127187"/>
                  </a:lnTo>
                  <a:lnTo>
                    <a:pt x="1328076" y="254375"/>
                  </a:lnTo>
                </a:path>
              </a:pathLst>
            </a:custGeom>
            <a:ln w="15875">
              <a:solidFill>
                <a:srgbClr val="1489B6"/>
              </a:solidFill>
            </a:ln>
          </p:spPr>
          <p:txBody>
            <a:bodyPr wrap="square" lIns="0" tIns="0" rIns="0" bIns="0" rtlCol="0"/>
            <a:lstStyle/>
            <a:p>
              <a:endParaRPr/>
            </a:p>
          </p:txBody>
        </p:sp>
        <p:sp>
          <p:nvSpPr>
            <p:cNvPr id="8" name="object 8"/>
            <p:cNvSpPr/>
            <p:nvPr/>
          </p:nvSpPr>
          <p:spPr>
            <a:xfrm>
              <a:off x="4003733" y="4287091"/>
              <a:ext cx="360680" cy="1417320"/>
            </a:xfrm>
            <a:custGeom>
              <a:avLst/>
              <a:gdLst/>
              <a:ahLst/>
              <a:cxnLst/>
              <a:rect l="l" t="t" r="r" b="b"/>
              <a:pathLst>
                <a:path w="360679" h="1417320">
                  <a:moveTo>
                    <a:pt x="0" y="0"/>
                  </a:moveTo>
                  <a:lnTo>
                    <a:pt x="0" y="1417235"/>
                  </a:lnTo>
                  <a:lnTo>
                    <a:pt x="360266" y="1417235"/>
                  </a:lnTo>
                </a:path>
                <a:path w="360679" h="1417320">
                  <a:moveTo>
                    <a:pt x="0" y="0"/>
                  </a:moveTo>
                  <a:lnTo>
                    <a:pt x="0" y="557203"/>
                  </a:lnTo>
                  <a:lnTo>
                    <a:pt x="360266" y="557203"/>
                  </a:lnTo>
                </a:path>
              </a:pathLst>
            </a:custGeom>
            <a:ln w="15875">
              <a:solidFill>
                <a:srgbClr val="189CCF"/>
              </a:solidFill>
            </a:ln>
          </p:spPr>
          <p:txBody>
            <a:bodyPr wrap="square" lIns="0" tIns="0" rIns="0" bIns="0" rtlCol="0"/>
            <a:lstStyle/>
            <a:p>
              <a:endParaRPr/>
            </a:p>
          </p:txBody>
        </p:sp>
        <p:sp>
          <p:nvSpPr>
            <p:cNvPr id="9" name="object 9"/>
            <p:cNvSpPr/>
            <p:nvPr/>
          </p:nvSpPr>
          <p:spPr>
            <a:xfrm>
              <a:off x="4964445" y="3678867"/>
              <a:ext cx="1328420" cy="254635"/>
            </a:xfrm>
            <a:custGeom>
              <a:avLst/>
              <a:gdLst/>
              <a:ahLst/>
              <a:cxnLst/>
              <a:rect l="l" t="t" r="r" b="b"/>
              <a:pathLst>
                <a:path w="1328420" h="254635">
                  <a:moveTo>
                    <a:pt x="1328076" y="0"/>
                  </a:moveTo>
                  <a:lnTo>
                    <a:pt x="1328076" y="127187"/>
                  </a:lnTo>
                  <a:lnTo>
                    <a:pt x="0" y="127187"/>
                  </a:lnTo>
                  <a:lnTo>
                    <a:pt x="0" y="254375"/>
                  </a:lnTo>
                </a:path>
              </a:pathLst>
            </a:custGeom>
            <a:ln w="15875">
              <a:solidFill>
                <a:srgbClr val="1489B6"/>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5300472" y="3145535"/>
              <a:ext cx="1984248" cy="640080"/>
            </a:xfrm>
            <a:prstGeom prst="rect">
              <a:avLst/>
            </a:prstGeom>
          </p:spPr>
        </p:pic>
      </p:grpSp>
      <p:sp>
        <p:nvSpPr>
          <p:cNvPr id="11" name="object 11"/>
          <p:cNvSpPr txBox="1"/>
          <p:nvPr/>
        </p:nvSpPr>
        <p:spPr>
          <a:xfrm>
            <a:off x="5755088" y="3141979"/>
            <a:ext cx="1075055" cy="482600"/>
          </a:xfrm>
          <a:prstGeom prst="rect">
            <a:avLst/>
          </a:prstGeom>
        </p:spPr>
        <p:txBody>
          <a:bodyPr vert="horz" wrap="square" lIns="0" tIns="58419" rIns="0" bIns="0" rtlCol="0">
            <a:spAutoFit/>
          </a:bodyPr>
          <a:lstStyle/>
          <a:p>
            <a:pPr marL="12700">
              <a:lnSpc>
                <a:spcPct val="100000"/>
              </a:lnSpc>
              <a:spcBef>
                <a:spcPts val="459"/>
              </a:spcBef>
            </a:pPr>
            <a:r>
              <a:rPr sz="1200" b="1" dirty="0">
                <a:latin typeface="Corbel"/>
                <a:cs typeface="Corbel"/>
              </a:rPr>
              <a:t>UA</a:t>
            </a:r>
            <a:r>
              <a:rPr sz="1200" b="1" spc="-5" dirty="0">
                <a:latin typeface="Corbel"/>
                <a:cs typeface="Corbel"/>
              </a:rPr>
              <a:t> </a:t>
            </a:r>
            <a:r>
              <a:rPr sz="1200" b="1" spc="-10" dirty="0">
                <a:latin typeface="Corbel"/>
                <a:cs typeface="Corbel"/>
              </a:rPr>
              <a:t>Registration</a:t>
            </a:r>
            <a:endParaRPr sz="1200">
              <a:latin typeface="Corbel"/>
              <a:cs typeface="Corbel"/>
            </a:endParaRPr>
          </a:p>
          <a:p>
            <a:pPr marL="86360">
              <a:lnSpc>
                <a:spcPct val="100000"/>
              </a:lnSpc>
              <a:spcBef>
                <a:spcPts val="360"/>
              </a:spcBef>
            </a:pPr>
            <a:r>
              <a:rPr sz="1200" spc="-10" dirty="0">
                <a:latin typeface="Corbel"/>
                <a:cs typeface="Corbel"/>
              </a:rPr>
              <a:t>(02</a:t>
            </a:r>
            <a:r>
              <a:rPr sz="1200" spc="-55" dirty="0">
                <a:latin typeface="Corbel"/>
                <a:cs typeface="Corbel"/>
              </a:rPr>
              <a:t> </a:t>
            </a:r>
            <a:r>
              <a:rPr sz="1200" dirty="0">
                <a:latin typeface="Corbel"/>
                <a:cs typeface="Corbel"/>
              </a:rPr>
              <a:t>April</a:t>
            </a:r>
            <a:r>
              <a:rPr sz="1200" spc="-10" dirty="0">
                <a:latin typeface="Corbel"/>
                <a:cs typeface="Corbel"/>
              </a:rPr>
              <a:t> 2020)</a:t>
            </a:r>
            <a:endParaRPr sz="1200">
              <a:latin typeface="Corbel"/>
              <a:cs typeface="Corbel"/>
            </a:endParaRPr>
          </a:p>
        </p:txBody>
      </p:sp>
      <p:pic>
        <p:nvPicPr>
          <p:cNvPr id="12" name="object 12"/>
          <p:cNvPicPr/>
          <p:nvPr/>
        </p:nvPicPr>
        <p:blipFill>
          <a:blip r:embed="rId4" cstate="print"/>
          <a:stretch>
            <a:fillRect/>
          </a:stretch>
        </p:blipFill>
        <p:spPr>
          <a:xfrm>
            <a:off x="3718559" y="3913632"/>
            <a:ext cx="2493264" cy="445007"/>
          </a:xfrm>
          <a:prstGeom prst="rect">
            <a:avLst/>
          </a:prstGeom>
        </p:spPr>
      </p:pic>
      <p:sp>
        <p:nvSpPr>
          <p:cNvPr id="13" name="object 13"/>
          <p:cNvSpPr txBox="1"/>
          <p:nvPr/>
        </p:nvSpPr>
        <p:spPr>
          <a:xfrm>
            <a:off x="4589286" y="3989323"/>
            <a:ext cx="75057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orbel"/>
                <a:cs typeface="Corbel"/>
              </a:rPr>
              <a:t>&gt;250</a:t>
            </a:r>
            <a:r>
              <a:rPr sz="1200" spc="-30" dirty="0">
                <a:latin typeface="Corbel"/>
                <a:cs typeface="Corbel"/>
              </a:rPr>
              <a:t> </a:t>
            </a:r>
            <a:r>
              <a:rPr sz="1200" spc="-10" dirty="0">
                <a:latin typeface="Corbel"/>
                <a:cs typeface="Corbel"/>
              </a:rPr>
              <a:t>grams</a:t>
            </a:r>
            <a:endParaRPr sz="1200">
              <a:latin typeface="Corbel"/>
              <a:cs typeface="Corbel"/>
            </a:endParaRPr>
          </a:p>
        </p:txBody>
      </p:sp>
      <p:grpSp>
        <p:nvGrpSpPr>
          <p:cNvPr id="14" name="object 14"/>
          <p:cNvGrpSpPr/>
          <p:nvPr/>
        </p:nvGrpSpPr>
        <p:grpSpPr>
          <a:xfrm>
            <a:off x="4230623" y="4514088"/>
            <a:ext cx="2456815" cy="1564005"/>
            <a:chOff x="4230623" y="4514088"/>
            <a:chExt cx="2456815" cy="1564005"/>
          </a:xfrm>
        </p:grpSpPr>
        <p:pic>
          <p:nvPicPr>
            <p:cNvPr id="15" name="object 15"/>
            <p:cNvPicPr/>
            <p:nvPr/>
          </p:nvPicPr>
          <p:blipFill>
            <a:blip r:embed="rId5" cstate="print"/>
            <a:stretch>
              <a:fillRect/>
            </a:stretch>
          </p:blipFill>
          <p:spPr>
            <a:xfrm>
              <a:off x="4230623" y="4514088"/>
              <a:ext cx="2456687" cy="740664"/>
            </a:xfrm>
            <a:prstGeom prst="rect">
              <a:avLst/>
            </a:prstGeom>
          </p:spPr>
        </p:pic>
        <p:pic>
          <p:nvPicPr>
            <p:cNvPr id="16" name="object 16"/>
            <p:cNvPicPr/>
            <p:nvPr/>
          </p:nvPicPr>
          <p:blipFill>
            <a:blip r:embed="rId6" cstate="print"/>
            <a:stretch>
              <a:fillRect/>
            </a:stretch>
          </p:blipFill>
          <p:spPr>
            <a:xfrm>
              <a:off x="4230623" y="5379719"/>
              <a:ext cx="2456687" cy="697992"/>
            </a:xfrm>
            <a:prstGeom prst="rect">
              <a:avLst/>
            </a:prstGeom>
          </p:spPr>
        </p:pic>
      </p:grpSp>
      <p:sp>
        <p:nvSpPr>
          <p:cNvPr id="17" name="object 17"/>
          <p:cNvSpPr txBox="1"/>
          <p:nvPr/>
        </p:nvSpPr>
        <p:spPr>
          <a:xfrm>
            <a:off x="4358919" y="4556252"/>
            <a:ext cx="2059305" cy="1315085"/>
          </a:xfrm>
          <a:prstGeom prst="rect">
            <a:avLst/>
          </a:prstGeom>
        </p:spPr>
        <p:txBody>
          <a:bodyPr vert="horz" wrap="square" lIns="0" tIns="33019" rIns="0" bIns="0" rtlCol="0">
            <a:spAutoFit/>
          </a:bodyPr>
          <a:lstStyle/>
          <a:p>
            <a:pPr marL="12700" marR="5080">
              <a:lnSpc>
                <a:spcPts val="1300"/>
              </a:lnSpc>
              <a:spcBef>
                <a:spcPts val="259"/>
              </a:spcBef>
            </a:pPr>
            <a:r>
              <a:rPr sz="1200" dirty="0">
                <a:latin typeface="Corbel"/>
                <a:cs typeface="Corbel"/>
              </a:rPr>
              <a:t>Purchase</a:t>
            </a:r>
            <a:r>
              <a:rPr sz="1200" spc="-35" dirty="0">
                <a:latin typeface="Corbel"/>
                <a:cs typeface="Corbel"/>
              </a:rPr>
              <a:t> </a:t>
            </a:r>
            <a:r>
              <a:rPr sz="1200" dirty="0">
                <a:latin typeface="Corbel"/>
                <a:cs typeface="Corbel"/>
              </a:rPr>
              <a:t>of</a:t>
            </a:r>
            <a:r>
              <a:rPr sz="1200" spc="-30" dirty="0">
                <a:latin typeface="Corbel"/>
                <a:cs typeface="Corbel"/>
              </a:rPr>
              <a:t> </a:t>
            </a:r>
            <a:r>
              <a:rPr sz="1200" dirty="0">
                <a:latin typeface="Corbel"/>
                <a:cs typeface="Corbel"/>
              </a:rPr>
              <a:t>a</a:t>
            </a:r>
            <a:r>
              <a:rPr sz="1200" spc="-35" dirty="0">
                <a:latin typeface="Corbel"/>
                <a:cs typeface="Corbel"/>
              </a:rPr>
              <a:t> </a:t>
            </a:r>
            <a:r>
              <a:rPr sz="1200" dirty="0">
                <a:latin typeface="Corbel"/>
                <a:cs typeface="Corbel"/>
              </a:rPr>
              <a:t>registration</a:t>
            </a:r>
            <a:r>
              <a:rPr sz="1200" spc="-25" dirty="0">
                <a:latin typeface="Corbel"/>
                <a:cs typeface="Corbel"/>
              </a:rPr>
              <a:t> </a:t>
            </a:r>
            <a:r>
              <a:rPr sz="1200" spc="-10" dirty="0">
                <a:latin typeface="Corbel"/>
                <a:cs typeface="Corbel"/>
              </a:rPr>
              <a:t>label </a:t>
            </a:r>
            <a:r>
              <a:rPr sz="1200" dirty="0">
                <a:latin typeface="Corbel"/>
                <a:cs typeface="Corbel"/>
              </a:rPr>
              <a:t>bearing</a:t>
            </a:r>
            <a:r>
              <a:rPr sz="1200" spc="-10" dirty="0">
                <a:latin typeface="Corbel"/>
                <a:cs typeface="Corbel"/>
              </a:rPr>
              <a:t> </a:t>
            </a:r>
            <a:r>
              <a:rPr sz="1200" dirty="0">
                <a:latin typeface="Corbel"/>
                <a:cs typeface="Corbel"/>
              </a:rPr>
              <a:t>a</a:t>
            </a:r>
            <a:r>
              <a:rPr sz="1200" spc="-10" dirty="0">
                <a:latin typeface="Corbel"/>
                <a:cs typeface="Corbel"/>
              </a:rPr>
              <a:t> unique</a:t>
            </a:r>
            <a:r>
              <a:rPr sz="1200" spc="-45" dirty="0">
                <a:latin typeface="Corbel"/>
                <a:cs typeface="Corbel"/>
              </a:rPr>
              <a:t> </a:t>
            </a:r>
            <a:r>
              <a:rPr sz="1200" dirty="0">
                <a:latin typeface="Corbel"/>
                <a:cs typeface="Corbel"/>
              </a:rPr>
              <a:t>UA</a:t>
            </a:r>
            <a:r>
              <a:rPr sz="1200" spc="-10" dirty="0">
                <a:latin typeface="Corbel"/>
                <a:cs typeface="Corbel"/>
              </a:rPr>
              <a:t> registration </a:t>
            </a:r>
            <a:r>
              <a:rPr sz="1200" dirty="0">
                <a:latin typeface="Corbel"/>
                <a:cs typeface="Corbel"/>
              </a:rPr>
              <a:t>number;</a:t>
            </a:r>
            <a:r>
              <a:rPr sz="1200" spc="-55" dirty="0">
                <a:latin typeface="Corbel"/>
                <a:cs typeface="Corbel"/>
              </a:rPr>
              <a:t> </a:t>
            </a:r>
            <a:r>
              <a:rPr sz="1200" spc="-25" dirty="0">
                <a:latin typeface="Corbel"/>
                <a:cs typeface="Corbel"/>
              </a:rPr>
              <a:t>and</a:t>
            </a:r>
            <a:endParaRPr sz="1200">
              <a:latin typeface="Corbel"/>
              <a:cs typeface="Corbel"/>
            </a:endParaRPr>
          </a:p>
          <a:p>
            <a:pPr>
              <a:lnSpc>
                <a:spcPct val="100000"/>
              </a:lnSpc>
            </a:pPr>
            <a:endParaRPr sz="1200">
              <a:latin typeface="Corbel"/>
              <a:cs typeface="Corbel"/>
            </a:endParaRPr>
          </a:p>
          <a:p>
            <a:pPr>
              <a:lnSpc>
                <a:spcPct val="100000"/>
              </a:lnSpc>
              <a:spcBef>
                <a:spcPts val="585"/>
              </a:spcBef>
            </a:pPr>
            <a:endParaRPr sz="1200">
              <a:latin typeface="Corbel"/>
              <a:cs typeface="Corbel"/>
            </a:endParaRPr>
          </a:p>
          <a:p>
            <a:pPr marL="12700" marR="134620">
              <a:lnSpc>
                <a:spcPts val="1300"/>
              </a:lnSpc>
            </a:pPr>
            <a:r>
              <a:rPr sz="1200" dirty="0">
                <a:latin typeface="Corbel"/>
                <a:cs typeface="Corbel"/>
              </a:rPr>
              <a:t>Completion</a:t>
            </a:r>
            <a:r>
              <a:rPr sz="1200" spc="-25" dirty="0">
                <a:latin typeface="Corbel"/>
                <a:cs typeface="Corbel"/>
              </a:rPr>
              <a:t> </a:t>
            </a:r>
            <a:r>
              <a:rPr sz="1200" dirty="0">
                <a:latin typeface="Corbel"/>
                <a:cs typeface="Corbel"/>
              </a:rPr>
              <a:t>of</a:t>
            </a:r>
            <a:r>
              <a:rPr sz="1200" spc="-30" dirty="0">
                <a:latin typeface="Corbel"/>
                <a:cs typeface="Corbel"/>
              </a:rPr>
              <a:t> </a:t>
            </a:r>
            <a:r>
              <a:rPr sz="1200" dirty="0">
                <a:latin typeface="Corbel"/>
                <a:cs typeface="Corbel"/>
              </a:rPr>
              <a:t>the</a:t>
            </a:r>
            <a:r>
              <a:rPr sz="1200" spc="-25" dirty="0">
                <a:latin typeface="Corbel"/>
                <a:cs typeface="Corbel"/>
              </a:rPr>
              <a:t> </a:t>
            </a:r>
            <a:r>
              <a:rPr sz="1200" spc="-10" dirty="0">
                <a:latin typeface="Corbel"/>
                <a:cs typeface="Corbel"/>
              </a:rPr>
              <a:t>registration online.</a:t>
            </a:r>
            <a:endParaRPr sz="1200">
              <a:latin typeface="Corbel"/>
              <a:cs typeface="Corbel"/>
            </a:endParaRPr>
          </a:p>
        </p:txBody>
      </p:sp>
      <p:pic>
        <p:nvPicPr>
          <p:cNvPr id="18" name="object 18"/>
          <p:cNvPicPr/>
          <p:nvPr/>
        </p:nvPicPr>
        <p:blipFill>
          <a:blip r:embed="rId4" cstate="print"/>
          <a:stretch>
            <a:fillRect/>
          </a:stretch>
        </p:blipFill>
        <p:spPr>
          <a:xfrm>
            <a:off x="6373367" y="3913632"/>
            <a:ext cx="2493264" cy="445007"/>
          </a:xfrm>
          <a:prstGeom prst="rect">
            <a:avLst/>
          </a:prstGeom>
        </p:spPr>
      </p:pic>
      <p:sp>
        <p:nvSpPr>
          <p:cNvPr id="19" name="object 19"/>
          <p:cNvSpPr txBox="1"/>
          <p:nvPr/>
        </p:nvSpPr>
        <p:spPr>
          <a:xfrm>
            <a:off x="6980549" y="3989323"/>
            <a:ext cx="128016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orbel"/>
                <a:cs typeface="Corbel"/>
              </a:rPr>
              <a:t>At</a:t>
            </a:r>
            <a:r>
              <a:rPr sz="1200" spc="-25" dirty="0">
                <a:latin typeface="Corbel"/>
                <a:cs typeface="Corbel"/>
              </a:rPr>
              <a:t> </a:t>
            </a:r>
            <a:r>
              <a:rPr sz="1200" dirty="0">
                <a:latin typeface="Corbel"/>
                <a:cs typeface="Corbel"/>
              </a:rPr>
              <a:t>least</a:t>
            </a:r>
            <a:r>
              <a:rPr sz="1200" spc="-20" dirty="0">
                <a:latin typeface="Corbel"/>
                <a:cs typeface="Corbel"/>
              </a:rPr>
              <a:t> </a:t>
            </a:r>
            <a:r>
              <a:rPr sz="1200" dirty="0">
                <a:latin typeface="Corbel"/>
                <a:cs typeface="Corbel"/>
              </a:rPr>
              <a:t>16</a:t>
            </a:r>
            <a:r>
              <a:rPr sz="1200" spc="-15" dirty="0">
                <a:latin typeface="Corbel"/>
                <a:cs typeface="Corbel"/>
              </a:rPr>
              <a:t> </a:t>
            </a:r>
            <a:r>
              <a:rPr sz="1200" dirty="0">
                <a:latin typeface="Corbel"/>
                <a:cs typeface="Corbel"/>
              </a:rPr>
              <a:t>years</a:t>
            </a:r>
            <a:r>
              <a:rPr sz="1200" spc="-20" dirty="0">
                <a:latin typeface="Corbel"/>
                <a:cs typeface="Corbel"/>
              </a:rPr>
              <a:t> </a:t>
            </a:r>
            <a:r>
              <a:rPr sz="1200" spc="-25" dirty="0">
                <a:latin typeface="Corbel"/>
                <a:cs typeface="Corbel"/>
              </a:rPr>
              <a:t>old</a:t>
            </a:r>
            <a:endParaRPr sz="1200">
              <a:latin typeface="Corbel"/>
              <a:cs typeface="Corbe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FD799AE5-ACBD-DD6B-1DAD-2B1B815F8345}"/>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10" name="object 3">
            <a:extLst>
              <a:ext uri="{FF2B5EF4-FFF2-40B4-BE49-F238E27FC236}">
                <a16:creationId xmlns:a16="http://schemas.microsoft.com/office/drawing/2014/main" id="{AA80A7FD-8E44-B438-39D0-B73A3886653C}"/>
              </a:ext>
            </a:extLst>
          </p:cNvPr>
          <p:cNvPicPr/>
          <p:nvPr/>
        </p:nvPicPr>
        <p:blipFill>
          <a:blip r:embed="rId2" cstate="print"/>
          <a:stretch>
            <a:fillRect/>
          </a:stretch>
        </p:blipFill>
        <p:spPr>
          <a:xfrm>
            <a:off x="1417319" y="566927"/>
            <a:ext cx="4151376" cy="573024"/>
          </a:xfrm>
          <a:prstGeom prst="rect">
            <a:avLst/>
          </a:prstGeom>
        </p:spPr>
      </p:pic>
      <p:sp>
        <p:nvSpPr>
          <p:cNvPr id="11" name="object 4">
            <a:extLst>
              <a:ext uri="{FF2B5EF4-FFF2-40B4-BE49-F238E27FC236}">
                <a16:creationId xmlns:a16="http://schemas.microsoft.com/office/drawing/2014/main" id="{F1FB4BF5-A56D-E3DC-88D2-70DE11D0B499}"/>
              </a:ext>
            </a:extLst>
          </p:cNvPr>
          <p:cNvSpPr txBox="1">
            <a:spLocks noGrp="1"/>
          </p:cNvSpPr>
          <p:nvPr>
            <p:ph type="title"/>
          </p:nvPr>
        </p:nvSpPr>
        <p:spPr>
          <a:xfrm>
            <a:off x="1563049" y="473963"/>
            <a:ext cx="9653905" cy="635000"/>
          </a:xfrm>
          <a:prstGeom prst="rect">
            <a:avLst/>
          </a:prstGeom>
        </p:spPr>
        <p:txBody>
          <a:bodyPr vert="horz" wrap="square" lIns="0" tIns="165100" rIns="0" bIns="0" rtlCol="0">
            <a:spAutoFit/>
          </a:bodyPr>
          <a:lstStyle/>
          <a:p>
            <a:pPr marL="12700">
              <a:lnSpc>
                <a:spcPct val="100000"/>
              </a:lnSpc>
              <a:spcBef>
                <a:spcPts val="100"/>
              </a:spcBef>
            </a:pPr>
            <a:r>
              <a:rPr b="1" dirty="0">
                <a:latin typeface="Corbel"/>
                <a:cs typeface="Corbel"/>
              </a:rPr>
              <a:t>030</a:t>
            </a:r>
            <a:r>
              <a:rPr b="1" spc="-20" dirty="0">
                <a:latin typeface="Corbel"/>
                <a:cs typeface="Corbel"/>
              </a:rPr>
              <a:t> </a:t>
            </a:r>
            <a:r>
              <a:rPr b="1" dirty="0">
                <a:latin typeface="Corbel"/>
                <a:cs typeface="Corbel"/>
              </a:rPr>
              <a:t>04</a:t>
            </a:r>
            <a:r>
              <a:rPr b="1" spc="-25" dirty="0">
                <a:latin typeface="Corbel"/>
                <a:cs typeface="Corbel"/>
              </a:rPr>
              <a:t> </a:t>
            </a:r>
            <a:r>
              <a:rPr b="1" dirty="0">
                <a:latin typeface="Corbel"/>
                <a:cs typeface="Corbel"/>
              </a:rPr>
              <a:t>01:</a:t>
            </a:r>
            <a:r>
              <a:rPr b="1" spc="325" dirty="0">
                <a:latin typeface="Corbel"/>
                <a:cs typeface="Corbel"/>
              </a:rPr>
              <a:t> </a:t>
            </a:r>
            <a:r>
              <a:rPr b="1" dirty="0">
                <a:latin typeface="Corbel"/>
                <a:cs typeface="Corbel"/>
              </a:rPr>
              <a:t>UA</a:t>
            </a:r>
            <a:r>
              <a:rPr b="1" spc="-20" dirty="0">
                <a:latin typeface="Corbel"/>
                <a:cs typeface="Corbel"/>
              </a:rPr>
              <a:t> </a:t>
            </a:r>
            <a:r>
              <a:rPr b="1" spc="-10" dirty="0">
                <a:latin typeface="Corbel"/>
                <a:cs typeface="Corbel"/>
              </a:rPr>
              <a:t>Registration</a:t>
            </a:r>
            <a:r>
              <a:rPr b="1" spc="-15" dirty="0">
                <a:latin typeface="Corbel"/>
                <a:cs typeface="Corbel"/>
              </a:rPr>
              <a:t> </a:t>
            </a:r>
            <a:r>
              <a:rPr b="1" spc="-10" dirty="0">
                <a:latin typeface="Corbel"/>
                <a:cs typeface="Corbel"/>
              </a:rPr>
              <a:t>process</a:t>
            </a:r>
          </a:p>
        </p:txBody>
      </p:sp>
      <p:sp>
        <p:nvSpPr>
          <p:cNvPr id="12" name="object 6">
            <a:extLst>
              <a:ext uri="{FF2B5EF4-FFF2-40B4-BE49-F238E27FC236}">
                <a16:creationId xmlns:a16="http://schemas.microsoft.com/office/drawing/2014/main" id="{6F1C1418-2515-1ED8-F088-7FCEDE3D3C30}"/>
              </a:ext>
            </a:extLst>
          </p:cNvPr>
          <p:cNvSpPr txBox="1"/>
          <p:nvPr/>
        </p:nvSpPr>
        <p:spPr>
          <a:xfrm>
            <a:off x="1563049" y="1311728"/>
            <a:ext cx="9859645" cy="1601721"/>
          </a:xfrm>
          <a:prstGeom prst="rect">
            <a:avLst/>
          </a:prstGeom>
        </p:spPr>
        <p:txBody>
          <a:bodyPr vert="horz" wrap="square" lIns="0" tIns="146050" rIns="0" bIns="0" rtlCol="0">
            <a:spAutoFit/>
          </a:bodyPr>
          <a:lstStyle/>
          <a:p>
            <a:pPr marL="12700">
              <a:lnSpc>
                <a:spcPct val="100000"/>
              </a:lnSpc>
              <a:spcBef>
                <a:spcPts val="1150"/>
              </a:spcBef>
            </a:pPr>
            <a:r>
              <a:rPr sz="1600" b="1" dirty="0">
                <a:latin typeface="Corbel"/>
                <a:cs typeface="Corbel"/>
              </a:rPr>
              <a:t>Purchase</a:t>
            </a:r>
            <a:r>
              <a:rPr sz="1600" b="1" spc="-55" dirty="0">
                <a:latin typeface="Corbel"/>
                <a:cs typeface="Corbel"/>
              </a:rPr>
              <a:t> </a:t>
            </a:r>
            <a:r>
              <a:rPr sz="1600" b="1" dirty="0">
                <a:latin typeface="Corbel"/>
                <a:cs typeface="Corbel"/>
              </a:rPr>
              <a:t>of</a:t>
            </a:r>
            <a:r>
              <a:rPr sz="1600" b="1" spc="-55" dirty="0">
                <a:latin typeface="Corbel"/>
                <a:cs typeface="Corbel"/>
              </a:rPr>
              <a:t> </a:t>
            </a:r>
            <a:r>
              <a:rPr sz="1600" b="1" dirty="0">
                <a:latin typeface="Corbel"/>
                <a:cs typeface="Corbel"/>
              </a:rPr>
              <a:t>registration</a:t>
            </a:r>
            <a:r>
              <a:rPr sz="1600" b="1" spc="-55" dirty="0">
                <a:latin typeface="Corbel"/>
                <a:cs typeface="Corbel"/>
              </a:rPr>
              <a:t> </a:t>
            </a:r>
            <a:r>
              <a:rPr sz="1600" b="1" spc="-10" dirty="0">
                <a:latin typeface="Corbel"/>
                <a:cs typeface="Corbel"/>
              </a:rPr>
              <a:t>labels</a:t>
            </a:r>
            <a:endParaRPr sz="1600" dirty="0">
              <a:latin typeface="Corbel"/>
              <a:cs typeface="Corbel"/>
            </a:endParaRPr>
          </a:p>
          <a:p>
            <a:pPr marL="354965" indent="-342265">
              <a:lnSpc>
                <a:spcPct val="100000"/>
              </a:lnSpc>
              <a:spcBef>
                <a:spcPts val="919"/>
              </a:spcBef>
              <a:buAutoNum type="arabicPeriod"/>
              <a:tabLst>
                <a:tab pos="354965" algn="l"/>
              </a:tabLst>
            </a:pPr>
            <a:r>
              <a:rPr sz="1400" dirty="0">
                <a:latin typeface="Corbel"/>
                <a:cs typeface="Corbel"/>
              </a:rPr>
              <a:t>The</a:t>
            </a:r>
            <a:r>
              <a:rPr sz="1400" spc="-40" dirty="0">
                <a:latin typeface="Corbel"/>
                <a:cs typeface="Corbel"/>
              </a:rPr>
              <a:t> </a:t>
            </a:r>
            <a:r>
              <a:rPr sz="1400" dirty="0">
                <a:latin typeface="Corbel"/>
                <a:cs typeface="Corbel"/>
              </a:rPr>
              <a:t>registration</a:t>
            </a:r>
            <a:r>
              <a:rPr sz="1400" spc="-40" dirty="0">
                <a:latin typeface="Corbel"/>
                <a:cs typeface="Corbel"/>
              </a:rPr>
              <a:t> </a:t>
            </a:r>
            <a:r>
              <a:rPr sz="1400" dirty="0">
                <a:latin typeface="Corbel"/>
                <a:cs typeface="Corbel"/>
              </a:rPr>
              <a:t>labels</a:t>
            </a:r>
            <a:r>
              <a:rPr sz="1400" spc="-45" dirty="0">
                <a:latin typeface="Corbel"/>
                <a:cs typeface="Corbel"/>
              </a:rPr>
              <a:t> </a:t>
            </a:r>
            <a:r>
              <a:rPr sz="1400" dirty="0">
                <a:latin typeface="Corbel"/>
                <a:cs typeface="Corbel"/>
              </a:rPr>
              <a:t>can</a:t>
            </a:r>
            <a:r>
              <a:rPr sz="1400" spc="-40" dirty="0">
                <a:latin typeface="Corbel"/>
                <a:cs typeface="Corbel"/>
              </a:rPr>
              <a:t> </a:t>
            </a:r>
            <a:r>
              <a:rPr sz="1400" dirty="0">
                <a:latin typeface="Corbel"/>
                <a:cs typeface="Corbel"/>
              </a:rPr>
              <a:t>be</a:t>
            </a:r>
            <a:r>
              <a:rPr sz="1400" spc="-35" dirty="0">
                <a:latin typeface="Corbel"/>
                <a:cs typeface="Corbel"/>
              </a:rPr>
              <a:t> </a:t>
            </a:r>
            <a:r>
              <a:rPr sz="1400" dirty="0">
                <a:latin typeface="Corbel"/>
                <a:cs typeface="Corbel"/>
              </a:rPr>
              <a:t>purchased</a:t>
            </a:r>
            <a:r>
              <a:rPr sz="1400" spc="-45" dirty="0">
                <a:latin typeface="Corbel"/>
                <a:cs typeface="Corbel"/>
              </a:rPr>
              <a:t> </a:t>
            </a:r>
            <a:r>
              <a:rPr sz="1400" dirty="0">
                <a:latin typeface="Corbel"/>
                <a:cs typeface="Corbel"/>
              </a:rPr>
              <a:t>through</a:t>
            </a:r>
            <a:r>
              <a:rPr sz="1400" spc="-35" dirty="0">
                <a:latin typeface="Corbel"/>
                <a:cs typeface="Corbel"/>
              </a:rPr>
              <a:t> </a:t>
            </a:r>
            <a:r>
              <a:rPr sz="1400" dirty="0">
                <a:latin typeface="Corbel"/>
                <a:cs typeface="Corbel"/>
              </a:rPr>
              <a:t>the</a:t>
            </a:r>
            <a:r>
              <a:rPr sz="1400" spc="-40" dirty="0">
                <a:latin typeface="Corbel"/>
                <a:cs typeface="Corbel"/>
              </a:rPr>
              <a:t> </a:t>
            </a:r>
            <a:r>
              <a:rPr sz="1400" dirty="0">
                <a:latin typeface="Corbel"/>
                <a:cs typeface="Corbel"/>
              </a:rPr>
              <a:t>following</a:t>
            </a:r>
            <a:r>
              <a:rPr sz="1400" spc="-45" dirty="0">
                <a:latin typeface="Corbel"/>
                <a:cs typeface="Corbel"/>
              </a:rPr>
              <a:t> </a:t>
            </a:r>
            <a:r>
              <a:rPr sz="1400" spc="-10" dirty="0">
                <a:latin typeface="Corbel"/>
                <a:cs typeface="Corbel"/>
              </a:rPr>
              <a:t>methods:</a:t>
            </a:r>
            <a:endParaRPr sz="1400" dirty="0">
              <a:latin typeface="Corbel"/>
              <a:cs typeface="Corbel"/>
            </a:endParaRPr>
          </a:p>
          <a:p>
            <a:pPr marL="869315" lvl="1" indent="-399415">
              <a:lnSpc>
                <a:spcPct val="100000"/>
              </a:lnSpc>
              <a:spcBef>
                <a:spcPts val="910"/>
              </a:spcBef>
              <a:buAutoNum type="alphaLcParenR"/>
              <a:tabLst>
                <a:tab pos="869315" algn="l"/>
              </a:tabLst>
            </a:pPr>
            <a:r>
              <a:rPr sz="1400" dirty="0">
                <a:latin typeface="Corbel"/>
                <a:cs typeface="Corbel"/>
              </a:rPr>
              <a:t>Online</a:t>
            </a:r>
            <a:r>
              <a:rPr sz="1400" spc="-35" dirty="0">
                <a:latin typeface="Corbel"/>
                <a:cs typeface="Corbel"/>
              </a:rPr>
              <a:t> </a:t>
            </a:r>
            <a:r>
              <a:rPr sz="1400" spc="-10" dirty="0">
                <a:latin typeface="Corbel"/>
                <a:cs typeface="Corbel"/>
                <a:hlinkClick r:id="rId3"/>
              </a:rPr>
              <a:t>(</a:t>
            </a:r>
            <a:r>
              <a:rPr lang="en-SG" sz="1400" spc="-10" dirty="0">
                <a:latin typeface="Corbel"/>
                <a:cs typeface="Corbel"/>
                <a:hlinkClick r:id="rId3"/>
              </a:rPr>
              <a:t>https://caas.shop.singpost.com/</a:t>
            </a:r>
            <a:r>
              <a:rPr sz="1400" spc="-10" dirty="0">
                <a:latin typeface="Corbel"/>
                <a:cs typeface="Corbel"/>
                <a:hlinkClick r:id="rId3"/>
              </a:rPr>
              <a:t>;</a:t>
            </a:r>
            <a:r>
              <a:rPr sz="1400" spc="-30" dirty="0">
                <a:latin typeface="Corbel"/>
                <a:cs typeface="Corbel"/>
              </a:rPr>
              <a:t> </a:t>
            </a:r>
            <a:r>
              <a:rPr sz="1400" spc="-25" dirty="0">
                <a:latin typeface="Corbel"/>
                <a:cs typeface="Corbel"/>
              </a:rPr>
              <a:t>or</a:t>
            </a:r>
            <a:endParaRPr sz="1400" dirty="0">
              <a:latin typeface="Corbel"/>
              <a:cs typeface="Corbel"/>
            </a:endParaRPr>
          </a:p>
          <a:p>
            <a:pPr marL="869315" lvl="1" indent="-399415">
              <a:lnSpc>
                <a:spcPct val="100000"/>
              </a:lnSpc>
              <a:spcBef>
                <a:spcPts val="915"/>
              </a:spcBef>
              <a:buAutoNum type="alphaLcParenR"/>
              <a:tabLst>
                <a:tab pos="869315" algn="l"/>
              </a:tabLst>
            </a:pPr>
            <a:r>
              <a:rPr sz="1400" dirty="0">
                <a:latin typeface="Corbel"/>
                <a:cs typeface="Corbel"/>
              </a:rPr>
              <a:t>Over</a:t>
            </a:r>
            <a:r>
              <a:rPr sz="1400" spc="-25"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counter</a:t>
            </a:r>
            <a:r>
              <a:rPr sz="1400" spc="-25" dirty="0">
                <a:latin typeface="Corbel"/>
                <a:cs typeface="Corbel"/>
              </a:rPr>
              <a:t> </a:t>
            </a:r>
            <a:r>
              <a:rPr sz="1400" dirty="0">
                <a:latin typeface="Corbel"/>
                <a:cs typeface="Corbel"/>
              </a:rPr>
              <a:t>at</a:t>
            </a:r>
            <a:r>
              <a:rPr sz="1400" spc="-25" dirty="0">
                <a:latin typeface="Corbel"/>
                <a:cs typeface="Corbel"/>
              </a:rPr>
              <a:t> </a:t>
            </a:r>
            <a:r>
              <a:rPr sz="1400" spc="-10" dirty="0">
                <a:latin typeface="Corbel"/>
                <a:cs typeface="Corbel"/>
              </a:rPr>
              <a:t>designated</a:t>
            </a:r>
            <a:r>
              <a:rPr sz="1400" spc="-60" dirty="0">
                <a:latin typeface="Corbel"/>
                <a:cs typeface="Corbel"/>
              </a:rPr>
              <a:t> </a:t>
            </a:r>
            <a:r>
              <a:rPr sz="1400" spc="-10" dirty="0">
                <a:latin typeface="Corbel"/>
                <a:cs typeface="Corbel"/>
              </a:rPr>
              <a:t>SingPost</a:t>
            </a:r>
            <a:r>
              <a:rPr sz="1400" spc="-25" dirty="0">
                <a:latin typeface="Corbel"/>
                <a:cs typeface="Corbel"/>
              </a:rPr>
              <a:t> </a:t>
            </a:r>
            <a:r>
              <a:rPr sz="1400" dirty="0">
                <a:latin typeface="Corbel"/>
                <a:cs typeface="Corbel"/>
              </a:rPr>
              <a:t>post</a:t>
            </a:r>
            <a:r>
              <a:rPr sz="1400" spc="-25" dirty="0">
                <a:latin typeface="Corbel"/>
                <a:cs typeface="Corbel"/>
              </a:rPr>
              <a:t> </a:t>
            </a:r>
            <a:r>
              <a:rPr sz="1400" spc="-10" dirty="0">
                <a:latin typeface="Corbel"/>
                <a:cs typeface="Corbel"/>
              </a:rPr>
              <a:t>offices</a:t>
            </a:r>
            <a:r>
              <a:rPr lang="en-SG" sz="1400" spc="-10" dirty="0">
                <a:latin typeface="Corbel"/>
                <a:cs typeface="Corbel"/>
              </a:rPr>
              <a:t>. </a:t>
            </a:r>
            <a:r>
              <a:rPr lang="en-SG" sz="1400" spc="-10" dirty="0">
                <a:latin typeface="Corbel"/>
                <a:cs typeface="Corbel"/>
                <a:hlinkClick r:id="rId4"/>
              </a:rPr>
              <a:t>(https://www.singpost.com/more-services/applications-collections/civil-aviation-authority-Singapore</a:t>
            </a:r>
            <a:r>
              <a:rPr lang="en-SG" sz="1400" spc="-10" dirty="0">
                <a:latin typeface="Corbel"/>
                <a:cs typeface="Corbel"/>
              </a:rPr>
              <a:t>)</a:t>
            </a:r>
          </a:p>
        </p:txBody>
      </p:sp>
      <p:sp>
        <p:nvSpPr>
          <p:cNvPr id="13" name="TextBox 12">
            <a:extLst>
              <a:ext uri="{FF2B5EF4-FFF2-40B4-BE49-F238E27FC236}">
                <a16:creationId xmlns:a16="http://schemas.microsoft.com/office/drawing/2014/main" id="{EDCE147A-84AF-9657-1C03-D630B8EF277D}"/>
              </a:ext>
            </a:extLst>
          </p:cNvPr>
          <p:cNvSpPr txBox="1"/>
          <p:nvPr/>
        </p:nvSpPr>
        <p:spPr>
          <a:xfrm>
            <a:off x="1593528" y="3124200"/>
            <a:ext cx="10141271" cy="523220"/>
          </a:xfrm>
          <a:prstGeom prst="rect">
            <a:avLst/>
          </a:prstGeom>
          <a:noFill/>
        </p:spPr>
        <p:txBody>
          <a:bodyPr wrap="square">
            <a:spAutoFit/>
          </a:bodyPr>
          <a:lstStyle/>
          <a:p>
            <a:r>
              <a:rPr lang="en-GB" sz="1400" i="1" dirty="0">
                <a:latin typeface="Corbel"/>
              </a:rPr>
              <a:t>Note: For online purchases, it will take up to 5 working days for the delivery of the registration label. Delivery is only available within Singapore.</a:t>
            </a:r>
            <a:endParaRPr lang="en-SG" sz="1400" i="1" dirty="0">
              <a:latin typeface="Corbel"/>
            </a:endParaRPr>
          </a:p>
        </p:txBody>
      </p:sp>
      <p:pic>
        <p:nvPicPr>
          <p:cNvPr id="14" name="Picture 13">
            <a:extLst>
              <a:ext uri="{FF2B5EF4-FFF2-40B4-BE49-F238E27FC236}">
                <a16:creationId xmlns:a16="http://schemas.microsoft.com/office/drawing/2014/main" id="{FEB80DDC-3724-57FB-D3C9-680C6D376BE7}"/>
              </a:ext>
            </a:extLst>
          </p:cNvPr>
          <p:cNvPicPr>
            <a:picLocks noChangeAspect="1"/>
          </p:cNvPicPr>
          <p:nvPr/>
        </p:nvPicPr>
        <p:blipFill>
          <a:blip r:embed="rId5"/>
          <a:stretch>
            <a:fillRect/>
          </a:stretch>
        </p:blipFill>
        <p:spPr>
          <a:xfrm>
            <a:off x="1295400" y="3858171"/>
            <a:ext cx="5517693" cy="2672205"/>
          </a:xfrm>
          <a:prstGeom prst="rect">
            <a:avLst/>
          </a:prstGeom>
        </p:spPr>
      </p:pic>
      <p:pic>
        <p:nvPicPr>
          <p:cNvPr id="15" name="Picture 14">
            <a:extLst>
              <a:ext uri="{FF2B5EF4-FFF2-40B4-BE49-F238E27FC236}">
                <a16:creationId xmlns:a16="http://schemas.microsoft.com/office/drawing/2014/main" id="{2EC4A926-1D9B-A204-B780-5DAA5D320695}"/>
              </a:ext>
            </a:extLst>
          </p:cNvPr>
          <p:cNvPicPr>
            <a:picLocks noChangeAspect="1"/>
          </p:cNvPicPr>
          <p:nvPr/>
        </p:nvPicPr>
        <p:blipFill>
          <a:blip r:embed="rId6"/>
          <a:stretch>
            <a:fillRect/>
          </a:stretch>
        </p:blipFill>
        <p:spPr>
          <a:xfrm>
            <a:off x="8697943" y="3647420"/>
            <a:ext cx="2534251" cy="2882956"/>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88742155-C03E-6226-B3C1-186FF62699AF}"/>
              </a:ext>
            </a:extLst>
          </p:cNvPr>
          <p:cNvSpPr txBox="1">
            <a:spLocks noGrp="1"/>
          </p:cNvSpPr>
          <p:nvPr>
            <p:ph type="title"/>
          </p:nvPr>
        </p:nvSpPr>
        <p:spPr>
          <a:xfrm>
            <a:off x="1563049" y="372363"/>
            <a:ext cx="221170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Online</a:t>
            </a:r>
            <a:r>
              <a:rPr sz="1600" b="1" spc="-5" dirty="0">
                <a:latin typeface="Corbel"/>
                <a:cs typeface="Corbel"/>
              </a:rPr>
              <a:t> </a:t>
            </a:r>
            <a:r>
              <a:rPr sz="1600" b="1" spc="-10" dirty="0">
                <a:latin typeface="Corbel"/>
                <a:cs typeface="Corbel"/>
              </a:rPr>
              <a:t>registration</a:t>
            </a:r>
            <a:r>
              <a:rPr sz="1600" b="1" spc="-5" dirty="0">
                <a:latin typeface="Corbel"/>
                <a:cs typeface="Corbel"/>
              </a:rPr>
              <a:t> </a:t>
            </a:r>
            <a:r>
              <a:rPr sz="1600" b="1" dirty="0">
                <a:latin typeface="Corbel"/>
                <a:cs typeface="Corbel"/>
              </a:rPr>
              <a:t>of</a:t>
            </a:r>
            <a:r>
              <a:rPr sz="1600" b="1" spc="-55" dirty="0">
                <a:latin typeface="Corbel"/>
                <a:cs typeface="Corbel"/>
              </a:rPr>
              <a:t> </a:t>
            </a:r>
            <a:r>
              <a:rPr sz="1600" b="1" spc="-25" dirty="0">
                <a:latin typeface="Corbel"/>
                <a:cs typeface="Corbel"/>
              </a:rPr>
              <a:t>UA</a:t>
            </a:r>
            <a:endParaRPr sz="1600" dirty="0">
              <a:latin typeface="Corbel"/>
              <a:cs typeface="Corbel"/>
            </a:endParaRPr>
          </a:p>
        </p:txBody>
      </p:sp>
      <p:sp>
        <p:nvSpPr>
          <p:cNvPr id="8" name="object 3">
            <a:extLst>
              <a:ext uri="{FF2B5EF4-FFF2-40B4-BE49-F238E27FC236}">
                <a16:creationId xmlns:a16="http://schemas.microsoft.com/office/drawing/2014/main" id="{896DD08B-AA28-ACE7-4826-233DA5FD2DF3}"/>
              </a:ext>
            </a:extLst>
          </p:cNvPr>
          <p:cNvSpPr txBox="1"/>
          <p:nvPr/>
        </p:nvSpPr>
        <p:spPr>
          <a:xfrm>
            <a:off x="1563051" y="733044"/>
            <a:ext cx="9860280" cy="4830445"/>
          </a:xfrm>
          <a:prstGeom prst="rect">
            <a:avLst/>
          </a:prstGeom>
        </p:spPr>
        <p:txBody>
          <a:bodyPr vert="horz" wrap="square" lIns="0" tIns="9525" rIns="0" bIns="0" rtlCol="0">
            <a:spAutoFit/>
          </a:bodyPr>
          <a:lstStyle/>
          <a:p>
            <a:pPr marL="354965" marR="5080" indent="-342265">
              <a:lnSpc>
                <a:spcPct val="101400"/>
              </a:lnSpc>
              <a:spcBef>
                <a:spcPts val="75"/>
              </a:spcBef>
              <a:buAutoNum type="arabicPeriod"/>
              <a:tabLst>
                <a:tab pos="469900" algn="l"/>
              </a:tabLst>
            </a:pPr>
            <a:r>
              <a:rPr sz="1400" dirty="0">
                <a:latin typeface="Corbel"/>
                <a:cs typeface="Corbel"/>
              </a:rPr>
              <a:t>The</a:t>
            </a:r>
            <a:r>
              <a:rPr sz="1400" spc="80" dirty="0">
                <a:latin typeface="Corbel"/>
                <a:cs typeface="Corbel"/>
              </a:rPr>
              <a:t> </a:t>
            </a:r>
            <a:r>
              <a:rPr sz="1400" dirty="0">
                <a:latin typeface="Corbel"/>
                <a:cs typeface="Corbel"/>
              </a:rPr>
              <a:t>UA</a:t>
            </a:r>
            <a:r>
              <a:rPr sz="1400" spc="75" dirty="0">
                <a:latin typeface="Corbel"/>
                <a:cs typeface="Corbel"/>
              </a:rPr>
              <a:t> </a:t>
            </a:r>
            <a:r>
              <a:rPr sz="1400" dirty="0">
                <a:latin typeface="Corbel"/>
                <a:cs typeface="Corbel"/>
              </a:rPr>
              <a:t>registration</a:t>
            </a:r>
            <a:r>
              <a:rPr sz="1400" spc="75" dirty="0">
                <a:latin typeface="Corbel"/>
                <a:cs typeface="Corbel"/>
              </a:rPr>
              <a:t> </a:t>
            </a:r>
            <a:r>
              <a:rPr sz="1400" dirty="0">
                <a:latin typeface="Corbel"/>
                <a:cs typeface="Corbel"/>
              </a:rPr>
              <a:t>label</a:t>
            </a:r>
            <a:r>
              <a:rPr sz="1400" spc="75" dirty="0">
                <a:latin typeface="Corbel"/>
                <a:cs typeface="Corbel"/>
              </a:rPr>
              <a:t> </a:t>
            </a:r>
            <a:r>
              <a:rPr sz="1400" dirty="0">
                <a:latin typeface="Corbel"/>
                <a:cs typeface="Corbel"/>
              </a:rPr>
              <a:t>must</a:t>
            </a:r>
            <a:r>
              <a:rPr sz="1400" spc="75" dirty="0">
                <a:latin typeface="Corbel"/>
                <a:cs typeface="Corbel"/>
              </a:rPr>
              <a:t> </a:t>
            </a:r>
            <a:r>
              <a:rPr sz="1400" dirty="0">
                <a:latin typeface="Corbel"/>
                <a:cs typeface="Corbel"/>
              </a:rPr>
              <a:t>be</a:t>
            </a:r>
            <a:r>
              <a:rPr sz="1400" spc="80" dirty="0">
                <a:latin typeface="Corbel"/>
                <a:cs typeface="Corbel"/>
              </a:rPr>
              <a:t> </a:t>
            </a:r>
            <a:r>
              <a:rPr sz="1400" dirty="0">
                <a:latin typeface="Corbel"/>
                <a:cs typeface="Corbel"/>
              </a:rPr>
              <a:t>affixed</a:t>
            </a:r>
            <a:r>
              <a:rPr sz="1400" spc="80" dirty="0">
                <a:latin typeface="Corbel"/>
                <a:cs typeface="Corbel"/>
              </a:rPr>
              <a:t> </a:t>
            </a:r>
            <a:r>
              <a:rPr sz="1400" dirty="0">
                <a:latin typeface="Corbel"/>
                <a:cs typeface="Corbel"/>
              </a:rPr>
              <a:t>on</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outer</a:t>
            </a:r>
            <a:r>
              <a:rPr sz="1400" spc="80" dirty="0">
                <a:latin typeface="Corbel"/>
                <a:cs typeface="Corbel"/>
              </a:rPr>
              <a:t> </a:t>
            </a:r>
            <a:r>
              <a:rPr sz="1400" dirty="0">
                <a:latin typeface="Corbel"/>
                <a:cs typeface="Corbel"/>
              </a:rPr>
              <a:t>surface</a:t>
            </a:r>
            <a:r>
              <a:rPr sz="1400" spc="75" dirty="0">
                <a:latin typeface="Corbel"/>
                <a:cs typeface="Corbel"/>
              </a:rPr>
              <a:t> </a:t>
            </a:r>
            <a:r>
              <a:rPr sz="1400" dirty="0">
                <a:latin typeface="Corbel"/>
                <a:cs typeface="Corbel"/>
              </a:rPr>
              <a:t>of</a:t>
            </a:r>
            <a:r>
              <a:rPr sz="1400" spc="80" dirty="0">
                <a:latin typeface="Corbel"/>
                <a:cs typeface="Corbel"/>
              </a:rPr>
              <a:t> </a:t>
            </a:r>
            <a:r>
              <a:rPr sz="1400" dirty="0">
                <a:latin typeface="Corbel"/>
                <a:cs typeface="Corbel"/>
              </a:rPr>
              <a:t>a</a:t>
            </a:r>
            <a:r>
              <a:rPr sz="1400" spc="75" dirty="0">
                <a:latin typeface="Corbel"/>
                <a:cs typeface="Corbel"/>
              </a:rPr>
              <a:t> </a:t>
            </a:r>
            <a:r>
              <a:rPr sz="1400" spc="-10" dirty="0">
                <a:latin typeface="Corbel"/>
                <a:cs typeface="Corbel"/>
              </a:rPr>
              <a:t>non-</a:t>
            </a:r>
            <a:r>
              <a:rPr sz="1400" dirty="0">
                <a:latin typeface="Corbel"/>
                <a:cs typeface="Corbel"/>
              </a:rPr>
              <a:t>detachable</a:t>
            </a:r>
            <a:r>
              <a:rPr sz="1400" spc="80" dirty="0">
                <a:latin typeface="Corbel"/>
                <a:cs typeface="Corbel"/>
              </a:rPr>
              <a:t> </a:t>
            </a:r>
            <a:r>
              <a:rPr sz="1400" dirty="0">
                <a:latin typeface="Corbel"/>
                <a:cs typeface="Corbel"/>
              </a:rPr>
              <a:t>part</a:t>
            </a:r>
            <a:r>
              <a:rPr sz="1400" spc="80" dirty="0">
                <a:latin typeface="Corbel"/>
                <a:cs typeface="Corbel"/>
              </a:rPr>
              <a:t> </a:t>
            </a:r>
            <a:r>
              <a:rPr sz="1400" dirty="0">
                <a:latin typeface="Corbel"/>
                <a:cs typeface="Corbel"/>
              </a:rPr>
              <a:t>of</a:t>
            </a:r>
            <a:r>
              <a:rPr sz="1400" spc="80" dirty="0">
                <a:latin typeface="Corbel"/>
                <a:cs typeface="Corbel"/>
              </a:rPr>
              <a:t> </a:t>
            </a:r>
            <a:r>
              <a:rPr sz="1400" dirty="0">
                <a:latin typeface="Corbel"/>
                <a:cs typeface="Corbel"/>
              </a:rPr>
              <a:t>the</a:t>
            </a:r>
            <a:r>
              <a:rPr sz="1400" spc="80" dirty="0">
                <a:latin typeface="Corbel"/>
                <a:cs typeface="Corbel"/>
              </a:rPr>
              <a:t> </a:t>
            </a:r>
            <a:r>
              <a:rPr sz="1400" dirty="0">
                <a:latin typeface="Corbel"/>
                <a:cs typeface="Corbel"/>
              </a:rPr>
              <a:t>UA</a:t>
            </a:r>
            <a:r>
              <a:rPr sz="1400" spc="75" dirty="0">
                <a:latin typeface="Corbel"/>
                <a:cs typeface="Corbel"/>
              </a:rPr>
              <a:t> </a:t>
            </a:r>
            <a:r>
              <a:rPr sz="1400" dirty="0">
                <a:latin typeface="Corbel"/>
                <a:cs typeface="Corbel"/>
              </a:rPr>
              <a:t>(e.g.</a:t>
            </a:r>
            <a:r>
              <a:rPr sz="1400" spc="80" dirty="0">
                <a:latin typeface="Corbel"/>
                <a:cs typeface="Corbel"/>
              </a:rPr>
              <a:t> </a:t>
            </a:r>
            <a:r>
              <a:rPr sz="1400" dirty="0">
                <a:latin typeface="Corbel"/>
                <a:cs typeface="Corbel"/>
              </a:rPr>
              <a:t>top</a:t>
            </a:r>
            <a:r>
              <a:rPr sz="1400" spc="70" dirty="0">
                <a:latin typeface="Corbel"/>
                <a:cs typeface="Corbel"/>
              </a:rPr>
              <a:t> </a:t>
            </a:r>
            <a:r>
              <a:rPr sz="1400" dirty="0">
                <a:latin typeface="Corbel"/>
                <a:cs typeface="Corbel"/>
              </a:rPr>
              <a:t>surface</a:t>
            </a:r>
            <a:r>
              <a:rPr sz="1400" spc="75" dirty="0">
                <a:latin typeface="Corbel"/>
                <a:cs typeface="Corbel"/>
              </a:rPr>
              <a:t> </a:t>
            </a:r>
            <a:r>
              <a:rPr sz="1400" dirty="0">
                <a:latin typeface="Corbel"/>
                <a:cs typeface="Corbel"/>
              </a:rPr>
              <a:t>of</a:t>
            </a:r>
            <a:r>
              <a:rPr sz="1400" spc="85" dirty="0">
                <a:latin typeface="Corbel"/>
                <a:cs typeface="Corbel"/>
              </a:rPr>
              <a:t> </a:t>
            </a:r>
            <a:r>
              <a:rPr sz="1400" dirty="0">
                <a:latin typeface="Corbel"/>
                <a:cs typeface="Corbel"/>
              </a:rPr>
              <a:t>the</a:t>
            </a:r>
            <a:r>
              <a:rPr sz="1400" spc="80" dirty="0">
                <a:latin typeface="Corbel"/>
                <a:cs typeface="Corbel"/>
              </a:rPr>
              <a:t> </a:t>
            </a:r>
            <a:r>
              <a:rPr sz="1400" spc="-20" dirty="0">
                <a:latin typeface="Corbel"/>
                <a:cs typeface="Corbel"/>
              </a:rPr>
              <a:t>main 	</a:t>
            </a:r>
            <a:r>
              <a:rPr sz="1400" dirty="0">
                <a:latin typeface="Corbel"/>
                <a:cs typeface="Corbel"/>
              </a:rPr>
              <a:t>body)</a:t>
            </a:r>
            <a:r>
              <a:rPr sz="1400" spc="-45" dirty="0">
                <a:latin typeface="Corbel"/>
                <a:cs typeface="Corbel"/>
              </a:rPr>
              <a:t> </a:t>
            </a:r>
            <a:r>
              <a:rPr sz="1400" dirty="0">
                <a:latin typeface="Corbel"/>
                <a:cs typeface="Corbel"/>
              </a:rPr>
              <a:t>and</a:t>
            </a:r>
            <a:r>
              <a:rPr sz="1400" spc="-30" dirty="0">
                <a:latin typeface="Corbel"/>
                <a:cs typeface="Corbel"/>
              </a:rPr>
              <a:t> </a:t>
            </a:r>
            <a:r>
              <a:rPr sz="1400" dirty="0">
                <a:latin typeface="Corbel"/>
                <a:cs typeface="Corbel"/>
              </a:rPr>
              <a:t>be</a:t>
            </a:r>
            <a:r>
              <a:rPr sz="1400" spc="-35" dirty="0">
                <a:latin typeface="Corbel"/>
                <a:cs typeface="Corbel"/>
              </a:rPr>
              <a:t> </a:t>
            </a:r>
            <a:r>
              <a:rPr sz="1400" dirty="0">
                <a:latin typeface="Corbel"/>
                <a:cs typeface="Corbel"/>
              </a:rPr>
              <a:t>clearly</a:t>
            </a:r>
            <a:r>
              <a:rPr sz="1400" spc="-30" dirty="0">
                <a:latin typeface="Corbel"/>
                <a:cs typeface="Corbel"/>
              </a:rPr>
              <a:t> </a:t>
            </a:r>
            <a:r>
              <a:rPr sz="1400" spc="-10" dirty="0">
                <a:latin typeface="Corbel"/>
                <a:cs typeface="Corbel"/>
              </a:rPr>
              <a:t>visible.</a:t>
            </a:r>
            <a:r>
              <a:rPr sz="1400" spc="-10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registration</a:t>
            </a:r>
            <a:r>
              <a:rPr sz="1400" spc="-35" dirty="0">
                <a:latin typeface="Corbel"/>
                <a:cs typeface="Corbel"/>
              </a:rPr>
              <a:t> </a:t>
            </a:r>
            <a:r>
              <a:rPr sz="1400" dirty="0">
                <a:latin typeface="Corbel"/>
                <a:cs typeface="Corbel"/>
              </a:rPr>
              <a:t>label</a:t>
            </a:r>
            <a:r>
              <a:rPr sz="1400" spc="-35" dirty="0">
                <a:latin typeface="Corbel"/>
                <a:cs typeface="Corbel"/>
              </a:rPr>
              <a:t> </a:t>
            </a:r>
            <a:r>
              <a:rPr sz="1400" dirty="0">
                <a:latin typeface="Corbel"/>
                <a:cs typeface="Corbel"/>
              </a:rPr>
              <a:t>must</a:t>
            </a:r>
            <a:r>
              <a:rPr sz="1400" spc="-35" dirty="0">
                <a:latin typeface="Corbel"/>
                <a:cs typeface="Corbel"/>
              </a:rPr>
              <a:t> </a:t>
            </a:r>
            <a:r>
              <a:rPr sz="1400" dirty="0">
                <a:latin typeface="Corbel"/>
                <a:cs typeface="Corbel"/>
              </a:rPr>
              <a:t>not</a:t>
            </a:r>
            <a:r>
              <a:rPr sz="1400" spc="-30" dirty="0">
                <a:latin typeface="Corbel"/>
                <a:cs typeface="Corbel"/>
              </a:rPr>
              <a:t> </a:t>
            </a:r>
            <a:r>
              <a:rPr sz="1400" dirty="0">
                <a:latin typeface="Corbel"/>
                <a:cs typeface="Corbel"/>
              </a:rPr>
              <a:t>be</a:t>
            </a:r>
            <a:r>
              <a:rPr sz="1400" spc="-30" dirty="0">
                <a:latin typeface="Corbel"/>
                <a:cs typeface="Corbel"/>
              </a:rPr>
              <a:t> </a:t>
            </a:r>
            <a:r>
              <a:rPr sz="1400" dirty="0">
                <a:latin typeface="Corbel"/>
                <a:cs typeface="Corbel"/>
              </a:rPr>
              <a:t>pasted</a:t>
            </a:r>
            <a:r>
              <a:rPr sz="1400" spc="-30" dirty="0">
                <a:latin typeface="Corbel"/>
                <a:cs typeface="Corbel"/>
              </a:rPr>
              <a:t> </a:t>
            </a:r>
            <a:r>
              <a:rPr sz="1400" dirty="0">
                <a:latin typeface="Corbel"/>
                <a:cs typeface="Corbel"/>
              </a:rPr>
              <a:t>on</a:t>
            </a:r>
            <a:r>
              <a:rPr sz="1400" spc="-35" dirty="0">
                <a:latin typeface="Corbel"/>
                <a:cs typeface="Corbel"/>
              </a:rPr>
              <a:t> </a:t>
            </a:r>
            <a:r>
              <a:rPr sz="1400" dirty="0">
                <a:latin typeface="Corbel"/>
                <a:cs typeface="Corbel"/>
              </a:rPr>
              <a:t>places</a:t>
            </a:r>
            <a:r>
              <a:rPr sz="1400" spc="-35" dirty="0">
                <a:latin typeface="Corbel"/>
                <a:cs typeface="Corbel"/>
              </a:rPr>
              <a:t> </a:t>
            </a:r>
            <a:r>
              <a:rPr sz="1400" dirty="0">
                <a:latin typeface="Corbel"/>
                <a:cs typeface="Corbel"/>
              </a:rPr>
              <a:t>such</a:t>
            </a:r>
            <a:r>
              <a:rPr sz="1400" spc="-35" dirty="0">
                <a:latin typeface="Corbel"/>
                <a:cs typeface="Corbel"/>
              </a:rPr>
              <a:t> </a:t>
            </a:r>
            <a:r>
              <a:rPr sz="1400" dirty="0">
                <a:latin typeface="Corbel"/>
                <a:cs typeface="Corbel"/>
              </a:rPr>
              <a:t>as</a:t>
            </a:r>
            <a:r>
              <a:rPr sz="1400" spc="-35"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removable</a:t>
            </a:r>
            <a:r>
              <a:rPr sz="1400" spc="-30" dirty="0">
                <a:latin typeface="Corbel"/>
                <a:cs typeface="Corbel"/>
              </a:rPr>
              <a:t> </a:t>
            </a:r>
            <a:r>
              <a:rPr sz="1400" dirty="0">
                <a:latin typeface="Corbel"/>
                <a:cs typeface="Corbel"/>
              </a:rPr>
              <a:t>batteries</a:t>
            </a:r>
            <a:r>
              <a:rPr sz="1400" spc="-35" dirty="0">
                <a:latin typeface="Corbel"/>
                <a:cs typeface="Corbel"/>
              </a:rPr>
              <a:t> </a:t>
            </a:r>
            <a:r>
              <a:rPr sz="1400" dirty="0">
                <a:latin typeface="Corbel"/>
                <a:cs typeface="Corbel"/>
              </a:rPr>
              <a:t>or</a:t>
            </a:r>
            <a:r>
              <a:rPr sz="1400" spc="-30" dirty="0">
                <a:latin typeface="Corbel"/>
                <a:cs typeface="Corbel"/>
              </a:rPr>
              <a:t> </a:t>
            </a:r>
            <a:r>
              <a:rPr sz="1400" spc="-10" dirty="0">
                <a:latin typeface="Corbel"/>
                <a:cs typeface="Corbel"/>
              </a:rPr>
              <a:t>propellers.</a:t>
            </a:r>
            <a:endParaRPr sz="1400" dirty="0">
              <a:latin typeface="Corbel"/>
              <a:cs typeface="Corbel"/>
            </a:endParaRPr>
          </a:p>
          <a:p>
            <a:pPr marL="354965" marR="5080" indent="-342265">
              <a:lnSpc>
                <a:spcPct val="101400"/>
              </a:lnSpc>
              <a:spcBef>
                <a:spcPts val="890"/>
              </a:spcBef>
              <a:buAutoNum type="arabicPeriod"/>
              <a:tabLst>
                <a:tab pos="469900" algn="l"/>
              </a:tabLst>
            </a:pPr>
            <a:r>
              <a:rPr sz="1400" dirty="0">
                <a:latin typeface="Corbel"/>
                <a:cs typeface="Corbel"/>
              </a:rPr>
              <a:t>Once</a:t>
            </a:r>
            <a:r>
              <a:rPr sz="1400" spc="245" dirty="0">
                <a:latin typeface="Corbel"/>
                <a:cs typeface="Corbel"/>
              </a:rPr>
              <a:t> </a:t>
            </a:r>
            <a:r>
              <a:rPr sz="1400" dirty="0">
                <a:latin typeface="Corbel"/>
                <a:cs typeface="Corbel"/>
              </a:rPr>
              <a:t>the</a:t>
            </a:r>
            <a:r>
              <a:rPr sz="1400" spc="250" dirty="0">
                <a:latin typeface="Corbel"/>
                <a:cs typeface="Corbel"/>
              </a:rPr>
              <a:t> </a:t>
            </a:r>
            <a:r>
              <a:rPr sz="1400" dirty="0">
                <a:latin typeface="Corbel"/>
                <a:cs typeface="Corbel"/>
              </a:rPr>
              <a:t>UA</a:t>
            </a:r>
            <a:r>
              <a:rPr sz="1400" spc="240" dirty="0">
                <a:latin typeface="Corbel"/>
                <a:cs typeface="Corbel"/>
              </a:rPr>
              <a:t> </a:t>
            </a:r>
            <a:r>
              <a:rPr sz="1400" dirty="0">
                <a:latin typeface="Corbel"/>
                <a:cs typeface="Corbel"/>
              </a:rPr>
              <a:t>registration</a:t>
            </a:r>
            <a:r>
              <a:rPr sz="1400" spc="245" dirty="0">
                <a:latin typeface="Corbel"/>
                <a:cs typeface="Corbel"/>
              </a:rPr>
              <a:t> </a:t>
            </a:r>
            <a:r>
              <a:rPr sz="1400" dirty="0">
                <a:latin typeface="Corbel"/>
                <a:cs typeface="Corbel"/>
              </a:rPr>
              <a:t>label</a:t>
            </a:r>
            <a:r>
              <a:rPr sz="1400" spc="240" dirty="0">
                <a:latin typeface="Corbel"/>
                <a:cs typeface="Corbel"/>
              </a:rPr>
              <a:t> </a:t>
            </a:r>
            <a:r>
              <a:rPr sz="1400" dirty="0">
                <a:latin typeface="Corbel"/>
                <a:cs typeface="Corbel"/>
              </a:rPr>
              <a:t>is</a:t>
            </a:r>
            <a:r>
              <a:rPr sz="1400" spc="240" dirty="0">
                <a:latin typeface="Corbel"/>
                <a:cs typeface="Corbel"/>
              </a:rPr>
              <a:t> </a:t>
            </a:r>
            <a:r>
              <a:rPr sz="1400" dirty="0">
                <a:latin typeface="Corbel"/>
                <a:cs typeface="Corbel"/>
              </a:rPr>
              <a:t>affixed</a:t>
            </a:r>
            <a:r>
              <a:rPr sz="1400" spc="240" dirty="0">
                <a:latin typeface="Corbel"/>
                <a:cs typeface="Corbel"/>
              </a:rPr>
              <a:t> </a:t>
            </a:r>
            <a:r>
              <a:rPr sz="1400" dirty="0">
                <a:latin typeface="Corbel"/>
                <a:cs typeface="Corbel"/>
              </a:rPr>
              <a:t>on</a:t>
            </a:r>
            <a:r>
              <a:rPr sz="1400" spc="245" dirty="0">
                <a:latin typeface="Corbel"/>
                <a:cs typeface="Corbel"/>
              </a:rPr>
              <a:t> </a:t>
            </a:r>
            <a:r>
              <a:rPr sz="1400" dirty="0">
                <a:latin typeface="Corbel"/>
                <a:cs typeface="Corbel"/>
              </a:rPr>
              <a:t>the</a:t>
            </a:r>
            <a:r>
              <a:rPr sz="1400" spc="245" dirty="0">
                <a:latin typeface="Corbel"/>
                <a:cs typeface="Corbel"/>
              </a:rPr>
              <a:t> </a:t>
            </a:r>
            <a:r>
              <a:rPr sz="1400" dirty="0">
                <a:latin typeface="Corbel"/>
                <a:cs typeface="Corbel"/>
              </a:rPr>
              <a:t>UA,</a:t>
            </a:r>
            <a:r>
              <a:rPr sz="1400" spc="250" dirty="0">
                <a:latin typeface="Corbel"/>
                <a:cs typeface="Corbel"/>
              </a:rPr>
              <a:t> </a:t>
            </a:r>
            <a:r>
              <a:rPr sz="1400" dirty="0">
                <a:latin typeface="Corbel"/>
                <a:cs typeface="Corbel"/>
              </a:rPr>
              <a:t>the</a:t>
            </a:r>
            <a:r>
              <a:rPr sz="1400" spc="245" dirty="0">
                <a:latin typeface="Corbel"/>
                <a:cs typeface="Corbel"/>
              </a:rPr>
              <a:t> </a:t>
            </a:r>
            <a:r>
              <a:rPr sz="1400" dirty="0">
                <a:latin typeface="Corbel"/>
                <a:cs typeface="Corbel"/>
              </a:rPr>
              <a:t>registrant</a:t>
            </a:r>
            <a:r>
              <a:rPr sz="1400" spc="245" dirty="0">
                <a:latin typeface="Corbel"/>
                <a:cs typeface="Corbel"/>
              </a:rPr>
              <a:t> </a:t>
            </a:r>
            <a:r>
              <a:rPr sz="1400" dirty="0">
                <a:latin typeface="Corbel"/>
                <a:cs typeface="Corbel"/>
              </a:rPr>
              <a:t>must</a:t>
            </a:r>
            <a:r>
              <a:rPr sz="1400" spc="245" dirty="0">
                <a:latin typeface="Corbel"/>
                <a:cs typeface="Corbel"/>
              </a:rPr>
              <a:t> </a:t>
            </a:r>
            <a:r>
              <a:rPr sz="1400" dirty="0">
                <a:latin typeface="Corbel"/>
                <a:cs typeface="Corbel"/>
              </a:rPr>
              <a:t>complete</a:t>
            </a:r>
            <a:r>
              <a:rPr sz="1400" spc="245" dirty="0">
                <a:latin typeface="Corbel"/>
                <a:cs typeface="Corbel"/>
              </a:rPr>
              <a:t> </a:t>
            </a:r>
            <a:r>
              <a:rPr sz="1400" dirty="0">
                <a:latin typeface="Corbel"/>
                <a:cs typeface="Corbel"/>
              </a:rPr>
              <a:t>the</a:t>
            </a:r>
            <a:r>
              <a:rPr sz="1400" spc="245" dirty="0">
                <a:latin typeface="Corbel"/>
                <a:cs typeface="Corbel"/>
              </a:rPr>
              <a:t> </a:t>
            </a:r>
            <a:r>
              <a:rPr sz="1400" dirty="0">
                <a:latin typeface="Corbel"/>
                <a:cs typeface="Corbel"/>
              </a:rPr>
              <a:t>registration</a:t>
            </a:r>
            <a:r>
              <a:rPr sz="1400" spc="245" dirty="0">
                <a:latin typeface="Corbel"/>
                <a:cs typeface="Corbel"/>
              </a:rPr>
              <a:t> </a:t>
            </a:r>
            <a:r>
              <a:rPr sz="1400" dirty="0">
                <a:latin typeface="Corbel"/>
                <a:cs typeface="Corbel"/>
              </a:rPr>
              <a:t>at</a:t>
            </a:r>
            <a:r>
              <a:rPr sz="1400" spc="245" dirty="0">
                <a:latin typeface="Corbel"/>
                <a:cs typeface="Corbel"/>
              </a:rPr>
              <a:t> </a:t>
            </a:r>
            <a:r>
              <a:rPr sz="1400" dirty="0">
                <a:latin typeface="Corbel"/>
                <a:cs typeface="Corbel"/>
              </a:rPr>
              <a:t>the</a:t>
            </a:r>
            <a:r>
              <a:rPr sz="1400" spc="250" dirty="0">
                <a:latin typeface="Corbel"/>
                <a:cs typeface="Corbel"/>
              </a:rPr>
              <a:t> </a:t>
            </a:r>
            <a:r>
              <a:rPr sz="1400" dirty="0">
                <a:latin typeface="Corbel"/>
                <a:cs typeface="Corbel"/>
              </a:rPr>
              <a:t>online</a:t>
            </a:r>
            <a:r>
              <a:rPr sz="1400" spc="245" dirty="0">
                <a:latin typeface="Corbel"/>
                <a:cs typeface="Corbel"/>
              </a:rPr>
              <a:t> </a:t>
            </a:r>
            <a:r>
              <a:rPr sz="1400" dirty="0">
                <a:latin typeface="Corbel"/>
                <a:cs typeface="Corbel"/>
              </a:rPr>
              <a:t>UA</a:t>
            </a:r>
            <a:r>
              <a:rPr sz="1400" spc="245" dirty="0">
                <a:latin typeface="Corbel"/>
                <a:cs typeface="Corbel"/>
              </a:rPr>
              <a:t> </a:t>
            </a:r>
            <a:r>
              <a:rPr sz="1400" spc="-10" dirty="0">
                <a:latin typeface="Corbel"/>
                <a:cs typeface="Corbel"/>
              </a:rPr>
              <a:t>portal 	(https://esoms.caas.gov.sg/uaportal/index.html).</a:t>
            </a:r>
            <a:r>
              <a:rPr sz="1400" spc="-10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registrant</a:t>
            </a:r>
            <a:r>
              <a:rPr sz="1400" spc="-15" dirty="0">
                <a:latin typeface="Corbel"/>
                <a:cs typeface="Corbel"/>
              </a:rPr>
              <a:t> </a:t>
            </a:r>
            <a:r>
              <a:rPr sz="1400" dirty="0">
                <a:latin typeface="Corbel"/>
                <a:cs typeface="Corbel"/>
              </a:rPr>
              <a:t>will</a:t>
            </a:r>
            <a:r>
              <a:rPr sz="1400" spc="-25" dirty="0">
                <a:latin typeface="Corbel"/>
                <a:cs typeface="Corbel"/>
              </a:rPr>
              <a:t> </a:t>
            </a:r>
            <a:r>
              <a:rPr sz="1400" dirty="0">
                <a:latin typeface="Corbel"/>
                <a:cs typeface="Corbel"/>
              </a:rPr>
              <a:t>need</a:t>
            </a:r>
            <a:r>
              <a:rPr sz="1400" spc="-20" dirty="0">
                <a:latin typeface="Corbel"/>
                <a:cs typeface="Corbel"/>
              </a:rPr>
              <a:t> </a:t>
            </a:r>
            <a:r>
              <a:rPr sz="1400" dirty="0">
                <a:latin typeface="Corbel"/>
                <a:cs typeface="Corbel"/>
              </a:rPr>
              <a:t>to</a:t>
            </a:r>
            <a:r>
              <a:rPr sz="1400" spc="-20" dirty="0">
                <a:latin typeface="Corbel"/>
                <a:cs typeface="Corbel"/>
              </a:rPr>
              <a:t> </a:t>
            </a:r>
            <a:r>
              <a:rPr sz="1400" dirty="0">
                <a:latin typeface="Corbel"/>
                <a:cs typeface="Corbel"/>
              </a:rPr>
              <a:t>login</a:t>
            </a:r>
            <a:r>
              <a:rPr sz="1400" spc="-25" dirty="0">
                <a:latin typeface="Corbel"/>
                <a:cs typeface="Corbel"/>
              </a:rPr>
              <a:t> </a:t>
            </a:r>
            <a:r>
              <a:rPr sz="1400" dirty="0">
                <a:latin typeface="Corbel"/>
                <a:cs typeface="Corbel"/>
              </a:rPr>
              <a:t>via</a:t>
            </a:r>
            <a:r>
              <a:rPr sz="1400" spc="-15" dirty="0">
                <a:latin typeface="Corbel"/>
                <a:cs typeface="Corbel"/>
              </a:rPr>
              <a:t> </a:t>
            </a:r>
            <a:r>
              <a:rPr sz="1400" dirty="0">
                <a:latin typeface="Corbel"/>
                <a:cs typeface="Corbel"/>
              </a:rPr>
              <a:t>via</a:t>
            </a:r>
            <a:r>
              <a:rPr sz="1400" spc="-20" dirty="0">
                <a:latin typeface="Corbel"/>
                <a:cs typeface="Corbel"/>
              </a:rPr>
              <a:t> </a:t>
            </a:r>
            <a:r>
              <a:rPr sz="1400" dirty="0">
                <a:latin typeface="Corbel"/>
                <a:cs typeface="Corbel"/>
              </a:rPr>
              <a:t>the</a:t>
            </a:r>
            <a:r>
              <a:rPr sz="1400" spc="-15" dirty="0">
                <a:latin typeface="Corbel"/>
                <a:cs typeface="Corbel"/>
              </a:rPr>
              <a:t> </a:t>
            </a:r>
            <a:r>
              <a:rPr sz="1400" dirty="0">
                <a:latin typeface="Corbel"/>
                <a:cs typeface="Corbel"/>
              </a:rPr>
              <a:t>following</a:t>
            </a:r>
            <a:r>
              <a:rPr sz="1400" spc="-30" dirty="0">
                <a:latin typeface="Corbel"/>
                <a:cs typeface="Corbel"/>
              </a:rPr>
              <a:t> </a:t>
            </a:r>
            <a:r>
              <a:rPr sz="1400" spc="-10" dirty="0">
                <a:latin typeface="Corbel"/>
                <a:cs typeface="Corbel"/>
              </a:rPr>
              <a:t>accounts:</a:t>
            </a:r>
            <a:endParaRPr sz="1400" dirty="0">
              <a:latin typeface="Corbel"/>
              <a:cs typeface="Corbel"/>
            </a:endParaRPr>
          </a:p>
          <a:p>
            <a:pPr marL="869315" lvl="1" indent="-399415">
              <a:lnSpc>
                <a:spcPct val="100000"/>
              </a:lnSpc>
              <a:spcBef>
                <a:spcPts val="910"/>
              </a:spcBef>
              <a:buAutoNum type="alphaLcParenR"/>
              <a:tabLst>
                <a:tab pos="869315" algn="l"/>
              </a:tabLst>
            </a:pPr>
            <a:r>
              <a:rPr sz="1400" spc="-10" dirty="0">
                <a:latin typeface="Corbel"/>
                <a:cs typeface="Corbel"/>
              </a:rPr>
              <a:t>SingPass</a:t>
            </a:r>
            <a:r>
              <a:rPr sz="1400" spc="-70" dirty="0">
                <a:latin typeface="Corbel"/>
                <a:cs typeface="Corbel"/>
              </a:rPr>
              <a:t> </a:t>
            </a:r>
            <a:r>
              <a:rPr sz="1400" dirty="0">
                <a:latin typeface="Corbel"/>
                <a:cs typeface="Corbel"/>
              </a:rPr>
              <a:t>Account</a:t>
            </a:r>
            <a:r>
              <a:rPr sz="1400" spc="-40" dirty="0">
                <a:latin typeface="Corbel"/>
                <a:cs typeface="Corbel"/>
              </a:rPr>
              <a:t> </a:t>
            </a:r>
            <a:r>
              <a:rPr sz="1400" dirty="0">
                <a:latin typeface="Corbel"/>
                <a:cs typeface="Corbel"/>
              </a:rPr>
              <a:t>–</a:t>
            </a:r>
            <a:r>
              <a:rPr sz="1400" spc="-25" dirty="0">
                <a:latin typeface="Corbel"/>
                <a:cs typeface="Corbel"/>
              </a:rPr>
              <a:t> </a:t>
            </a:r>
            <a:r>
              <a:rPr sz="1400" dirty="0">
                <a:latin typeface="Corbel"/>
                <a:cs typeface="Corbel"/>
              </a:rPr>
              <a:t>when</a:t>
            </a:r>
            <a:r>
              <a:rPr sz="1400" spc="-25" dirty="0">
                <a:latin typeface="Corbel"/>
                <a:cs typeface="Corbel"/>
              </a:rPr>
              <a:t> </a:t>
            </a:r>
            <a:r>
              <a:rPr sz="1400" dirty="0">
                <a:latin typeface="Corbel"/>
                <a:cs typeface="Corbel"/>
              </a:rPr>
              <a:t>registering</a:t>
            </a:r>
            <a:r>
              <a:rPr sz="1400" spc="-35" dirty="0">
                <a:latin typeface="Corbel"/>
                <a:cs typeface="Corbel"/>
              </a:rPr>
              <a:t> </a:t>
            </a:r>
            <a:r>
              <a:rPr sz="1400" dirty="0">
                <a:latin typeface="Corbel"/>
                <a:cs typeface="Corbel"/>
              </a:rPr>
              <a:t>as</a:t>
            </a:r>
            <a:r>
              <a:rPr sz="1400" spc="-25" dirty="0">
                <a:latin typeface="Corbel"/>
                <a:cs typeface="Corbel"/>
              </a:rPr>
              <a:t> </a:t>
            </a:r>
            <a:r>
              <a:rPr sz="1400" dirty="0">
                <a:latin typeface="Corbel"/>
                <a:cs typeface="Corbel"/>
              </a:rPr>
              <a:t>an</a:t>
            </a:r>
            <a:r>
              <a:rPr sz="1400" spc="-30" dirty="0">
                <a:latin typeface="Corbel"/>
                <a:cs typeface="Corbel"/>
              </a:rPr>
              <a:t> </a:t>
            </a:r>
            <a:r>
              <a:rPr sz="1400" spc="-10" dirty="0">
                <a:latin typeface="Corbel"/>
                <a:cs typeface="Corbel"/>
              </a:rPr>
              <a:t>individual;</a:t>
            </a:r>
            <a:endParaRPr sz="1400" dirty="0">
              <a:latin typeface="Corbel"/>
              <a:cs typeface="Corbel"/>
            </a:endParaRPr>
          </a:p>
          <a:p>
            <a:pPr marL="869315" lvl="1" indent="-399415">
              <a:lnSpc>
                <a:spcPct val="100000"/>
              </a:lnSpc>
              <a:spcBef>
                <a:spcPts val="935"/>
              </a:spcBef>
              <a:buAutoNum type="alphaLcParenR"/>
              <a:tabLst>
                <a:tab pos="869315" algn="l"/>
              </a:tabLst>
            </a:pPr>
            <a:r>
              <a:rPr sz="1400" spc="-10" dirty="0">
                <a:latin typeface="Corbel"/>
                <a:cs typeface="Corbel"/>
              </a:rPr>
              <a:t>CorpPass</a:t>
            </a:r>
            <a:r>
              <a:rPr sz="1400" spc="-70" dirty="0">
                <a:latin typeface="Corbel"/>
                <a:cs typeface="Corbel"/>
              </a:rPr>
              <a:t> </a:t>
            </a:r>
            <a:r>
              <a:rPr sz="1400" dirty="0">
                <a:latin typeface="Corbel"/>
                <a:cs typeface="Corbel"/>
              </a:rPr>
              <a:t>Account</a:t>
            </a:r>
            <a:r>
              <a:rPr sz="1400" spc="-45" dirty="0">
                <a:latin typeface="Corbel"/>
                <a:cs typeface="Corbel"/>
              </a:rPr>
              <a:t> </a:t>
            </a:r>
            <a:r>
              <a:rPr sz="1400" dirty="0">
                <a:latin typeface="Corbel"/>
                <a:cs typeface="Corbel"/>
              </a:rPr>
              <a:t>–</a:t>
            </a:r>
            <a:r>
              <a:rPr sz="1400" spc="-30" dirty="0">
                <a:latin typeface="Corbel"/>
                <a:cs typeface="Corbel"/>
              </a:rPr>
              <a:t> </a:t>
            </a:r>
            <a:r>
              <a:rPr sz="1400" dirty="0">
                <a:latin typeface="Corbel"/>
                <a:cs typeface="Corbel"/>
              </a:rPr>
              <a:t>when</a:t>
            </a:r>
            <a:r>
              <a:rPr sz="1400" spc="-25" dirty="0">
                <a:latin typeface="Corbel"/>
                <a:cs typeface="Corbel"/>
              </a:rPr>
              <a:t> </a:t>
            </a:r>
            <a:r>
              <a:rPr sz="1400" dirty="0">
                <a:latin typeface="Corbel"/>
                <a:cs typeface="Corbel"/>
              </a:rPr>
              <a:t>registering</a:t>
            </a:r>
            <a:r>
              <a:rPr sz="1400" spc="-40" dirty="0">
                <a:latin typeface="Corbel"/>
                <a:cs typeface="Corbel"/>
              </a:rPr>
              <a:t> </a:t>
            </a:r>
            <a:r>
              <a:rPr sz="1400" dirty="0">
                <a:latin typeface="Corbel"/>
                <a:cs typeface="Corbel"/>
              </a:rPr>
              <a:t>on</a:t>
            </a:r>
            <a:r>
              <a:rPr sz="1400" spc="-30" dirty="0">
                <a:latin typeface="Corbel"/>
                <a:cs typeface="Corbel"/>
              </a:rPr>
              <a:t> </a:t>
            </a:r>
            <a:r>
              <a:rPr sz="1400" dirty="0">
                <a:latin typeface="Corbel"/>
                <a:cs typeface="Corbel"/>
              </a:rPr>
              <a:t>behalf</a:t>
            </a:r>
            <a:r>
              <a:rPr sz="1400" spc="-25" dirty="0">
                <a:latin typeface="Corbel"/>
                <a:cs typeface="Corbel"/>
              </a:rPr>
              <a:t> </a:t>
            </a:r>
            <a:r>
              <a:rPr sz="1400" dirty="0">
                <a:latin typeface="Corbel"/>
                <a:cs typeface="Corbel"/>
              </a:rPr>
              <a:t>of</a:t>
            </a:r>
            <a:r>
              <a:rPr sz="1400" spc="-25" dirty="0">
                <a:latin typeface="Corbel"/>
                <a:cs typeface="Corbel"/>
              </a:rPr>
              <a:t> </a:t>
            </a:r>
            <a:r>
              <a:rPr sz="1400" dirty="0">
                <a:latin typeface="Corbel"/>
                <a:cs typeface="Corbel"/>
              </a:rPr>
              <a:t>an</a:t>
            </a:r>
            <a:r>
              <a:rPr sz="1400" spc="-35" dirty="0">
                <a:latin typeface="Corbel"/>
                <a:cs typeface="Corbel"/>
              </a:rPr>
              <a:t> </a:t>
            </a:r>
            <a:r>
              <a:rPr sz="1400" spc="-10" dirty="0">
                <a:latin typeface="Corbel"/>
                <a:cs typeface="Corbel"/>
              </a:rPr>
              <a:t>organisation;</a:t>
            </a:r>
            <a:endParaRPr sz="1400" dirty="0">
              <a:latin typeface="Corbel"/>
              <a:cs typeface="Corbel"/>
            </a:endParaRPr>
          </a:p>
          <a:p>
            <a:pPr marL="869315" lvl="1" indent="-399415">
              <a:lnSpc>
                <a:spcPct val="100000"/>
              </a:lnSpc>
              <a:spcBef>
                <a:spcPts val="915"/>
              </a:spcBef>
              <a:buAutoNum type="alphaLcParenR"/>
              <a:tabLst>
                <a:tab pos="869315" algn="l"/>
              </a:tabLst>
            </a:pPr>
            <a:r>
              <a:rPr sz="1400" spc="-10" dirty="0">
                <a:latin typeface="Corbel"/>
                <a:cs typeface="Corbel"/>
              </a:rPr>
              <a:t>UAPass</a:t>
            </a:r>
            <a:r>
              <a:rPr sz="1400" spc="-70" dirty="0">
                <a:latin typeface="Corbel"/>
                <a:cs typeface="Corbel"/>
              </a:rPr>
              <a:t> </a:t>
            </a:r>
            <a:r>
              <a:rPr sz="1400" dirty="0">
                <a:latin typeface="Corbel"/>
                <a:cs typeface="Corbel"/>
              </a:rPr>
              <a:t>Account</a:t>
            </a:r>
            <a:r>
              <a:rPr sz="1400" spc="-15" dirty="0">
                <a:latin typeface="Corbel"/>
                <a:cs typeface="Corbel"/>
              </a:rPr>
              <a:t> </a:t>
            </a:r>
            <a:r>
              <a:rPr sz="1400" dirty="0">
                <a:latin typeface="Corbel"/>
                <a:cs typeface="Corbel"/>
              </a:rPr>
              <a:t>–</a:t>
            </a:r>
            <a:r>
              <a:rPr sz="1400" spc="-5" dirty="0">
                <a:latin typeface="Corbel"/>
                <a:cs typeface="Corbel"/>
              </a:rPr>
              <a:t> </a:t>
            </a:r>
            <a:r>
              <a:rPr sz="1400" dirty="0">
                <a:latin typeface="Corbel"/>
                <a:cs typeface="Corbel"/>
              </a:rPr>
              <a:t>for</a:t>
            </a:r>
            <a:r>
              <a:rPr sz="1400" spc="-5" dirty="0">
                <a:latin typeface="Corbel"/>
                <a:cs typeface="Corbel"/>
              </a:rPr>
              <a:t> </a:t>
            </a:r>
            <a:r>
              <a:rPr sz="1400" dirty="0">
                <a:latin typeface="Corbel"/>
                <a:cs typeface="Corbel"/>
              </a:rPr>
              <a:t>a</a:t>
            </a:r>
            <a:r>
              <a:rPr sz="1400" spc="-5" dirty="0">
                <a:latin typeface="Corbel"/>
                <a:cs typeface="Corbel"/>
              </a:rPr>
              <a:t> </a:t>
            </a:r>
            <a:r>
              <a:rPr sz="1400" dirty="0">
                <a:latin typeface="Corbel"/>
                <a:cs typeface="Corbel"/>
              </a:rPr>
              <a:t>person</a:t>
            </a:r>
            <a:r>
              <a:rPr sz="1400" spc="-15" dirty="0">
                <a:latin typeface="Corbel"/>
                <a:cs typeface="Corbel"/>
              </a:rPr>
              <a:t> </a:t>
            </a:r>
            <a:r>
              <a:rPr sz="1400" dirty="0">
                <a:latin typeface="Corbel"/>
                <a:cs typeface="Corbel"/>
              </a:rPr>
              <a:t>without</a:t>
            </a:r>
            <a:r>
              <a:rPr sz="1400" spc="-5" dirty="0">
                <a:latin typeface="Corbel"/>
                <a:cs typeface="Corbel"/>
              </a:rPr>
              <a:t> </a:t>
            </a:r>
            <a:r>
              <a:rPr sz="1400" dirty="0">
                <a:latin typeface="Corbel"/>
                <a:cs typeface="Corbel"/>
              </a:rPr>
              <a:t>a</a:t>
            </a:r>
            <a:r>
              <a:rPr sz="1400" spc="-10" dirty="0">
                <a:latin typeface="Corbel"/>
                <a:cs typeface="Corbel"/>
              </a:rPr>
              <a:t> valid</a:t>
            </a:r>
            <a:r>
              <a:rPr sz="1400" spc="-45" dirty="0">
                <a:latin typeface="Corbel"/>
                <a:cs typeface="Corbel"/>
              </a:rPr>
              <a:t> </a:t>
            </a:r>
            <a:r>
              <a:rPr sz="1400" spc="-10" dirty="0">
                <a:latin typeface="Corbel"/>
                <a:cs typeface="Corbel"/>
              </a:rPr>
              <a:t>SingPass/CorpPass</a:t>
            </a:r>
            <a:r>
              <a:rPr sz="1400" spc="-15" dirty="0">
                <a:latin typeface="Corbel"/>
                <a:cs typeface="Corbel"/>
              </a:rPr>
              <a:t> </a:t>
            </a:r>
            <a:r>
              <a:rPr sz="1400" spc="-10" dirty="0">
                <a:latin typeface="Corbel"/>
                <a:cs typeface="Corbel"/>
              </a:rPr>
              <a:t>account e.g</a:t>
            </a:r>
            <a:r>
              <a:rPr sz="1400" spc="-110" dirty="0">
                <a:latin typeface="Corbel"/>
                <a:cs typeface="Corbel"/>
              </a:rPr>
              <a:t> </a:t>
            </a:r>
            <a:r>
              <a:rPr sz="1400" spc="-10" dirty="0">
                <a:latin typeface="Corbel"/>
                <a:cs typeface="Corbel"/>
              </a:rPr>
              <a:t>Tourists.</a:t>
            </a:r>
            <a:endParaRPr sz="1400" dirty="0">
              <a:latin typeface="Corbel"/>
              <a:cs typeface="Corbel"/>
            </a:endParaRPr>
          </a:p>
          <a:p>
            <a:pPr marL="1212850" marR="5080" lvl="2" indent="-285750">
              <a:lnSpc>
                <a:spcPct val="103299"/>
              </a:lnSpc>
              <a:spcBef>
                <a:spcPts val="869"/>
              </a:spcBef>
              <a:buFont typeface="Arial MT"/>
              <a:buChar char="•"/>
              <a:tabLst>
                <a:tab pos="1212850" algn="l"/>
              </a:tabLst>
            </a:pPr>
            <a:r>
              <a:rPr sz="1200" i="1" dirty="0">
                <a:latin typeface="Corbel"/>
                <a:cs typeface="Corbel"/>
              </a:rPr>
              <a:t>Note:</a:t>
            </a:r>
            <a:r>
              <a:rPr sz="1200" i="1" spc="-10" dirty="0">
                <a:latin typeface="Corbel"/>
                <a:cs typeface="Corbel"/>
              </a:rPr>
              <a:t> </a:t>
            </a:r>
            <a:r>
              <a:rPr sz="1200" i="1" dirty="0">
                <a:latin typeface="Corbel"/>
                <a:cs typeface="Corbel"/>
              </a:rPr>
              <a:t>As</a:t>
            </a:r>
            <a:r>
              <a:rPr sz="1200" i="1" spc="-10" dirty="0">
                <a:latin typeface="Corbel"/>
                <a:cs typeface="Corbel"/>
              </a:rPr>
              <a:t> </a:t>
            </a:r>
            <a:r>
              <a:rPr sz="1200" i="1" dirty="0">
                <a:latin typeface="Corbel"/>
                <a:cs typeface="Corbel"/>
              </a:rPr>
              <a:t>the</a:t>
            </a:r>
            <a:r>
              <a:rPr sz="1200" i="1" spc="5" dirty="0">
                <a:latin typeface="Corbel"/>
                <a:cs typeface="Corbel"/>
              </a:rPr>
              <a:t> </a:t>
            </a:r>
            <a:r>
              <a:rPr sz="1200" i="1" dirty="0">
                <a:latin typeface="Corbel"/>
                <a:cs typeface="Corbel"/>
              </a:rPr>
              <a:t>creation of</a:t>
            </a:r>
            <a:r>
              <a:rPr sz="1200" i="1" spc="-5" dirty="0">
                <a:latin typeface="Corbel"/>
                <a:cs typeface="Corbel"/>
              </a:rPr>
              <a:t> </a:t>
            </a:r>
            <a:r>
              <a:rPr sz="1200" i="1" dirty="0">
                <a:latin typeface="Corbel"/>
                <a:cs typeface="Corbel"/>
              </a:rPr>
              <a:t>a</a:t>
            </a:r>
            <a:r>
              <a:rPr sz="1200" i="1" spc="5" dirty="0">
                <a:latin typeface="Corbel"/>
                <a:cs typeface="Corbel"/>
              </a:rPr>
              <a:t> </a:t>
            </a:r>
            <a:r>
              <a:rPr sz="1200" i="1" dirty="0">
                <a:latin typeface="Corbel"/>
                <a:cs typeface="Corbel"/>
              </a:rPr>
              <a:t>UAPass</a:t>
            </a:r>
            <a:r>
              <a:rPr sz="1200" i="1" spc="-5" dirty="0">
                <a:latin typeface="Corbel"/>
                <a:cs typeface="Corbel"/>
              </a:rPr>
              <a:t> </a:t>
            </a:r>
            <a:r>
              <a:rPr sz="1200" i="1" dirty="0">
                <a:latin typeface="Corbel"/>
                <a:cs typeface="Corbel"/>
              </a:rPr>
              <a:t>account</a:t>
            </a:r>
            <a:r>
              <a:rPr sz="1200" i="1" spc="-5" dirty="0">
                <a:latin typeface="Corbel"/>
                <a:cs typeface="Corbel"/>
              </a:rPr>
              <a:t> </a:t>
            </a:r>
            <a:r>
              <a:rPr sz="1200" i="1" dirty="0">
                <a:latin typeface="Corbel"/>
                <a:cs typeface="Corbel"/>
              </a:rPr>
              <a:t>will take</a:t>
            </a:r>
            <a:r>
              <a:rPr sz="1200" i="1" spc="-5" dirty="0">
                <a:latin typeface="Corbel"/>
                <a:cs typeface="Corbel"/>
              </a:rPr>
              <a:t> </a:t>
            </a:r>
            <a:r>
              <a:rPr sz="1200" i="1" dirty="0">
                <a:latin typeface="Corbel"/>
                <a:cs typeface="Corbel"/>
              </a:rPr>
              <a:t>3 to 5 working</a:t>
            </a:r>
            <a:r>
              <a:rPr sz="1200" i="1" spc="-5" dirty="0">
                <a:latin typeface="Corbel"/>
                <a:cs typeface="Corbel"/>
              </a:rPr>
              <a:t> </a:t>
            </a:r>
            <a:r>
              <a:rPr sz="1200" i="1" dirty="0">
                <a:latin typeface="Corbel"/>
                <a:cs typeface="Corbel"/>
              </a:rPr>
              <a:t>days to</a:t>
            </a:r>
            <a:r>
              <a:rPr sz="1200" i="1" spc="-5" dirty="0">
                <a:latin typeface="Corbel"/>
                <a:cs typeface="Corbel"/>
              </a:rPr>
              <a:t> </a:t>
            </a:r>
            <a:r>
              <a:rPr sz="1200" i="1" dirty="0">
                <a:latin typeface="Corbel"/>
                <a:cs typeface="Corbel"/>
              </a:rPr>
              <a:t>be approved,</a:t>
            </a:r>
            <a:r>
              <a:rPr sz="1200" i="1" spc="-5" dirty="0">
                <a:latin typeface="Corbel"/>
                <a:cs typeface="Corbel"/>
              </a:rPr>
              <a:t> </a:t>
            </a:r>
            <a:r>
              <a:rPr sz="1200" i="1" dirty="0">
                <a:latin typeface="Corbel"/>
                <a:cs typeface="Corbel"/>
              </a:rPr>
              <a:t>the registrant is</a:t>
            </a:r>
            <a:r>
              <a:rPr sz="1200" i="1" spc="-5" dirty="0">
                <a:latin typeface="Corbel"/>
                <a:cs typeface="Corbel"/>
              </a:rPr>
              <a:t> </a:t>
            </a:r>
            <a:r>
              <a:rPr sz="1200" i="1" dirty="0">
                <a:latin typeface="Corbel"/>
                <a:cs typeface="Corbel"/>
              </a:rPr>
              <a:t>advised</a:t>
            </a:r>
            <a:r>
              <a:rPr sz="1200" i="1" spc="-5" dirty="0">
                <a:latin typeface="Corbel"/>
                <a:cs typeface="Corbel"/>
              </a:rPr>
              <a:t> </a:t>
            </a:r>
            <a:r>
              <a:rPr sz="1200" i="1" dirty="0">
                <a:latin typeface="Corbel"/>
                <a:cs typeface="Corbel"/>
              </a:rPr>
              <a:t>to create his</a:t>
            </a:r>
            <a:r>
              <a:rPr sz="1200" i="1" spc="-5" dirty="0">
                <a:latin typeface="Corbel"/>
                <a:cs typeface="Corbel"/>
              </a:rPr>
              <a:t> </a:t>
            </a:r>
            <a:r>
              <a:rPr sz="1200" i="1" dirty="0">
                <a:latin typeface="Corbel"/>
                <a:cs typeface="Corbel"/>
              </a:rPr>
              <a:t>UAPass </a:t>
            </a:r>
            <a:r>
              <a:rPr sz="1200" i="1" spc="-10" dirty="0">
                <a:latin typeface="Corbel"/>
                <a:cs typeface="Corbel"/>
              </a:rPr>
              <a:t>account </a:t>
            </a:r>
            <a:r>
              <a:rPr sz="1200" i="1" dirty="0">
                <a:latin typeface="Corbel"/>
                <a:cs typeface="Corbel"/>
              </a:rPr>
              <a:t>prior to</a:t>
            </a:r>
            <a:r>
              <a:rPr sz="1200" i="1" spc="-5" dirty="0">
                <a:latin typeface="Corbel"/>
                <a:cs typeface="Corbel"/>
              </a:rPr>
              <a:t> </a:t>
            </a:r>
            <a:r>
              <a:rPr sz="1200" i="1" spc="-10" dirty="0">
                <a:latin typeface="Corbel"/>
                <a:cs typeface="Corbel"/>
              </a:rPr>
              <a:t>visiting</a:t>
            </a:r>
            <a:r>
              <a:rPr sz="1200" i="1" spc="-45" dirty="0">
                <a:latin typeface="Corbel"/>
                <a:cs typeface="Corbel"/>
              </a:rPr>
              <a:t> </a:t>
            </a:r>
            <a:r>
              <a:rPr sz="1200" i="1" spc="-10" dirty="0">
                <a:latin typeface="Corbel"/>
                <a:cs typeface="Corbel"/>
              </a:rPr>
              <a:t>Singapore.</a:t>
            </a:r>
            <a:endParaRPr sz="1200" dirty="0">
              <a:latin typeface="Corbel"/>
              <a:cs typeface="Corbel"/>
            </a:endParaRPr>
          </a:p>
          <a:p>
            <a:pPr marL="354965" indent="-342265">
              <a:lnSpc>
                <a:spcPct val="100000"/>
              </a:lnSpc>
              <a:spcBef>
                <a:spcPts val="880"/>
              </a:spcBef>
              <a:buAutoNum type="arabicPeriod" startAt="3"/>
              <a:tabLst>
                <a:tab pos="354965" algn="l"/>
              </a:tabLst>
            </a:pPr>
            <a:r>
              <a:rPr sz="1400" dirty="0">
                <a:latin typeface="Corbel"/>
                <a:cs typeface="Corbel"/>
              </a:rPr>
              <a:t>Upon</a:t>
            </a:r>
            <a:r>
              <a:rPr sz="1400" spc="-40" dirty="0">
                <a:latin typeface="Corbel"/>
                <a:cs typeface="Corbel"/>
              </a:rPr>
              <a:t> </a:t>
            </a:r>
            <a:r>
              <a:rPr sz="1400" dirty="0">
                <a:latin typeface="Corbel"/>
                <a:cs typeface="Corbel"/>
              </a:rPr>
              <a:t>logging</a:t>
            </a:r>
            <a:r>
              <a:rPr sz="1400" spc="-40" dirty="0">
                <a:latin typeface="Corbel"/>
                <a:cs typeface="Corbel"/>
              </a:rPr>
              <a:t> </a:t>
            </a:r>
            <a:r>
              <a:rPr sz="1400" dirty="0">
                <a:latin typeface="Corbel"/>
                <a:cs typeface="Corbel"/>
              </a:rPr>
              <a:t>in,</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registrant</a:t>
            </a:r>
            <a:r>
              <a:rPr sz="1400" spc="-30" dirty="0">
                <a:latin typeface="Corbel"/>
                <a:cs typeface="Corbel"/>
              </a:rPr>
              <a:t> </a:t>
            </a:r>
            <a:r>
              <a:rPr sz="1400" dirty="0">
                <a:latin typeface="Corbel"/>
                <a:cs typeface="Corbel"/>
              </a:rPr>
              <a:t>will</a:t>
            </a:r>
            <a:r>
              <a:rPr sz="1400" spc="-35" dirty="0">
                <a:latin typeface="Corbel"/>
                <a:cs typeface="Corbel"/>
              </a:rPr>
              <a:t> </a:t>
            </a:r>
            <a:r>
              <a:rPr sz="1400" dirty="0">
                <a:latin typeface="Corbel"/>
                <a:cs typeface="Corbel"/>
              </a:rPr>
              <a:t>need</a:t>
            </a:r>
            <a:r>
              <a:rPr sz="1400" spc="-35" dirty="0">
                <a:latin typeface="Corbel"/>
                <a:cs typeface="Corbel"/>
              </a:rPr>
              <a:t> </a:t>
            </a:r>
            <a:r>
              <a:rPr sz="1400" dirty="0">
                <a:latin typeface="Corbel"/>
                <a:cs typeface="Corbel"/>
              </a:rPr>
              <a:t>to</a:t>
            </a:r>
            <a:r>
              <a:rPr sz="1400" spc="-35" dirty="0">
                <a:latin typeface="Corbel"/>
                <a:cs typeface="Corbel"/>
              </a:rPr>
              <a:t> </a:t>
            </a:r>
            <a:r>
              <a:rPr sz="1400" dirty="0">
                <a:latin typeface="Corbel"/>
                <a:cs typeface="Corbel"/>
              </a:rPr>
              <a:t>submit</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following</a:t>
            </a:r>
            <a:r>
              <a:rPr sz="1400" spc="-45" dirty="0">
                <a:latin typeface="Corbel"/>
                <a:cs typeface="Corbel"/>
              </a:rPr>
              <a:t> </a:t>
            </a:r>
            <a:r>
              <a:rPr sz="1400" spc="-10" dirty="0">
                <a:latin typeface="Corbel"/>
                <a:cs typeface="Corbel"/>
              </a:rPr>
              <a:t>information:</a:t>
            </a:r>
            <a:endParaRPr sz="1400" dirty="0">
              <a:latin typeface="Corbel"/>
              <a:cs typeface="Corbel"/>
            </a:endParaRPr>
          </a:p>
          <a:p>
            <a:pPr marL="869950" marR="5080" lvl="1" indent="-400050">
              <a:lnSpc>
                <a:spcPct val="101400"/>
              </a:lnSpc>
              <a:spcBef>
                <a:spcPts val="890"/>
              </a:spcBef>
              <a:buAutoNum type="alphaLcParenR"/>
              <a:tabLst>
                <a:tab pos="869950" algn="l"/>
              </a:tabLst>
            </a:pPr>
            <a:r>
              <a:rPr sz="1400" dirty="0">
                <a:latin typeface="Corbel"/>
                <a:cs typeface="Corbel"/>
              </a:rPr>
              <a:t>Personal</a:t>
            </a:r>
            <a:r>
              <a:rPr sz="1400" spc="70" dirty="0">
                <a:latin typeface="Corbel"/>
                <a:cs typeface="Corbel"/>
              </a:rPr>
              <a:t> </a:t>
            </a:r>
            <a:r>
              <a:rPr sz="1400" dirty="0">
                <a:latin typeface="Corbel"/>
                <a:cs typeface="Corbel"/>
              </a:rPr>
              <a:t>Particulars</a:t>
            </a:r>
            <a:r>
              <a:rPr sz="1400" spc="65" dirty="0">
                <a:latin typeface="Corbel"/>
                <a:cs typeface="Corbel"/>
              </a:rPr>
              <a:t> </a:t>
            </a:r>
            <a:r>
              <a:rPr sz="1400" dirty="0">
                <a:latin typeface="Corbel"/>
                <a:cs typeface="Corbel"/>
              </a:rPr>
              <a:t>(only</a:t>
            </a:r>
            <a:r>
              <a:rPr sz="1400" spc="75" dirty="0">
                <a:latin typeface="Corbel"/>
                <a:cs typeface="Corbel"/>
              </a:rPr>
              <a:t> </a:t>
            </a:r>
            <a:r>
              <a:rPr sz="1400" dirty="0">
                <a:latin typeface="Corbel"/>
                <a:cs typeface="Corbel"/>
              </a:rPr>
              <a:t>for</a:t>
            </a:r>
            <a:r>
              <a:rPr sz="1400" spc="75" dirty="0">
                <a:latin typeface="Corbel"/>
                <a:cs typeface="Corbel"/>
              </a:rPr>
              <a:t> </a:t>
            </a:r>
            <a:r>
              <a:rPr sz="1400" dirty="0">
                <a:latin typeface="Corbel"/>
                <a:cs typeface="Corbel"/>
              </a:rPr>
              <a:t>registrants</a:t>
            </a:r>
            <a:r>
              <a:rPr sz="1400" spc="65" dirty="0">
                <a:latin typeface="Corbel"/>
                <a:cs typeface="Corbel"/>
              </a:rPr>
              <a:t> </a:t>
            </a:r>
            <a:r>
              <a:rPr sz="1400" dirty="0">
                <a:latin typeface="Corbel"/>
                <a:cs typeface="Corbel"/>
              </a:rPr>
              <a:t>logging</a:t>
            </a:r>
            <a:r>
              <a:rPr sz="1400" spc="70" dirty="0">
                <a:latin typeface="Corbel"/>
                <a:cs typeface="Corbel"/>
              </a:rPr>
              <a:t> </a:t>
            </a:r>
            <a:r>
              <a:rPr sz="1400" dirty="0">
                <a:latin typeface="Corbel"/>
                <a:cs typeface="Corbel"/>
              </a:rPr>
              <a:t>in</a:t>
            </a:r>
            <a:r>
              <a:rPr sz="1400" spc="70" dirty="0">
                <a:latin typeface="Corbel"/>
                <a:cs typeface="Corbel"/>
              </a:rPr>
              <a:t> </a:t>
            </a:r>
            <a:r>
              <a:rPr sz="1400" dirty="0">
                <a:latin typeface="Corbel"/>
                <a:cs typeface="Corbel"/>
              </a:rPr>
              <a:t>via</a:t>
            </a:r>
            <a:r>
              <a:rPr sz="1400" spc="70" dirty="0">
                <a:latin typeface="Corbel"/>
                <a:cs typeface="Corbel"/>
              </a:rPr>
              <a:t> </a:t>
            </a:r>
            <a:r>
              <a:rPr sz="1400" dirty="0">
                <a:latin typeface="Corbel"/>
                <a:cs typeface="Corbel"/>
              </a:rPr>
              <a:t>the</a:t>
            </a:r>
            <a:r>
              <a:rPr sz="1400" spc="70" dirty="0">
                <a:latin typeface="Corbel"/>
                <a:cs typeface="Corbel"/>
              </a:rPr>
              <a:t> </a:t>
            </a:r>
            <a:r>
              <a:rPr sz="1400" dirty="0">
                <a:latin typeface="Corbel"/>
                <a:cs typeface="Corbel"/>
              </a:rPr>
              <a:t>UAPass</a:t>
            </a:r>
            <a:r>
              <a:rPr sz="1400" spc="70" dirty="0">
                <a:latin typeface="Corbel"/>
                <a:cs typeface="Corbel"/>
              </a:rPr>
              <a:t> </a:t>
            </a:r>
            <a:r>
              <a:rPr sz="1400" dirty="0">
                <a:latin typeface="Corbel"/>
                <a:cs typeface="Corbel"/>
              </a:rPr>
              <a:t>account;</a:t>
            </a:r>
            <a:r>
              <a:rPr sz="1400" spc="75" dirty="0">
                <a:latin typeface="Corbel"/>
                <a:cs typeface="Corbel"/>
              </a:rPr>
              <a:t> </a:t>
            </a:r>
            <a:r>
              <a:rPr sz="1400" dirty="0">
                <a:latin typeface="Corbel"/>
                <a:cs typeface="Corbel"/>
              </a:rPr>
              <a:t>for</a:t>
            </a:r>
            <a:r>
              <a:rPr sz="1400" spc="80" dirty="0">
                <a:latin typeface="Corbel"/>
                <a:cs typeface="Corbel"/>
              </a:rPr>
              <a:t> </a:t>
            </a:r>
            <a:r>
              <a:rPr sz="1400" dirty="0">
                <a:latin typeface="Corbel"/>
                <a:cs typeface="Corbel"/>
              </a:rPr>
              <a:t>registrants</a:t>
            </a:r>
            <a:r>
              <a:rPr sz="1400" spc="70" dirty="0">
                <a:latin typeface="Corbel"/>
                <a:cs typeface="Corbel"/>
              </a:rPr>
              <a:t> </a:t>
            </a:r>
            <a:r>
              <a:rPr sz="1400" dirty="0">
                <a:latin typeface="Corbel"/>
                <a:cs typeface="Corbel"/>
              </a:rPr>
              <a:t>logging</a:t>
            </a:r>
            <a:r>
              <a:rPr sz="1400" spc="65" dirty="0">
                <a:latin typeface="Corbel"/>
                <a:cs typeface="Corbel"/>
              </a:rPr>
              <a:t> </a:t>
            </a:r>
            <a:r>
              <a:rPr sz="1400" dirty="0">
                <a:latin typeface="Corbel"/>
                <a:cs typeface="Corbel"/>
              </a:rPr>
              <a:t>in</a:t>
            </a:r>
            <a:r>
              <a:rPr sz="1400" spc="70" dirty="0">
                <a:latin typeface="Corbel"/>
                <a:cs typeface="Corbel"/>
              </a:rPr>
              <a:t> </a:t>
            </a:r>
            <a:r>
              <a:rPr sz="1400" dirty="0">
                <a:latin typeface="Corbel"/>
                <a:cs typeface="Corbel"/>
              </a:rPr>
              <a:t>via</a:t>
            </a:r>
            <a:r>
              <a:rPr sz="1400" spc="75" dirty="0">
                <a:latin typeface="Corbel"/>
                <a:cs typeface="Corbel"/>
              </a:rPr>
              <a:t> </a:t>
            </a:r>
            <a:r>
              <a:rPr sz="1400" dirty="0">
                <a:latin typeface="Corbel"/>
                <a:cs typeface="Corbel"/>
              </a:rPr>
              <a:t>the</a:t>
            </a:r>
            <a:r>
              <a:rPr sz="1400" spc="75" dirty="0">
                <a:latin typeface="Corbel"/>
                <a:cs typeface="Corbel"/>
              </a:rPr>
              <a:t> </a:t>
            </a:r>
            <a:r>
              <a:rPr sz="1400" dirty="0">
                <a:latin typeface="Corbel"/>
                <a:cs typeface="Corbel"/>
              </a:rPr>
              <a:t>SingPass</a:t>
            </a:r>
            <a:r>
              <a:rPr sz="1400" spc="70" dirty="0">
                <a:latin typeface="Corbel"/>
                <a:cs typeface="Corbel"/>
              </a:rPr>
              <a:t> </a:t>
            </a:r>
            <a:r>
              <a:rPr sz="1400" spc="-25" dirty="0">
                <a:latin typeface="Corbel"/>
                <a:cs typeface="Corbel"/>
              </a:rPr>
              <a:t>or </a:t>
            </a:r>
            <a:r>
              <a:rPr sz="1400" dirty="0">
                <a:latin typeface="Corbel"/>
                <a:cs typeface="Corbel"/>
              </a:rPr>
              <a:t>CorpPass,</a:t>
            </a:r>
            <a:r>
              <a:rPr sz="1400" spc="-35" dirty="0">
                <a:latin typeface="Corbel"/>
                <a:cs typeface="Corbel"/>
              </a:rPr>
              <a:t> </a:t>
            </a:r>
            <a:r>
              <a:rPr sz="1400" dirty="0">
                <a:latin typeface="Corbel"/>
                <a:cs typeface="Corbel"/>
              </a:rPr>
              <a:t>only</a:t>
            </a:r>
            <a:r>
              <a:rPr sz="1400" spc="-40" dirty="0">
                <a:latin typeface="Corbel"/>
                <a:cs typeface="Corbel"/>
              </a:rPr>
              <a:t> </a:t>
            </a:r>
            <a:r>
              <a:rPr sz="1400" dirty="0">
                <a:latin typeface="Corbel"/>
                <a:cs typeface="Corbel"/>
              </a:rPr>
              <a:t>the</a:t>
            </a:r>
            <a:r>
              <a:rPr sz="1400" spc="-40" dirty="0">
                <a:latin typeface="Corbel"/>
                <a:cs typeface="Corbel"/>
              </a:rPr>
              <a:t> </a:t>
            </a:r>
            <a:r>
              <a:rPr sz="1400" dirty="0">
                <a:latin typeface="Corbel"/>
                <a:cs typeface="Corbel"/>
              </a:rPr>
              <a:t>email</a:t>
            </a:r>
            <a:r>
              <a:rPr sz="1400" spc="-40" dirty="0">
                <a:latin typeface="Corbel"/>
                <a:cs typeface="Corbel"/>
              </a:rPr>
              <a:t> </a:t>
            </a:r>
            <a:r>
              <a:rPr sz="1400" dirty="0">
                <a:latin typeface="Corbel"/>
                <a:cs typeface="Corbel"/>
              </a:rPr>
              <a:t>address</a:t>
            </a:r>
            <a:r>
              <a:rPr sz="1400" spc="-45" dirty="0">
                <a:latin typeface="Corbel"/>
                <a:cs typeface="Corbel"/>
              </a:rPr>
              <a:t> </a:t>
            </a:r>
            <a:r>
              <a:rPr sz="1400" dirty="0">
                <a:latin typeface="Corbel"/>
                <a:cs typeface="Corbel"/>
              </a:rPr>
              <a:t>will</a:t>
            </a:r>
            <a:r>
              <a:rPr sz="1400" spc="-45" dirty="0">
                <a:latin typeface="Corbel"/>
                <a:cs typeface="Corbel"/>
              </a:rPr>
              <a:t> </a:t>
            </a:r>
            <a:r>
              <a:rPr sz="1400" spc="-10" dirty="0">
                <a:latin typeface="Corbel"/>
                <a:cs typeface="Corbel"/>
              </a:rPr>
              <a:t>suffice.);</a:t>
            </a:r>
            <a:endParaRPr sz="1400" dirty="0">
              <a:latin typeface="Corbel"/>
              <a:cs typeface="Corbel"/>
            </a:endParaRPr>
          </a:p>
          <a:p>
            <a:pPr marL="869315" lvl="1" indent="-399415">
              <a:lnSpc>
                <a:spcPct val="100000"/>
              </a:lnSpc>
              <a:spcBef>
                <a:spcPts val="910"/>
              </a:spcBef>
              <a:buAutoNum type="alphaLcParenR"/>
              <a:tabLst>
                <a:tab pos="869315" algn="l"/>
              </a:tabLst>
            </a:pPr>
            <a:r>
              <a:rPr sz="1400" dirty="0">
                <a:latin typeface="Corbel"/>
                <a:cs typeface="Corbel"/>
              </a:rPr>
              <a:t>Information</a:t>
            </a:r>
            <a:r>
              <a:rPr sz="1400" spc="-55" dirty="0">
                <a:latin typeface="Corbel"/>
                <a:cs typeface="Corbel"/>
              </a:rPr>
              <a:t> </a:t>
            </a:r>
            <a:r>
              <a:rPr sz="1400" dirty="0">
                <a:latin typeface="Corbel"/>
                <a:cs typeface="Corbel"/>
              </a:rPr>
              <a:t>about</a:t>
            </a:r>
            <a:r>
              <a:rPr sz="1400" spc="-35" dirty="0">
                <a:latin typeface="Corbel"/>
                <a:cs typeface="Corbel"/>
              </a:rPr>
              <a:t> </a:t>
            </a:r>
            <a:r>
              <a:rPr sz="1400" dirty="0">
                <a:latin typeface="Corbel"/>
                <a:cs typeface="Corbel"/>
              </a:rPr>
              <a:t>the</a:t>
            </a:r>
            <a:r>
              <a:rPr sz="1400" spc="-65" dirty="0">
                <a:latin typeface="Corbel"/>
                <a:cs typeface="Corbel"/>
              </a:rPr>
              <a:t> </a:t>
            </a:r>
            <a:r>
              <a:rPr sz="1400" dirty="0">
                <a:latin typeface="Corbel"/>
                <a:cs typeface="Corbel"/>
              </a:rPr>
              <a:t>UA</a:t>
            </a:r>
            <a:r>
              <a:rPr sz="1400" spc="-35" dirty="0">
                <a:latin typeface="Corbel"/>
                <a:cs typeface="Corbel"/>
              </a:rPr>
              <a:t> </a:t>
            </a:r>
            <a:r>
              <a:rPr sz="1400" dirty="0">
                <a:latin typeface="Corbel"/>
                <a:cs typeface="Corbel"/>
              </a:rPr>
              <a:t>(Brand,</a:t>
            </a:r>
            <a:r>
              <a:rPr sz="1400" spc="-25" dirty="0">
                <a:latin typeface="Corbel"/>
                <a:cs typeface="Corbel"/>
              </a:rPr>
              <a:t> </a:t>
            </a:r>
            <a:r>
              <a:rPr sz="1400" spc="-10" dirty="0">
                <a:latin typeface="Corbel"/>
                <a:cs typeface="Corbel"/>
              </a:rPr>
              <a:t>Model,</a:t>
            </a:r>
            <a:r>
              <a:rPr sz="1400" spc="-75" dirty="0">
                <a:latin typeface="Corbel"/>
                <a:cs typeface="Corbel"/>
              </a:rPr>
              <a:t> </a:t>
            </a:r>
            <a:r>
              <a:rPr sz="1400" spc="-10" dirty="0">
                <a:latin typeface="Corbel"/>
                <a:cs typeface="Corbel"/>
              </a:rPr>
              <a:t>Weight,</a:t>
            </a:r>
            <a:r>
              <a:rPr sz="1400" spc="-30" dirty="0">
                <a:latin typeface="Corbel"/>
                <a:cs typeface="Corbel"/>
              </a:rPr>
              <a:t> </a:t>
            </a:r>
            <a:r>
              <a:rPr sz="1400" spc="-10" dirty="0">
                <a:latin typeface="Corbel"/>
                <a:cs typeface="Corbel"/>
              </a:rPr>
              <a:t>Frequency,</a:t>
            </a:r>
            <a:r>
              <a:rPr sz="1400" spc="-60" dirty="0">
                <a:latin typeface="Corbel"/>
                <a:cs typeface="Corbel"/>
              </a:rPr>
              <a:t> </a:t>
            </a:r>
            <a:r>
              <a:rPr sz="1400" dirty="0">
                <a:latin typeface="Corbel"/>
                <a:cs typeface="Corbel"/>
              </a:rPr>
              <a:t>Serial</a:t>
            </a:r>
            <a:r>
              <a:rPr sz="1400" spc="-30" dirty="0">
                <a:latin typeface="Corbel"/>
                <a:cs typeface="Corbel"/>
              </a:rPr>
              <a:t> </a:t>
            </a:r>
            <a:r>
              <a:rPr sz="1400" spc="-20" dirty="0">
                <a:latin typeface="Corbel"/>
                <a:cs typeface="Corbel"/>
              </a:rPr>
              <a:t>No);</a:t>
            </a:r>
            <a:endParaRPr sz="1400" dirty="0">
              <a:latin typeface="Corbel"/>
              <a:cs typeface="Corbel"/>
            </a:endParaRPr>
          </a:p>
          <a:p>
            <a:pPr marL="869315" lvl="1" indent="-399415">
              <a:lnSpc>
                <a:spcPct val="100000"/>
              </a:lnSpc>
              <a:spcBef>
                <a:spcPts val="915"/>
              </a:spcBef>
              <a:buAutoNum type="alphaLcParenR"/>
              <a:tabLst>
                <a:tab pos="869315" algn="l"/>
              </a:tabLst>
            </a:pPr>
            <a:r>
              <a:rPr sz="1400" dirty="0">
                <a:latin typeface="Corbel"/>
                <a:cs typeface="Corbel"/>
              </a:rPr>
              <a:t>Photograph</a:t>
            </a:r>
            <a:r>
              <a:rPr sz="1400" spc="-35" dirty="0">
                <a:latin typeface="Corbel"/>
                <a:cs typeface="Corbel"/>
              </a:rPr>
              <a:t> </a:t>
            </a:r>
            <a:r>
              <a:rPr sz="1400" dirty="0">
                <a:latin typeface="Corbel"/>
                <a:cs typeface="Corbel"/>
              </a:rPr>
              <a:t>of</a:t>
            </a:r>
            <a:r>
              <a:rPr sz="1400" spc="-35" dirty="0">
                <a:latin typeface="Corbel"/>
                <a:cs typeface="Corbel"/>
              </a:rPr>
              <a:t> </a:t>
            </a:r>
            <a:r>
              <a:rPr sz="1400" dirty="0">
                <a:latin typeface="Corbel"/>
                <a:cs typeface="Corbel"/>
              </a:rPr>
              <a:t>the</a:t>
            </a:r>
            <a:r>
              <a:rPr sz="1400" spc="-70" dirty="0">
                <a:latin typeface="Corbel"/>
                <a:cs typeface="Corbel"/>
              </a:rPr>
              <a:t> </a:t>
            </a:r>
            <a:r>
              <a:rPr sz="1400" dirty="0">
                <a:latin typeface="Corbel"/>
                <a:cs typeface="Corbel"/>
              </a:rPr>
              <a:t>UA</a:t>
            </a:r>
            <a:r>
              <a:rPr sz="1400" spc="-40" dirty="0">
                <a:latin typeface="Corbel"/>
                <a:cs typeface="Corbel"/>
              </a:rPr>
              <a:t> </a:t>
            </a:r>
            <a:r>
              <a:rPr sz="1400" dirty="0">
                <a:latin typeface="Corbel"/>
                <a:cs typeface="Corbel"/>
              </a:rPr>
              <a:t>affixed</a:t>
            </a:r>
            <a:r>
              <a:rPr sz="1400" spc="-35" dirty="0">
                <a:latin typeface="Corbel"/>
                <a:cs typeface="Corbel"/>
              </a:rPr>
              <a:t> </a:t>
            </a:r>
            <a:r>
              <a:rPr sz="1400" dirty="0">
                <a:latin typeface="Corbel"/>
                <a:cs typeface="Corbel"/>
              </a:rPr>
              <a:t>with</a:t>
            </a:r>
            <a:r>
              <a:rPr sz="1400" spc="-4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registration</a:t>
            </a:r>
            <a:r>
              <a:rPr sz="1400" spc="-40" dirty="0">
                <a:latin typeface="Corbel"/>
                <a:cs typeface="Corbel"/>
              </a:rPr>
              <a:t> </a:t>
            </a:r>
            <a:r>
              <a:rPr sz="1400" dirty="0">
                <a:latin typeface="Corbel"/>
                <a:cs typeface="Corbel"/>
              </a:rPr>
              <a:t>label;</a:t>
            </a:r>
            <a:r>
              <a:rPr sz="1400" spc="-35" dirty="0">
                <a:latin typeface="Corbel"/>
                <a:cs typeface="Corbel"/>
              </a:rPr>
              <a:t> </a:t>
            </a:r>
            <a:r>
              <a:rPr sz="1400" spc="-25" dirty="0">
                <a:latin typeface="Corbel"/>
                <a:cs typeface="Corbel"/>
              </a:rPr>
              <a:t>and</a:t>
            </a:r>
            <a:endParaRPr sz="1400" dirty="0">
              <a:latin typeface="Corbel"/>
              <a:cs typeface="Corbel"/>
            </a:endParaRPr>
          </a:p>
          <a:p>
            <a:pPr marL="869315" lvl="1" indent="-399415">
              <a:lnSpc>
                <a:spcPct val="100000"/>
              </a:lnSpc>
              <a:spcBef>
                <a:spcPts val="1030"/>
              </a:spcBef>
              <a:buAutoNum type="alphaLcParenR"/>
              <a:tabLst>
                <a:tab pos="869315" algn="l"/>
              </a:tabLst>
            </a:pPr>
            <a:r>
              <a:rPr sz="1400" dirty="0">
                <a:latin typeface="Corbel"/>
                <a:cs typeface="Corbel"/>
              </a:rPr>
              <a:t>Unique</a:t>
            </a:r>
            <a:r>
              <a:rPr sz="1400" spc="-30" dirty="0">
                <a:latin typeface="Corbel"/>
                <a:cs typeface="Corbel"/>
              </a:rPr>
              <a:t> </a:t>
            </a:r>
            <a:r>
              <a:rPr sz="1400" spc="-10" dirty="0">
                <a:latin typeface="Corbel"/>
                <a:cs typeface="Corbel"/>
              </a:rPr>
              <a:t>identification</a:t>
            </a:r>
            <a:r>
              <a:rPr sz="1400" spc="-30" dirty="0">
                <a:latin typeface="Corbel"/>
                <a:cs typeface="Corbel"/>
              </a:rPr>
              <a:t> </a:t>
            </a:r>
            <a:r>
              <a:rPr sz="1400" dirty="0">
                <a:latin typeface="Corbel"/>
                <a:cs typeface="Corbel"/>
              </a:rPr>
              <a:t>number</a:t>
            </a:r>
            <a:r>
              <a:rPr sz="1400" spc="-25" dirty="0">
                <a:latin typeface="Corbel"/>
                <a:cs typeface="Corbel"/>
              </a:rPr>
              <a:t> </a:t>
            </a:r>
            <a:r>
              <a:rPr sz="1400" dirty="0">
                <a:latin typeface="Corbel"/>
                <a:cs typeface="Corbel"/>
              </a:rPr>
              <a:t>listed</a:t>
            </a:r>
            <a:r>
              <a:rPr sz="1400" spc="-25" dirty="0">
                <a:latin typeface="Corbel"/>
                <a:cs typeface="Corbel"/>
              </a:rPr>
              <a:t> </a:t>
            </a:r>
            <a:r>
              <a:rPr sz="1400" dirty="0">
                <a:latin typeface="Corbel"/>
                <a:cs typeface="Corbel"/>
              </a:rPr>
              <a:t>on</a:t>
            </a:r>
            <a:r>
              <a:rPr sz="1400" spc="-30" dirty="0">
                <a:latin typeface="Corbel"/>
                <a:cs typeface="Corbel"/>
              </a:rPr>
              <a:t> </a:t>
            </a:r>
            <a:r>
              <a:rPr sz="1400" dirty="0">
                <a:latin typeface="Corbel"/>
                <a:cs typeface="Corbel"/>
              </a:rPr>
              <a:t>the</a:t>
            </a:r>
            <a:r>
              <a:rPr sz="1400" spc="-25" dirty="0">
                <a:latin typeface="Corbel"/>
                <a:cs typeface="Corbel"/>
              </a:rPr>
              <a:t> </a:t>
            </a:r>
            <a:r>
              <a:rPr sz="1400" dirty="0">
                <a:latin typeface="Corbel"/>
                <a:cs typeface="Corbel"/>
              </a:rPr>
              <a:t>registration</a:t>
            </a:r>
            <a:r>
              <a:rPr sz="1400" spc="-30" dirty="0">
                <a:latin typeface="Corbel"/>
                <a:cs typeface="Corbel"/>
              </a:rPr>
              <a:t> </a:t>
            </a:r>
            <a:r>
              <a:rPr sz="1400" spc="-10" dirty="0">
                <a:latin typeface="Corbel"/>
                <a:cs typeface="Corbel"/>
              </a:rPr>
              <a:t>label.</a:t>
            </a:r>
            <a:endParaRPr sz="1400" dirty="0">
              <a:latin typeface="Corbel"/>
              <a:cs typeface="Corbel"/>
            </a:endParaRPr>
          </a:p>
          <a:p>
            <a:pPr marL="1212850" marR="5080" lvl="2" indent="-285750">
              <a:lnSpc>
                <a:spcPct val="103299"/>
              </a:lnSpc>
              <a:spcBef>
                <a:spcPts val="775"/>
              </a:spcBef>
              <a:buFont typeface="Arial MT"/>
              <a:buChar char="•"/>
              <a:tabLst>
                <a:tab pos="1212850" algn="l"/>
              </a:tabLst>
            </a:pPr>
            <a:r>
              <a:rPr sz="1200" i="1" dirty="0">
                <a:latin typeface="Corbel"/>
                <a:cs typeface="Corbel"/>
              </a:rPr>
              <a:t>Note:</a:t>
            </a:r>
            <a:r>
              <a:rPr sz="1200" i="1" spc="55" dirty="0">
                <a:latin typeface="Corbel"/>
                <a:cs typeface="Corbel"/>
              </a:rPr>
              <a:t> </a:t>
            </a:r>
            <a:r>
              <a:rPr sz="1200" i="1" dirty="0">
                <a:latin typeface="Corbel"/>
                <a:cs typeface="Corbel"/>
              </a:rPr>
              <a:t>Please</a:t>
            </a:r>
            <a:r>
              <a:rPr sz="1200" i="1" spc="65" dirty="0">
                <a:latin typeface="Corbel"/>
                <a:cs typeface="Corbel"/>
              </a:rPr>
              <a:t> </a:t>
            </a:r>
            <a:r>
              <a:rPr sz="1200" i="1" dirty="0">
                <a:latin typeface="Corbel"/>
                <a:cs typeface="Corbel"/>
              </a:rPr>
              <a:t>ensure</a:t>
            </a:r>
            <a:r>
              <a:rPr sz="1200" i="1" spc="65" dirty="0">
                <a:latin typeface="Corbel"/>
                <a:cs typeface="Corbel"/>
              </a:rPr>
              <a:t> </a:t>
            </a:r>
            <a:r>
              <a:rPr sz="1200" i="1" dirty="0">
                <a:latin typeface="Corbel"/>
                <a:cs typeface="Corbel"/>
              </a:rPr>
              <a:t>all</a:t>
            </a:r>
            <a:r>
              <a:rPr sz="1200" i="1" spc="65" dirty="0">
                <a:latin typeface="Corbel"/>
                <a:cs typeface="Corbel"/>
              </a:rPr>
              <a:t> </a:t>
            </a:r>
            <a:r>
              <a:rPr sz="1200" i="1" dirty="0">
                <a:latin typeface="Corbel"/>
                <a:cs typeface="Corbel"/>
              </a:rPr>
              <a:t>information</a:t>
            </a:r>
            <a:r>
              <a:rPr sz="1200" i="1" spc="60" dirty="0">
                <a:latin typeface="Corbel"/>
                <a:cs typeface="Corbel"/>
              </a:rPr>
              <a:t> </a:t>
            </a:r>
            <a:r>
              <a:rPr sz="1200" i="1" dirty="0">
                <a:latin typeface="Corbel"/>
                <a:cs typeface="Corbel"/>
              </a:rPr>
              <a:t>provided</a:t>
            </a:r>
            <a:r>
              <a:rPr sz="1200" i="1" spc="65" dirty="0">
                <a:latin typeface="Corbel"/>
                <a:cs typeface="Corbel"/>
              </a:rPr>
              <a:t> </a:t>
            </a:r>
            <a:r>
              <a:rPr sz="1200" i="1" dirty="0">
                <a:latin typeface="Corbel"/>
                <a:cs typeface="Corbel"/>
              </a:rPr>
              <a:t>are</a:t>
            </a:r>
            <a:r>
              <a:rPr sz="1200" i="1" spc="65" dirty="0">
                <a:latin typeface="Corbel"/>
                <a:cs typeface="Corbel"/>
              </a:rPr>
              <a:t> </a:t>
            </a:r>
            <a:r>
              <a:rPr sz="1200" i="1" dirty="0">
                <a:latin typeface="Corbel"/>
                <a:cs typeface="Corbel"/>
              </a:rPr>
              <a:t>accurate</a:t>
            </a:r>
            <a:r>
              <a:rPr sz="1200" i="1" spc="60" dirty="0">
                <a:latin typeface="Corbel"/>
                <a:cs typeface="Corbel"/>
              </a:rPr>
              <a:t> </a:t>
            </a:r>
            <a:r>
              <a:rPr sz="1200" i="1" dirty="0">
                <a:latin typeface="Corbel"/>
                <a:cs typeface="Corbel"/>
              </a:rPr>
              <a:t>before</a:t>
            </a:r>
            <a:r>
              <a:rPr sz="1200" i="1" spc="70" dirty="0">
                <a:latin typeface="Corbel"/>
                <a:cs typeface="Corbel"/>
              </a:rPr>
              <a:t> </a:t>
            </a:r>
            <a:r>
              <a:rPr sz="1200" i="1" dirty="0">
                <a:latin typeface="Corbel"/>
                <a:cs typeface="Corbel"/>
              </a:rPr>
              <a:t>pressing</a:t>
            </a:r>
            <a:r>
              <a:rPr sz="1200" i="1" spc="65" dirty="0">
                <a:latin typeface="Corbel"/>
                <a:cs typeface="Corbel"/>
              </a:rPr>
              <a:t> </a:t>
            </a:r>
            <a:r>
              <a:rPr sz="1200" i="1" dirty="0">
                <a:latin typeface="Corbel"/>
                <a:cs typeface="Corbel"/>
              </a:rPr>
              <a:t>the</a:t>
            </a:r>
            <a:r>
              <a:rPr sz="1200" i="1" spc="70" dirty="0">
                <a:latin typeface="Corbel"/>
                <a:cs typeface="Corbel"/>
              </a:rPr>
              <a:t> </a:t>
            </a:r>
            <a:r>
              <a:rPr sz="1200" i="1" dirty="0">
                <a:latin typeface="Corbel"/>
                <a:cs typeface="Corbel"/>
              </a:rPr>
              <a:t>‘submit’</a:t>
            </a:r>
            <a:r>
              <a:rPr sz="1200" i="1" spc="60" dirty="0">
                <a:latin typeface="Corbel"/>
                <a:cs typeface="Corbel"/>
              </a:rPr>
              <a:t> </a:t>
            </a:r>
            <a:r>
              <a:rPr sz="1200" i="1" dirty="0">
                <a:latin typeface="Corbel"/>
                <a:cs typeface="Corbel"/>
              </a:rPr>
              <a:t>button.</a:t>
            </a:r>
            <a:r>
              <a:rPr sz="1200" i="1" spc="60" dirty="0">
                <a:latin typeface="Corbel"/>
                <a:cs typeface="Corbel"/>
              </a:rPr>
              <a:t> </a:t>
            </a:r>
            <a:r>
              <a:rPr sz="1200" i="1" dirty="0">
                <a:latin typeface="Corbel"/>
                <a:cs typeface="Corbel"/>
              </a:rPr>
              <a:t>If</a:t>
            </a:r>
            <a:r>
              <a:rPr sz="1200" i="1" spc="65" dirty="0">
                <a:latin typeface="Corbel"/>
                <a:cs typeface="Corbel"/>
              </a:rPr>
              <a:t> </a:t>
            </a:r>
            <a:r>
              <a:rPr sz="1200" i="1" dirty="0">
                <a:latin typeface="Corbel"/>
                <a:cs typeface="Corbel"/>
              </a:rPr>
              <a:t>there</a:t>
            </a:r>
            <a:r>
              <a:rPr sz="1200" i="1" spc="65" dirty="0">
                <a:latin typeface="Corbel"/>
                <a:cs typeface="Corbel"/>
              </a:rPr>
              <a:t> </a:t>
            </a:r>
            <a:r>
              <a:rPr sz="1200" i="1" dirty="0">
                <a:latin typeface="Corbel"/>
                <a:cs typeface="Corbel"/>
              </a:rPr>
              <a:t>is</a:t>
            </a:r>
            <a:r>
              <a:rPr sz="1200" i="1" spc="60" dirty="0">
                <a:latin typeface="Corbel"/>
                <a:cs typeface="Corbel"/>
              </a:rPr>
              <a:t> </a:t>
            </a:r>
            <a:r>
              <a:rPr sz="1200" i="1" dirty="0">
                <a:latin typeface="Corbel"/>
                <a:cs typeface="Corbel"/>
              </a:rPr>
              <a:t>any</a:t>
            </a:r>
            <a:r>
              <a:rPr sz="1200" i="1" spc="65" dirty="0">
                <a:latin typeface="Corbel"/>
                <a:cs typeface="Corbel"/>
              </a:rPr>
              <a:t> </a:t>
            </a:r>
            <a:r>
              <a:rPr sz="1200" i="1" dirty="0">
                <a:latin typeface="Corbel"/>
                <a:cs typeface="Corbel"/>
              </a:rPr>
              <a:t>inaccurate</a:t>
            </a:r>
            <a:r>
              <a:rPr sz="1200" i="1" spc="65" dirty="0">
                <a:latin typeface="Corbel"/>
                <a:cs typeface="Corbel"/>
              </a:rPr>
              <a:t> </a:t>
            </a:r>
            <a:r>
              <a:rPr sz="1200" i="1" dirty="0">
                <a:latin typeface="Corbel"/>
                <a:cs typeface="Corbel"/>
              </a:rPr>
              <a:t>or</a:t>
            </a:r>
            <a:r>
              <a:rPr sz="1200" i="1" spc="65" dirty="0">
                <a:latin typeface="Corbel"/>
                <a:cs typeface="Corbel"/>
              </a:rPr>
              <a:t> </a:t>
            </a:r>
            <a:r>
              <a:rPr sz="1200" i="1" dirty="0">
                <a:latin typeface="Corbel"/>
                <a:cs typeface="Corbel"/>
              </a:rPr>
              <a:t>false</a:t>
            </a:r>
            <a:r>
              <a:rPr sz="1200" i="1" spc="70" dirty="0">
                <a:latin typeface="Corbel"/>
                <a:cs typeface="Corbel"/>
              </a:rPr>
              <a:t> </a:t>
            </a:r>
            <a:r>
              <a:rPr sz="1200" i="1" spc="-10" dirty="0">
                <a:latin typeface="Corbel"/>
                <a:cs typeface="Corbel"/>
              </a:rPr>
              <a:t>information </a:t>
            </a:r>
            <a:r>
              <a:rPr sz="1200" i="1" dirty="0">
                <a:latin typeface="Corbel"/>
                <a:cs typeface="Corbel"/>
              </a:rPr>
              <a:t>discovered</a:t>
            </a:r>
            <a:r>
              <a:rPr sz="1200" i="1" spc="-25" dirty="0">
                <a:latin typeface="Corbel"/>
                <a:cs typeface="Corbel"/>
              </a:rPr>
              <a:t> </a:t>
            </a:r>
            <a:r>
              <a:rPr sz="1200" i="1" spc="-10" dirty="0">
                <a:latin typeface="Corbel"/>
                <a:cs typeface="Corbel"/>
              </a:rPr>
              <a:t>by</a:t>
            </a:r>
            <a:r>
              <a:rPr sz="1200" i="1" spc="-55" dirty="0">
                <a:latin typeface="Corbel"/>
                <a:cs typeface="Corbel"/>
              </a:rPr>
              <a:t> </a:t>
            </a:r>
            <a:r>
              <a:rPr sz="1200" i="1" dirty="0">
                <a:latin typeface="Corbel"/>
                <a:cs typeface="Corbel"/>
              </a:rPr>
              <a:t>CAAS,</a:t>
            </a:r>
            <a:r>
              <a:rPr sz="1200" i="1" spc="-15" dirty="0">
                <a:latin typeface="Corbel"/>
                <a:cs typeface="Corbel"/>
              </a:rPr>
              <a:t> </a:t>
            </a:r>
            <a:r>
              <a:rPr sz="1200" i="1" dirty="0">
                <a:latin typeface="Corbel"/>
                <a:cs typeface="Corbel"/>
              </a:rPr>
              <a:t>the</a:t>
            </a:r>
            <a:r>
              <a:rPr sz="1200" i="1" spc="-10" dirty="0">
                <a:latin typeface="Corbel"/>
                <a:cs typeface="Corbel"/>
              </a:rPr>
              <a:t> application </a:t>
            </a:r>
            <a:r>
              <a:rPr sz="1200" i="1" dirty="0">
                <a:latin typeface="Corbel"/>
                <a:cs typeface="Corbel"/>
              </a:rPr>
              <a:t>will</a:t>
            </a:r>
            <a:r>
              <a:rPr sz="1200" i="1" spc="-15" dirty="0">
                <a:latin typeface="Corbel"/>
                <a:cs typeface="Corbel"/>
              </a:rPr>
              <a:t> </a:t>
            </a:r>
            <a:r>
              <a:rPr sz="1200" i="1" dirty="0">
                <a:latin typeface="Corbel"/>
                <a:cs typeface="Corbel"/>
              </a:rPr>
              <a:t>be</a:t>
            </a:r>
            <a:r>
              <a:rPr sz="1200" i="1" spc="-10" dirty="0">
                <a:latin typeface="Corbel"/>
                <a:cs typeface="Corbel"/>
              </a:rPr>
              <a:t> considered</a:t>
            </a:r>
            <a:r>
              <a:rPr sz="1200" i="1" spc="-20" dirty="0">
                <a:latin typeface="Corbel"/>
                <a:cs typeface="Corbel"/>
              </a:rPr>
              <a:t> </a:t>
            </a:r>
            <a:r>
              <a:rPr sz="1200" i="1" dirty="0">
                <a:latin typeface="Corbel"/>
                <a:cs typeface="Corbel"/>
              </a:rPr>
              <a:t>null</a:t>
            </a:r>
            <a:r>
              <a:rPr sz="1200" i="1" spc="-10" dirty="0">
                <a:latin typeface="Corbel"/>
                <a:cs typeface="Corbel"/>
              </a:rPr>
              <a:t> </a:t>
            </a:r>
            <a:r>
              <a:rPr sz="1200" i="1" dirty="0">
                <a:latin typeface="Corbel"/>
                <a:cs typeface="Corbel"/>
              </a:rPr>
              <a:t>and</a:t>
            </a:r>
            <a:r>
              <a:rPr sz="1200" i="1" spc="-20" dirty="0">
                <a:latin typeface="Corbel"/>
                <a:cs typeface="Corbel"/>
              </a:rPr>
              <a:t> </a:t>
            </a:r>
            <a:r>
              <a:rPr sz="1200" i="1" dirty="0">
                <a:latin typeface="Corbel"/>
                <a:cs typeface="Corbel"/>
              </a:rPr>
              <a:t>void</a:t>
            </a:r>
            <a:r>
              <a:rPr sz="1200" i="1" spc="-20" dirty="0">
                <a:latin typeface="Corbel"/>
                <a:cs typeface="Corbel"/>
              </a:rPr>
              <a:t> </a:t>
            </a:r>
            <a:r>
              <a:rPr sz="1200" i="1" dirty="0">
                <a:latin typeface="Corbel"/>
                <a:cs typeface="Corbel"/>
              </a:rPr>
              <a:t>and</a:t>
            </a:r>
            <a:r>
              <a:rPr sz="1200" i="1" spc="-20" dirty="0">
                <a:latin typeface="Corbel"/>
                <a:cs typeface="Corbel"/>
              </a:rPr>
              <a:t> </a:t>
            </a:r>
            <a:r>
              <a:rPr sz="1200" i="1" dirty="0">
                <a:latin typeface="Corbel"/>
                <a:cs typeface="Corbel"/>
              </a:rPr>
              <a:t>the</a:t>
            </a:r>
            <a:r>
              <a:rPr sz="1200" i="1" spc="-5" dirty="0">
                <a:latin typeface="Corbel"/>
                <a:cs typeface="Corbel"/>
              </a:rPr>
              <a:t> </a:t>
            </a:r>
            <a:r>
              <a:rPr sz="1200" i="1" dirty="0">
                <a:latin typeface="Corbel"/>
                <a:cs typeface="Corbel"/>
              </a:rPr>
              <a:t>fee</a:t>
            </a:r>
            <a:r>
              <a:rPr sz="1200" i="1" spc="-15" dirty="0">
                <a:latin typeface="Corbel"/>
                <a:cs typeface="Corbel"/>
              </a:rPr>
              <a:t> </a:t>
            </a:r>
            <a:r>
              <a:rPr sz="1200" i="1" dirty="0">
                <a:latin typeface="Corbel"/>
                <a:cs typeface="Corbel"/>
              </a:rPr>
              <a:t>paid</a:t>
            </a:r>
            <a:r>
              <a:rPr sz="1200" i="1" spc="-15" dirty="0">
                <a:latin typeface="Corbel"/>
                <a:cs typeface="Corbel"/>
              </a:rPr>
              <a:t> </a:t>
            </a:r>
            <a:r>
              <a:rPr sz="1200" i="1" dirty="0">
                <a:latin typeface="Corbel"/>
                <a:cs typeface="Corbel"/>
              </a:rPr>
              <a:t>will</a:t>
            </a:r>
            <a:r>
              <a:rPr sz="1200" i="1" spc="-15" dirty="0">
                <a:latin typeface="Corbel"/>
                <a:cs typeface="Corbel"/>
              </a:rPr>
              <a:t> </a:t>
            </a:r>
            <a:r>
              <a:rPr sz="1200" i="1" dirty="0">
                <a:latin typeface="Corbel"/>
                <a:cs typeface="Corbel"/>
              </a:rPr>
              <a:t>be</a:t>
            </a:r>
            <a:r>
              <a:rPr sz="1200" i="1" spc="-10" dirty="0">
                <a:latin typeface="Corbel"/>
                <a:cs typeface="Corbel"/>
              </a:rPr>
              <a:t> </a:t>
            </a:r>
            <a:r>
              <a:rPr sz="1200" i="1" dirty="0">
                <a:latin typeface="Corbel"/>
                <a:cs typeface="Corbel"/>
              </a:rPr>
              <a:t>not</a:t>
            </a:r>
            <a:r>
              <a:rPr sz="1200" i="1" spc="-10" dirty="0">
                <a:latin typeface="Corbel"/>
                <a:cs typeface="Corbel"/>
              </a:rPr>
              <a:t> refunded.</a:t>
            </a:r>
            <a:endParaRPr sz="1200" dirty="0">
              <a:latin typeface="Corbel"/>
              <a:cs typeface="Corbe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33374363-1F17-47E4-5A32-B71C009451F0}"/>
              </a:ext>
            </a:extLst>
          </p:cNvPr>
          <p:cNvSpPr txBox="1">
            <a:spLocks noGrp="1"/>
          </p:cNvSpPr>
          <p:nvPr>
            <p:ph type="title"/>
          </p:nvPr>
        </p:nvSpPr>
        <p:spPr>
          <a:xfrm>
            <a:off x="1563049" y="372363"/>
            <a:ext cx="221170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Online</a:t>
            </a:r>
            <a:r>
              <a:rPr sz="1600" b="1" spc="-5" dirty="0">
                <a:latin typeface="Corbel"/>
                <a:cs typeface="Corbel"/>
              </a:rPr>
              <a:t> </a:t>
            </a:r>
            <a:r>
              <a:rPr sz="1600" b="1" spc="-10" dirty="0">
                <a:latin typeface="Corbel"/>
                <a:cs typeface="Corbel"/>
              </a:rPr>
              <a:t>registration</a:t>
            </a:r>
            <a:r>
              <a:rPr sz="1600" b="1" spc="-5" dirty="0">
                <a:latin typeface="Corbel"/>
                <a:cs typeface="Corbel"/>
              </a:rPr>
              <a:t> </a:t>
            </a:r>
            <a:r>
              <a:rPr sz="1600" b="1" dirty="0">
                <a:latin typeface="Corbel"/>
                <a:cs typeface="Corbel"/>
              </a:rPr>
              <a:t>of</a:t>
            </a:r>
            <a:r>
              <a:rPr sz="1600" b="1" spc="-55" dirty="0">
                <a:latin typeface="Corbel"/>
                <a:cs typeface="Corbel"/>
              </a:rPr>
              <a:t> </a:t>
            </a:r>
            <a:r>
              <a:rPr sz="1600" b="1" spc="-25" dirty="0">
                <a:latin typeface="Corbel"/>
                <a:cs typeface="Corbel"/>
              </a:rPr>
              <a:t>UA</a:t>
            </a:r>
            <a:endParaRPr sz="1600" dirty="0">
              <a:latin typeface="Corbel"/>
              <a:cs typeface="Corbel"/>
            </a:endParaRPr>
          </a:p>
        </p:txBody>
      </p:sp>
      <p:pic>
        <p:nvPicPr>
          <p:cNvPr id="8" name="Picture 7">
            <a:extLst>
              <a:ext uri="{FF2B5EF4-FFF2-40B4-BE49-F238E27FC236}">
                <a16:creationId xmlns:a16="http://schemas.microsoft.com/office/drawing/2014/main" id="{DCCA92C8-424D-DB31-7E25-A3ACDC597BD7}"/>
              </a:ext>
            </a:extLst>
          </p:cNvPr>
          <p:cNvPicPr>
            <a:picLocks noChangeAspect="1"/>
          </p:cNvPicPr>
          <p:nvPr/>
        </p:nvPicPr>
        <p:blipFill>
          <a:blip r:embed="rId2"/>
          <a:stretch>
            <a:fillRect/>
          </a:stretch>
        </p:blipFill>
        <p:spPr>
          <a:xfrm>
            <a:off x="2668901" y="728327"/>
            <a:ext cx="6553200" cy="2700673"/>
          </a:xfrm>
          <a:prstGeom prst="rect">
            <a:avLst/>
          </a:prstGeom>
        </p:spPr>
      </p:pic>
      <p:pic>
        <p:nvPicPr>
          <p:cNvPr id="9" name="Picture 8">
            <a:extLst>
              <a:ext uri="{FF2B5EF4-FFF2-40B4-BE49-F238E27FC236}">
                <a16:creationId xmlns:a16="http://schemas.microsoft.com/office/drawing/2014/main" id="{6BA0806F-302F-42E0-9085-BDEFDC71CDC0}"/>
              </a:ext>
            </a:extLst>
          </p:cNvPr>
          <p:cNvPicPr>
            <a:picLocks noChangeAspect="1"/>
          </p:cNvPicPr>
          <p:nvPr/>
        </p:nvPicPr>
        <p:blipFill>
          <a:blip r:embed="rId3"/>
          <a:stretch>
            <a:fillRect/>
          </a:stretch>
        </p:blipFill>
        <p:spPr>
          <a:xfrm>
            <a:off x="2823217" y="3387810"/>
            <a:ext cx="6137601" cy="3317790"/>
          </a:xfrm>
          <a:prstGeom prst="rect">
            <a:avLst/>
          </a:prstGeom>
        </p:spPr>
      </p:pic>
    </p:spTree>
    <p:extLst>
      <p:ext uri="{BB962C8B-B14F-4D97-AF65-F5344CB8AC3E}">
        <p14:creationId xmlns:p14="http://schemas.microsoft.com/office/powerpoint/2010/main" val="38291807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430455-B98B-291B-F941-D61914E05ACF}"/>
              </a:ext>
            </a:extLst>
          </p:cNvPr>
          <p:cNvPicPr>
            <a:picLocks noChangeAspect="1"/>
          </p:cNvPicPr>
          <p:nvPr/>
        </p:nvPicPr>
        <p:blipFill>
          <a:blip r:embed="rId2"/>
          <a:stretch>
            <a:fillRect/>
          </a:stretch>
        </p:blipFill>
        <p:spPr>
          <a:xfrm>
            <a:off x="2293290" y="914400"/>
            <a:ext cx="7605419" cy="4237087"/>
          </a:xfrm>
          <a:prstGeom prst="rect">
            <a:avLst/>
          </a:prstGeom>
        </p:spPr>
      </p:pic>
      <p:sp>
        <p:nvSpPr>
          <p:cNvPr id="5" name="object 2">
            <a:extLst>
              <a:ext uri="{FF2B5EF4-FFF2-40B4-BE49-F238E27FC236}">
                <a16:creationId xmlns:a16="http://schemas.microsoft.com/office/drawing/2014/main" id="{D6DF1FF8-938A-FA09-ACF6-7371345B77DD}"/>
              </a:ext>
            </a:extLst>
          </p:cNvPr>
          <p:cNvSpPr txBox="1">
            <a:spLocks noGrp="1"/>
          </p:cNvSpPr>
          <p:nvPr>
            <p:ph type="title"/>
          </p:nvPr>
        </p:nvSpPr>
        <p:spPr>
          <a:xfrm>
            <a:off x="1563049" y="372363"/>
            <a:ext cx="221170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Online</a:t>
            </a:r>
            <a:r>
              <a:rPr sz="1600" b="1" spc="-5" dirty="0">
                <a:latin typeface="Corbel"/>
                <a:cs typeface="Corbel"/>
              </a:rPr>
              <a:t> </a:t>
            </a:r>
            <a:r>
              <a:rPr sz="1600" b="1" spc="-10" dirty="0">
                <a:latin typeface="Corbel"/>
                <a:cs typeface="Corbel"/>
              </a:rPr>
              <a:t>registration</a:t>
            </a:r>
            <a:r>
              <a:rPr sz="1600" b="1" spc="-5" dirty="0">
                <a:latin typeface="Corbel"/>
                <a:cs typeface="Corbel"/>
              </a:rPr>
              <a:t> </a:t>
            </a:r>
            <a:r>
              <a:rPr sz="1600" b="1" dirty="0">
                <a:latin typeface="Corbel"/>
                <a:cs typeface="Corbel"/>
              </a:rPr>
              <a:t>of</a:t>
            </a:r>
            <a:r>
              <a:rPr sz="1600" b="1" spc="-55" dirty="0">
                <a:latin typeface="Corbel"/>
                <a:cs typeface="Corbel"/>
              </a:rPr>
              <a:t> </a:t>
            </a:r>
            <a:r>
              <a:rPr sz="1600" b="1" spc="-25" dirty="0">
                <a:latin typeface="Corbel"/>
                <a:cs typeface="Corbel"/>
              </a:rPr>
              <a:t>UA</a:t>
            </a:r>
            <a:endParaRPr sz="1600" dirty="0">
              <a:latin typeface="Corbel"/>
              <a:cs typeface="Corbel"/>
            </a:endParaRPr>
          </a:p>
        </p:txBody>
      </p:sp>
    </p:spTree>
    <p:extLst>
      <p:ext uri="{BB962C8B-B14F-4D97-AF65-F5344CB8AC3E}">
        <p14:creationId xmlns:p14="http://schemas.microsoft.com/office/powerpoint/2010/main" val="11071184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F2A7466C-7695-D9D5-4EA1-7924D55C9C8A}"/>
              </a:ext>
            </a:extLst>
          </p:cNvPr>
          <p:cNvSpPr txBox="1">
            <a:spLocks noGrp="1"/>
          </p:cNvSpPr>
          <p:nvPr>
            <p:ph type="title"/>
          </p:nvPr>
        </p:nvSpPr>
        <p:spPr>
          <a:xfrm>
            <a:off x="1563049" y="372363"/>
            <a:ext cx="2211705" cy="269240"/>
          </a:xfrm>
          <a:prstGeom prst="rect">
            <a:avLst/>
          </a:prstGeom>
        </p:spPr>
        <p:txBody>
          <a:bodyPr vert="horz" wrap="square" lIns="0" tIns="12700" rIns="0" bIns="0" rtlCol="0">
            <a:spAutoFit/>
          </a:bodyPr>
          <a:lstStyle/>
          <a:p>
            <a:pPr marL="12700">
              <a:lnSpc>
                <a:spcPct val="100000"/>
              </a:lnSpc>
              <a:spcBef>
                <a:spcPts val="100"/>
              </a:spcBef>
            </a:pPr>
            <a:r>
              <a:rPr sz="1600" b="1" dirty="0">
                <a:latin typeface="Corbel"/>
                <a:cs typeface="Corbel"/>
              </a:rPr>
              <a:t>Online</a:t>
            </a:r>
            <a:r>
              <a:rPr sz="1600" b="1" spc="-5" dirty="0">
                <a:latin typeface="Corbel"/>
                <a:cs typeface="Corbel"/>
              </a:rPr>
              <a:t> </a:t>
            </a:r>
            <a:r>
              <a:rPr sz="1600" b="1" spc="-10" dirty="0">
                <a:latin typeface="Corbel"/>
                <a:cs typeface="Corbel"/>
              </a:rPr>
              <a:t>registration</a:t>
            </a:r>
            <a:r>
              <a:rPr sz="1600" b="1" spc="-5" dirty="0">
                <a:latin typeface="Corbel"/>
                <a:cs typeface="Corbel"/>
              </a:rPr>
              <a:t> </a:t>
            </a:r>
            <a:r>
              <a:rPr sz="1600" b="1" dirty="0">
                <a:latin typeface="Corbel"/>
                <a:cs typeface="Corbel"/>
              </a:rPr>
              <a:t>of</a:t>
            </a:r>
            <a:r>
              <a:rPr sz="1600" b="1" spc="-55" dirty="0">
                <a:latin typeface="Corbel"/>
                <a:cs typeface="Corbel"/>
              </a:rPr>
              <a:t> </a:t>
            </a:r>
            <a:r>
              <a:rPr sz="1600" b="1" spc="-25" dirty="0">
                <a:latin typeface="Corbel"/>
                <a:cs typeface="Corbel"/>
              </a:rPr>
              <a:t>UA</a:t>
            </a:r>
            <a:endParaRPr sz="1600" dirty="0">
              <a:latin typeface="Corbel"/>
              <a:cs typeface="Corbel"/>
            </a:endParaRPr>
          </a:p>
        </p:txBody>
      </p:sp>
      <p:sp>
        <p:nvSpPr>
          <p:cNvPr id="5" name="TextBox 4">
            <a:extLst>
              <a:ext uri="{FF2B5EF4-FFF2-40B4-BE49-F238E27FC236}">
                <a16:creationId xmlns:a16="http://schemas.microsoft.com/office/drawing/2014/main" id="{AE6D4FE4-DFAB-1CE0-2952-60D3A456BF21}"/>
              </a:ext>
            </a:extLst>
          </p:cNvPr>
          <p:cNvSpPr txBox="1"/>
          <p:nvPr/>
        </p:nvSpPr>
        <p:spPr>
          <a:xfrm>
            <a:off x="1563049" y="838200"/>
            <a:ext cx="6590351" cy="3801041"/>
          </a:xfrm>
          <a:prstGeom prst="rect">
            <a:avLst/>
          </a:prstGeom>
          <a:noFill/>
        </p:spPr>
        <p:txBody>
          <a:bodyPr wrap="square">
            <a:spAutoFit/>
          </a:bodyPr>
          <a:lstStyle/>
          <a:p>
            <a:pPr>
              <a:buNone/>
            </a:pPr>
            <a:r>
              <a:rPr lang="en-GB" b="1" i="0" u="sng" dirty="0">
                <a:solidFill>
                  <a:srgbClr val="1D2939"/>
                </a:solidFill>
                <a:effectLst/>
                <a:latin typeface="Siemens_Sans_Roman"/>
              </a:rPr>
              <a:t>3. Complete the registration online</a:t>
            </a:r>
            <a:br>
              <a:rPr lang="en-GB" dirty="0"/>
            </a:br>
            <a:br>
              <a:rPr lang="en-GB" dirty="0"/>
            </a:br>
            <a:endParaRPr lang="en-GB" dirty="0"/>
          </a:p>
          <a:p>
            <a:pPr algn="l">
              <a:buNone/>
            </a:pPr>
            <a:r>
              <a:rPr lang="en-GB" b="0" i="0" dirty="0">
                <a:solidFill>
                  <a:srgbClr val="1D2939"/>
                </a:solidFill>
                <a:effectLst/>
                <a:latin typeface="Siemens_Sans_Roman"/>
              </a:rPr>
              <a:t>Once the registration label is affixed on the UA, complete the registration via the </a:t>
            </a:r>
            <a:r>
              <a:rPr lang="en-GB" b="1" i="0" u="none" strike="noStrike" dirty="0">
                <a:solidFill>
                  <a:srgbClr val="0C5B97"/>
                </a:solidFill>
                <a:effectLst/>
                <a:latin typeface="Siemens_Sans_Roman"/>
                <a:hlinkClick r:id="rId2"/>
              </a:rPr>
              <a:t>UA Portal</a:t>
            </a:r>
            <a:r>
              <a:rPr lang="en-GB" b="0" i="0" dirty="0">
                <a:solidFill>
                  <a:srgbClr val="1D2939"/>
                </a:solidFill>
                <a:effectLst/>
                <a:latin typeface="Siemens_Sans_Roman"/>
              </a:rPr>
              <a:t>. The registrant will need to login via the following accounts:</a:t>
            </a:r>
          </a:p>
          <a:p>
            <a:pPr algn="l">
              <a:spcAft>
                <a:spcPts val="1500"/>
              </a:spcAft>
              <a:buFont typeface="Arial" panose="020B0604020202020204" pitchFamily="34" charset="0"/>
              <a:buChar char="•"/>
            </a:pPr>
            <a:r>
              <a:rPr lang="en-GB" b="0" i="0" dirty="0" err="1">
                <a:solidFill>
                  <a:srgbClr val="1D2939"/>
                </a:solidFill>
                <a:effectLst/>
                <a:latin typeface="Siemens_Sans_Roman"/>
              </a:rPr>
              <a:t>Singpass</a:t>
            </a:r>
            <a:r>
              <a:rPr lang="en-GB" b="0" i="0" dirty="0">
                <a:solidFill>
                  <a:srgbClr val="1D2939"/>
                </a:solidFill>
                <a:effectLst/>
                <a:latin typeface="Siemens_Sans_Roman"/>
              </a:rPr>
              <a:t> Account: For individuals and businesses</a:t>
            </a:r>
          </a:p>
          <a:p>
            <a:pPr algn="l">
              <a:spcAft>
                <a:spcPts val="1500"/>
              </a:spcAft>
              <a:buFont typeface="Arial" panose="020B0604020202020204" pitchFamily="34" charset="0"/>
              <a:buChar char="•"/>
            </a:pPr>
            <a:r>
              <a:rPr lang="en-GB" b="0" i="0" dirty="0" err="1">
                <a:solidFill>
                  <a:srgbClr val="1D2939"/>
                </a:solidFill>
                <a:effectLst/>
                <a:latin typeface="Siemens_Sans_Roman"/>
              </a:rPr>
              <a:t>UAPass</a:t>
            </a:r>
            <a:r>
              <a:rPr lang="en-GB" b="0" i="0" dirty="0">
                <a:solidFill>
                  <a:srgbClr val="1D2939"/>
                </a:solidFill>
                <a:effectLst/>
                <a:latin typeface="Siemens_Sans_Roman"/>
              </a:rPr>
              <a:t> Account: For visitors without a valid </a:t>
            </a:r>
            <a:r>
              <a:rPr lang="en-GB" b="0" i="0" dirty="0" err="1">
                <a:solidFill>
                  <a:srgbClr val="1D2939"/>
                </a:solidFill>
                <a:effectLst/>
                <a:latin typeface="Siemens_Sans_Roman"/>
              </a:rPr>
              <a:t>Singpass</a:t>
            </a:r>
            <a:r>
              <a:rPr lang="en-GB" b="0" i="0" dirty="0">
                <a:solidFill>
                  <a:srgbClr val="1D2939"/>
                </a:solidFill>
                <a:effectLst/>
                <a:latin typeface="Siemens_Sans_Roman"/>
              </a:rPr>
              <a:t> (e.g. tourists, foreigners)</a:t>
            </a:r>
          </a:p>
          <a:p>
            <a:pPr>
              <a:buNone/>
            </a:pPr>
            <a:r>
              <a:rPr lang="en-GB" b="0" i="1" dirty="0">
                <a:solidFill>
                  <a:srgbClr val="1D2939"/>
                </a:solidFill>
                <a:effectLst/>
                <a:latin typeface="Siemens_Sans_Roman"/>
              </a:rPr>
              <a:t>Note: The creation of a </a:t>
            </a:r>
            <a:r>
              <a:rPr lang="en-GB" b="0" i="1" dirty="0" err="1">
                <a:solidFill>
                  <a:srgbClr val="1D2939"/>
                </a:solidFill>
                <a:effectLst/>
                <a:latin typeface="Siemens_Sans_Roman"/>
              </a:rPr>
              <a:t>UAPass</a:t>
            </a:r>
            <a:r>
              <a:rPr lang="en-GB" b="0" i="1" dirty="0">
                <a:solidFill>
                  <a:srgbClr val="1D2939"/>
                </a:solidFill>
                <a:effectLst/>
                <a:latin typeface="Siemens_Sans_Roman"/>
              </a:rPr>
              <a:t> account will take 5 working days. Visitors (e.g. tourists, foreigners) are advised to complete their </a:t>
            </a:r>
            <a:r>
              <a:rPr lang="en-GB" b="1" i="1" u="none" strike="noStrike" dirty="0" err="1">
                <a:solidFill>
                  <a:srgbClr val="0C5B97"/>
                </a:solidFill>
                <a:effectLst/>
                <a:latin typeface="Siemens_Sans_Roman"/>
                <a:hlinkClick r:id="rId3"/>
              </a:rPr>
              <a:t>UAPass</a:t>
            </a:r>
            <a:r>
              <a:rPr lang="en-GB" b="1" i="1" u="none" strike="noStrike" dirty="0">
                <a:solidFill>
                  <a:srgbClr val="0C5B97"/>
                </a:solidFill>
                <a:effectLst/>
                <a:latin typeface="Siemens_Sans_Roman"/>
                <a:hlinkClick r:id="rId3"/>
              </a:rPr>
              <a:t> account creation</a:t>
            </a:r>
            <a:r>
              <a:rPr lang="en-GB" b="0" i="1" dirty="0">
                <a:solidFill>
                  <a:srgbClr val="1D2939"/>
                </a:solidFill>
                <a:effectLst/>
                <a:latin typeface="Siemens_Sans_Roman"/>
              </a:rPr>
              <a:t> prior to their visit to Singapore. </a:t>
            </a:r>
            <a:endParaRPr lang="en-SG" dirty="0"/>
          </a:p>
        </p:txBody>
      </p:sp>
      <p:pic>
        <p:nvPicPr>
          <p:cNvPr id="6" name="Picture 5">
            <a:extLst>
              <a:ext uri="{FF2B5EF4-FFF2-40B4-BE49-F238E27FC236}">
                <a16:creationId xmlns:a16="http://schemas.microsoft.com/office/drawing/2014/main" id="{C4DF79E5-14E2-9BCE-2423-5F47941B3D6D}"/>
              </a:ext>
            </a:extLst>
          </p:cNvPr>
          <p:cNvPicPr>
            <a:picLocks noChangeAspect="1"/>
          </p:cNvPicPr>
          <p:nvPr/>
        </p:nvPicPr>
        <p:blipFill>
          <a:blip r:embed="rId4"/>
          <a:stretch>
            <a:fillRect/>
          </a:stretch>
        </p:blipFill>
        <p:spPr>
          <a:xfrm>
            <a:off x="8458200" y="1600200"/>
            <a:ext cx="3292125" cy="3101609"/>
          </a:xfrm>
          <a:prstGeom prst="rect">
            <a:avLst/>
          </a:prstGeom>
        </p:spPr>
      </p:pic>
    </p:spTree>
    <p:extLst>
      <p:ext uri="{BB962C8B-B14F-4D97-AF65-F5344CB8AC3E}">
        <p14:creationId xmlns:p14="http://schemas.microsoft.com/office/powerpoint/2010/main" val="10691144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566927"/>
            <a:ext cx="6117590" cy="573405"/>
            <a:chOff x="1417319" y="566927"/>
            <a:chExt cx="6117590" cy="573405"/>
          </a:xfrm>
        </p:grpSpPr>
        <p:pic>
          <p:nvPicPr>
            <p:cNvPr id="4" name="object 4"/>
            <p:cNvPicPr/>
            <p:nvPr/>
          </p:nvPicPr>
          <p:blipFill>
            <a:blip r:embed="rId2" cstate="print"/>
            <a:stretch>
              <a:fillRect/>
            </a:stretch>
          </p:blipFill>
          <p:spPr>
            <a:xfrm>
              <a:off x="1417319" y="566927"/>
              <a:ext cx="3992879" cy="573024"/>
            </a:xfrm>
            <a:prstGeom prst="rect">
              <a:avLst/>
            </a:prstGeom>
          </p:spPr>
        </p:pic>
        <p:pic>
          <p:nvPicPr>
            <p:cNvPr id="5" name="object 5"/>
            <p:cNvPicPr/>
            <p:nvPr/>
          </p:nvPicPr>
          <p:blipFill>
            <a:blip r:embed="rId3" cstate="print"/>
            <a:stretch>
              <a:fillRect/>
            </a:stretch>
          </p:blipFill>
          <p:spPr>
            <a:xfrm>
              <a:off x="5065775" y="566927"/>
              <a:ext cx="426720" cy="573024"/>
            </a:xfrm>
            <a:prstGeom prst="rect">
              <a:avLst/>
            </a:prstGeom>
          </p:spPr>
        </p:pic>
        <p:pic>
          <p:nvPicPr>
            <p:cNvPr id="6" name="object 6"/>
            <p:cNvPicPr/>
            <p:nvPr/>
          </p:nvPicPr>
          <p:blipFill>
            <a:blip r:embed="rId4" cstate="print"/>
            <a:stretch>
              <a:fillRect/>
            </a:stretch>
          </p:blipFill>
          <p:spPr>
            <a:xfrm>
              <a:off x="5151119" y="566927"/>
              <a:ext cx="2383535" cy="573024"/>
            </a:xfrm>
            <a:prstGeom prst="rect">
              <a:avLst/>
            </a:prstGeom>
          </p:spPr>
        </p:pic>
      </p:grpSp>
      <p:sp>
        <p:nvSpPr>
          <p:cNvPr id="7" name="object 7"/>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35" dirty="0"/>
              <a:t> </a:t>
            </a:r>
            <a:r>
              <a:rPr dirty="0"/>
              <a:t>04</a:t>
            </a:r>
            <a:r>
              <a:rPr spc="-25" dirty="0"/>
              <a:t> </a:t>
            </a:r>
            <a:r>
              <a:rPr dirty="0"/>
              <a:t>02:</a:t>
            </a:r>
            <a:r>
              <a:rPr spc="-30" dirty="0"/>
              <a:t> </a:t>
            </a:r>
            <a:r>
              <a:rPr spc="-10" dirty="0"/>
              <a:t>Requirements</a:t>
            </a:r>
            <a:r>
              <a:rPr spc="-25" dirty="0"/>
              <a:t> </a:t>
            </a:r>
            <a:r>
              <a:rPr dirty="0"/>
              <a:t>for</a:t>
            </a:r>
            <a:r>
              <a:rPr spc="-25" dirty="0"/>
              <a:t> </a:t>
            </a:r>
            <a:r>
              <a:rPr dirty="0"/>
              <a:t>the</a:t>
            </a:r>
            <a:r>
              <a:rPr spc="-30" dirty="0"/>
              <a:t> </a:t>
            </a:r>
            <a:r>
              <a:rPr spc="-10" dirty="0"/>
              <a:t>de-</a:t>
            </a:r>
            <a:r>
              <a:rPr dirty="0"/>
              <a:t>registration</a:t>
            </a:r>
            <a:r>
              <a:rPr spc="-35" dirty="0"/>
              <a:t> </a:t>
            </a:r>
            <a:r>
              <a:rPr dirty="0"/>
              <a:t>of</a:t>
            </a:r>
            <a:r>
              <a:rPr spc="-25" dirty="0"/>
              <a:t> </a:t>
            </a:r>
            <a:r>
              <a:rPr dirty="0"/>
              <a:t>a</a:t>
            </a:r>
            <a:r>
              <a:rPr spc="-85" dirty="0"/>
              <a:t> </a:t>
            </a:r>
            <a:r>
              <a:rPr spc="-25" dirty="0"/>
              <a:t>UA</a:t>
            </a:r>
          </a:p>
        </p:txBody>
      </p:sp>
      <p:sp>
        <p:nvSpPr>
          <p:cNvPr id="8" name="object 8"/>
          <p:cNvSpPr txBox="1"/>
          <p:nvPr/>
        </p:nvSpPr>
        <p:spPr>
          <a:xfrm>
            <a:off x="1563049" y="1141040"/>
            <a:ext cx="9860280" cy="2611120"/>
          </a:xfrm>
          <a:prstGeom prst="rect">
            <a:avLst/>
          </a:prstGeom>
        </p:spPr>
        <p:txBody>
          <a:bodyPr vert="horz" wrap="square" lIns="0" tIns="146050" rIns="0" bIns="0" rtlCol="0">
            <a:spAutoFit/>
          </a:bodyPr>
          <a:lstStyle/>
          <a:p>
            <a:pPr marL="12700">
              <a:lnSpc>
                <a:spcPct val="100000"/>
              </a:lnSpc>
              <a:spcBef>
                <a:spcPts val="1150"/>
              </a:spcBef>
            </a:pPr>
            <a:r>
              <a:rPr sz="1600" b="1" spc="-10" dirty="0">
                <a:latin typeface="Corbel"/>
                <a:cs typeface="Corbel"/>
              </a:rPr>
              <a:t>De-</a:t>
            </a:r>
            <a:r>
              <a:rPr sz="1600" b="1" dirty="0">
                <a:latin typeface="Corbel"/>
                <a:cs typeface="Corbel"/>
              </a:rPr>
              <a:t>registration</a:t>
            </a:r>
            <a:r>
              <a:rPr sz="1600" b="1" spc="-55" dirty="0">
                <a:latin typeface="Corbel"/>
                <a:cs typeface="Corbel"/>
              </a:rPr>
              <a:t> </a:t>
            </a:r>
            <a:r>
              <a:rPr sz="1600" b="1" dirty="0">
                <a:latin typeface="Corbel"/>
                <a:cs typeface="Corbel"/>
              </a:rPr>
              <a:t>of</a:t>
            </a:r>
            <a:r>
              <a:rPr sz="1600" b="1" spc="-85" dirty="0">
                <a:latin typeface="Corbel"/>
                <a:cs typeface="Corbel"/>
              </a:rPr>
              <a:t> </a:t>
            </a:r>
            <a:r>
              <a:rPr sz="1600" b="1" spc="-25" dirty="0">
                <a:latin typeface="Corbel"/>
                <a:cs typeface="Corbel"/>
              </a:rPr>
              <a:t>UA</a:t>
            </a:r>
            <a:endParaRPr sz="1600">
              <a:latin typeface="Corbel"/>
              <a:cs typeface="Corbel"/>
            </a:endParaRPr>
          </a:p>
          <a:p>
            <a:pPr marL="354965" indent="-342265">
              <a:lnSpc>
                <a:spcPct val="100000"/>
              </a:lnSpc>
              <a:spcBef>
                <a:spcPts val="919"/>
              </a:spcBef>
              <a:buAutoNum type="arabicPeriod"/>
              <a:tabLst>
                <a:tab pos="354965" algn="l"/>
              </a:tabLst>
            </a:pPr>
            <a:r>
              <a:rPr sz="1400" dirty="0">
                <a:latin typeface="Corbel"/>
                <a:cs typeface="Corbel"/>
              </a:rPr>
              <a:t>The</a:t>
            </a:r>
            <a:r>
              <a:rPr sz="1400" spc="-20" dirty="0">
                <a:latin typeface="Corbel"/>
                <a:cs typeface="Corbel"/>
              </a:rPr>
              <a:t> </a:t>
            </a:r>
            <a:r>
              <a:rPr sz="1400" dirty="0">
                <a:latin typeface="Corbel"/>
                <a:cs typeface="Corbel"/>
              </a:rPr>
              <a:t>registrant</a:t>
            </a:r>
            <a:r>
              <a:rPr sz="1400" spc="-15" dirty="0">
                <a:latin typeface="Corbel"/>
                <a:cs typeface="Corbel"/>
              </a:rPr>
              <a:t> </a:t>
            </a:r>
            <a:r>
              <a:rPr sz="1400" dirty="0">
                <a:latin typeface="Corbel"/>
                <a:cs typeface="Corbel"/>
              </a:rPr>
              <a:t>must</a:t>
            </a:r>
            <a:r>
              <a:rPr sz="1400" spc="-10" dirty="0">
                <a:latin typeface="Corbel"/>
                <a:cs typeface="Corbel"/>
              </a:rPr>
              <a:t> de-</a:t>
            </a:r>
            <a:r>
              <a:rPr sz="1400" dirty="0">
                <a:latin typeface="Corbel"/>
                <a:cs typeface="Corbel"/>
              </a:rPr>
              <a:t>register</a:t>
            </a:r>
            <a:r>
              <a:rPr sz="1400" spc="-10" dirty="0">
                <a:latin typeface="Corbel"/>
                <a:cs typeface="Corbel"/>
              </a:rPr>
              <a:t> </a:t>
            </a:r>
            <a:r>
              <a:rPr sz="1400" dirty="0">
                <a:latin typeface="Corbel"/>
                <a:cs typeface="Corbel"/>
              </a:rPr>
              <a:t>his</a:t>
            </a:r>
            <a:r>
              <a:rPr sz="1400" spc="-55" dirty="0">
                <a:latin typeface="Corbel"/>
                <a:cs typeface="Corbel"/>
              </a:rPr>
              <a:t> </a:t>
            </a:r>
            <a:r>
              <a:rPr sz="1400" dirty="0">
                <a:latin typeface="Corbel"/>
                <a:cs typeface="Corbel"/>
              </a:rPr>
              <a:t>UA</a:t>
            </a:r>
            <a:r>
              <a:rPr sz="1400" spc="-15" dirty="0">
                <a:latin typeface="Corbel"/>
                <a:cs typeface="Corbel"/>
              </a:rPr>
              <a:t> </a:t>
            </a:r>
            <a:r>
              <a:rPr sz="1400" spc="-10" dirty="0">
                <a:latin typeface="Corbel"/>
                <a:cs typeface="Corbel"/>
              </a:rPr>
              <a:t>with</a:t>
            </a:r>
            <a:r>
              <a:rPr sz="1400" spc="-60" dirty="0">
                <a:latin typeface="Corbel"/>
                <a:cs typeface="Corbel"/>
              </a:rPr>
              <a:t> </a:t>
            </a:r>
            <a:r>
              <a:rPr sz="1400" dirty="0">
                <a:latin typeface="Corbel"/>
                <a:cs typeface="Corbel"/>
              </a:rPr>
              <a:t>CAAS</a:t>
            </a:r>
            <a:r>
              <a:rPr sz="1400" spc="-15" dirty="0">
                <a:latin typeface="Corbel"/>
                <a:cs typeface="Corbel"/>
              </a:rPr>
              <a:t> </a:t>
            </a:r>
            <a:r>
              <a:rPr sz="1400" dirty="0">
                <a:latin typeface="Corbel"/>
                <a:cs typeface="Corbel"/>
              </a:rPr>
              <a:t>at</a:t>
            </a:r>
            <a:r>
              <a:rPr sz="1400" spc="-10" dirty="0">
                <a:latin typeface="Corbel"/>
                <a:cs typeface="Corbel"/>
              </a:rPr>
              <a:t> </a:t>
            </a:r>
            <a:r>
              <a:rPr sz="1400" dirty="0">
                <a:latin typeface="Corbel"/>
                <a:cs typeface="Corbel"/>
              </a:rPr>
              <a:t>the</a:t>
            </a:r>
            <a:r>
              <a:rPr sz="1400" spc="-15" dirty="0">
                <a:latin typeface="Corbel"/>
                <a:cs typeface="Corbel"/>
              </a:rPr>
              <a:t> </a:t>
            </a:r>
            <a:r>
              <a:rPr sz="1400" spc="-10" dirty="0">
                <a:latin typeface="Corbel"/>
                <a:cs typeface="Corbel"/>
              </a:rPr>
              <a:t>online</a:t>
            </a:r>
            <a:r>
              <a:rPr sz="1400" spc="-50" dirty="0">
                <a:latin typeface="Corbel"/>
                <a:cs typeface="Corbel"/>
              </a:rPr>
              <a:t> </a:t>
            </a:r>
            <a:r>
              <a:rPr sz="1400" dirty="0">
                <a:latin typeface="Corbel"/>
                <a:cs typeface="Corbel"/>
              </a:rPr>
              <a:t>UA</a:t>
            </a:r>
            <a:r>
              <a:rPr sz="1400" spc="-15" dirty="0">
                <a:latin typeface="Corbel"/>
                <a:cs typeface="Corbel"/>
              </a:rPr>
              <a:t> </a:t>
            </a:r>
            <a:r>
              <a:rPr sz="1400" dirty="0">
                <a:latin typeface="Corbel"/>
                <a:cs typeface="Corbel"/>
              </a:rPr>
              <a:t>portal</a:t>
            </a:r>
            <a:r>
              <a:rPr sz="1400" spc="-15" dirty="0">
                <a:latin typeface="Corbel"/>
                <a:cs typeface="Corbel"/>
              </a:rPr>
              <a:t> </a:t>
            </a:r>
            <a:r>
              <a:rPr sz="1400" spc="-10" dirty="0">
                <a:latin typeface="Corbel"/>
                <a:cs typeface="Corbel"/>
              </a:rPr>
              <a:t>(https://esoms.caas.gov.sg/uaportal/index.html)</a:t>
            </a:r>
            <a:r>
              <a:rPr sz="1400" spc="-5" dirty="0">
                <a:latin typeface="Corbel"/>
                <a:cs typeface="Corbel"/>
              </a:rPr>
              <a:t> </a:t>
            </a:r>
            <a:r>
              <a:rPr sz="1400" dirty="0">
                <a:latin typeface="Corbel"/>
                <a:cs typeface="Corbel"/>
              </a:rPr>
              <a:t>if</a:t>
            </a:r>
            <a:r>
              <a:rPr sz="1400" spc="-15" dirty="0">
                <a:latin typeface="Corbel"/>
                <a:cs typeface="Corbel"/>
              </a:rPr>
              <a:t> </a:t>
            </a:r>
            <a:r>
              <a:rPr sz="1400" spc="-50" dirty="0">
                <a:latin typeface="Corbel"/>
                <a:cs typeface="Corbel"/>
              </a:rPr>
              <a:t>–</a:t>
            </a:r>
            <a:endParaRPr sz="1400">
              <a:latin typeface="Corbel"/>
              <a:cs typeface="Corbel"/>
            </a:endParaRPr>
          </a:p>
          <a:p>
            <a:pPr marL="869315" lvl="1" indent="-399415">
              <a:lnSpc>
                <a:spcPct val="100000"/>
              </a:lnSpc>
              <a:spcBef>
                <a:spcPts val="910"/>
              </a:spcBef>
              <a:buAutoNum type="alphaLcParenR"/>
              <a:tabLst>
                <a:tab pos="869315" algn="l"/>
              </a:tabLst>
            </a:pPr>
            <a:r>
              <a:rPr sz="1400" dirty="0">
                <a:latin typeface="Corbel"/>
                <a:cs typeface="Corbel"/>
              </a:rPr>
              <a:t>the</a:t>
            </a:r>
            <a:r>
              <a:rPr sz="1400" spc="-70" dirty="0">
                <a:latin typeface="Corbel"/>
                <a:cs typeface="Corbel"/>
              </a:rPr>
              <a:t> </a:t>
            </a:r>
            <a:r>
              <a:rPr sz="1400" dirty="0">
                <a:latin typeface="Corbel"/>
                <a:cs typeface="Corbel"/>
              </a:rPr>
              <a:t>UA</a:t>
            </a:r>
            <a:r>
              <a:rPr sz="1400" spc="-35"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lost</a:t>
            </a:r>
            <a:r>
              <a:rPr sz="1400" spc="-35" dirty="0">
                <a:latin typeface="Corbel"/>
                <a:cs typeface="Corbel"/>
              </a:rPr>
              <a:t> </a:t>
            </a:r>
            <a:r>
              <a:rPr sz="1400" dirty="0">
                <a:latin typeface="Corbel"/>
                <a:cs typeface="Corbel"/>
              </a:rPr>
              <a:t>or</a:t>
            </a:r>
            <a:r>
              <a:rPr sz="1400" spc="-25" dirty="0">
                <a:latin typeface="Corbel"/>
                <a:cs typeface="Corbel"/>
              </a:rPr>
              <a:t> </a:t>
            </a:r>
            <a:r>
              <a:rPr sz="1400" dirty="0">
                <a:latin typeface="Corbel"/>
                <a:cs typeface="Corbel"/>
              </a:rPr>
              <a:t>damaged</a:t>
            </a:r>
            <a:r>
              <a:rPr sz="1400" spc="-30" dirty="0">
                <a:latin typeface="Corbel"/>
                <a:cs typeface="Corbel"/>
              </a:rPr>
              <a:t> </a:t>
            </a:r>
            <a:r>
              <a:rPr sz="1400" dirty="0">
                <a:latin typeface="Corbel"/>
                <a:cs typeface="Corbel"/>
              </a:rPr>
              <a:t>beyond</a:t>
            </a:r>
            <a:r>
              <a:rPr sz="1400" spc="-40" dirty="0">
                <a:latin typeface="Corbel"/>
                <a:cs typeface="Corbel"/>
              </a:rPr>
              <a:t> </a:t>
            </a:r>
            <a:r>
              <a:rPr sz="1400" dirty="0">
                <a:latin typeface="Corbel"/>
                <a:cs typeface="Corbel"/>
              </a:rPr>
              <a:t>repair</a:t>
            </a:r>
            <a:r>
              <a:rPr sz="1400" spc="-30" dirty="0">
                <a:latin typeface="Corbel"/>
                <a:cs typeface="Corbel"/>
              </a:rPr>
              <a:t> </a:t>
            </a:r>
            <a:r>
              <a:rPr sz="1400" dirty="0">
                <a:latin typeface="Corbel"/>
                <a:cs typeface="Corbel"/>
              </a:rPr>
              <a:t>(for</a:t>
            </a:r>
            <a:r>
              <a:rPr sz="1400" spc="-25" dirty="0">
                <a:latin typeface="Corbel"/>
                <a:cs typeface="Corbel"/>
              </a:rPr>
              <a:t> </a:t>
            </a:r>
            <a:r>
              <a:rPr sz="1400" dirty="0">
                <a:latin typeface="Corbel"/>
                <a:cs typeface="Corbel"/>
              </a:rPr>
              <a:t>instances</a:t>
            </a:r>
            <a:r>
              <a:rPr sz="1400" spc="-35" dirty="0">
                <a:latin typeface="Corbel"/>
                <a:cs typeface="Corbel"/>
              </a:rPr>
              <a:t> </a:t>
            </a:r>
            <a:r>
              <a:rPr sz="1400" dirty="0">
                <a:latin typeface="Corbel"/>
                <a:cs typeface="Corbel"/>
              </a:rPr>
              <a:t>where</a:t>
            </a:r>
            <a:r>
              <a:rPr sz="1400" spc="-35" dirty="0">
                <a:latin typeface="Corbel"/>
                <a:cs typeface="Corbel"/>
              </a:rPr>
              <a:t> </a:t>
            </a:r>
            <a:r>
              <a:rPr sz="1400" dirty="0">
                <a:latin typeface="Corbel"/>
                <a:cs typeface="Corbel"/>
              </a:rPr>
              <a:t>the</a:t>
            </a:r>
            <a:r>
              <a:rPr sz="1400" spc="-65" dirty="0">
                <a:latin typeface="Corbel"/>
                <a:cs typeface="Corbel"/>
              </a:rPr>
              <a:t> </a:t>
            </a:r>
            <a:r>
              <a:rPr sz="1400" dirty="0">
                <a:latin typeface="Corbel"/>
                <a:cs typeface="Corbel"/>
              </a:rPr>
              <a:t>UA</a:t>
            </a:r>
            <a:r>
              <a:rPr sz="1400" spc="-35" dirty="0">
                <a:latin typeface="Corbel"/>
                <a:cs typeface="Corbel"/>
              </a:rPr>
              <a:t> </a:t>
            </a:r>
            <a:r>
              <a:rPr sz="1400" dirty="0">
                <a:latin typeface="Corbel"/>
                <a:cs typeface="Corbel"/>
              </a:rPr>
              <a:t>is</a:t>
            </a:r>
            <a:r>
              <a:rPr sz="1400" spc="-40" dirty="0">
                <a:latin typeface="Corbel"/>
                <a:cs typeface="Corbel"/>
              </a:rPr>
              <a:t> </a:t>
            </a:r>
            <a:r>
              <a:rPr sz="1400" dirty="0">
                <a:latin typeface="Corbel"/>
                <a:cs typeface="Corbel"/>
              </a:rPr>
              <a:t>lost,</a:t>
            </a:r>
            <a:r>
              <a:rPr sz="1400" spc="-25" dirty="0">
                <a:latin typeface="Corbel"/>
                <a:cs typeface="Corbel"/>
              </a:rPr>
              <a:t> </a:t>
            </a:r>
            <a:r>
              <a:rPr sz="1400" dirty="0">
                <a:latin typeface="Corbel"/>
                <a:cs typeface="Corbel"/>
              </a:rPr>
              <a:t>please</a:t>
            </a:r>
            <a:r>
              <a:rPr sz="1400" spc="-30" dirty="0">
                <a:latin typeface="Corbel"/>
                <a:cs typeface="Corbel"/>
              </a:rPr>
              <a:t> </a:t>
            </a:r>
            <a:r>
              <a:rPr sz="1400" dirty="0">
                <a:latin typeface="Corbel"/>
                <a:cs typeface="Corbel"/>
              </a:rPr>
              <a:t>also</a:t>
            </a:r>
            <a:r>
              <a:rPr sz="1400" spc="-30" dirty="0">
                <a:latin typeface="Corbel"/>
                <a:cs typeface="Corbel"/>
              </a:rPr>
              <a:t> </a:t>
            </a:r>
            <a:r>
              <a:rPr sz="1400" dirty="0">
                <a:latin typeface="Corbel"/>
                <a:cs typeface="Corbel"/>
              </a:rPr>
              <a:t>make</a:t>
            </a:r>
            <a:r>
              <a:rPr sz="1400" spc="-35" dirty="0">
                <a:latin typeface="Corbel"/>
                <a:cs typeface="Corbel"/>
              </a:rPr>
              <a:t> </a:t>
            </a:r>
            <a:r>
              <a:rPr sz="1400" dirty="0">
                <a:latin typeface="Corbel"/>
                <a:cs typeface="Corbel"/>
              </a:rPr>
              <a:t>a</a:t>
            </a:r>
            <a:r>
              <a:rPr sz="1400" spc="-30" dirty="0">
                <a:latin typeface="Corbel"/>
                <a:cs typeface="Corbel"/>
              </a:rPr>
              <a:t> </a:t>
            </a:r>
            <a:r>
              <a:rPr sz="1400" dirty="0">
                <a:latin typeface="Corbel"/>
                <a:cs typeface="Corbel"/>
              </a:rPr>
              <a:t>police</a:t>
            </a:r>
            <a:r>
              <a:rPr sz="1400" spc="-30" dirty="0">
                <a:latin typeface="Corbel"/>
                <a:cs typeface="Corbel"/>
              </a:rPr>
              <a:t> </a:t>
            </a:r>
            <a:r>
              <a:rPr sz="1400" spc="-10" dirty="0">
                <a:latin typeface="Corbel"/>
                <a:cs typeface="Corbel"/>
              </a:rPr>
              <a:t>report);</a:t>
            </a:r>
            <a:endParaRPr sz="1400">
              <a:latin typeface="Corbel"/>
              <a:cs typeface="Corbel"/>
            </a:endParaRPr>
          </a:p>
          <a:p>
            <a:pPr marL="869315" lvl="1" indent="-399415">
              <a:lnSpc>
                <a:spcPct val="100000"/>
              </a:lnSpc>
              <a:spcBef>
                <a:spcPts val="915"/>
              </a:spcBef>
              <a:buAutoNum type="alphaLcParenR"/>
              <a:tabLst>
                <a:tab pos="869315" algn="l"/>
              </a:tabLst>
            </a:pPr>
            <a:r>
              <a:rPr sz="1400" dirty="0">
                <a:latin typeface="Corbel"/>
                <a:cs typeface="Corbel"/>
              </a:rPr>
              <a:t>the</a:t>
            </a:r>
            <a:r>
              <a:rPr sz="1400" spc="-30" dirty="0">
                <a:latin typeface="Corbel"/>
                <a:cs typeface="Corbel"/>
              </a:rPr>
              <a:t> </a:t>
            </a:r>
            <a:r>
              <a:rPr sz="1400" dirty="0">
                <a:latin typeface="Corbel"/>
                <a:cs typeface="Corbel"/>
              </a:rPr>
              <a:t>registration</a:t>
            </a:r>
            <a:r>
              <a:rPr sz="1400" spc="-35" dirty="0">
                <a:latin typeface="Corbel"/>
                <a:cs typeface="Corbel"/>
              </a:rPr>
              <a:t> </a:t>
            </a:r>
            <a:r>
              <a:rPr sz="1400" dirty="0">
                <a:latin typeface="Corbel"/>
                <a:cs typeface="Corbel"/>
              </a:rPr>
              <a:t>label</a:t>
            </a:r>
            <a:r>
              <a:rPr sz="1400" spc="-35"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damaged</a:t>
            </a:r>
            <a:r>
              <a:rPr sz="1400" spc="-30" dirty="0">
                <a:latin typeface="Corbel"/>
                <a:cs typeface="Corbel"/>
              </a:rPr>
              <a:t> </a:t>
            </a:r>
            <a:r>
              <a:rPr sz="1400" dirty="0">
                <a:latin typeface="Corbel"/>
                <a:cs typeface="Corbel"/>
              </a:rPr>
              <a:t>or</a:t>
            </a:r>
            <a:r>
              <a:rPr sz="1400" spc="-25" dirty="0">
                <a:latin typeface="Corbel"/>
                <a:cs typeface="Corbel"/>
              </a:rPr>
              <a:t> </a:t>
            </a:r>
            <a:r>
              <a:rPr sz="1400" dirty="0">
                <a:latin typeface="Corbel"/>
                <a:cs typeface="Corbel"/>
              </a:rPr>
              <a:t>when</a:t>
            </a:r>
            <a:r>
              <a:rPr sz="1400" spc="-30" dirty="0">
                <a:latin typeface="Corbel"/>
                <a:cs typeface="Corbel"/>
              </a:rPr>
              <a:t> </a:t>
            </a:r>
            <a:r>
              <a:rPr sz="1400" dirty="0">
                <a:latin typeface="Corbel"/>
                <a:cs typeface="Corbel"/>
              </a:rPr>
              <a:t>the</a:t>
            </a:r>
            <a:r>
              <a:rPr sz="1400" spc="-30" dirty="0">
                <a:latin typeface="Corbel"/>
                <a:cs typeface="Corbel"/>
              </a:rPr>
              <a:t> </a:t>
            </a:r>
            <a:r>
              <a:rPr sz="1400" spc="-10" dirty="0">
                <a:latin typeface="Corbel"/>
                <a:cs typeface="Corbel"/>
              </a:rPr>
              <a:t>information</a:t>
            </a:r>
            <a:r>
              <a:rPr sz="1400" spc="-35" dirty="0">
                <a:latin typeface="Corbel"/>
                <a:cs typeface="Corbel"/>
              </a:rPr>
              <a:t> </a:t>
            </a:r>
            <a:r>
              <a:rPr sz="1400" dirty="0">
                <a:latin typeface="Corbel"/>
                <a:cs typeface="Corbel"/>
              </a:rPr>
              <a:t>on</a:t>
            </a:r>
            <a:r>
              <a:rPr sz="1400" spc="-30" dirty="0">
                <a:latin typeface="Corbel"/>
                <a:cs typeface="Corbel"/>
              </a:rPr>
              <a:t> </a:t>
            </a:r>
            <a:r>
              <a:rPr sz="1400" dirty="0">
                <a:latin typeface="Corbel"/>
                <a:cs typeface="Corbel"/>
              </a:rPr>
              <a:t>the</a:t>
            </a:r>
            <a:r>
              <a:rPr sz="1400" spc="-30" dirty="0">
                <a:latin typeface="Corbel"/>
                <a:cs typeface="Corbel"/>
              </a:rPr>
              <a:t> </a:t>
            </a:r>
            <a:r>
              <a:rPr sz="1400" dirty="0">
                <a:latin typeface="Corbel"/>
                <a:cs typeface="Corbel"/>
              </a:rPr>
              <a:t>label</a:t>
            </a:r>
            <a:r>
              <a:rPr sz="1400" spc="-35" dirty="0">
                <a:latin typeface="Corbel"/>
                <a:cs typeface="Corbel"/>
              </a:rPr>
              <a:t> </a:t>
            </a:r>
            <a:r>
              <a:rPr sz="1400" dirty="0">
                <a:latin typeface="Corbel"/>
                <a:cs typeface="Corbel"/>
              </a:rPr>
              <a:t>becomes</a:t>
            </a:r>
            <a:r>
              <a:rPr sz="1400" spc="-35" dirty="0">
                <a:latin typeface="Corbel"/>
                <a:cs typeface="Corbel"/>
              </a:rPr>
              <a:t> </a:t>
            </a:r>
            <a:r>
              <a:rPr sz="1400" dirty="0">
                <a:latin typeface="Corbel"/>
                <a:cs typeface="Corbel"/>
              </a:rPr>
              <a:t>illegible;</a:t>
            </a:r>
            <a:r>
              <a:rPr sz="1400" spc="-30" dirty="0">
                <a:latin typeface="Corbel"/>
                <a:cs typeface="Corbel"/>
              </a:rPr>
              <a:t> </a:t>
            </a:r>
            <a:r>
              <a:rPr sz="1400" spc="-35" dirty="0">
                <a:latin typeface="Corbel"/>
                <a:cs typeface="Corbel"/>
              </a:rPr>
              <a:t>or</a:t>
            </a:r>
            <a:endParaRPr sz="1400">
              <a:latin typeface="Corbel"/>
              <a:cs typeface="Corbel"/>
            </a:endParaRPr>
          </a:p>
          <a:p>
            <a:pPr marL="869315" lvl="1" indent="-399415">
              <a:lnSpc>
                <a:spcPct val="100000"/>
              </a:lnSpc>
              <a:spcBef>
                <a:spcPts val="1030"/>
              </a:spcBef>
              <a:buAutoNum type="alphaLcParenR"/>
              <a:tabLst>
                <a:tab pos="869315" algn="l"/>
              </a:tabLst>
            </a:pPr>
            <a:r>
              <a:rPr sz="1400" dirty="0">
                <a:latin typeface="Corbel"/>
                <a:cs typeface="Corbel"/>
              </a:rPr>
              <a:t>the</a:t>
            </a:r>
            <a:r>
              <a:rPr sz="1400" spc="-65" dirty="0">
                <a:latin typeface="Corbel"/>
                <a:cs typeface="Corbel"/>
              </a:rPr>
              <a:t> </a:t>
            </a:r>
            <a:r>
              <a:rPr sz="1400" dirty="0">
                <a:latin typeface="Corbel"/>
                <a:cs typeface="Corbel"/>
              </a:rPr>
              <a:t>UA</a:t>
            </a:r>
            <a:r>
              <a:rPr sz="1400" spc="-30" dirty="0">
                <a:latin typeface="Corbel"/>
                <a:cs typeface="Corbel"/>
              </a:rPr>
              <a:t> </a:t>
            </a:r>
            <a:r>
              <a:rPr sz="1400" dirty="0">
                <a:latin typeface="Corbel"/>
                <a:cs typeface="Corbel"/>
              </a:rPr>
              <a:t>is</a:t>
            </a:r>
            <a:r>
              <a:rPr sz="1400" spc="-35" dirty="0">
                <a:latin typeface="Corbel"/>
                <a:cs typeface="Corbel"/>
              </a:rPr>
              <a:t> </a:t>
            </a:r>
            <a:r>
              <a:rPr sz="1400" dirty="0">
                <a:latin typeface="Corbel"/>
                <a:cs typeface="Corbel"/>
              </a:rPr>
              <a:t>sold,</a:t>
            </a:r>
            <a:r>
              <a:rPr sz="1400" spc="-20" dirty="0">
                <a:latin typeface="Corbel"/>
                <a:cs typeface="Corbel"/>
              </a:rPr>
              <a:t> </a:t>
            </a:r>
            <a:r>
              <a:rPr sz="1400" dirty="0">
                <a:latin typeface="Corbel"/>
                <a:cs typeface="Corbel"/>
              </a:rPr>
              <a:t>or</a:t>
            </a:r>
            <a:r>
              <a:rPr sz="1400" spc="-20" dirty="0">
                <a:latin typeface="Corbel"/>
                <a:cs typeface="Corbel"/>
              </a:rPr>
              <a:t> </a:t>
            </a:r>
            <a:r>
              <a:rPr sz="1400" dirty="0">
                <a:latin typeface="Corbel"/>
                <a:cs typeface="Corbel"/>
              </a:rPr>
              <a:t>given,</a:t>
            </a:r>
            <a:r>
              <a:rPr sz="1400" spc="-25" dirty="0">
                <a:latin typeface="Corbel"/>
                <a:cs typeface="Corbel"/>
              </a:rPr>
              <a:t> </a:t>
            </a:r>
            <a:r>
              <a:rPr sz="1400" dirty="0">
                <a:latin typeface="Corbel"/>
                <a:cs typeface="Corbel"/>
              </a:rPr>
              <a:t>to</a:t>
            </a:r>
            <a:r>
              <a:rPr sz="1400" spc="-25" dirty="0">
                <a:latin typeface="Corbel"/>
                <a:cs typeface="Corbel"/>
              </a:rPr>
              <a:t> </a:t>
            </a:r>
            <a:r>
              <a:rPr sz="1400" dirty="0">
                <a:latin typeface="Corbel"/>
                <a:cs typeface="Corbel"/>
              </a:rPr>
              <a:t>another</a:t>
            </a:r>
            <a:r>
              <a:rPr sz="1400" spc="-20" dirty="0">
                <a:latin typeface="Corbel"/>
                <a:cs typeface="Corbel"/>
              </a:rPr>
              <a:t> </a:t>
            </a:r>
            <a:r>
              <a:rPr sz="1400" spc="-10" dirty="0">
                <a:latin typeface="Corbel"/>
                <a:cs typeface="Corbel"/>
              </a:rPr>
              <a:t>person.</a:t>
            </a:r>
            <a:endParaRPr sz="1400">
              <a:latin typeface="Corbel"/>
              <a:cs typeface="Corbel"/>
            </a:endParaRPr>
          </a:p>
          <a:p>
            <a:pPr marL="354965" marR="5080" indent="-342265">
              <a:lnSpc>
                <a:spcPct val="101400"/>
              </a:lnSpc>
              <a:spcBef>
                <a:spcPts val="890"/>
              </a:spcBef>
              <a:buAutoNum type="arabicPeriod"/>
              <a:tabLst>
                <a:tab pos="469900" algn="l"/>
              </a:tabLst>
            </a:pPr>
            <a:r>
              <a:rPr sz="1400" dirty="0">
                <a:latin typeface="Corbel"/>
                <a:cs typeface="Corbel"/>
              </a:rPr>
              <a:t>The</a:t>
            </a:r>
            <a:r>
              <a:rPr sz="1400" spc="270" dirty="0">
                <a:latin typeface="Corbel"/>
                <a:cs typeface="Corbel"/>
              </a:rPr>
              <a:t> </a:t>
            </a:r>
            <a:r>
              <a:rPr sz="1400" dirty="0">
                <a:latin typeface="Corbel"/>
                <a:cs typeface="Corbel"/>
              </a:rPr>
              <a:t>UA</a:t>
            </a:r>
            <a:r>
              <a:rPr sz="1400" spc="270" dirty="0">
                <a:latin typeface="Corbel"/>
                <a:cs typeface="Corbel"/>
              </a:rPr>
              <a:t> </a:t>
            </a:r>
            <a:r>
              <a:rPr sz="1400" dirty="0">
                <a:latin typeface="Corbel"/>
                <a:cs typeface="Corbel"/>
              </a:rPr>
              <a:t>registration</a:t>
            </a:r>
            <a:r>
              <a:rPr sz="1400" spc="270" dirty="0">
                <a:latin typeface="Corbel"/>
                <a:cs typeface="Corbel"/>
              </a:rPr>
              <a:t> </a:t>
            </a:r>
            <a:r>
              <a:rPr sz="1400" dirty="0">
                <a:latin typeface="Corbel"/>
                <a:cs typeface="Corbel"/>
              </a:rPr>
              <a:t>label</a:t>
            </a:r>
            <a:r>
              <a:rPr sz="1400" spc="265" dirty="0">
                <a:latin typeface="Corbel"/>
                <a:cs typeface="Corbel"/>
              </a:rPr>
              <a:t> </a:t>
            </a:r>
            <a:r>
              <a:rPr sz="1400" dirty="0">
                <a:latin typeface="Corbel"/>
                <a:cs typeface="Corbel"/>
              </a:rPr>
              <a:t>is</a:t>
            </a:r>
            <a:r>
              <a:rPr sz="1400" spc="270" dirty="0">
                <a:latin typeface="Corbel"/>
                <a:cs typeface="Corbel"/>
              </a:rPr>
              <a:t> </a:t>
            </a:r>
            <a:r>
              <a:rPr sz="1400" spc="-10" dirty="0">
                <a:latin typeface="Corbel"/>
                <a:cs typeface="Corbel"/>
              </a:rPr>
              <a:t>non-</a:t>
            </a:r>
            <a:r>
              <a:rPr sz="1400" dirty="0">
                <a:latin typeface="Corbel"/>
                <a:cs typeface="Corbel"/>
              </a:rPr>
              <a:t>transferrable.</a:t>
            </a:r>
            <a:r>
              <a:rPr sz="1400" spc="280" dirty="0">
                <a:latin typeface="Corbel"/>
                <a:cs typeface="Corbel"/>
              </a:rPr>
              <a:t> </a:t>
            </a:r>
            <a:r>
              <a:rPr sz="1400" dirty="0">
                <a:latin typeface="Corbel"/>
                <a:cs typeface="Corbel"/>
              </a:rPr>
              <a:t>The</a:t>
            </a:r>
            <a:r>
              <a:rPr sz="1400" spc="270" dirty="0">
                <a:latin typeface="Corbel"/>
                <a:cs typeface="Corbel"/>
              </a:rPr>
              <a:t> </a:t>
            </a:r>
            <a:r>
              <a:rPr sz="1400" dirty="0">
                <a:latin typeface="Corbel"/>
                <a:cs typeface="Corbel"/>
              </a:rPr>
              <a:t>new</a:t>
            </a:r>
            <a:r>
              <a:rPr sz="1400" spc="275" dirty="0">
                <a:latin typeface="Corbel"/>
                <a:cs typeface="Corbel"/>
              </a:rPr>
              <a:t> </a:t>
            </a:r>
            <a:r>
              <a:rPr sz="1400" dirty="0">
                <a:latin typeface="Corbel"/>
                <a:cs typeface="Corbel"/>
              </a:rPr>
              <a:t>owner</a:t>
            </a:r>
            <a:r>
              <a:rPr sz="1400" spc="275" dirty="0">
                <a:latin typeface="Corbel"/>
                <a:cs typeface="Corbel"/>
              </a:rPr>
              <a:t> </a:t>
            </a:r>
            <a:r>
              <a:rPr sz="1400" dirty="0">
                <a:latin typeface="Corbel"/>
                <a:cs typeface="Corbel"/>
              </a:rPr>
              <a:t>of</a:t>
            </a:r>
            <a:r>
              <a:rPr sz="1400" spc="280" dirty="0">
                <a:latin typeface="Corbel"/>
                <a:cs typeface="Corbel"/>
              </a:rPr>
              <a:t> </a:t>
            </a:r>
            <a:r>
              <a:rPr sz="1400" dirty="0">
                <a:latin typeface="Corbel"/>
                <a:cs typeface="Corbel"/>
              </a:rPr>
              <a:t>the</a:t>
            </a:r>
            <a:r>
              <a:rPr sz="1400" spc="275" dirty="0">
                <a:latin typeface="Corbel"/>
                <a:cs typeface="Corbel"/>
              </a:rPr>
              <a:t> </a:t>
            </a:r>
            <a:r>
              <a:rPr sz="1400" dirty="0">
                <a:latin typeface="Corbel"/>
                <a:cs typeface="Corbel"/>
              </a:rPr>
              <a:t>UA</a:t>
            </a:r>
            <a:r>
              <a:rPr sz="1400" spc="265" dirty="0">
                <a:latin typeface="Corbel"/>
                <a:cs typeface="Corbel"/>
              </a:rPr>
              <a:t> </a:t>
            </a:r>
            <a:r>
              <a:rPr sz="1400" dirty="0">
                <a:latin typeface="Corbel"/>
                <a:cs typeface="Corbel"/>
              </a:rPr>
              <a:t>will</a:t>
            </a:r>
            <a:r>
              <a:rPr sz="1400" spc="275" dirty="0">
                <a:latin typeface="Corbel"/>
                <a:cs typeface="Corbel"/>
              </a:rPr>
              <a:t> </a:t>
            </a:r>
            <a:r>
              <a:rPr sz="1400" dirty="0">
                <a:latin typeface="Corbel"/>
                <a:cs typeface="Corbel"/>
              </a:rPr>
              <a:t>need</a:t>
            </a:r>
            <a:r>
              <a:rPr sz="1400" spc="275" dirty="0">
                <a:latin typeface="Corbel"/>
                <a:cs typeface="Corbel"/>
              </a:rPr>
              <a:t> </a:t>
            </a:r>
            <a:r>
              <a:rPr sz="1400" dirty="0">
                <a:latin typeface="Corbel"/>
                <a:cs typeface="Corbel"/>
              </a:rPr>
              <a:t>to</a:t>
            </a:r>
            <a:r>
              <a:rPr sz="1400" spc="270" dirty="0">
                <a:latin typeface="Corbel"/>
                <a:cs typeface="Corbel"/>
              </a:rPr>
              <a:t> </a:t>
            </a:r>
            <a:r>
              <a:rPr sz="1400" dirty="0">
                <a:latin typeface="Corbel"/>
                <a:cs typeface="Corbel"/>
              </a:rPr>
              <a:t>obtain</a:t>
            </a:r>
            <a:r>
              <a:rPr sz="1400" spc="275" dirty="0">
                <a:latin typeface="Corbel"/>
                <a:cs typeface="Corbel"/>
              </a:rPr>
              <a:t> </a:t>
            </a:r>
            <a:r>
              <a:rPr sz="1400" dirty="0">
                <a:latin typeface="Corbel"/>
                <a:cs typeface="Corbel"/>
              </a:rPr>
              <a:t>a</a:t>
            </a:r>
            <a:r>
              <a:rPr sz="1400" spc="275" dirty="0">
                <a:latin typeface="Corbel"/>
                <a:cs typeface="Corbel"/>
              </a:rPr>
              <a:t> </a:t>
            </a:r>
            <a:r>
              <a:rPr sz="1400" dirty="0">
                <a:latin typeface="Corbel"/>
                <a:cs typeface="Corbel"/>
              </a:rPr>
              <a:t>new</a:t>
            </a:r>
            <a:r>
              <a:rPr sz="1400" spc="270" dirty="0">
                <a:latin typeface="Corbel"/>
                <a:cs typeface="Corbel"/>
              </a:rPr>
              <a:t> </a:t>
            </a:r>
            <a:r>
              <a:rPr sz="1400" dirty="0">
                <a:latin typeface="Corbel"/>
                <a:cs typeface="Corbel"/>
              </a:rPr>
              <a:t>registration</a:t>
            </a:r>
            <a:r>
              <a:rPr sz="1400" spc="270" dirty="0">
                <a:latin typeface="Corbel"/>
                <a:cs typeface="Corbel"/>
              </a:rPr>
              <a:t> </a:t>
            </a:r>
            <a:r>
              <a:rPr sz="1400" dirty="0">
                <a:latin typeface="Corbel"/>
                <a:cs typeface="Corbel"/>
              </a:rPr>
              <a:t>label</a:t>
            </a:r>
            <a:r>
              <a:rPr sz="1400" spc="275" dirty="0">
                <a:latin typeface="Corbel"/>
                <a:cs typeface="Corbel"/>
              </a:rPr>
              <a:t> </a:t>
            </a:r>
            <a:r>
              <a:rPr sz="1400" spc="-25" dirty="0">
                <a:latin typeface="Corbel"/>
                <a:cs typeface="Corbel"/>
              </a:rPr>
              <a:t>and 	</a:t>
            </a:r>
            <a:r>
              <a:rPr sz="1400" dirty="0">
                <a:latin typeface="Corbel"/>
                <a:cs typeface="Corbel"/>
              </a:rPr>
              <a:t>complete</a:t>
            </a:r>
            <a:r>
              <a:rPr sz="1400" spc="-50" dirty="0">
                <a:latin typeface="Corbel"/>
                <a:cs typeface="Corbel"/>
              </a:rPr>
              <a:t> </a:t>
            </a:r>
            <a:r>
              <a:rPr sz="1400" dirty="0">
                <a:latin typeface="Corbel"/>
                <a:cs typeface="Corbel"/>
              </a:rPr>
              <a:t>the</a:t>
            </a:r>
            <a:r>
              <a:rPr sz="1400" spc="-45" dirty="0">
                <a:latin typeface="Corbel"/>
                <a:cs typeface="Corbel"/>
              </a:rPr>
              <a:t> </a:t>
            </a:r>
            <a:r>
              <a:rPr sz="1400" dirty="0">
                <a:latin typeface="Corbel"/>
                <a:cs typeface="Corbel"/>
              </a:rPr>
              <a:t>online</a:t>
            </a:r>
            <a:r>
              <a:rPr sz="1400" spc="-50" dirty="0">
                <a:latin typeface="Corbel"/>
                <a:cs typeface="Corbel"/>
              </a:rPr>
              <a:t> </a:t>
            </a:r>
            <a:r>
              <a:rPr sz="1400" spc="-10" dirty="0">
                <a:latin typeface="Corbel"/>
                <a:cs typeface="Corbel"/>
              </a:rPr>
              <a:t>registration.</a:t>
            </a:r>
            <a:endParaRPr sz="1400">
              <a:latin typeface="Corbel"/>
              <a:cs typeface="Corbel"/>
            </a:endParaRPr>
          </a:p>
          <a:p>
            <a:pPr marL="354965" indent="-342265">
              <a:lnSpc>
                <a:spcPct val="100000"/>
              </a:lnSpc>
              <a:spcBef>
                <a:spcPts val="910"/>
              </a:spcBef>
              <a:buAutoNum type="arabicPeriod"/>
              <a:tabLst>
                <a:tab pos="354965" algn="l"/>
              </a:tabLst>
            </a:pPr>
            <a:r>
              <a:rPr sz="1400" dirty="0">
                <a:latin typeface="Corbel"/>
                <a:cs typeface="Corbel"/>
              </a:rPr>
              <a:t>Upon</a:t>
            </a:r>
            <a:r>
              <a:rPr sz="1400" spc="-45" dirty="0">
                <a:latin typeface="Corbel"/>
                <a:cs typeface="Corbel"/>
              </a:rPr>
              <a:t> </a:t>
            </a:r>
            <a:r>
              <a:rPr sz="1400" spc="-10" dirty="0">
                <a:latin typeface="Corbel"/>
                <a:cs typeface="Corbel"/>
              </a:rPr>
              <a:t>de-</a:t>
            </a:r>
            <a:r>
              <a:rPr sz="1400" dirty="0">
                <a:latin typeface="Corbel"/>
                <a:cs typeface="Corbel"/>
              </a:rPr>
              <a:t>registration,</a:t>
            </a:r>
            <a:r>
              <a:rPr sz="1400" spc="-30" dirty="0">
                <a:latin typeface="Corbel"/>
                <a:cs typeface="Corbel"/>
              </a:rPr>
              <a:t> </a:t>
            </a:r>
            <a:r>
              <a:rPr sz="1400" dirty="0">
                <a:latin typeface="Corbel"/>
                <a:cs typeface="Corbel"/>
              </a:rPr>
              <a:t>the</a:t>
            </a:r>
            <a:r>
              <a:rPr sz="1400" spc="-35" dirty="0">
                <a:latin typeface="Corbel"/>
                <a:cs typeface="Corbel"/>
              </a:rPr>
              <a:t> </a:t>
            </a:r>
            <a:r>
              <a:rPr sz="1400" dirty="0">
                <a:latin typeface="Corbel"/>
                <a:cs typeface="Corbel"/>
              </a:rPr>
              <a:t>registrant</a:t>
            </a:r>
            <a:r>
              <a:rPr sz="1400" spc="-35" dirty="0">
                <a:latin typeface="Corbel"/>
                <a:cs typeface="Corbel"/>
              </a:rPr>
              <a:t> </a:t>
            </a:r>
            <a:r>
              <a:rPr sz="1400" dirty="0">
                <a:latin typeface="Corbel"/>
                <a:cs typeface="Corbel"/>
              </a:rPr>
              <a:t>should</a:t>
            </a:r>
            <a:r>
              <a:rPr sz="1400" spc="-35" dirty="0">
                <a:latin typeface="Corbel"/>
                <a:cs typeface="Corbel"/>
              </a:rPr>
              <a:t> </a:t>
            </a:r>
            <a:r>
              <a:rPr sz="1400" dirty="0">
                <a:latin typeface="Corbel"/>
                <a:cs typeface="Corbel"/>
              </a:rPr>
              <a:t>remove</a:t>
            </a:r>
            <a:r>
              <a:rPr sz="1400" spc="-30" dirty="0">
                <a:latin typeface="Corbel"/>
                <a:cs typeface="Corbel"/>
              </a:rPr>
              <a:t> </a:t>
            </a:r>
            <a:r>
              <a:rPr sz="1400" dirty="0">
                <a:latin typeface="Corbel"/>
                <a:cs typeface="Corbel"/>
              </a:rPr>
              <a:t>the</a:t>
            </a:r>
            <a:r>
              <a:rPr sz="1400" spc="-35" dirty="0">
                <a:latin typeface="Corbel"/>
                <a:cs typeface="Corbel"/>
              </a:rPr>
              <a:t> </a:t>
            </a:r>
            <a:r>
              <a:rPr sz="1400" spc="-10" dirty="0">
                <a:latin typeface="Corbel"/>
                <a:cs typeface="Corbel"/>
              </a:rPr>
              <a:t>de-</a:t>
            </a:r>
            <a:r>
              <a:rPr sz="1400" dirty="0">
                <a:latin typeface="Corbel"/>
                <a:cs typeface="Corbel"/>
              </a:rPr>
              <a:t>registered</a:t>
            </a:r>
            <a:r>
              <a:rPr sz="1400" spc="-40" dirty="0">
                <a:latin typeface="Corbel"/>
                <a:cs typeface="Corbel"/>
              </a:rPr>
              <a:t> </a:t>
            </a:r>
            <a:r>
              <a:rPr sz="1400" dirty="0">
                <a:latin typeface="Corbel"/>
                <a:cs typeface="Corbel"/>
              </a:rPr>
              <a:t>label</a:t>
            </a:r>
            <a:r>
              <a:rPr sz="1400" spc="-40" dirty="0">
                <a:latin typeface="Corbel"/>
                <a:cs typeface="Corbel"/>
              </a:rPr>
              <a:t> </a:t>
            </a:r>
            <a:r>
              <a:rPr sz="1400" dirty="0">
                <a:latin typeface="Corbel"/>
                <a:cs typeface="Corbel"/>
              </a:rPr>
              <a:t>from</a:t>
            </a:r>
            <a:r>
              <a:rPr sz="1400" spc="-35" dirty="0">
                <a:latin typeface="Corbel"/>
                <a:cs typeface="Corbel"/>
              </a:rPr>
              <a:t> </a:t>
            </a:r>
            <a:r>
              <a:rPr sz="1400" dirty="0">
                <a:latin typeface="Corbel"/>
                <a:cs typeface="Corbel"/>
              </a:rPr>
              <a:t>the</a:t>
            </a:r>
            <a:r>
              <a:rPr sz="1400" spc="-70" dirty="0">
                <a:latin typeface="Corbel"/>
                <a:cs typeface="Corbel"/>
              </a:rPr>
              <a:t> </a:t>
            </a:r>
            <a:r>
              <a:rPr sz="1400" dirty="0">
                <a:latin typeface="Corbel"/>
                <a:cs typeface="Corbel"/>
              </a:rPr>
              <a:t>UA</a:t>
            </a:r>
            <a:r>
              <a:rPr sz="1400" spc="-40" dirty="0">
                <a:latin typeface="Corbel"/>
                <a:cs typeface="Corbel"/>
              </a:rPr>
              <a:t> </a:t>
            </a:r>
            <a:r>
              <a:rPr sz="1400" dirty="0">
                <a:latin typeface="Corbel"/>
                <a:cs typeface="Corbel"/>
              </a:rPr>
              <a:t>and</a:t>
            </a:r>
            <a:r>
              <a:rPr sz="1400" spc="-35" dirty="0">
                <a:latin typeface="Corbel"/>
                <a:cs typeface="Corbel"/>
              </a:rPr>
              <a:t> </a:t>
            </a:r>
            <a:r>
              <a:rPr sz="1400" dirty="0">
                <a:latin typeface="Corbel"/>
                <a:cs typeface="Corbel"/>
              </a:rPr>
              <a:t>destroy</a:t>
            </a:r>
            <a:r>
              <a:rPr sz="1400" spc="-30" dirty="0">
                <a:latin typeface="Corbel"/>
                <a:cs typeface="Corbel"/>
              </a:rPr>
              <a:t> </a:t>
            </a:r>
            <a:r>
              <a:rPr sz="1400" dirty="0">
                <a:latin typeface="Corbel"/>
                <a:cs typeface="Corbel"/>
              </a:rPr>
              <a:t>the</a:t>
            </a:r>
            <a:r>
              <a:rPr sz="1400" spc="-35" dirty="0">
                <a:latin typeface="Corbel"/>
                <a:cs typeface="Corbel"/>
              </a:rPr>
              <a:t> </a:t>
            </a:r>
            <a:r>
              <a:rPr sz="1400" spc="-10" dirty="0">
                <a:latin typeface="Corbel"/>
                <a:cs typeface="Corbel"/>
              </a:rPr>
              <a:t>label.</a:t>
            </a:r>
            <a:endParaRPr sz="1400">
              <a:latin typeface="Corbel"/>
              <a:cs typeface="Corbel"/>
            </a:endParaRPr>
          </a:p>
        </p:txBody>
      </p:sp>
      <p:grpSp>
        <p:nvGrpSpPr>
          <p:cNvPr id="9" name="object 9"/>
          <p:cNvGrpSpPr/>
          <p:nvPr/>
        </p:nvGrpSpPr>
        <p:grpSpPr>
          <a:xfrm>
            <a:off x="1054608" y="3776471"/>
            <a:ext cx="10732135" cy="3081655"/>
            <a:chOff x="1054608" y="3776471"/>
            <a:chExt cx="10732135" cy="3081655"/>
          </a:xfrm>
        </p:grpSpPr>
        <p:pic>
          <p:nvPicPr>
            <p:cNvPr id="10" name="object 10"/>
            <p:cNvPicPr/>
            <p:nvPr/>
          </p:nvPicPr>
          <p:blipFill>
            <a:blip r:embed="rId5" cstate="print"/>
            <a:stretch>
              <a:fillRect/>
            </a:stretch>
          </p:blipFill>
          <p:spPr>
            <a:xfrm>
              <a:off x="1054608" y="3776471"/>
              <a:ext cx="5437632" cy="3081528"/>
            </a:xfrm>
            <a:prstGeom prst="rect">
              <a:avLst/>
            </a:prstGeom>
          </p:spPr>
        </p:pic>
        <p:pic>
          <p:nvPicPr>
            <p:cNvPr id="11" name="object 11"/>
            <p:cNvPicPr/>
            <p:nvPr/>
          </p:nvPicPr>
          <p:blipFill>
            <a:blip r:embed="rId6" cstate="print"/>
            <a:stretch>
              <a:fillRect/>
            </a:stretch>
          </p:blipFill>
          <p:spPr>
            <a:xfrm>
              <a:off x="1283488" y="4004714"/>
              <a:ext cx="4927600" cy="2646018"/>
            </a:xfrm>
            <a:prstGeom prst="rect">
              <a:avLst/>
            </a:prstGeom>
          </p:spPr>
        </p:pic>
        <p:pic>
          <p:nvPicPr>
            <p:cNvPr id="12" name="object 12"/>
            <p:cNvPicPr/>
            <p:nvPr/>
          </p:nvPicPr>
          <p:blipFill>
            <a:blip r:embed="rId7" cstate="print"/>
            <a:stretch>
              <a:fillRect/>
            </a:stretch>
          </p:blipFill>
          <p:spPr>
            <a:xfrm>
              <a:off x="6345936" y="3776471"/>
              <a:ext cx="5440679" cy="3081528"/>
            </a:xfrm>
            <a:prstGeom prst="rect">
              <a:avLst/>
            </a:prstGeom>
          </p:spPr>
        </p:pic>
        <p:pic>
          <p:nvPicPr>
            <p:cNvPr id="13" name="object 13"/>
            <p:cNvPicPr/>
            <p:nvPr/>
          </p:nvPicPr>
          <p:blipFill>
            <a:blip r:embed="rId8" cstate="print"/>
            <a:stretch>
              <a:fillRect/>
            </a:stretch>
          </p:blipFill>
          <p:spPr>
            <a:xfrm>
              <a:off x="6575422" y="4004714"/>
              <a:ext cx="4927601" cy="2646018"/>
            </a:xfrm>
            <a:prstGeom prst="rect">
              <a:avLst/>
            </a:prstGeom>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grpSp>
        <p:nvGrpSpPr>
          <p:cNvPr id="6" name="object 6"/>
          <p:cNvGrpSpPr/>
          <p:nvPr/>
        </p:nvGrpSpPr>
        <p:grpSpPr>
          <a:xfrm>
            <a:off x="1365503" y="2157983"/>
            <a:ext cx="2487295" cy="1210310"/>
            <a:chOff x="1365503" y="2157983"/>
            <a:chExt cx="2487295" cy="1210310"/>
          </a:xfrm>
        </p:grpSpPr>
        <p:pic>
          <p:nvPicPr>
            <p:cNvPr id="7" name="object 7"/>
            <p:cNvPicPr/>
            <p:nvPr/>
          </p:nvPicPr>
          <p:blipFill>
            <a:blip r:embed="rId4" cstate="print"/>
            <a:stretch>
              <a:fillRect/>
            </a:stretch>
          </p:blipFill>
          <p:spPr>
            <a:xfrm>
              <a:off x="1365503" y="2157983"/>
              <a:ext cx="573023" cy="752856"/>
            </a:xfrm>
            <a:prstGeom prst="rect">
              <a:avLst/>
            </a:prstGeom>
          </p:spPr>
        </p:pic>
        <p:pic>
          <p:nvPicPr>
            <p:cNvPr id="8" name="object 8"/>
            <p:cNvPicPr/>
            <p:nvPr/>
          </p:nvPicPr>
          <p:blipFill>
            <a:blip r:embed="rId5" cstate="print"/>
            <a:stretch>
              <a:fillRect/>
            </a:stretch>
          </p:blipFill>
          <p:spPr>
            <a:xfrm>
              <a:off x="1758695" y="2273807"/>
              <a:ext cx="1283208" cy="573024"/>
            </a:xfrm>
            <a:prstGeom prst="rect">
              <a:avLst/>
            </a:prstGeom>
          </p:spPr>
        </p:pic>
        <p:pic>
          <p:nvPicPr>
            <p:cNvPr id="9" name="object 9"/>
            <p:cNvPicPr/>
            <p:nvPr/>
          </p:nvPicPr>
          <p:blipFill>
            <a:blip r:embed="rId6" cstate="print"/>
            <a:stretch>
              <a:fillRect/>
            </a:stretch>
          </p:blipFill>
          <p:spPr>
            <a:xfrm>
              <a:off x="2755391" y="2273807"/>
              <a:ext cx="1097280" cy="573024"/>
            </a:xfrm>
            <a:prstGeom prst="rect">
              <a:avLst/>
            </a:prstGeom>
          </p:spPr>
        </p:pic>
        <p:pic>
          <p:nvPicPr>
            <p:cNvPr id="10" name="object 10"/>
            <p:cNvPicPr/>
            <p:nvPr/>
          </p:nvPicPr>
          <p:blipFill>
            <a:blip r:embed="rId4" cstate="print"/>
            <a:stretch>
              <a:fillRect/>
            </a:stretch>
          </p:blipFill>
          <p:spPr>
            <a:xfrm>
              <a:off x="1365503" y="2615183"/>
              <a:ext cx="573023" cy="752856"/>
            </a:xfrm>
            <a:prstGeom prst="rect">
              <a:avLst/>
            </a:prstGeom>
          </p:spPr>
        </p:pic>
        <p:pic>
          <p:nvPicPr>
            <p:cNvPr id="11" name="object 11"/>
            <p:cNvPicPr/>
            <p:nvPr/>
          </p:nvPicPr>
          <p:blipFill>
            <a:blip r:embed="rId7" cstate="print"/>
            <a:stretch>
              <a:fillRect/>
            </a:stretch>
          </p:blipFill>
          <p:spPr>
            <a:xfrm>
              <a:off x="1758695" y="2731007"/>
              <a:ext cx="1118616" cy="573024"/>
            </a:xfrm>
            <a:prstGeom prst="rect">
              <a:avLst/>
            </a:prstGeom>
          </p:spPr>
        </p:pic>
        <p:pic>
          <p:nvPicPr>
            <p:cNvPr id="12" name="object 12"/>
            <p:cNvPicPr/>
            <p:nvPr/>
          </p:nvPicPr>
          <p:blipFill>
            <a:blip r:embed="rId8" cstate="print"/>
            <a:stretch>
              <a:fillRect/>
            </a:stretch>
          </p:blipFill>
          <p:spPr>
            <a:xfrm>
              <a:off x="2590800" y="2731007"/>
              <a:ext cx="1033272" cy="573024"/>
            </a:xfrm>
            <a:prstGeom prst="rect">
              <a:avLst/>
            </a:prstGeom>
          </p:spPr>
        </p:pic>
        <p:pic>
          <p:nvPicPr>
            <p:cNvPr id="13" name="object 13"/>
            <p:cNvPicPr/>
            <p:nvPr/>
          </p:nvPicPr>
          <p:blipFill>
            <a:blip r:embed="rId9" cstate="print"/>
            <a:stretch>
              <a:fillRect/>
            </a:stretch>
          </p:blipFill>
          <p:spPr>
            <a:xfrm>
              <a:off x="3279647" y="2731007"/>
              <a:ext cx="411479" cy="573024"/>
            </a:xfrm>
            <a:prstGeom prst="rect">
              <a:avLst/>
            </a:prstGeom>
          </p:spPr>
        </p:pic>
      </p:grpSp>
      <p:sp>
        <p:nvSpPr>
          <p:cNvPr id="14" name="object 14"/>
          <p:cNvSpPr txBox="1"/>
          <p:nvPr/>
        </p:nvSpPr>
        <p:spPr>
          <a:xfrm>
            <a:off x="1563049" y="473963"/>
            <a:ext cx="9860280" cy="4025900"/>
          </a:xfrm>
          <a:prstGeom prst="rect">
            <a:avLst/>
          </a:prstGeom>
        </p:spPr>
        <p:txBody>
          <a:bodyPr vert="horz" wrap="square" lIns="0" tIns="12700" rIns="0" bIns="0" rtlCol="0">
            <a:spAutoFit/>
          </a:bodyPr>
          <a:lstStyle/>
          <a:p>
            <a:pPr marL="12700">
              <a:lnSpc>
                <a:spcPct val="100000"/>
              </a:lnSpc>
              <a:spcBef>
                <a:spcPts val="100"/>
              </a:spcBef>
            </a:pPr>
            <a:r>
              <a:rPr sz="2000" b="1" dirty="0">
                <a:latin typeface="Corbel"/>
                <a:cs typeface="Corbel"/>
              </a:rPr>
              <a:t>030</a:t>
            </a:r>
            <a:r>
              <a:rPr sz="2000" b="1" spc="-35" dirty="0">
                <a:latin typeface="Corbel"/>
                <a:cs typeface="Corbel"/>
              </a:rPr>
              <a:t> </a:t>
            </a:r>
            <a:r>
              <a:rPr sz="2000" b="1" dirty="0">
                <a:latin typeface="Corbel"/>
                <a:cs typeface="Corbel"/>
              </a:rPr>
              <a:t>05</a:t>
            </a:r>
            <a:r>
              <a:rPr sz="2000" b="1" spc="-35" dirty="0">
                <a:latin typeface="Corbel"/>
                <a:cs typeface="Corbel"/>
              </a:rPr>
              <a:t> </a:t>
            </a:r>
            <a:r>
              <a:rPr sz="2000" b="1" dirty="0">
                <a:latin typeface="Corbel"/>
                <a:cs typeface="Corbel"/>
              </a:rPr>
              <a:t>00:</a:t>
            </a:r>
            <a:r>
              <a:rPr sz="2000" b="1" spc="-30" dirty="0">
                <a:latin typeface="Corbel"/>
                <a:cs typeface="Corbel"/>
              </a:rPr>
              <a:t> </a:t>
            </a:r>
            <a:r>
              <a:rPr sz="2000" b="1" spc="-10" dirty="0">
                <a:latin typeface="Corbel"/>
                <a:cs typeface="Corbel"/>
              </a:rPr>
              <a:t>Permits</a:t>
            </a:r>
            <a:endParaRPr sz="2000">
              <a:latin typeface="Corbel"/>
              <a:cs typeface="Corbel"/>
            </a:endParaRPr>
          </a:p>
          <a:p>
            <a:pPr marL="12700">
              <a:lnSpc>
                <a:spcPct val="100000"/>
              </a:lnSpc>
            </a:pPr>
            <a:r>
              <a:rPr sz="2000" dirty="0">
                <a:latin typeface="Corbel"/>
                <a:cs typeface="Corbel"/>
              </a:rPr>
              <a:t>030</a:t>
            </a:r>
            <a:r>
              <a:rPr sz="2000" spc="-50" dirty="0">
                <a:latin typeface="Corbel"/>
                <a:cs typeface="Corbel"/>
              </a:rPr>
              <a:t> </a:t>
            </a:r>
            <a:r>
              <a:rPr sz="2000" dirty="0">
                <a:latin typeface="Corbel"/>
                <a:cs typeface="Corbel"/>
              </a:rPr>
              <a:t>05</a:t>
            </a:r>
            <a:r>
              <a:rPr sz="2000" spc="-40" dirty="0">
                <a:latin typeface="Corbel"/>
                <a:cs typeface="Corbel"/>
              </a:rPr>
              <a:t> </a:t>
            </a:r>
            <a:r>
              <a:rPr sz="2000" dirty="0">
                <a:latin typeface="Corbel"/>
                <a:cs typeface="Corbel"/>
              </a:rPr>
              <a:t>01:</a:t>
            </a:r>
            <a:r>
              <a:rPr sz="2000" spc="-45" dirty="0">
                <a:latin typeface="Corbel"/>
                <a:cs typeface="Corbel"/>
              </a:rPr>
              <a:t> </a:t>
            </a:r>
            <a:r>
              <a:rPr sz="2000" spc="-10" dirty="0">
                <a:latin typeface="Corbel"/>
                <a:cs typeface="Corbel"/>
              </a:rPr>
              <a:t>Permit</a:t>
            </a:r>
            <a:r>
              <a:rPr sz="2000" spc="-40" dirty="0">
                <a:latin typeface="Corbel"/>
                <a:cs typeface="Corbel"/>
              </a:rPr>
              <a:t> </a:t>
            </a:r>
            <a:r>
              <a:rPr sz="2000" dirty="0">
                <a:latin typeface="Corbel"/>
                <a:cs typeface="Corbel"/>
              </a:rPr>
              <a:t>application</a:t>
            </a:r>
            <a:r>
              <a:rPr sz="2000" spc="-50" dirty="0">
                <a:latin typeface="Corbel"/>
                <a:cs typeface="Corbel"/>
              </a:rPr>
              <a:t> </a:t>
            </a:r>
            <a:r>
              <a:rPr sz="2000" spc="-10" dirty="0">
                <a:latin typeface="Corbel"/>
                <a:cs typeface="Corbel"/>
              </a:rPr>
              <a:t>process</a:t>
            </a:r>
            <a:endParaRPr sz="2000">
              <a:latin typeface="Corbel"/>
              <a:cs typeface="Corbel"/>
            </a:endParaRPr>
          </a:p>
          <a:p>
            <a:pPr>
              <a:lnSpc>
                <a:spcPct val="100000"/>
              </a:lnSpc>
              <a:spcBef>
                <a:spcPts val="1370"/>
              </a:spcBef>
            </a:pPr>
            <a:endParaRPr sz="2000">
              <a:latin typeface="Corbel"/>
              <a:cs typeface="Corbel"/>
            </a:endParaRPr>
          </a:p>
          <a:p>
            <a:pPr marL="12700" marR="5080">
              <a:lnSpc>
                <a:spcPct val="100000"/>
              </a:lnSpc>
              <a:spcBef>
                <a:spcPts val="5"/>
              </a:spcBef>
            </a:pPr>
            <a:r>
              <a:rPr sz="2000" dirty="0">
                <a:latin typeface="Calibri"/>
                <a:cs typeface="Calibri"/>
              </a:rPr>
              <a:t>Type</a:t>
            </a:r>
            <a:r>
              <a:rPr sz="2000" spc="4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permits</a:t>
            </a:r>
            <a:r>
              <a:rPr sz="2000" spc="40" dirty="0">
                <a:latin typeface="Calibri"/>
                <a:cs typeface="Calibri"/>
              </a:rPr>
              <a:t> </a:t>
            </a:r>
            <a:r>
              <a:rPr sz="2000" dirty="0">
                <a:latin typeface="Calibri"/>
                <a:cs typeface="Calibri"/>
              </a:rPr>
              <a:t>will</a:t>
            </a:r>
            <a:r>
              <a:rPr sz="2000" spc="45" dirty="0">
                <a:latin typeface="Calibri"/>
                <a:cs typeface="Calibri"/>
              </a:rPr>
              <a:t> </a:t>
            </a:r>
            <a:r>
              <a:rPr sz="2000" dirty="0">
                <a:latin typeface="Calibri"/>
                <a:cs typeface="Calibri"/>
              </a:rPr>
              <a:t>depend</a:t>
            </a:r>
            <a:r>
              <a:rPr sz="2000" spc="35" dirty="0">
                <a:latin typeface="Calibri"/>
                <a:cs typeface="Calibri"/>
              </a:rPr>
              <a:t> </a:t>
            </a:r>
            <a:r>
              <a:rPr sz="2000" dirty="0">
                <a:latin typeface="Calibri"/>
                <a:cs typeface="Calibri"/>
              </a:rPr>
              <a:t>on</a:t>
            </a:r>
            <a:r>
              <a:rPr sz="2000" spc="40" dirty="0">
                <a:latin typeface="Calibri"/>
                <a:cs typeface="Calibri"/>
              </a:rPr>
              <a:t> </a:t>
            </a:r>
            <a:r>
              <a:rPr sz="2000" dirty="0">
                <a:latin typeface="Calibri"/>
                <a:cs typeface="Calibri"/>
              </a:rPr>
              <a:t>which</a:t>
            </a:r>
            <a:r>
              <a:rPr sz="2000" spc="35" dirty="0">
                <a:latin typeface="Calibri"/>
                <a:cs typeface="Calibri"/>
              </a:rPr>
              <a:t> </a:t>
            </a:r>
            <a:r>
              <a:rPr sz="2000" dirty="0">
                <a:latin typeface="Calibri"/>
                <a:cs typeface="Calibri"/>
              </a:rPr>
              <a:t>application</a:t>
            </a:r>
            <a:r>
              <a:rPr sz="2000" spc="40" dirty="0">
                <a:latin typeface="Calibri"/>
                <a:cs typeface="Calibri"/>
              </a:rPr>
              <a:t> </a:t>
            </a:r>
            <a:r>
              <a:rPr sz="2000" dirty="0">
                <a:latin typeface="Calibri"/>
                <a:cs typeface="Calibri"/>
              </a:rPr>
              <a:t>and</a:t>
            </a:r>
            <a:r>
              <a:rPr sz="2000" spc="40" dirty="0">
                <a:latin typeface="Calibri"/>
                <a:cs typeface="Calibri"/>
              </a:rPr>
              <a:t> </a:t>
            </a:r>
            <a:r>
              <a:rPr sz="2000" dirty="0">
                <a:latin typeface="Calibri"/>
                <a:cs typeface="Calibri"/>
              </a:rPr>
              <a:t>under</a:t>
            </a:r>
            <a:r>
              <a:rPr sz="2000" spc="35" dirty="0">
                <a:latin typeface="Calibri"/>
                <a:cs typeface="Calibri"/>
              </a:rPr>
              <a:t> </a:t>
            </a:r>
            <a:r>
              <a:rPr sz="2000" dirty="0">
                <a:latin typeface="Calibri"/>
                <a:cs typeface="Calibri"/>
              </a:rPr>
              <a:t>which</a:t>
            </a:r>
            <a:r>
              <a:rPr sz="2000" spc="40" dirty="0">
                <a:latin typeface="Calibri"/>
                <a:cs typeface="Calibri"/>
              </a:rPr>
              <a:t> </a:t>
            </a:r>
            <a:r>
              <a:rPr sz="2000" dirty="0">
                <a:latin typeface="Calibri"/>
                <a:cs typeface="Calibri"/>
              </a:rPr>
              <a:t>weight</a:t>
            </a:r>
            <a:r>
              <a:rPr sz="2000" spc="45" dirty="0">
                <a:latin typeface="Calibri"/>
                <a:cs typeface="Calibri"/>
              </a:rPr>
              <a:t> </a:t>
            </a:r>
            <a:r>
              <a:rPr sz="2000" dirty="0">
                <a:latin typeface="Calibri"/>
                <a:cs typeface="Calibri"/>
              </a:rPr>
              <a:t>category</a:t>
            </a:r>
            <a:r>
              <a:rPr sz="2000" spc="40"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the</a:t>
            </a:r>
            <a:r>
              <a:rPr sz="2000" spc="45" dirty="0">
                <a:latin typeface="Calibri"/>
                <a:cs typeface="Calibri"/>
              </a:rPr>
              <a:t> </a:t>
            </a:r>
            <a:r>
              <a:rPr sz="2000" spc="-25" dirty="0">
                <a:latin typeface="Calibri"/>
                <a:cs typeface="Calibri"/>
              </a:rPr>
              <a:t>UA, </a:t>
            </a:r>
            <a:r>
              <a:rPr sz="2000" dirty="0">
                <a:latin typeface="Calibri"/>
                <a:cs typeface="Calibri"/>
              </a:rPr>
              <a:t>these</a:t>
            </a:r>
            <a:r>
              <a:rPr sz="2000" spc="-50" dirty="0">
                <a:latin typeface="Calibri"/>
                <a:cs typeface="Calibri"/>
              </a:rPr>
              <a:t> </a:t>
            </a:r>
            <a:r>
              <a:rPr sz="2000" dirty="0">
                <a:latin typeface="Calibri"/>
                <a:cs typeface="Calibri"/>
              </a:rPr>
              <a:t>permits</a:t>
            </a:r>
            <a:r>
              <a:rPr sz="2000" spc="-45" dirty="0">
                <a:latin typeface="Calibri"/>
                <a:cs typeface="Calibri"/>
              </a:rPr>
              <a:t> </a:t>
            </a:r>
            <a:r>
              <a:rPr sz="2000" spc="-20" dirty="0">
                <a:latin typeface="Calibri"/>
                <a:cs typeface="Calibri"/>
              </a:rPr>
              <a:t>are:</a:t>
            </a:r>
            <a:endParaRPr sz="2000">
              <a:latin typeface="Calibri"/>
              <a:cs typeface="Calibri"/>
            </a:endParaRPr>
          </a:p>
          <a:p>
            <a:pPr marL="354965" indent="-342265">
              <a:lnSpc>
                <a:spcPct val="100000"/>
              </a:lnSpc>
              <a:spcBef>
                <a:spcPts val="1200"/>
              </a:spcBef>
              <a:buClr>
                <a:srgbClr val="1482AC"/>
              </a:buClr>
              <a:buSzPct val="145000"/>
              <a:buFont typeface="Arial MT"/>
              <a:buChar char="•"/>
              <a:tabLst>
                <a:tab pos="354965" algn="l"/>
              </a:tabLst>
            </a:pPr>
            <a:r>
              <a:rPr sz="2000" spc="-10" dirty="0">
                <a:latin typeface="Calibri"/>
                <a:cs typeface="Calibri"/>
              </a:rPr>
              <a:t>Operator</a:t>
            </a:r>
            <a:r>
              <a:rPr sz="2000" spc="-65" dirty="0">
                <a:latin typeface="Calibri"/>
                <a:cs typeface="Calibri"/>
              </a:rPr>
              <a:t> </a:t>
            </a:r>
            <a:r>
              <a:rPr sz="2000" spc="-10" dirty="0">
                <a:latin typeface="Calibri"/>
                <a:cs typeface="Calibri"/>
              </a:rPr>
              <a:t>Permit,</a:t>
            </a:r>
            <a:endParaRPr sz="2000">
              <a:latin typeface="Calibri"/>
              <a:cs typeface="Calibri"/>
            </a:endParaRPr>
          </a:p>
          <a:p>
            <a:pPr marL="354965" indent="-342265">
              <a:lnSpc>
                <a:spcPct val="100000"/>
              </a:lnSpc>
              <a:spcBef>
                <a:spcPts val="1200"/>
              </a:spcBef>
              <a:buClr>
                <a:srgbClr val="1482AC"/>
              </a:buClr>
              <a:buSzPct val="145000"/>
              <a:buFont typeface="Arial MT"/>
              <a:buChar char="•"/>
              <a:tabLst>
                <a:tab pos="354965" algn="l"/>
              </a:tabLst>
            </a:pPr>
            <a:r>
              <a:rPr sz="2000" dirty="0">
                <a:latin typeface="Calibri"/>
                <a:cs typeface="Calibri"/>
              </a:rPr>
              <a:t>Activity</a:t>
            </a:r>
            <a:r>
              <a:rPr sz="2000" spc="-55" dirty="0">
                <a:latin typeface="Calibri"/>
                <a:cs typeface="Calibri"/>
              </a:rPr>
              <a:t> </a:t>
            </a:r>
            <a:r>
              <a:rPr sz="2000" spc="-10" dirty="0">
                <a:latin typeface="Calibri"/>
                <a:cs typeface="Calibri"/>
              </a:rPr>
              <a:t>Permit;</a:t>
            </a:r>
            <a:endParaRPr sz="2000">
              <a:latin typeface="Calibri"/>
              <a:cs typeface="Calibri"/>
            </a:endParaRPr>
          </a:p>
          <a:p>
            <a:pPr marL="469900">
              <a:lnSpc>
                <a:spcPct val="100000"/>
              </a:lnSpc>
              <a:spcBef>
                <a:spcPts val="300"/>
              </a:spcBef>
              <a:tabLst>
                <a:tab pos="755015" algn="l"/>
              </a:tabLst>
            </a:pPr>
            <a:r>
              <a:rPr sz="2900" spc="-50" dirty="0">
                <a:solidFill>
                  <a:srgbClr val="1482AC"/>
                </a:solidFill>
                <a:latin typeface="Calibri"/>
                <a:cs typeface="Calibri"/>
              </a:rPr>
              <a:t>-</a:t>
            </a:r>
            <a:r>
              <a:rPr sz="2900" dirty="0">
                <a:solidFill>
                  <a:srgbClr val="1482AC"/>
                </a:solidFill>
                <a:latin typeface="Calibri"/>
                <a:cs typeface="Calibri"/>
              </a:rPr>
              <a:t>	</a:t>
            </a:r>
            <a:r>
              <a:rPr sz="2000" dirty="0">
                <a:latin typeface="Calibri"/>
                <a:cs typeface="Calibri"/>
              </a:rPr>
              <a:t>Class</a:t>
            </a:r>
            <a:r>
              <a:rPr sz="2000" spc="-40" dirty="0">
                <a:latin typeface="Calibri"/>
                <a:cs typeface="Calibri"/>
              </a:rPr>
              <a:t> </a:t>
            </a:r>
            <a:r>
              <a:rPr sz="2000" dirty="0">
                <a:latin typeface="Calibri"/>
                <a:cs typeface="Calibri"/>
              </a:rPr>
              <a:t>1</a:t>
            </a:r>
            <a:r>
              <a:rPr sz="2000" spc="-45" dirty="0">
                <a:latin typeface="Calibri"/>
                <a:cs typeface="Calibri"/>
              </a:rPr>
              <a:t> </a:t>
            </a:r>
            <a:r>
              <a:rPr sz="2000" dirty="0">
                <a:latin typeface="Calibri"/>
                <a:cs typeface="Calibri"/>
              </a:rPr>
              <a:t>Activity</a:t>
            </a:r>
            <a:r>
              <a:rPr sz="2000" spc="-55" dirty="0">
                <a:latin typeface="Calibri"/>
                <a:cs typeface="Calibri"/>
              </a:rPr>
              <a:t> </a:t>
            </a:r>
            <a:r>
              <a:rPr sz="2000" dirty="0">
                <a:latin typeface="Calibri"/>
                <a:cs typeface="Calibri"/>
              </a:rPr>
              <a:t>Permit</a:t>
            </a:r>
            <a:r>
              <a:rPr sz="2000" spc="-40" dirty="0">
                <a:latin typeface="Calibri"/>
                <a:cs typeface="Calibri"/>
              </a:rPr>
              <a:t> </a:t>
            </a:r>
            <a:r>
              <a:rPr sz="2000" spc="-20" dirty="0">
                <a:latin typeface="Calibri"/>
                <a:cs typeface="Calibri"/>
              </a:rPr>
              <a:t>(AP1)</a:t>
            </a:r>
            <a:endParaRPr sz="2000">
              <a:latin typeface="Calibri"/>
              <a:cs typeface="Calibri"/>
            </a:endParaRPr>
          </a:p>
          <a:p>
            <a:pPr marL="469900">
              <a:lnSpc>
                <a:spcPct val="100000"/>
              </a:lnSpc>
              <a:spcBef>
                <a:spcPts val="120"/>
              </a:spcBef>
              <a:tabLst>
                <a:tab pos="755015" algn="l"/>
              </a:tabLst>
            </a:pPr>
            <a:r>
              <a:rPr sz="2900" spc="-50" dirty="0">
                <a:solidFill>
                  <a:srgbClr val="1482AC"/>
                </a:solidFill>
                <a:latin typeface="Calibri"/>
                <a:cs typeface="Calibri"/>
              </a:rPr>
              <a:t>-</a:t>
            </a:r>
            <a:r>
              <a:rPr sz="2900" dirty="0">
                <a:solidFill>
                  <a:srgbClr val="1482AC"/>
                </a:solidFill>
                <a:latin typeface="Calibri"/>
                <a:cs typeface="Calibri"/>
              </a:rPr>
              <a:t>	</a:t>
            </a:r>
            <a:r>
              <a:rPr sz="2000" dirty="0">
                <a:latin typeface="Calibri"/>
                <a:cs typeface="Calibri"/>
              </a:rPr>
              <a:t>Class</a:t>
            </a:r>
            <a:r>
              <a:rPr sz="2000" spc="-40" dirty="0">
                <a:latin typeface="Calibri"/>
                <a:cs typeface="Calibri"/>
              </a:rPr>
              <a:t> </a:t>
            </a:r>
            <a:r>
              <a:rPr sz="2000" dirty="0">
                <a:latin typeface="Calibri"/>
                <a:cs typeface="Calibri"/>
              </a:rPr>
              <a:t>2</a:t>
            </a:r>
            <a:r>
              <a:rPr sz="2000" spc="-45" dirty="0">
                <a:latin typeface="Calibri"/>
                <a:cs typeface="Calibri"/>
              </a:rPr>
              <a:t> </a:t>
            </a:r>
            <a:r>
              <a:rPr sz="2000" dirty="0">
                <a:latin typeface="Calibri"/>
                <a:cs typeface="Calibri"/>
              </a:rPr>
              <a:t>Activity</a:t>
            </a:r>
            <a:r>
              <a:rPr sz="2000" spc="-55" dirty="0">
                <a:latin typeface="Calibri"/>
                <a:cs typeface="Calibri"/>
              </a:rPr>
              <a:t> </a:t>
            </a:r>
            <a:r>
              <a:rPr sz="2000" dirty="0">
                <a:latin typeface="Calibri"/>
                <a:cs typeface="Calibri"/>
              </a:rPr>
              <a:t>Permit</a:t>
            </a:r>
            <a:r>
              <a:rPr sz="2000" spc="-40" dirty="0">
                <a:latin typeface="Calibri"/>
                <a:cs typeface="Calibri"/>
              </a:rPr>
              <a:t> </a:t>
            </a:r>
            <a:r>
              <a:rPr sz="2000" spc="-20" dirty="0">
                <a:latin typeface="Calibri"/>
                <a:cs typeface="Calibri"/>
              </a:rPr>
              <a:t>(AP2)</a:t>
            </a:r>
            <a:endParaRPr sz="2000">
              <a:latin typeface="Calibri"/>
              <a:cs typeface="Calibri"/>
            </a:endParaRPr>
          </a:p>
          <a:p>
            <a:pPr marL="297815" indent="-285115">
              <a:lnSpc>
                <a:spcPct val="100000"/>
              </a:lnSpc>
              <a:spcBef>
                <a:spcPts val="919"/>
              </a:spcBef>
              <a:buClr>
                <a:srgbClr val="1482AC"/>
              </a:buClr>
              <a:buSzPct val="145000"/>
              <a:buFont typeface="Arial MT"/>
              <a:buChar char="•"/>
              <a:tabLst>
                <a:tab pos="297815" algn="l"/>
              </a:tabLst>
            </a:pPr>
            <a:r>
              <a:rPr sz="2000" b="1" dirty="0">
                <a:latin typeface="Calibri"/>
                <a:cs typeface="Calibri"/>
              </a:rPr>
              <a:t>Other</a:t>
            </a:r>
            <a:r>
              <a:rPr sz="2000" b="1" spc="-45" dirty="0">
                <a:latin typeface="Calibri"/>
                <a:cs typeface="Calibri"/>
              </a:rPr>
              <a:t> </a:t>
            </a:r>
            <a:r>
              <a:rPr sz="2000" b="1" spc="-10" dirty="0">
                <a:latin typeface="Calibri"/>
                <a:cs typeface="Calibri"/>
              </a:rPr>
              <a:t>Permits</a:t>
            </a:r>
            <a:endParaRPr sz="200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90D38D4-A860-F788-773E-03DD37CA2BD8}"/>
              </a:ext>
            </a:extLst>
          </p:cNvPr>
          <p:cNvSpPr>
            <a:spLocks noGrp="1"/>
          </p:cNvSpPr>
          <p:nvPr>
            <p:ph type="title"/>
          </p:nvPr>
        </p:nvSpPr>
        <p:spPr/>
        <p:txBody>
          <a:bodyPr/>
          <a:lstStyle/>
          <a:p>
            <a:endParaRPr lang="en-SG"/>
          </a:p>
        </p:txBody>
      </p:sp>
      <p:sp>
        <p:nvSpPr>
          <p:cNvPr id="10" name="object 2">
            <a:extLst>
              <a:ext uri="{FF2B5EF4-FFF2-40B4-BE49-F238E27FC236}">
                <a16:creationId xmlns:a16="http://schemas.microsoft.com/office/drawing/2014/main" id="{726BDA1C-56C4-940D-644F-E249AD925F49}"/>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11" name="object 3">
            <a:extLst>
              <a:ext uri="{FF2B5EF4-FFF2-40B4-BE49-F238E27FC236}">
                <a16:creationId xmlns:a16="http://schemas.microsoft.com/office/drawing/2014/main" id="{DBE6AC73-C56A-BDC2-7C69-2B9B265DB9E4}"/>
              </a:ext>
            </a:extLst>
          </p:cNvPr>
          <p:cNvGrpSpPr/>
          <p:nvPr/>
        </p:nvGrpSpPr>
        <p:grpSpPr>
          <a:xfrm>
            <a:off x="1417319" y="414527"/>
            <a:ext cx="4200525" cy="878205"/>
            <a:chOff x="1417319" y="414527"/>
            <a:chExt cx="4200525" cy="878205"/>
          </a:xfrm>
        </p:grpSpPr>
        <p:pic>
          <p:nvPicPr>
            <p:cNvPr id="12" name="object 4">
              <a:extLst>
                <a:ext uri="{FF2B5EF4-FFF2-40B4-BE49-F238E27FC236}">
                  <a16:creationId xmlns:a16="http://schemas.microsoft.com/office/drawing/2014/main" id="{60FF42A5-8DD7-7043-CEAD-7080A88E97DB}"/>
                </a:ext>
              </a:extLst>
            </p:cNvPr>
            <p:cNvPicPr/>
            <p:nvPr/>
          </p:nvPicPr>
          <p:blipFill>
            <a:blip r:embed="rId2" cstate="print"/>
            <a:stretch>
              <a:fillRect/>
            </a:stretch>
          </p:blipFill>
          <p:spPr>
            <a:xfrm>
              <a:off x="1417319" y="414527"/>
              <a:ext cx="2313432" cy="573024"/>
            </a:xfrm>
            <a:prstGeom prst="rect">
              <a:avLst/>
            </a:prstGeom>
          </p:spPr>
        </p:pic>
        <p:pic>
          <p:nvPicPr>
            <p:cNvPr id="13" name="object 5">
              <a:extLst>
                <a:ext uri="{FF2B5EF4-FFF2-40B4-BE49-F238E27FC236}">
                  <a16:creationId xmlns:a16="http://schemas.microsoft.com/office/drawing/2014/main" id="{A4885F3B-65B2-0C19-4048-1668C789C57E}"/>
                </a:ext>
              </a:extLst>
            </p:cNvPr>
            <p:cNvPicPr/>
            <p:nvPr/>
          </p:nvPicPr>
          <p:blipFill>
            <a:blip r:embed="rId3" cstate="print"/>
            <a:stretch>
              <a:fillRect/>
            </a:stretch>
          </p:blipFill>
          <p:spPr>
            <a:xfrm>
              <a:off x="1417319" y="719327"/>
              <a:ext cx="4200144" cy="573024"/>
            </a:xfrm>
            <a:prstGeom prst="rect">
              <a:avLst/>
            </a:prstGeom>
          </p:spPr>
        </p:pic>
      </p:grpSp>
      <p:sp>
        <p:nvSpPr>
          <p:cNvPr id="14" name="object 6">
            <a:extLst>
              <a:ext uri="{FF2B5EF4-FFF2-40B4-BE49-F238E27FC236}">
                <a16:creationId xmlns:a16="http://schemas.microsoft.com/office/drawing/2014/main" id="{086369EA-E61A-6098-74CF-2AAEBB4907A2}"/>
              </a:ext>
            </a:extLst>
          </p:cNvPr>
          <p:cNvSpPr txBox="1">
            <a:spLocks/>
          </p:cNvSpPr>
          <p:nvPr/>
        </p:nvSpPr>
        <p:spPr>
          <a:xfrm>
            <a:off x="1563049" y="473963"/>
            <a:ext cx="9653905" cy="635000"/>
          </a:xfrm>
          <a:prstGeom prst="rect">
            <a:avLst/>
          </a:prstGeom>
        </p:spPr>
        <p:txBody>
          <a:bodyPr vert="horz" wrap="square" lIns="0" tIns="12700" rIns="0" bIns="0" rtlCol="0">
            <a:spAutoFit/>
          </a:bodyPr>
          <a:lstStyle>
            <a:lvl1pPr>
              <a:defRPr sz="2000" b="0" i="0">
                <a:solidFill>
                  <a:schemeClr val="tx1"/>
                </a:solidFill>
                <a:latin typeface="Corbel"/>
                <a:ea typeface="+mj-ea"/>
                <a:cs typeface="Corbel"/>
              </a:defRPr>
            </a:lvl1pPr>
          </a:lstStyle>
          <a:p>
            <a:pPr marL="12700">
              <a:spcBef>
                <a:spcPts val="100"/>
              </a:spcBef>
            </a:pPr>
            <a:r>
              <a:rPr lang="en-SG" b="1"/>
              <a:t>030</a:t>
            </a:r>
            <a:r>
              <a:rPr lang="en-SG" b="1" spc="-35"/>
              <a:t> </a:t>
            </a:r>
            <a:r>
              <a:rPr lang="en-SG" b="1"/>
              <a:t>05</a:t>
            </a:r>
            <a:r>
              <a:rPr lang="en-SG" b="1" spc="-35"/>
              <a:t> </a:t>
            </a:r>
            <a:r>
              <a:rPr lang="en-SG" b="1"/>
              <a:t>00:</a:t>
            </a:r>
            <a:r>
              <a:rPr lang="en-SG" b="1" spc="-30"/>
              <a:t> </a:t>
            </a:r>
            <a:r>
              <a:rPr lang="en-SG" b="1" spc="-10"/>
              <a:t>Permits</a:t>
            </a:r>
          </a:p>
          <a:p>
            <a:pPr marL="12700"/>
            <a:r>
              <a:rPr lang="en-SG"/>
              <a:t>030</a:t>
            </a:r>
            <a:r>
              <a:rPr lang="en-SG" spc="-50"/>
              <a:t> </a:t>
            </a:r>
            <a:r>
              <a:rPr lang="en-SG"/>
              <a:t>05</a:t>
            </a:r>
            <a:r>
              <a:rPr lang="en-SG" spc="-40"/>
              <a:t> </a:t>
            </a:r>
            <a:r>
              <a:rPr lang="en-SG"/>
              <a:t>01:</a:t>
            </a:r>
            <a:r>
              <a:rPr lang="en-SG" spc="-45"/>
              <a:t> </a:t>
            </a:r>
            <a:r>
              <a:rPr lang="en-SG" spc="-10"/>
              <a:t>Permit</a:t>
            </a:r>
            <a:r>
              <a:rPr lang="en-SG" spc="-40"/>
              <a:t> </a:t>
            </a:r>
            <a:r>
              <a:rPr lang="en-SG"/>
              <a:t>application</a:t>
            </a:r>
            <a:r>
              <a:rPr lang="en-SG" spc="-50"/>
              <a:t> </a:t>
            </a:r>
            <a:r>
              <a:rPr lang="en-SG" spc="-10"/>
              <a:t>process</a:t>
            </a:r>
            <a:endParaRPr lang="en-SG" spc="-10" dirty="0"/>
          </a:p>
        </p:txBody>
      </p:sp>
      <p:sp>
        <p:nvSpPr>
          <p:cNvPr id="15" name="object 7">
            <a:extLst>
              <a:ext uri="{FF2B5EF4-FFF2-40B4-BE49-F238E27FC236}">
                <a16:creationId xmlns:a16="http://schemas.microsoft.com/office/drawing/2014/main" id="{186F7B33-1A52-AAE7-0936-5963781DE806}"/>
              </a:ext>
            </a:extLst>
          </p:cNvPr>
          <p:cNvSpPr txBox="1"/>
          <p:nvPr/>
        </p:nvSpPr>
        <p:spPr>
          <a:xfrm>
            <a:off x="1563048" y="1414779"/>
            <a:ext cx="10391775" cy="2466975"/>
          </a:xfrm>
          <a:prstGeom prst="rect">
            <a:avLst/>
          </a:prstGeom>
        </p:spPr>
        <p:txBody>
          <a:bodyPr vert="horz" wrap="square" lIns="0" tIns="22860" rIns="0" bIns="0" rtlCol="0">
            <a:spAutoFit/>
          </a:bodyPr>
          <a:lstStyle/>
          <a:p>
            <a:pPr marL="12700" marR="5080">
              <a:lnSpc>
                <a:spcPts val="1900"/>
              </a:lnSpc>
              <a:spcBef>
                <a:spcPts val="180"/>
              </a:spcBef>
            </a:pPr>
            <a:r>
              <a:rPr sz="1600" dirty="0">
                <a:latin typeface="Corbel"/>
                <a:cs typeface="Corbel"/>
              </a:rPr>
              <a:t>An</a:t>
            </a:r>
            <a:r>
              <a:rPr sz="1600" spc="165" dirty="0">
                <a:latin typeface="Corbel"/>
                <a:cs typeface="Corbel"/>
              </a:rPr>
              <a:t> </a:t>
            </a:r>
            <a:r>
              <a:rPr sz="1600" b="1" u="sng" dirty="0">
                <a:uFill>
                  <a:solidFill>
                    <a:srgbClr val="000000"/>
                  </a:solidFill>
                </a:uFill>
                <a:latin typeface="Corbel"/>
                <a:cs typeface="Corbel"/>
              </a:rPr>
              <a:t>Operator</a:t>
            </a:r>
            <a:r>
              <a:rPr sz="1600" b="1" u="sng" spc="155" dirty="0">
                <a:uFill>
                  <a:solidFill>
                    <a:srgbClr val="000000"/>
                  </a:solidFill>
                </a:uFill>
                <a:latin typeface="Corbel"/>
                <a:cs typeface="Corbel"/>
              </a:rPr>
              <a:t> </a:t>
            </a:r>
            <a:r>
              <a:rPr sz="1600" b="1" u="sng" dirty="0">
                <a:uFill>
                  <a:solidFill>
                    <a:srgbClr val="000000"/>
                  </a:solidFill>
                </a:uFill>
                <a:latin typeface="Corbel"/>
                <a:cs typeface="Corbel"/>
              </a:rPr>
              <a:t>Permit</a:t>
            </a:r>
            <a:r>
              <a:rPr sz="1600" b="1" u="sng" spc="155" dirty="0">
                <a:uFill>
                  <a:solidFill>
                    <a:srgbClr val="000000"/>
                  </a:solidFill>
                </a:uFill>
                <a:latin typeface="Corbel"/>
                <a:cs typeface="Corbel"/>
              </a:rPr>
              <a:t> </a:t>
            </a:r>
            <a:r>
              <a:rPr sz="1600" dirty="0">
                <a:latin typeface="Corbel"/>
                <a:cs typeface="Corbel"/>
              </a:rPr>
              <a:t>is</a:t>
            </a:r>
            <a:r>
              <a:rPr sz="1600" spc="170" dirty="0">
                <a:latin typeface="Corbel"/>
                <a:cs typeface="Corbel"/>
              </a:rPr>
              <a:t> </a:t>
            </a:r>
            <a:r>
              <a:rPr sz="1600" dirty="0">
                <a:latin typeface="Corbel"/>
                <a:cs typeface="Corbel"/>
              </a:rPr>
              <a:t>granted</a:t>
            </a:r>
            <a:r>
              <a:rPr sz="1600" spc="165" dirty="0">
                <a:latin typeface="Corbel"/>
                <a:cs typeface="Corbel"/>
              </a:rPr>
              <a:t> </a:t>
            </a:r>
            <a:r>
              <a:rPr sz="1600" dirty="0">
                <a:latin typeface="Corbel"/>
                <a:cs typeface="Corbel"/>
              </a:rPr>
              <a:t>by</a:t>
            </a:r>
            <a:r>
              <a:rPr sz="1600" spc="165" dirty="0">
                <a:latin typeface="Corbel"/>
                <a:cs typeface="Corbel"/>
              </a:rPr>
              <a:t> </a:t>
            </a:r>
            <a:r>
              <a:rPr sz="1600" dirty="0">
                <a:latin typeface="Corbel"/>
                <a:cs typeface="Corbel"/>
              </a:rPr>
              <a:t>CAAS</a:t>
            </a:r>
            <a:r>
              <a:rPr sz="1600" spc="170" dirty="0">
                <a:latin typeface="Corbel"/>
                <a:cs typeface="Corbel"/>
              </a:rPr>
              <a:t> </a:t>
            </a:r>
            <a:r>
              <a:rPr sz="1600" dirty="0">
                <a:latin typeface="Corbel"/>
                <a:cs typeface="Corbel"/>
              </a:rPr>
              <a:t>to</a:t>
            </a:r>
            <a:r>
              <a:rPr sz="1600" spc="165" dirty="0">
                <a:latin typeface="Corbel"/>
                <a:cs typeface="Corbel"/>
              </a:rPr>
              <a:t> </a:t>
            </a:r>
            <a:r>
              <a:rPr sz="1600" dirty="0">
                <a:latin typeface="Corbel"/>
                <a:cs typeface="Corbel"/>
              </a:rPr>
              <a:t>an</a:t>
            </a:r>
            <a:r>
              <a:rPr sz="1600" spc="175" dirty="0">
                <a:latin typeface="Corbel"/>
                <a:cs typeface="Corbel"/>
              </a:rPr>
              <a:t> </a:t>
            </a:r>
            <a:r>
              <a:rPr sz="1600" dirty="0">
                <a:latin typeface="Corbel"/>
                <a:cs typeface="Corbel"/>
              </a:rPr>
              <a:t>organisation</a:t>
            </a:r>
            <a:r>
              <a:rPr sz="1600" spc="170" dirty="0">
                <a:latin typeface="Corbel"/>
                <a:cs typeface="Corbel"/>
              </a:rPr>
              <a:t> </a:t>
            </a:r>
            <a:r>
              <a:rPr sz="1600" dirty="0">
                <a:latin typeface="Corbel"/>
                <a:cs typeface="Corbel"/>
              </a:rPr>
              <a:t>or</a:t>
            </a:r>
            <a:r>
              <a:rPr sz="1600" spc="165" dirty="0">
                <a:latin typeface="Corbel"/>
                <a:cs typeface="Corbel"/>
              </a:rPr>
              <a:t> </a:t>
            </a:r>
            <a:r>
              <a:rPr sz="1600" dirty="0">
                <a:latin typeface="Corbel"/>
                <a:cs typeface="Corbel"/>
              </a:rPr>
              <a:t>individual</a:t>
            </a:r>
            <a:r>
              <a:rPr sz="1600" spc="170" dirty="0">
                <a:latin typeface="Corbel"/>
                <a:cs typeface="Corbel"/>
              </a:rPr>
              <a:t> </a:t>
            </a:r>
            <a:r>
              <a:rPr sz="1600" dirty="0">
                <a:latin typeface="Corbel"/>
                <a:cs typeface="Corbel"/>
              </a:rPr>
              <a:t>if</a:t>
            </a:r>
            <a:r>
              <a:rPr sz="1600" spc="170" dirty="0">
                <a:latin typeface="Corbel"/>
                <a:cs typeface="Corbel"/>
              </a:rPr>
              <a:t> </a:t>
            </a:r>
            <a:r>
              <a:rPr sz="1600" dirty="0">
                <a:latin typeface="Corbel"/>
                <a:cs typeface="Corbel"/>
              </a:rPr>
              <a:t>the</a:t>
            </a:r>
            <a:r>
              <a:rPr sz="1600" spc="170" dirty="0">
                <a:latin typeface="Corbel"/>
                <a:cs typeface="Corbel"/>
              </a:rPr>
              <a:t> </a:t>
            </a:r>
            <a:r>
              <a:rPr sz="1600" dirty="0">
                <a:latin typeface="Corbel"/>
                <a:cs typeface="Corbel"/>
              </a:rPr>
              <a:t>applicant</a:t>
            </a:r>
            <a:r>
              <a:rPr sz="1600" spc="165" dirty="0">
                <a:latin typeface="Corbel"/>
                <a:cs typeface="Corbel"/>
              </a:rPr>
              <a:t> </a:t>
            </a:r>
            <a:r>
              <a:rPr sz="1600" dirty="0">
                <a:latin typeface="Corbel"/>
                <a:cs typeface="Corbel"/>
              </a:rPr>
              <a:t>is</a:t>
            </a:r>
            <a:r>
              <a:rPr sz="1600" spc="170" dirty="0">
                <a:latin typeface="Corbel"/>
                <a:cs typeface="Corbel"/>
              </a:rPr>
              <a:t> </a:t>
            </a:r>
            <a:r>
              <a:rPr sz="1600" dirty="0">
                <a:latin typeface="Corbel"/>
                <a:cs typeface="Corbel"/>
              </a:rPr>
              <a:t>fit</a:t>
            </a:r>
            <a:r>
              <a:rPr sz="1600" spc="160" dirty="0">
                <a:latin typeface="Corbel"/>
                <a:cs typeface="Corbel"/>
              </a:rPr>
              <a:t> </a:t>
            </a:r>
            <a:r>
              <a:rPr sz="1600" dirty="0">
                <a:latin typeface="Corbel"/>
                <a:cs typeface="Corbel"/>
              </a:rPr>
              <a:t>to</a:t>
            </a:r>
            <a:r>
              <a:rPr sz="1600" spc="160" dirty="0">
                <a:latin typeface="Corbel"/>
                <a:cs typeface="Corbel"/>
              </a:rPr>
              <a:t> </a:t>
            </a:r>
            <a:r>
              <a:rPr sz="1600" dirty="0">
                <a:latin typeface="Corbel"/>
                <a:cs typeface="Corbel"/>
              </a:rPr>
              <a:t>conduct</a:t>
            </a:r>
            <a:r>
              <a:rPr sz="1600" spc="165" dirty="0">
                <a:latin typeface="Corbel"/>
                <a:cs typeface="Corbel"/>
              </a:rPr>
              <a:t> </a:t>
            </a:r>
            <a:r>
              <a:rPr sz="1600" dirty="0">
                <a:latin typeface="Corbel"/>
                <a:cs typeface="Corbel"/>
              </a:rPr>
              <a:t>UA</a:t>
            </a:r>
            <a:r>
              <a:rPr sz="1600" spc="160" dirty="0">
                <a:latin typeface="Corbel"/>
                <a:cs typeface="Corbel"/>
              </a:rPr>
              <a:t> </a:t>
            </a:r>
            <a:r>
              <a:rPr sz="1600" spc="-10" dirty="0">
                <a:latin typeface="Corbel"/>
                <a:cs typeface="Corbel"/>
              </a:rPr>
              <a:t>operations safely.</a:t>
            </a:r>
            <a:endParaRPr sz="1600" dirty="0">
              <a:latin typeface="Corbel"/>
              <a:cs typeface="Corbel"/>
            </a:endParaRPr>
          </a:p>
          <a:p>
            <a:pPr marL="469900">
              <a:lnSpc>
                <a:spcPts val="1910"/>
              </a:lnSpc>
              <a:spcBef>
                <a:spcPts val="1925"/>
              </a:spcBef>
            </a:pPr>
            <a:r>
              <a:rPr sz="1600" dirty="0">
                <a:latin typeface="Corbel"/>
                <a:cs typeface="Corbel"/>
              </a:rPr>
              <a:t>the</a:t>
            </a:r>
            <a:r>
              <a:rPr sz="1600" spc="-35" dirty="0">
                <a:latin typeface="Corbel"/>
                <a:cs typeface="Corbel"/>
              </a:rPr>
              <a:t> </a:t>
            </a:r>
            <a:r>
              <a:rPr sz="1600" dirty="0">
                <a:latin typeface="Corbel"/>
                <a:cs typeface="Corbel"/>
              </a:rPr>
              <a:t>assessment</a:t>
            </a:r>
            <a:r>
              <a:rPr sz="1600" spc="-45" dirty="0">
                <a:latin typeface="Corbel"/>
                <a:cs typeface="Corbel"/>
              </a:rPr>
              <a:t> </a:t>
            </a:r>
            <a:r>
              <a:rPr sz="1600" dirty="0">
                <a:latin typeface="Corbel"/>
                <a:cs typeface="Corbel"/>
              </a:rPr>
              <a:t>includes,</a:t>
            </a:r>
            <a:r>
              <a:rPr sz="1600" spc="-35" dirty="0">
                <a:latin typeface="Corbel"/>
                <a:cs typeface="Corbel"/>
              </a:rPr>
              <a:t> </a:t>
            </a:r>
            <a:r>
              <a:rPr sz="1600" dirty="0">
                <a:latin typeface="Corbel"/>
                <a:cs typeface="Corbel"/>
              </a:rPr>
              <a:t>but</a:t>
            </a:r>
            <a:r>
              <a:rPr sz="1600" spc="-40" dirty="0">
                <a:latin typeface="Corbel"/>
                <a:cs typeface="Corbel"/>
              </a:rPr>
              <a:t> </a:t>
            </a:r>
            <a:r>
              <a:rPr sz="1600" dirty="0">
                <a:latin typeface="Corbel"/>
                <a:cs typeface="Corbel"/>
              </a:rPr>
              <a:t>not</a:t>
            </a:r>
            <a:r>
              <a:rPr sz="1600" spc="-45" dirty="0">
                <a:latin typeface="Corbel"/>
                <a:cs typeface="Corbel"/>
              </a:rPr>
              <a:t> </a:t>
            </a:r>
            <a:r>
              <a:rPr sz="1600" dirty="0">
                <a:latin typeface="Corbel"/>
                <a:cs typeface="Corbel"/>
              </a:rPr>
              <a:t>limited</a:t>
            </a:r>
            <a:r>
              <a:rPr sz="1600" spc="-35" dirty="0">
                <a:latin typeface="Corbel"/>
                <a:cs typeface="Corbel"/>
              </a:rPr>
              <a:t> </a:t>
            </a:r>
            <a:r>
              <a:rPr sz="1600" spc="-25" dirty="0">
                <a:latin typeface="Corbel"/>
                <a:cs typeface="Corbel"/>
              </a:rPr>
              <a:t>to:</a:t>
            </a:r>
            <a:endParaRPr sz="1600" dirty="0">
              <a:latin typeface="Corbel"/>
              <a:cs typeface="Corbel"/>
            </a:endParaRPr>
          </a:p>
          <a:p>
            <a:pPr marL="755015" indent="-285115">
              <a:lnSpc>
                <a:spcPts val="1895"/>
              </a:lnSpc>
              <a:buFont typeface="Arial MT"/>
              <a:buChar char="•"/>
              <a:tabLst>
                <a:tab pos="755015" algn="l"/>
              </a:tabLst>
            </a:pPr>
            <a:r>
              <a:rPr sz="1600" dirty="0">
                <a:latin typeface="Corbel"/>
                <a:cs typeface="Corbel"/>
              </a:rPr>
              <a:t>the</a:t>
            </a:r>
            <a:r>
              <a:rPr sz="1600" spc="20" dirty="0">
                <a:latin typeface="Corbel"/>
                <a:cs typeface="Corbel"/>
              </a:rPr>
              <a:t> </a:t>
            </a:r>
            <a:r>
              <a:rPr sz="1600" spc="-10" dirty="0">
                <a:latin typeface="Corbel"/>
                <a:cs typeface="Corbel"/>
              </a:rPr>
              <a:t>applicant’s</a:t>
            </a:r>
            <a:r>
              <a:rPr sz="1600" spc="30" dirty="0">
                <a:latin typeface="Corbel"/>
                <a:cs typeface="Corbel"/>
              </a:rPr>
              <a:t> </a:t>
            </a:r>
            <a:r>
              <a:rPr sz="1600" spc="-10" dirty="0">
                <a:latin typeface="Corbel"/>
                <a:cs typeface="Corbel"/>
              </a:rPr>
              <a:t>organisational</a:t>
            </a:r>
            <a:r>
              <a:rPr sz="1600" spc="20" dirty="0">
                <a:latin typeface="Corbel"/>
                <a:cs typeface="Corbel"/>
              </a:rPr>
              <a:t> </a:t>
            </a:r>
            <a:r>
              <a:rPr sz="1600" spc="-25" dirty="0">
                <a:latin typeface="Corbel"/>
                <a:cs typeface="Corbel"/>
              </a:rPr>
              <a:t>set-up,</a:t>
            </a:r>
            <a:endParaRPr sz="1600" dirty="0">
              <a:latin typeface="Corbel"/>
              <a:cs typeface="Corbel"/>
            </a:endParaRPr>
          </a:p>
          <a:p>
            <a:pPr marL="755015" indent="-285115">
              <a:lnSpc>
                <a:spcPts val="1895"/>
              </a:lnSpc>
              <a:buFont typeface="Arial MT"/>
              <a:buChar char="•"/>
              <a:tabLst>
                <a:tab pos="755015" algn="l"/>
              </a:tabLst>
            </a:pPr>
            <a:r>
              <a:rPr sz="1600" dirty="0">
                <a:latin typeface="Corbel"/>
                <a:cs typeface="Corbel"/>
              </a:rPr>
              <a:t>its</a:t>
            </a:r>
            <a:r>
              <a:rPr sz="1600" spc="-35" dirty="0">
                <a:latin typeface="Corbel"/>
                <a:cs typeface="Corbel"/>
              </a:rPr>
              <a:t> </a:t>
            </a:r>
            <a:r>
              <a:rPr sz="1600" dirty="0">
                <a:latin typeface="Corbel"/>
                <a:cs typeface="Corbel"/>
              </a:rPr>
              <a:t>equipment</a:t>
            </a:r>
            <a:r>
              <a:rPr sz="1600" spc="-30"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procedures</a:t>
            </a:r>
            <a:r>
              <a:rPr sz="1600" spc="-30"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manage</a:t>
            </a:r>
            <a:r>
              <a:rPr sz="1600" spc="-30" dirty="0">
                <a:latin typeface="Corbel"/>
                <a:cs typeface="Corbel"/>
              </a:rPr>
              <a:t> </a:t>
            </a:r>
            <a:r>
              <a:rPr sz="1600" dirty="0">
                <a:latin typeface="Corbel"/>
                <a:cs typeface="Corbel"/>
              </a:rPr>
              <a:t>operations</a:t>
            </a:r>
            <a:r>
              <a:rPr sz="1600" spc="-30" dirty="0">
                <a:latin typeface="Corbel"/>
                <a:cs typeface="Corbel"/>
              </a:rPr>
              <a:t> </a:t>
            </a:r>
            <a:r>
              <a:rPr sz="1600" dirty="0">
                <a:latin typeface="Corbel"/>
                <a:cs typeface="Corbel"/>
              </a:rPr>
              <a:t>safely</a:t>
            </a:r>
            <a:r>
              <a:rPr sz="1600" spc="-30" dirty="0">
                <a:latin typeface="Corbel"/>
                <a:cs typeface="Corbel"/>
              </a:rPr>
              <a:t> </a:t>
            </a:r>
            <a:r>
              <a:rPr sz="1600" dirty="0">
                <a:latin typeface="Corbel"/>
                <a:cs typeface="Corbel"/>
              </a:rPr>
              <a:t>including</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conduct</a:t>
            </a:r>
            <a:r>
              <a:rPr sz="1600" spc="-4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safety</a:t>
            </a:r>
            <a:r>
              <a:rPr sz="1600" spc="-35" dirty="0">
                <a:latin typeface="Corbel"/>
                <a:cs typeface="Corbel"/>
              </a:rPr>
              <a:t> </a:t>
            </a:r>
            <a:r>
              <a:rPr sz="1600" dirty="0">
                <a:latin typeface="Corbel"/>
                <a:cs typeface="Corbel"/>
              </a:rPr>
              <a:t>risk</a:t>
            </a:r>
            <a:r>
              <a:rPr sz="1600" spc="-35" dirty="0">
                <a:latin typeface="Corbel"/>
                <a:cs typeface="Corbel"/>
              </a:rPr>
              <a:t> </a:t>
            </a:r>
            <a:r>
              <a:rPr sz="1600" spc="-10" dirty="0">
                <a:latin typeface="Corbel"/>
                <a:cs typeface="Corbel"/>
              </a:rPr>
              <a:t>assessments,</a:t>
            </a:r>
            <a:endParaRPr sz="1600" dirty="0">
              <a:latin typeface="Corbel"/>
              <a:cs typeface="Corbel"/>
            </a:endParaRPr>
          </a:p>
          <a:p>
            <a:pPr marL="755015" indent="-285115">
              <a:lnSpc>
                <a:spcPts val="1895"/>
              </a:lnSpc>
              <a:buFont typeface="Arial MT"/>
              <a:buChar char="•"/>
              <a:tabLst>
                <a:tab pos="755015" algn="l"/>
              </a:tabLst>
            </a:pPr>
            <a:r>
              <a:rPr sz="1600" dirty="0">
                <a:latin typeface="Corbel"/>
                <a:cs typeface="Corbel"/>
              </a:rPr>
              <a:t>airworthiness</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each</a:t>
            </a:r>
            <a:r>
              <a:rPr sz="1600" spc="-70" dirty="0">
                <a:latin typeface="Corbel"/>
                <a:cs typeface="Corbel"/>
              </a:rPr>
              <a:t> </a:t>
            </a:r>
            <a:r>
              <a:rPr sz="1600" dirty="0">
                <a:latin typeface="Corbel"/>
                <a:cs typeface="Corbel"/>
              </a:rPr>
              <a:t>UA,</a:t>
            </a:r>
            <a:r>
              <a:rPr sz="1600" spc="-30" dirty="0">
                <a:latin typeface="Corbel"/>
                <a:cs typeface="Corbel"/>
              </a:rPr>
              <a:t> </a:t>
            </a:r>
            <a:r>
              <a:rPr sz="1600" spc="-25" dirty="0">
                <a:latin typeface="Corbel"/>
                <a:cs typeface="Corbel"/>
              </a:rPr>
              <a:t>and</a:t>
            </a:r>
            <a:endParaRPr sz="1600" dirty="0">
              <a:latin typeface="Corbel"/>
              <a:cs typeface="Corbel"/>
            </a:endParaRPr>
          </a:p>
          <a:p>
            <a:pPr marL="755015" indent="-285115">
              <a:lnSpc>
                <a:spcPts val="1910"/>
              </a:lnSpc>
              <a:buFont typeface="Arial MT"/>
              <a:buChar char="•"/>
              <a:tabLst>
                <a:tab pos="755015" algn="l"/>
              </a:tabLst>
            </a:pPr>
            <a:r>
              <a:rPr sz="1600" dirty="0">
                <a:latin typeface="Corbel"/>
                <a:cs typeface="Corbel"/>
              </a:rPr>
              <a:t>competency</a:t>
            </a:r>
            <a:r>
              <a:rPr sz="1600" spc="-4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personnel</a:t>
            </a:r>
            <a:r>
              <a:rPr sz="1600" spc="-25" dirty="0">
                <a:latin typeface="Corbel"/>
                <a:cs typeface="Corbel"/>
              </a:rPr>
              <a:t> </a:t>
            </a:r>
            <a:r>
              <a:rPr sz="1600" dirty="0">
                <a:latin typeface="Corbel"/>
                <a:cs typeface="Corbel"/>
              </a:rPr>
              <a:t>involved</a:t>
            </a:r>
            <a:r>
              <a:rPr sz="1600" spc="-20" dirty="0">
                <a:latin typeface="Corbel"/>
                <a:cs typeface="Corbel"/>
              </a:rPr>
              <a:t> </a:t>
            </a:r>
            <a:r>
              <a:rPr sz="1600" dirty="0">
                <a:latin typeface="Corbel"/>
                <a:cs typeface="Corbel"/>
              </a:rPr>
              <a:t>in</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flying</a:t>
            </a:r>
            <a:r>
              <a:rPr sz="1600" spc="-3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70" dirty="0">
                <a:latin typeface="Corbel"/>
                <a:cs typeface="Corbel"/>
              </a:rPr>
              <a:t> </a:t>
            </a:r>
            <a:r>
              <a:rPr sz="1600" spc="-25" dirty="0">
                <a:latin typeface="Corbel"/>
                <a:cs typeface="Corbel"/>
              </a:rPr>
              <a:t>UA</a:t>
            </a:r>
            <a:endParaRPr sz="1600" dirty="0">
              <a:latin typeface="Corbel"/>
              <a:cs typeface="Corbel"/>
            </a:endParaRPr>
          </a:p>
          <a:p>
            <a:pPr>
              <a:lnSpc>
                <a:spcPct val="100000"/>
              </a:lnSpc>
              <a:spcBef>
                <a:spcPts val="40"/>
              </a:spcBef>
            </a:pPr>
            <a:endParaRPr sz="1600" dirty="0">
              <a:latin typeface="Corbel"/>
              <a:cs typeface="Corbel"/>
            </a:endParaRPr>
          </a:p>
          <a:p>
            <a:pPr marL="12700">
              <a:lnSpc>
                <a:spcPct val="100000"/>
              </a:lnSpc>
            </a:pPr>
            <a:r>
              <a:rPr sz="1600" b="1" dirty="0">
                <a:latin typeface="Corbel"/>
                <a:cs typeface="Corbel"/>
              </a:rPr>
              <a:t>The</a:t>
            </a:r>
            <a:r>
              <a:rPr sz="1600" b="1" spc="-25" dirty="0">
                <a:latin typeface="Corbel"/>
                <a:cs typeface="Corbel"/>
              </a:rPr>
              <a:t> </a:t>
            </a:r>
            <a:r>
              <a:rPr sz="1600" b="1" dirty="0">
                <a:latin typeface="Corbel"/>
                <a:cs typeface="Corbel"/>
              </a:rPr>
              <a:t>permit</a:t>
            </a:r>
            <a:r>
              <a:rPr sz="1600" b="1" spc="-20" dirty="0">
                <a:latin typeface="Corbel"/>
                <a:cs typeface="Corbel"/>
              </a:rPr>
              <a:t> </a:t>
            </a:r>
            <a:r>
              <a:rPr sz="1600" b="1" dirty="0">
                <a:latin typeface="Corbel"/>
                <a:cs typeface="Corbel"/>
              </a:rPr>
              <a:t>is</a:t>
            </a:r>
            <a:r>
              <a:rPr sz="1600" b="1" spc="-25" dirty="0">
                <a:latin typeface="Corbel"/>
                <a:cs typeface="Corbel"/>
              </a:rPr>
              <a:t> </a:t>
            </a:r>
            <a:r>
              <a:rPr sz="1600" b="1" dirty="0">
                <a:latin typeface="Corbel"/>
                <a:cs typeface="Corbel"/>
              </a:rPr>
              <a:t>valid</a:t>
            </a:r>
            <a:r>
              <a:rPr sz="1600" b="1" spc="-30" dirty="0">
                <a:latin typeface="Corbel"/>
                <a:cs typeface="Corbel"/>
              </a:rPr>
              <a:t> </a:t>
            </a:r>
            <a:r>
              <a:rPr sz="1600" b="1" dirty="0">
                <a:latin typeface="Corbel"/>
                <a:cs typeface="Corbel"/>
              </a:rPr>
              <a:t>for</a:t>
            </a:r>
            <a:r>
              <a:rPr sz="1600" b="1" spc="-20" dirty="0">
                <a:latin typeface="Corbel"/>
                <a:cs typeface="Corbel"/>
              </a:rPr>
              <a:t> </a:t>
            </a:r>
            <a:r>
              <a:rPr sz="1600" b="1" dirty="0">
                <a:latin typeface="Corbel"/>
                <a:cs typeface="Corbel"/>
              </a:rPr>
              <a:t>up</a:t>
            </a:r>
            <a:r>
              <a:rPr sz="1600" b="1" spc="-25" dirty="0">
                <a:latin typeface="Corbel"/>
                <a:cs typeface="Corbel"/>
              </a:rPr>
              <a:t> </a:t>
            </a:r>
            <a:r>
              <a:rPr sz="1600" b="1" dirty="0">
                <a:latin typeface="Corbel"/>
                <a:cs typeface="Corbel"/>
              </a:rPr>
              <a:t>to</a:t>
            </a:r>
            <a:r>
              <a:rPr sz="1600" b="1" spc="-20" dirty="0">
                <a:latin typeface="Corbel"/>
                <a:cs typeface="Corbel"/>
              </a:rPr>
              <a:t> </a:t>
            </a:r>
            <a:r>
              <a:rPr sz="1600" b="1" dirty="0">
                <a:latin typeface="Corbel"/>
                <a:cs typeface="Corbel"/>
              </a:rPr>
              <a:t>one</a:t>
            </a:r>
            <a:r>
              <a:rPr sz="1600" b="1" spc="-20" dirty="0">
                <a:latin typeface="Corbel"/>
                <a:cs typeface="Corbel"/>
              </a:rPr>
              <a:t> year.</a:t>
            </a:r>
            <a:endParaRPr sz="1600" dirty="0">
              <a:latin typeface="Corbel"/>
              <a:cs typeface="Corbel"/>
            </a:endParaRPr>
          </a:p>
        </p:txBody>
      </p:sp>
      <p:sp>
        <p:nvSpPr>
          <p:cNvPr id="16" name="TextBox 15">
            <a:extLst>
              <a:ext uri="{FF2B5EF4-FFF2-40B4-BE49-F238E27FC236}">
                <a16:creationId xmlns:a16="http://schemas.microsoft.com/office/drawing/2014/main" id="{2F222588-7226-C133-D334-3E833657246B}"/>
              </a:ext>
            </a:extLst>
          </p:cNvPr>
          <p:cNvSpPr txBox="1"/>
          <p:nvPr/>
        </p:nvSpPr>
        <p:spPr>
          <a:xfrm>
            <a:off x="1563048" y="3999102"/>
            <a:ext cx="9940291" cy="1815882"/>
          </a:xfrm>
          <a:prstGeom prst="rect">
            <a:avLst/>
          </a:prstGeom>
          <a:noFill/>
        </p:spPr>
        <p:txBody>
          <a:bodyPr wrap="square">
            <a:spAutoFit/>
          </a:bodyPr>
          <a:lstStyle/>
          <a:p>
            <a:r>
              <a:rPr lang="en-GB" sz="1600" dirty="0">
                <a:latin typeface="Corbel"/>
              </a:rPr>
              <a:t>According to ANR 101, a UA operator permit holder may apply to CAAS to vary the permit for the following reasons:</a:t>
            </a:r>
          </a:p>
          <a:p>
            <a:endParaRPr lang="en-GB" sz="1600" dirty="0">
              <a:latin typeface="Corbel"/>
            </a:endParaRPr>
          </a:p>
          <a:p>
            <a:pPr marL="285750" indent="-285750">
              <a:buFont typeface="Arial" panose="020B0604020202020204" pitchFamily="34" charset="0"/>
              <a:buChar char="•"/>
            </a:pPr>
            <a:r>
              <a:rPr lang="en-GB" sz="1600" dirty="0">
                <a:latin typeface="Corbel"/>
              </a:rPr>
              <a:t>Addition or substitution of UA type</a:t>
            </a:r>
          </a:p>
          <a:p>
            <a:pPr marL="285750" indent="-285750">
              <a:buFont typeface="Arial" panose="020B0604020202020204" pitchFamily="34" charset="0"/>
              <a:buChar char="•"/>
            </a:pPr>
            <a:r>
              <a:rPr lang="en-GB" sz="1600" dirty="0">
                <a:latin typeface="Corbel"/>
              </a:rPr>
              <a:t>Change in person who operate</a:t>
            </a:r>
          </a:p>
          <a:p>
            <a:pPr marL="285750" indent="-285750">
              <a:buFont typeface="Arial" panose="020B0604020202020204" pitchFamily="34" charset="0"/>
              <a:buChar char="•"/>
            </a:pPr>
            <a:r>
              <a:rPr lang="en-GB" sz="1600" dirty="0">
                <a:latin typeface="Corbel"/>
              </a:rPr>
              <a:t>Change in key management personnel</a:t>
            </a:r>
          </a:p>
          <a:p>
            <a:pPr marL="285750" indent="-285750">
              <a:buFont typeface="Arial" panose="020B0604020202020204" pitchFamily="34" charset="0"/>
              <a:buChar char="•"/>
            </a:pPr>
            <a:r>
              <a:rPr lang="en-GB" sz="1600" dirty="0">
                <a:latin typeface="Corbel"/>
              </a:rPr>
              <a:t>Change in purpose / nature of operations</a:t>
            </a:r>
          </a:p>
          <a:p>
            <a:endParaRPr lang="en-SG" sz="1600" dirty="0">
              <a:latin typeface="Corbe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pic>
        <p:nvPicPr>
          <p:cNvPr id="7" name="object 7"/>
          <p:cNvPicPr/>
          <p:nvPr/>
        </p:nvPicPr>
        <p:blipFill>
          <a:blip r:embed="rId4" cstate="print"/>
          <a:stretch>
            <a:fillRect/>
          </a:stretch>
        </p:blipFill>
        <p:spPr>
          <a:xfrm>
            <a:off x="1417319" y="1469136"/>
            <a:ext cx="4367783" cy="573024"/>
          </a:xfrm>
          <a:prstGeom prst="rect">
            <a:avLst/>
          </a:prstGeom>
        </p:spPr>
      </p:pic>
      <p:sp>
        <p:nvSpPr>
          <p:cNvPr id="8" name="object 8"/>
          <p:cNvSpPr txBox="1"/>
          <p:nvPr/>
        </p:nvSpPr>
        <p:spPr>
          <a:xfrm>
            <a:off x="1563049" y="1525523"/>
            <a:ext cx="9849485" cy="3693160"/>
          </a:xfrm>
          <a:prstGeom prst="rect">
            <a:avLst/>
          </a:prstGeom>
        </p:spPr>
        <p:txBody>
          <a:bodyPr vert="horz" wrap="square" lIns="0" tIns="12700" rIns="0" bIns="0" rtlCol="0">
            <a:spAutoFit/>
          </a:bodyPr>
          <a:lstStyle/>
          <a:p>
            <a:pPr marL="12700">
              <a:lnSpc>
                <a:spcPct val="100000"/>
              </a:lnSpc>
              <a:spcBef>
                <a:spcPts val="100"/>
              </a:spcBef>
            </a:pPr>
            <a:r>
              <a:rPr sz="2000" b="1" dirty="0">
                <a:latin typeface="Corbel"/>
                <a:cs typeface="Corbel"/>
              </a:rPr>
              <a:t>When</a:t>
            </a:r>
            <a:r>
              <a:rPr sz="2000" b="1" spc="-25" dirty="0">
                <a:latin typeface="Corbel"/>
                <a:cs typeface="Corbel"/>
              </a:rPr>
              <a:t> </a:t>
            </a:r>
            <a:r>
              <a:rPr sz="2000" b="1" dirty="0">
                <a:latin typeface="Corbel"/>
                <a:cs typeface="Corbel"/>
              </a:rPr>
              <a:t>do</a:t>
            </a:r>
            <a:r>
              <a:rPr sz="2000" b="1" spc="-20" dirty="0">
                <a:latin typeface="Corbel"/>
                <a:cs typeface="Corbel"/>
              </a:rPr>
              <a:t> </a:t>
            </a:r>
            <a:r>
              <a:rPr sz="2000" b="1" dirty="0">
                <a:latin typeface="Corbel"/>
                <a:cs typeface="Corbel"/>
              </a:rPr>
              <a:t>I</a:t>
            </a:r>
            <a:r>
              <a:rPr sz="2000" b="1" spc="-25" dirty="0">
                <a:latin typeface="Corbel"/>
                <a:cs typeface="Corbel"/>
              </a:rPr>
              <a:t> </a:t>
            </a:r>
            <a:r>
              <a:rPr sz="2000" b="1" dirty="0">
                <a:latin typeface="Corbel"/>
                <a:cs typeface="Corbel"/>
              </a:rPr>
              <a:t>need</a:t>
            </a:r>
            <a:r>
              <a:rPr sz="2000" b="1" spc="-30" dirty="0">
                <a:latin typeface="Corbel"/>
                <a:cs typeface="Corbel"/>
              </a:rPr>
              <a:t> </a:t>
            </a:r>
            <a:r>
              <a:rPr sz="2000" b="1" dirty="0">
                <a:latin typeface="Corbel"/>
                <a:cs typeface="Corbel"/>
              </a:rPr>
              <a:t>an</a:t>
            </a:r>
            <a:r>
              <a:rPr sz="2000" b="1" spc="-95" dirty="0">
                <a:latin typeface="Corbel"/>
                <a:cs typeface="Corbel"/>
              </a:rPr>
              <a:t> </a:t>
            </a:r>
            <a:r>
              <a:rPr sz="2000" b="1" dirty="0">
                <a:latin typeface="Corbel"/>
                <a:cs typeface="Corbel"/>
              </a:rPr>
              <a:t>Operator</a:t>
            </a:r>
            <a:r>
              <a:rPr sz="2000" b="1" spc="-20" dirty="0">
                <a:latin typeface="Corbel"/>
                <a:cs typeface="Corbel"/>
              </a:rPr>
              <a:t> </a:t>
            </a:r>
            <a:r>
              <a:rPr sz="2000" b="1" spc="-10" dirty="0">
                <a:latin typeface="Corbel"/>
                <a:cs typeface="Corbel"/>
              </a:rPr>
              <a:t>Permit?</a:t>
            </a:r>
            <a:endParaRPr sz="2000">
              <a:latin typeface="Corbel"/>
              <a:cs typeface="Corbel"/>
            </a:endParaRPr>
          </a:p>
          <a:p>
            <a:pPr>
              <a:lnSpc>
                <a:spcPct val="100000"/>
              </a:lnSpc>
              <a:spcBef>
                <a:spcPts val="405"/>
              </a:spcBef>
            </a:pPr>
            <a:endParaRPr sz="2000">
              <a:latin typeface="Corbel"/>
              <a:cs typeface="Corbel"/>
            </a:endParaRPr>
          </a:p>
          <a:p>
            <a:pPr marL="12700" marR="5080">
              <a:lnSpc>
                <a:spcPts val="2090"/>
              </a:lnSpc>
            </a:pPr>
            <a:r>
              <a:rPr sz="1800" dirty="0">
                <a:latin typeface="Corbel"/>
                <a:cs typeface="Corbel"/>
              </a:rPr>
              <a:t>A</a:t>
            </a:r>
            <a:r>
              <a:rPr sz="1800" spc="-95" dirty="0">
                <a:latin typeface="Corbel"/>
                <a:cs typeface="Corbel"/>
              </a:rPr>
              <a:t> </a:t>
            </a:r>
            <a:r>
              <a:rPr sz="1800" dirty="0">
                <a:latin typeface="Corbel"/>
                <a:cs typeface="Corbel"/>
              </a:rPr>
              <a:t>UA</a:t>
            </a:r>
            <a:r>
              <a:rPr sz="1800" spc="-90" dirty="0">
                <a:latin typeface="Corbel"/>
                <a:cs typeface="Corbel"/>
              </a:rPr>
              <a:t> </a:t>
            </a:r>
            <a:r>
              <a:rPr sz="1800" dirty="0">
                <a:latin typeface="Corbel"/>
                <a:cs typeface="Corbel"/>
              </a:rPr>
              <a:t>Operator</a:t>
            </a:r>
            <a:r>
              <a:rPr sz="1800" spc="-40" dirty="0">
                <a:latin typeface="Corbel"/>
                <a:cs typeface="Corbel"/>
              </a:rPr>
              <a:t> </a:t>
            </a:r>
            <a:r>
              <a:rPr sz="1800" spc="-10" dirty="0">
                <a:latin typeface="Corbel"/>
                <a:cs typeface="Corbel"/>
              </a:rPr>
              <a:t>Permit</a:t>
            </a:r>
            <a:r>
              <a:rPr sz="1800" spc="-30" dirty="0">
                <a:latin typeface="Corbel"/>
                <a:cs typeface="Corbel"/>
              </a:rPr>
              <a:t> </a:t>
            </a:r>
            <a:r>
              <a:rPr sz="1800" dirty="0">
                <a:latin typeface="Corbel"/>
                <a:cs typeface="Corbel"/>
              </a:rPr>
              <a:t>(OP)</a:t>
            </a:r>
            <a:r>
              <a:rPr sz="1800" spc="-30" dirty="0">
                <a:latin typeface="Corbel"/>
                <a:cs typeface="Corbel"/>
              </a:rPr>
              <a:t> </a:t>
            </a:r>
            <a:r>
              <a:rPr sz="1800" dirty="0">
                <a:latin typeface="Corbel"/>
                <a:cs typeface="Corbel"/>
              </a:rPr>
              <a:t>is</a:t>
            </a:r>
            <a:r>
              <a:rPr sz="1800" spc="-30" dirty="0">
                <a:latin typeface="Corbel"/>
                <a:cs typeface="Corbel"/>
              </a:rPr>
              <a:t> </a:t>
            </a:r>
            <a:r>
              <a:rPr sz="1800" dirty="0">
                <a:latin typeface="Corbel"/>
                <a:cs typeface="Corbel"/>
              </a:rPr>
              <a:t>required</a:t>
            </a:r>
            <a:r>
              <a:rPr sz="1800" spc="-30"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ensure</a:t>
            </a:r>
            <a:r>
              <a:rPr sz="1800" spc="-3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safe</a:t>
            </a:r>
            <a:r>
              <a:rPr sz="1800" spc="-25" dirty="0">
                <a:latin typeface="Corbel"/>
                <a:cs typeface="Corbel"/>
              </a:rPr>
              <a:t> </a:t>
            </a:r>
            <a:r>
              <a:rPr sz="1800" dirty="0">
                <a:latin typeface="Corbel"/>
                <a:cs typeface="Corbel"/>
              </a:rPr>
              <a:t>operation</a:t>
            </a:r>
            <a:r>
              <a:rPr sz="1800" spc="-30" dirty="0">
                <a:latin typeface="Corbel"/>
                <a:cs typeface="Corbel"/>
              </a:rPr>
              <a:t> </a:t>
            </a:r>
            <a:r>
              <a:rPr sz="1800" dirty="0">
                <a:latin typeface="Corbel"/>
                <a:cs typeface="Corbel"/>
              </a:rPr>
              <a:t>of</a:t>
            </a:r>
            <a:r>
              <a:rPr sz="1800" spc="-75" dirty="0">
                <a:latin typeface="Corbel"/>
                <a:cs typeface="Corbel"/>
              </a:rPr>
              <a:t> </a:t>
            </a:r>
            <a:r>
              <a:rPr sz="1800" dirty="0">
                <a:latin typeface="Corbel"/>
                <a:cs typeface="Corbel"/>
              </a:rPr>
              <a:t>UA</a:t>
            </a:r>
            <a:r>
              <a:rPr sz="1800" spc="-35" dirty="0">
                <a:latin typeface="Corbel"/>
                <a:cs typeface="Corbel"/>
              </a:rPr>
              <a:t> </a:t>
            </a:r>
            <a:r>
              <a:rPr sz="1800" dirty="0">
                <a:latin typeface="Corbel"/>
                <a:cs typeface="Corbel"/>
              </a:rPr>
              <a:t>and</a:t>
            </a:r>
            <a:r>
              <a:rPr sz="1800" spc="-35" dirty="0">
                <a:latin typeface="Corbel"/>
                <a:cs typeface="Corbel"/>
              </a:rPr>
              <a:t> </a:t>
            </a:r>
            <a:r>
              <a:rPr sz="1800" dirty="0">
                <a:latin typeface="Corbel"/>
                <a:cs typeface="Corbel"/>
              </a:rPr>
              <a:t>to</a:t>
            </a:r>
            <a:r>
              <a:rPr sz="1800" spc="-25" dirty="0">
                <a:latin typeface="Corbel"/>
                <a:cs typeface="Corbel"/>
              </a:rPr>
              <a:t> </a:t>
            </a:r>
            <a:r>
              <a:rPr sz="1800" dirty="0">
                <a:latin typeface="Corbel"/>
                <a:cs typeface="Corbel"/>
              </a:rPr>
              <a:t>mitigate</a:t>
            </a:r>
            <a:r>
              <a:rPr sz="1800" spc="-25" dirty="0">
                <a:latin typeface="Corbel"/>
                <a:cs typeface="Corbel"/>
              </a:rPr>
              <a:t> </a:t>
            </a:r>
            <a:r>
              <a:rPr sz="1800" dirty="0">
                <a:latin typeface="Corbel"/>
                <a:cs typeface="Corbel"/>
              </a:rPr>
              <a:t>any</a:t>
            </a:r>
            <a:r>
              <a:rPr sz="1800" spc="-30" dirty="0">
                <a:latin typeface="Corbel"/>
                <a:cs typeface="Corbel"/>
              </a:rPr>
              <a:t> </a:t>
            </a:r>
            <a:r>
              <a:rPr sz="1800" dirty="0">
                <a:latin typeface="Corbel"/>
                <a:cs typeface="Corbel"/>
              </a:rPr>
              <a:t>safety</a:t>
            </a:r>
            <a:r>
              <a:rPr sz="1800" spc="-30" dirty="0">
                <a:latin typeface="Corbel"/>
                <a:cs typeface="Corbel"/>
              </a:rPr>
              <a:t> </a:t>
            </a:r>
            <a:r>
              <a:rPr sz="1800" spc="-10" dirty="0">
                <a:latin typeface="Corbel"/>
                <a:cs typeface="Corbel"/>
              </a:rPr>
              <a:t>risks </a:t>
            </a:r>
            <a:r>
              <a:rPr sz="1800" dirty="0">
                <a:latin typeface="Corbel"/>
                <a:cs typeface="Corbel"/>
              </a:rPr>
              <a:t>posed</a:t>
            </a:r>
            <a:r>
              <a:rPr sz="1800" spc="-30"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other</a:t>
            </a:r>
            <a:r>
              <a:rPr sz="1800" spc="-25" dirty="0">
                <a:latin typeface="Corbel"/>
                <a:cs typeface="Corbel"/>
              </a:rPr>
              <a:t> </a:t>
            </a:r>
            <a:r>
              <a:rPr sz="1800" dirty="0">
                <a:latin typeface="Corbel"/>
                <a:cs typeface="Corbel"/>
              </a:rPr>
              <a:t>aviation</a:t>
            </a:r>
            <a:r>
              <a:rPr sz="1800" spc="-30" dirty="0">
                <a:latin typeface="Corbel"/>
                <a:cs typeface="Corbel"/>
              </a:rPr>
              <a:t> </a:t>
            </a:r>
            <a:r>
              <a:rPr sz="1800" dirty="0">
                <a:latin typeface="Corbel"/>
                <a:cs typeface="Corbel"/>
              </a:rPr>
              <a:t>users</a:t>
            </a:r>
            <a:r>
              <a:rPr sz="1800" spc="-25"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public</a:t>
            </a:r>
            <a:r>
              <a:rPr sz="1800" spc="-25" dirty="0">
                <a:latin typeface="Corbel"/>
                <a:cs typeface="Corbel"/>
              </a:rPr>
              <a:t> </a:t>
            </a:r>
            <a:r>
              <a:rPr sz="1800" dirty="0">
                <a:latin typeface="Corbel"/>
                <a:cs typeface="Corbel"/>
              </a:rPr>
              <a:t>when</a:t>
            </a:r>
            <a:r>
              <a:rPr sz="1800" spc="-25" dirty="0">
                <a:latin typeface="Corbel"/>
                <a:cs typeface="Corbel"/>
              </a:rPr>
              <a:t> </a:t>
            </a:r>
            <a:r>
              <a:rPr sz="1800" dirty="0">
                <a:latin typeface="Corbel"/>
                <a:cs typeface="Corbel"/>
              </a:rPr>
              <a:t>a</a:t>
            </a:r>
            <a:r>
              <a:rPr sz="1800" spc="-75" dirty="0">
                <a:latin typeface="Corbel"/>
                <a:cs typeface="Corbel"/>
              </a:rPr>
              <a:t> </a:t>
            </a:r>
            <a:r>
              <a:rPr sz="1800" dirty="0">
                <a:latin typeface="Corbel"/>
                <a:cs typeface="Corbel"/>
              </a:rPr>
              <a:t>UA</a:t>
            </a:r>
            <a:r>
              <a:rPr sz="1800" spc="-30" dirty="0">
                <a:latin typeface="Corbel"/>
                <a:cs typeface="Corbel"/>
              </a:rPr>
              <a:t> </a:t>
            </a:r>
            <a:r>
              <a:rPr sz="1800" dirty="0">
                <a:latin typeface="Corbel"/>
                <a:cs typeface="Corbel"/>
              </a:rPr>
              <a:t>is</a:t>
            </a:r>
            <a:r>
              <a:rPr sz="1800" spc="-25" dirty="0">
                <a:latin typeface="Corbel"/>
                <a:cs typeface="Corbel"/>
              </a:rPr>
              <a:t> </a:t>
            </a:r>
            <a:r>
              <a:rPr sz="1800" spc="-10" dirty="0">
                <a:latin typeface="Corbel"/>
                <a:cs typeface="Corbel"/>
              </a:rPr>
              <a:t>operated:</a:t>
            </a:r>
            <a:endParaRPr sz="1800">
              <a:latin typeface="Corbel"/>
              <a:cs typeface="Corbel"/>
            </a:endParaRPr>
          </a:p>
          <a:p>
            <a:pPr>
              <a:lnSpc>
                <a:spcPct val="100000"/>
              </a:lnSpc>
              <a:spcBef>
                <a:spcPts val="125"/>
              </a:spcBef>
            </a:pPr>
            <a:endParaRPr sz="1800">
              <a:latin typeface="Corbel"/>
              <a:cs typeface="Corbel"/>
            </a:endParaRPr>
          </a:p>
          <a:p>
            <a:pPr marL="469900" marR="196215" indent="-457200">
              <a:lnSpc>
                <a:spcPts val="2090"/>
              </a:lnSpc>
              <a:buAutoNum type="alphaLcParenR"/>
              <a:tabLst>
                <a:tab pos="469900" algn="l"/>
              </a:tabLst>
            </a:pPr>
            <a:r>
              <a:rPr sz="1800" dirty="0">
                <a:latin typeface="Corbel"/>
                <a:cs typeface="Corbel"/>
              </a:rPr>
              <a:t>For</a:t>
            </a:r>
            <a:r>
              <a:rPr sz="1800" spc="-40" dirty="0">
                <a:latin typeface="Corbel"/>
                <a:cs typeface="Corbel"/>
              </a:rPr>
              <a:t> </a:t>
            </a:r>
            <a:r>
              <a:rPr sz="1800" dirty="0">
                <a:latin typeface="Corbel"/>
                <a:cs typeface="Corbel"/>
              </a:rPr>
              <a:t>business</a:t>
            </a:r>
            <a:r>
              <a:rPr sz="1800" spc="-40" dirty="0">
                <a:latin typeface="Corbel"/>
                <a:cs typeface="Corbel"/>
              </a:rPr>
              <a:t> </a:t>
            </a:r>
            <a:r>
              <a:rPr sz="1800" dirty="0">
                <a:latin typeface="Corbel"/>
                <a:cs typeface="Corbel"/>
              </a:rPr>
              <a:t>or</a:t>
            </a:r>
            <a:r>
              <a:rPr sz="1800" spc="-40" dirty="0">
                <a:latin typeface="Corbel"/>
                <a:cs typeface="Corbel"/>
              </a:rPr>
              <a:t> </a:t>
            </a:r>
            <a:r>
              <a:rPr sz="1800" dirty="0">
                <a:latin typeface="Corbel"/>
                <a:cs typeface="Corbel"/>
              </a:rPr>
              <a:t>for</a:t>
            </a:r>
            <a:r>
              <a:rPr sz="1800" spc="-40" dirty="0">
                <a:latin typeface="Corbel"/>
                <a:cs typeface="Corbel"/>
              </a:rPr>
              <a:t> </a:t>
            </a:r>
            <a:r>
              <a:rPr sz="1800" dirty="0">
                <a:latin typeface="Corbel"/>
                <a:cs typeface="Corbel"/>
              </a:rPr>
              <a:t>a</a:t>
            </a:r>
            <a:r>
              <a:rPr sz="1800" spc="-30" dirty="0">
                <a:latin typeface="Corbel"/>
                <a:cs typeface="Corbel"/>
              </a:rPr>
              <a:t> </a:t>
            </a:r>
            <a:r>
              <a:rPr sz="1800" dirty="0">
                <a:latin typeface="Corbel"/>
                <a:cs typeface="Corbel"/>
              </a:rPr>
              <a:t>purpose</a:t>
            </a:r>
            <a:r>
              <a:rPr sz="1800" spc="-30" dirty="0">
                <a:latin typeface="Corbel"/>
                <a:cs typeface="Corbel"/>
              </a:rPr>
              <a:t> </a:t>
            </a:r>
            <a:r>
              <a:rPr sz="1800" dirty="0">
                <a:latin typeface="Corbel"/>
                <a:cs typeface="Corbel"/>
              </a:rPr>
              <a:t>that</a:t>
            </a:r>
            <a:r>
              <a:rPr sz="1800" spc="-35" dirty="0">
                <a:latin typeface="Corbel"/>
                <a:cs typeface="Corbel"/>
              </a:rPr>
              <a:t> </a:t>
            </a:r>
            <a:r>
              <a:rPr sz="1800" dirty="0">
                <a:latin typeface="Corbel"/>
                <a:cs typeface="Corbel"/>
              </a:rPr>
              <a:t>is</a:t>
            </a:r>
            <a:r>
              <a:rPr sz="1800" spc="-35" dirty="0">
                <a:latin typeface="Corbel"/>
                <a:cs typeface="Corbel"/>
              </a:rPr>
              <a:t> </a:t>
            </a:r>
            <a:r>
              <a:rPr sz="1800" dirty="0">
                <a:latin typeface="Corbel"/>
                <a:cs typeface="Corbel"/>
              </a:rPr>
              <a:t>neither</a:t>
            </a:r>
            <a:r>
              <a:rPr sz="1800" spc="-40" dirty="0">
                <a:latin typeface="Corbel"/>
                <a:cs typeface="Corbel"/>
              </a:rPr>
              <a:t> </a:t>
            </a:r>
            <a:r>
              <a:rPr sz="1800" dirty="0">
                <a:latin typeface="Corbel"/>
                <a:cs typeface="Corbel"/>
              </a:rPr>
              <a:t>recreation</a:t>
            </a:r>
            <a:r>
              <a:rPr sz="1800" spc="-35" dirty="0">
                <a:latin typeface="Corbel"/>
                <a:cs typeface="Corbel"/>
              </a:rPr>
              <a:t> </a:t>
            </a:r>
            <a:r>
              <a:rPr sz="1800" dirty="0">
                <a:latin typeface="Corbel"/>
                <a:cs typeface="Corbel"/>
              </a:rPr>
              <a:t>nor</a:t>
            </a:r>
            <a:r>
              <a:rPr sz="1800" spc="-40" dirty="0">
                <a:latin typeface="Corbel"/>
                <a:cs typeface="Corbel"/>
              </a:rPr>
              <a:t> </a:t>
            </a:r>
            <a:r>
              <a:rPr sz="1800" dirty="0">
                <a:latin typeface="Corbel"/>
                <a:cs typeface="Corbel"/>
              </a:rPr>
              <a:t>education</a:t>
            </a:r>
            <a:r>
              <a:rPr sz="1800" spc="-35" dirty="0">
                <a:latin typeface="Corbel"/>
                <a:cs typeface="Corbel"/>
              </a:rPr>
              <a:t> </a:t>
            </a:r>
            <a:r>
              <a:rPr sz="1800" dirty="0">
                <a:latin typeface="Corbel"/>
                <a:cs typeface="Corbel"/>
              </a:rPr>
              <a:t>regardless</a:t>
            </a:r>
            <a:r>
              <a:rPr sz="1800" spc="-40" dirty="0">
                <a:latin typeface="Corbel"/>
                <a:cs typeface="Corbel"/>
              </a:rPr>
              <a:t> </a:t>
            </a:r>
            <a:r>
              <a:rPr sz="1800" dirty="0">
                <a:latin typeface="Corbel"/>
                <a:cs typeface="Corbel"/>
              </a:rPr>
              <a:t>of</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mass</a:t>
            </a:r>
            <a:r>
              <a:rPr sz="1800" spc="-40" dirty="0">
                <a:latin typeface="Corbel"/>
                <a:cs typeface="Corbel"/>
              </a:rPr>
              <a:t> </a:t>
            </a:r>
            <a:r>
              <a:rPr sz="1800" dirty="0">
                <a:latin typeface="Corbel"/>
                <a:cs typeface="Corbel"/>
              </a:rPr>
              <a:t>of</a:t>
            </a:r>
            <a:r>
              <a:rPr sz="1800" spc="-35" dirty="0">
                <a:latin typeface="Corbel"/>
                <a:cs typeface="Corbel"/>
              </a:rPr>
              <a:t> </a:t>
            </a:r>
            <a:r>
              <a:rPr sz="1800" spc="-25" dirty="0">
                <a:latin typeface="Corbel"/>
                <a:cs typeface="Corbel"/>
              </a:rPr>
              <a:t>the </a:t>
            </a:r>
            <a:r>
              <a:rPr sz="1800" dirty="0">
                <a:latin typeface="Corbel"/>
                <a:cs typeface="Corbel"/>
              </a:rPr>
              <a:t>UA,</a:t>
            </a:r>
            <a:r>
              <a:rPr sz="1800" spc="-15" dirty="0">
                <a:latin typeface="Corbel"/>
                <a:cs typeface="Corbel"/>
              </a:rPr>
              <a:t> </a:t>
            </a:r>
            <a:r>
              <a:rPr sz="1800" spc="-25" dirty="0">
                <a:latin typeface="Corbel"/>
                <a:cs typeface="Corbel"/>
              </a:rPr>
              <a:t>or</a:t>
            </a:r>
            <a:endParaRPr sz="1800">
              <a:latin typeface="Corbel"/>
              <a:cs typeface="Corbel"/>
            </a:endParaRPr>
          </a:p>
          <a:p>
            <a:pPr marL="469265" indent="-456565">
              <a:lnSpc>
                <a:spcPct val="100000"/>
              </a:lnSpc>
              <a:spcBef>
                <a:spcPts val="2080"/>
              </a:spcBef>
              <a:buAutoNum type="alphaLcParenR"/>
              <a:tabLst>
                <a:tab pos="469265" algn="l"/>
              </a:tabLst>
            </a:pPr>
            <a:r>
              <a:rPr sz="1800" dirty="0">
                <a:latin typeface="Corbel"/>
                <a:cs typeface="Corbel"/>
              </a:rPr>
              <a:t>For</a:t>
            </a:r>
            <a:r>
              <a:rPr sz="1800" spc="-45" dirty="0">
                <a:latin typeface="Corbel"/>
                <a:cs typeface="Corbel"/>
              </a:rPr>
              <a:t> </a:t>
            </a:r>
            <a:r>
              <a:rPr sz="1800" dirty="0">
                <a:latin typeface="Corbel"/>
                <a:cs typeface="Corbel"/>
              </a:rPr>
              <a:t>education</a:t>
            </a:r>
            <a:r>
              <a:rPr sz="1800" spc="-35" dirty="0">
                <a:latin typeface="Corbel"/>
                <a:cs typeface="Corbel"/>
              </a:rPr>
              <a:t> </a:t>
            </a:r>
            <a:r>
              <a:rPr sz="1800" dirty="0">
                <a:latin typeface="Corbel"/>
                <a:cs typeface="Corbel"/>
              </a:rPr>
              <a:t>purpose</a:t>
            </a:r>
            <a:r>
              <a:rPr sz="1800" spc="-35" dirty="0">
                <a:latin typeface="Corbel"/>
                <a:cs typeface="Corbel"/>
              </a:rPr>
              <a:t> </a:t>
            </a:r>
            <a:r>
              <a:rPr sz="1800" dirty="0">
                <a:latin typeface="Corbel"/>
                <a:cs typeface="Corbel"/>
              </a:rPr>
              <a:t>using</a:t>
            </a:r>
            <a:r>
              <a:rPr sz="1800" spc="-40" dirty="0">
                <a:latin typeface="Corbel"/>
                <a:cs typeface="Corbel"/>
              </a:rPr>
              <a:t> </a:t>
            </a:r>
            <a:r>
              <a:rPr sz="1800" dirty="0">
                <a:latin typeface="Corbel"/>
                <a:cs typeface="Corbel"/>
              </a:rPr>
              <a:t>a</a:t>
            </a:r>
            <a:r>
              <a:rPr sz="1800" spc="-80" dirty="0">
                <a:latin typeface="Corbel"/>
                <a:cs typeface="Corbel"/>
              </a:rPr>
              <a:t> </a:t>
            </a:r>
            <a:r>
              <a:rPr sz="1800" dirty="0">
                <a:latin typeface="Corbel"/>
                <a:cs typeface="Corbel"/>
              </a:rPr>
              <a:t>UA</a:t>
            </a:r>
            <a:r>
              <a:rPr sz="1800" spc="-45" dirty="0">
                <a:latin typeface="Corbel"/>
                <a:cs typeface="Corbel"/>
              </a:rPr>
              <a:t> </a:t>
            </a:r>
            <a:r>
              <a:rPr sz="1800" dirty="0">
                <a:latin typeface="Corbel"/>
                <a:cs typeface="Corbel"/>
              </a:rPr>
              <a:t>of</a:t>
            </a:r>
            <a:r>
              <a:rPr sz="1800" spc="-35" dirty="0">
                <a:latin typeface="Corbel"/>
                <a:cs typeface="Corbel"/>
              </a:rPr>
              <a:t> </a:t>
            </a:r>
            <a:r>
              <a:rPr sz="1800" dirty="0">
                <a:latin typeface="Corbel"/>
                <a:cs typeface="Corbel"/>
              </a:rPr>
              <a:t>total</a:t>
            </a:r>
            <a:r>
              <a:rPr sz="1800" spc="-40" dirty="0">
                <a:latin typeface="Corbel"/>
                <a:cs typeface="Corbel"/>
              </a:rPr>
              <a:t> </a:t>
            </a:r>
            <a:r>
              <a:rPr sz="1800" dirty="0">
                <a:latin typeface="Corbel"/>
                <a:cs typeface="Corbel"/>
              </a:rPr>
              <a:t>mass</a:t>
            </a:r>
            <a:r>
              <a:rPr sz="1800" spc="-45" dirty="0">
                <a:latin typeface="Corbel"/>
                <a:cs typeface="Corbel"/>
              </a:rPr>
              <a:t> </a:t>
            </a:r>
            <a:r>
              <a:rPr sz="1800" dirty="0">
                <a:latin typeface="Corbel"/>
                <a:cs typeface="Corbel"/>
              </a:rPr>
              <a:t>exceeding</a:t>
            </a:r>
            <a:r>
              <a:rPr sz="1800" spc="-40" dirty="0">
                <a:latin typeface="Corbel"/>
                <a:cs typeface="Corbel"/>
              </a:rPr>
              <a:t> </a:t>
            </a:r>
            <a:r>
              <a:rPr sz="1800" dirty="0">
                <a:latin typeface="Corbel"/>
                <a:cs typeface="Corbel"/>
              </a:rPr>
              <a:t>7</a:t>
            </a:r>
            <a:r>
              <a:rPr sz="1800" spc="-35" dirty="0">
                <a:latin typeface="Corbel"/>
                <a:cs typeface="Corbel"/>
              </a:rPr>
              <a:t> </a:t>
            </a:r>
            <a:r>
              <a:rPr sz="1800" dirty="0">
                <a:latin typeface="Corbel"/>
                <a:cs typeface="Corbel"/>
              </a:rPr>
              <a:t>kilograms,</a:t>
            </a:r>
            <a:r>
              <a:rPr sz="1800" spc="-35" dirty="0">
                <a:latin typeface="Corbel"/>
                <a:cs typeface="Corbel"/>
              </a:rPr>
              <a:t> </a:t>
            </a:r>
            <a:r>
              <a:rPr sz="1800" spc="-25" dirty="0">
                <a:latin typeface="Corbel"/>
                <a:cs typeface="Corbel"/>
              </a:rPr>
              <a:t>or</a:t>
            </a:r>
            <a:endParaRPr sz="1800">
              <a:latin typeface="Corbel"/>
              <a:cs typeface="Corbel"/>
            </a:endParaRPr>
          </a:p>
          <a:p>
            <a:pPr>
              <a:lnSpc>
                <a:spcPct val="100000"/>
              </a:lnSpc>
              <a:spcBef>
                <a:spcPts val="55"/>
              </a:spcBef>
              <a:buFont typeface="Corbel"/>
              <a:buAutoNum type="alphaLcParenR"/>
            </a:pPr>
            <a:endParaRPr sz="1800">
              <a:latin typeface="Corbel"/>
              <a:cs typeface="Corbel"/>
            </a:endParaRPr>
          </a:p>
          <a:p>
            <a:pPr marL="469265" indent="-456565">
              <a:lnSpc>
                <a:spcPct val="100000"/>
              </a:lnSpc>
              <a:buAutoNum type="alphaLcParenR"/>
              <a:tabLst>
                <a:tab pos="469265" algn="l"/>
              </a:tabLst>
            </a:pPr>
            <a:r>
              <a:rPr sz="1800" dirty="0">
                <a:latin typeface="Corbel"/>
                <a:cs typeface="Corbel"/>
              </a:rPr>
              <a:t>For</a:t>
            </a:r>
            <a:r>
              <a:rPr sz="1800" spc="-50" dirty="0">
                <a:latin typeface="Corbel"/>
                <a:cs typeface="Corbel"/>
              </a:rPr>
              <a:t> </a:t>
            </a:r>
            <a:r>
              <a:rPr sz="1800" dirty="0">
                <a:latin typeface="Corbel"/>
                <a:cs typeface="Corbel"/>
              </a:rPr>
              <a:t>recreation</a:t>
            </a:r>
            <a:r>
              <a:rPr sz="1800" spc="-40" dirty="0">
                <a:latin typeface="Corbel"/>
                <a:cs typeface="Corbel"/>
              </a:rPr>
              <a:t> </a:t>
            </a:r>
            <a:r>
              <a:rPr sz="1800" dirty="0">
                <a:latin typeface="Corbel"/>
                <a:cs typeface="Corbel"/>
              </a:rPr>
              <a:t>purpose</a:t>
            </a:r>
            <a:r>
              <a:rPr sz="1800" spc="-35" dirty="0">
                <a:latin typeface="Corbel"/>
                <a:cs typeface="Corbel"/>
              </a:rPr>
              <a:t> </a:t>
            </a:r>
            <a:r>
              <a:rPr sz="1800" dirty="0">
                <a:latin typeface="Corbel"/>
                <a:cs typeface="Corbel"/>
              </a:rPr>
              <a:t>using</a:t>
            </a:r>
            <a:r>
              <a:rPr sz="1800" spc="-45" dirty="0">
                <a:latin typeface="Corbel"/>
                <a:cs typeface="Corbel"/>
              </a:rPr>
              <a:t> </a:t>
            </a:r>
            <a:r>
              <a:rPr sz="1800" dirty="0">
                <a:latin typeface="Corbel"/>
                <a:cs typeface="Corbel"/>
              </a:rPr>
              <a:t>a</a:t>
            </a:r>
            <a:r>
              <a:rPr sz="1800" spc="-85" dirty="0">
                <a:latin typeface="Corbel"/>
                <a:cs typeface="Corbel"/>
              </a:rPr>
              <a:t> </a:t>
            </a:r>
            <a:r>
              <a:rPr sz="1800" dirty="0">
                <a:latin typeface="Corbel"/>
                <a:cs typeface="Corbel"/>
              </a:rPr>
              <a:t>UA</a:t>
            </a:r>
            <a:r>
              <a:rPr sz="1800" spc="-50" dirty="0">
                <a:latin typeface="Corbel"/>
                <a:cs typeface="Corbel"/>
              </a:rPr>
              <a:t> </a:t>
            </a:r>
            <a:r>
              <a:rPr sz="1800" dirty="0">
                <a:latin typeface="Corbel"/>
                <a:cs typeface="Corbel"/>
              </a:rPr>
              <a:t>of</a:t>
            </a:r>
            <a:r>
              <a:rPr sz="1800" spc="-40" dirty="0">
                <a:latin typeface="Corbel"/>
                <a:cs typeface="Corbel"/>
              </a:rPr>
              <a:t> </a:t>
            </a:r>
            <a:r>
              <a:rPr sz="1800" dirty="0">
                <a:latin typeface="Corbel"/>
                <a:cs typeface="Corbel"/>
              </a:rPr>
              <a:t>total</a:t>
            </a:r>
            <a:r>
              <a:rPr sz="1800" spc="-45" dirty="0">
                <a:latin typeface="Corbel"/>
                <a:cs typeface="Corbel"/>
              </a:rPr>
              <a:t> </a:t>
            </a:r>
            <a:r>
              <a:rPr sz="1800" dirty="0">
                <a:latin typeface="Corbel"/>
                <a:cs typeface="Corbel"/>
              </a:rPr>
              <a:t>mass</a:t>
            </a:r>
            <a:r>
              <a:rPr sz="1800" spc="-45" dirty="0">
                <a:latin typeface="Corbel"/>
                <a:cs typeface="Corbel"/>
              </a:rPr>
              <a:t> </a:t>
            </a:r>
            <a:r>
              <a:rPr sz="1800" dirty="0">
                <a:latin typeface="Corbel"/>
                <a:cs typeface="Corbel"/>
              </a:rPr>
              <a:t>exceeding</a:t>
            </a:r>
            <a:r>
              <a:rPr sz="1800" spc="-45" dirty="0">
                <a:latin typeface="Corbel"/>
                <a:cs typeface="Corbel"/>
              </a:rPr>
              <a:t> </a:t>
            </a:r>
            <a:r>
              <a:rPr sz="1800" dirty="0">
                <a:latin typeface="Corbel"/>
                <a:cs typeface="Corbel"/>
              </a:rPr>
              <a:t>25</a:t>
            </a:r>
            <a:r>
              <a:rPr sz="1800" spc="-45" dirty="0">
                <a:latin typeface="Corbel"/>
                <a:cs typeface="Corbel"/>
              </a:rPr>
              <a:t> </a:t>
            </a:r>
            <a:r>
              <a:rPr sz="1800" dirty="0">
                <a:latin typeface="Corbel"/>
                <a:cs typeface="Corbel"/>
              </a:rPr>
              <a:t>kilograms,</a:t>
            </a:r>
            <a:r>
              <a:rPr sz="1800" spc="-45" dirty="0">
                <a:latin typeface="Corbel"/>
                <a:cs typeface="Corbel"/>
              </a:rPr>
              <a:t> </a:t>
            </a:r>
            <a:r>
              <a:rPr sz="1800" spc="-25" dirty="0">
                <a:latin typeface="Corbel"/>
                <a:cs typeface="Corbel"/>
              </a:rPr>
              <a:t>or</a:t>
            </a:r>
            <a:endParaRPr sz="1800">
              <a:latin typeface="Corbel"/>
              <a:cs typeface="Corbel"/>
            </a:endParaRPr>
          </a:p>
          <a:p>
            <a:pPr marL="469265" indent="-456565">
              <a:lnSpc>
                <a:spcPct val="100000"/>
              </a:lnSpc>
              <a:spcBef>
                <a:spcPts val="2140"/>
              </a:spcBef>
              <a:buAutoNum type="alphaLcParenR"/>
              <a:tabLst>
                <a:tab pos="469265" algn="l"/>
              </a:tabLst>
            </a:pPr>
            <a:r>
              <a:rPr sz="1800" dirty="0">
                <a:latin typeface="Corbel"/>
                <a:cs typeface="Corbel"/>
              </a:rPr>
              <a:t>Beyond</a:t>
            </a:r>
            <a:r>
              <a:rPr sz="1800" spc="-30" dirty="0">
                <a:latin typeface="Corbel"/>
                <a:cs typeface="Corbel"/>
              </a:rPr>
              <a:t> </a:t>
            </a:r>
            <a:r>
              <a:rPr sz="1800" dirty="0">
                <a:latin typeface="Corbel"/>
                <a:cs typeface="Corbel"/>
              </a:rPr>
              <a:t>visual</a:t>
            </a:r>
            <a:r>
              <a:rPr sz="1800" spc="-30" dirty="0">
                <a:latin typeface="Corbel"/>
                <a:cs typeface="Corbel"/>
              </a:rPr>
              <a:t> </a:t>
            </a:r>
            <a:r>
              <a:rPr sz="1800" spc="-10" dirty="0">
                <a:latin typeface="Corbel"/>
                <a:cs typeface="Corbel"/>
              </a:rPr>
              <a:t>line-</a:t>
            </a:r>
            <a:r>
              <a:rPr sz="1800" spc="-25" dirty="0">
                <a:latin typeface="Corbel"/>
                <a:cs typeface="Corbel"/>
              </a:rPr>
              <a:t>of-</a:t>
            </a:r>
            <a:r>
              <a:rPr sz="1800" dirty="0">
                <a:latin typeface="Corbel"/>
                <a:cs typeface="Corbel"/>
              </a:rPr>
              <a:t>sight</a:t>
            </a:r>
            <a:r>
              <a:rPr sz="1800" spc="-25" dirty="0">
                <a:latin typeface="Corbel"/>
                <a:cs typeface="Corbel"/>
              </a:rPr>
              <a:t> </a:t>
            </a:r>
            <a:r>
              <a:rPr sz="1800" spc="-10" dirty="0">
                <a:latin typeface="Corbel"/>
                <a:cs typeface="Corbel"/>
              </a:rPr>
              <a:t>(BVLOS).</a:t>
            </a:r>
            <a:endParaRPr sz="1800">
              <a:latin typeface="Corbel"/>
              <a:cs typeface="Corbe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7" name="object 7"/>
          <p:cNvSpPr txBox="1"/>
          <p:nvPr/>
        </p:nvSpPr>
        <p:spPr>
          <a:xfrm>
            <a:off x="1563048" y="1581403"/>
            <a:ext cx="10235565" cy="3778885"/>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The</a:t>
            </a:r>
            <a:r>
              <a:rPr sz="1800" spc="-40" dirty="0">
                <a:latin typeface="Corbel"/>
                <a:cs typeface="Corbel"/>
              </a:rPr>
              <a:t> </a:t>
            </a:r>
            <a:r>
              <a:rPr sz="1800" dirty="0">
                <a:latin typeface="Corbel"/>
                <a:cs typeface="Corbel"/>
              </a:rPr>
              <a:t>following</a:t>
            </a:r>
            <a:r>
              <a:rPr sz="1800" spc="-45" dirty="0">
                <a:latin typeface="Corbel"/>
                <a:cs typeface="Corbel"/>
              </a:rPr>
              <a:t> </a:t>
            </a:r>
            <a:r>
              <a:rPr sz="1800" dirty="0">
                <a:latin typeface="Corbel"/>
                <a:cs typeface="Corbel"/>
              </a:rPr>
              <a:t>documents</a:t>
            </a:r>
            <a:r>
              <a:rPr sz="1800" spc="-45" dirty="0">
                <a:latin typeface="Corbel"/>
                <a:cs typeface="Corbel"/>
              </a:rPr>
              <a:t> </a:t>
            </a:r>
            <a:r>
              <a:rPr sz="1800" dirty="0">
                <a:latin typeface="Corbel"/>
                <a:cs typeface="Corbel"/>
              </a:rPr>
              <a:t>are</a:t>
            </a:r>
            <a:r>
              <a:rPr sz="1800" spc="-35" dirty="0">
                <a:latin typeface="Corbel"/>
                <a:cs typeface="Corbel"/>
              </a:rPr>
              <a:t> </a:t>
            </a:r>
            <a:r>
              <a:rPr sz="1800" dirty="0">
                <a:latin typeface="Corbel"/>
                <a:cs typeface="Corbel"/>
              </a:rPr>
              <a:t>required</a:t>
            </a:r>
            <a:r>
              <a:rPr sz="1800" spc="-40" dirty="0">
                <a:latin typeface="Corbel"/>
                <a:cs typeface="Corbel"/>
              </a:rPr>
              <a:t> </a:t>
            </a:r>
            <a:r>
              <a:rPr sz="1800" dirty="0">
                <a:latin typeface="Corbel"/>
                <a:cs typeface="Corbel"/>
              </a:rPr>
              <a:t>for</a:t>
            </a:r>
            <a:r>
              <a:rPr sz="1800" spc="-45" dirty="0">
                <a:latin typeface="Corbel"/>
                <a:cs typeface="Corbel"/>
              </a:rPr>
              <a:t> </a:t>
            </a:r>
            <a:r>
              <a:rPr sz="1800" b="1" dirty="0">
                <a:latin typeface="Corbel"/>
                <a:cs typeface="Corbel"/>
              </a:rPr>
              <a:t>Operator</a:t>
            </a:r>
            <a:r>
              <a:rPr sz="1800" b="1" spc="-55" dirty="0">
                <a:latin typeface="Corbel"/>
                <a:cs typeface="Corbel"/>
              </a:rPr>
              <a:t> </a:t>
            </a:r>
            <a:r>
              <a:rPr sz="1800" b="1" spc="-10" dirty="0">
                <a:latin typeface="Corbel"/>
                <a:cs typeface="Corbel"/>
              </a:rPr>
              <a:t>Permit</a:t>
            </a:r>
            <a:r>
              <a:rPr sz="1800" b="1" spc="-55" dirty="0">
                <a:latin typeface="Corbel"/>
                <a:cs typeface="Corbel"/>
              </a:rPr>
              <a:t> </a:t>
            </a:r>
            <a:r>
              <a:rPr sz="1800" b="1" spc="-10" dirty="0">
                <a:latin typeface="Corbel"/>
                <a:cs typeface="Corbel"/>
              </a:rPr>
              <a:t>(OP)</a:t>
            </a:r>
            <a:r>
              <a:rPr sz="1800" b="1" spc="-40" dirty="0">
                <a:latin typeface="Corbel"/>
                <a:cs typeface="Corbel"/>
              </a:rPr>
              <a:t> </a:t>
            </a:r>
            <a:r>
              <a:rPr sz="1800" b="1" spc="-10" dirty="0">
                <a:latin typeface="Corbel"/>
                <a:cs typeface="Corbel"/>
              </a:rPr>
              <a:t>applications</a:t>
            </a:r>
            <a:r>
              <a:rPr sz="1800" spc="-10" dirty="0">
                <a:latin typeface="Corbel"/>
                <a:cs typeface="Corbel"/>
              </a:rPr>
              <a:t>:</a:t>
            </a:r>
            <a:endParaRPr sz="1800">
              <a:latin typeface="Corbel"/>
              <a:cs typeface="Corbel"/>
            </a:endParaRPr>
          </a:p>
          <a:p>
            <a:pPr>
              <a:lnSpc>
                <a:spcPct val="100000"/>
              </a:lnSpc>
              <a:spcBef>
                <a:spcPts val="280"/>
              </a:spcBef>
            </a:pPr>
            <a:endParaRPr sz="1800">
              <a:latin typeface="Corbel"/>
              <a:cs typeface="Corbel"/>
            </a:endParaRPr>
          </a:p>
          <a:p>
            <a:pPr marL="354965" indent="-342265">
              <a:lnSpc>
                <a:spcPct val="100000"/>
              </a:lnSpc>
              <a:buAutoNum type="arabicPeriod"/>
              <a:tabLst>
                <a:tab pos="354965" algn="l"/>
              </a:tabLst>
            </a:pPr>
            <a:r>
              <a:rPr sz="1600" dirty="0">
                <a:latin typeface="Corbel"/>
                <a:cs typeface="Corbel"/>
              </a:rPr>
              <a:t>A</a:t>
            </a:r>
            <a:r>
              <a:rPr sz="1600" spc="5" dirty="0">
                <a:latin typeface="Corbel"/>
                <a:cs typeface="Corbel"/>
              </a:rPr>
              <a:t> </a:t>
            </a:r>
            <a:r>
              <a:rPr sz="1600" dirty="0">
                <a:latin typeface="Corbel"/>
                <a:cs typeface="Corbel"/>
              </a:rPr>
              <a:t>set</a:t>
            </a:r>
            <a:r>
              <a:rPr sz="1600" spc="5" dirty="0">
                <a:latin typeface="Corbel"/>
                <a:cs typeface="Corbel"/>
              </a:rPr>
              <a:t> </a:t>
            </a:r>
            <a:r>
              <a:rPr sz="1600" dirty="0">
                <a:latin typeface="Corbel"/>
                <a:cs typeface="Corbel"/>
              </a:rPr>
              <a:t>of</a:t>
            </a:r>
            <a:r>
              <a:rPr sz="1600" spc="-50" dirty="0">
                <a:latin typeface="Corbel"/>
                <a:cs typeface="Corbel"/>
              </a:rPr>
              <a:t> </a:t>
            </a:r>
            <a:r>
              <a:rPr sz="1600" dirty="0">
                <a:latin typeface="Corbel"/>
                <a:cs typeface="Corbel"/>
              </a:rPr>
              <a:t>Operations</a:t>
            </a:r>
            <a:r>
              <a:rPr sz="1600" spc="15" dirty="0">
                <a:latin typeface="Corbel"/>
                <a:cs typeface="Corbel"/>
              </a:rPr>
              <a:t> </a:t>
            </a:r>
            <a:r>
              <a:rPr sz="1600" dirty="0">
                <a:latin typeface="Corbel"/>
                <a:cs typeface="Corbel"/>
              </a:rPr>
              <a:t>Procedures</a:t>
            </a:r>
            <a:r>
              <a:rPr sz="1600" spc="15" dirty="0">
                <a:latin typeface="Corbel"/>
                <a:cs typeface="Corbel"/>
              </a:rPr>
              <a:t> </a:t>
            </a:r>
            <a:r>
              <a:rPr sz="1600" spc="-10" dirty="0">
                <a:latin typeface="Corbel"/>
                <a:cs typeface="Corbel"/>
              </a:rPr>
              <a:t>(</a:t>
            </a:r>
            <a:r>
              <a:rPr sz="1200" u="sng" spc="-10" dirty="0">
                <a:solidFill>
                  <a:srgbClr val="27CED7"/>
                </a:solidFill>
                <a:uFill>
                  <a:solidFill>
                    <a:srgbClr val="27CED7"/>
                  </a:solidFill>
                </a:uFill>
                <a:latin typeface="Corbel"/>
                <a:cs typeface="Corbel"/>
              </a:rPr>
              <a:t>https:</a:t>
            </a:r>
            <a:r>
              <a:rPr sz="1200" u="sng" spc="-10" dirty="0">
                <a:solidFill>
                  <a:srgbClr val="27CED7"/>
                </a:solidFill>
                <a:uFill>
                  <a:solidFill>
                    <a:srgbClr val="27CED7"/>
                  </a:solidFill>
                </a:uFill>
                <a:latin typeface="Corbel"/>
                <a:cs typeface="Corbel"/>
                <a:hlinkClick r:id="rId4"/>
              </a:rPr>
              <a:t>//www.caas.gov.sg/e-services-forms/forms/unmanned-aircraft-systems</a:t>
            </a:r>
            <a:r>
              <a:rPr sz="1600" spc="-10" dirty="0">
                <a:solidFill>
                  <a:srgbClr val="27CED7"/>
                </a:solidFill>
                <a:latin typeface="Corbel"/>
                <a:cs typeface="Corbel"/>
                <a:hlinkClick r:id="rId4"/>
              </a:rPr>
              <a:t>)</a:t>
            </a:r>
            <a:endParaRPr sz="1600">
              <a:latin typeface="Corbel"/>
              <a:cs typeface="Corbel"/>
            </a:endParaRPr>
          </a:p>
          <a:p>
            <a:pPr>
              <a:lnSpc>
                <a:spcPct val="100000"/>
              </a:lnSpc>
              <a:spcBef>
                <a:spcPts val="310"/>
              </a:spcBef>
              <a:buAutoNum type="arabicPeriod"/>
            </a:pPr>
            <a:endParaRPr sz="1200">
              <a:latin typeface="Corbel"/>
              <a:cs typeface="Corbel"/>
            </a:endParaRPr>
          </a:p>
          <a:p>
            <a:pPr marL="355600" marR="6350" indent="-342900">
              <a:lnSpc>
                <a:spcPct val="105000"/>
              </a:lnSpc>
              <a:buAutoNum type="arabicPeriod"/>
              <a:tabLst>
                <a:tab pos="355600" algn="l"/>
              </a:tabLst>
            </a:pPr>
            <a:r>
              <a:rPr sz="1600" dirty="0">
                <a:latin typeface="Corbel"/>
                <a:cs typeface="Corbel"/>
              </a:rPr>
              <a:t>If</a:t>
            </a:r>
            <a:r>
              <a:rPr sz="1600" spc="145" dirty="0">
                <a:latin typeface="Corbel"/>
                <a:cs typeface="Corbel"/>
              </a:rPr>
              <a:t> </a:t>
            </a:r>
            <a:r>
              <a:rPr sz="1600" dirty="0">
                <a:latin typeface="Corbel"/>
                <a:cs typeface="Corbel"/>
              </a:rPr>
              <a:t>UA</a:t>
            </a:r>
            <a:r>
              <a:rPr sz="1600" spc="145" dirty="0">
                <a:latin typeface="Corbel"/>
                <a:cs typeface="Corbel"/>
              </a:rPr>
              <a:t> </a:t>
            </a:r>
            <a:r>
              <a:rPr sz="1600" dirty="0">
                <a:latin typeface="Corbel"/>
                <a:cs typeface="Corbel"/>
              </a:rPr>
              <a:t>used</a:t>
            </a:r>
            <a:r>
              <a:rPr sz="1600" spc="155" dirty="0">
                <a:latin typeface="Corbel"/>
                <a:cs typeface="Corbel"/>
              </a:rPr>
              <a:t> </a:t>
            </a:r>
            <a:r>
              <a:rPr sz="1600" dirty="0">
                <a:latin typeface="Corbel"/>
                <a:cs typeface="Corbel"/>
              </a:rPr>
              <a:t>is</a:t>
            </a:r>
            <a:r>
              <a:rPr sz="1600" spc="150" dirty="0">
                <a:latin typeface="Corbel"/>
                <a:cs typeface="Corbel"/>
              </a:rPr>
              <a:t> </a:t>
            </a:r>
            <a:r>
              <a:rPr sz="1600" dirty="0">
                <a:latin typeface="Corbel"/>
                <a:cs typeface="Corbel"/>
              </a:rPr>
              <a:t>customised</a:t>
            </a:r>
            <a:r>
              <a:rPr sz="1600" spc="150" dirty="0">
                <a:latin typeface="Corbel"/>
                <a:cs typeface="Corbel"/>
              </a:rPr>
              <a:t> </a:t>
            </a:r>
            <a:r>
              <a:rPr sz="1600" dirty="0">
                <a:latin typeface="Corbel"/>
                <a:cs typeface="Corbel"/>
              </a:rPr>
              <a:t>or</a:t>
            </a:r>
            <a:r>
              <a:rPr sz="1600" spc="150" dirty="0">
                <a:latin typeface="Corbel"/>
                <a:cs typeface="Corbel"/>
              </a:rPr>
              <a:t> </a:t>
            </a:r>
            <a:r>
              <a:rPr sz="1600" dirty="0">
                <a:latin typeface="Corbel"/>
                <a:cs typeface="Corbel"/>
              </a:rPr>
              <a:t>significantly</a:t>
            </a:r>
            <a:r>
              <a:rPr sz="1600" spc="150" dirty="0">
                <a:latin typeface="Corbel"/>
                <a:cs typeface="Corbel"/>
              </a:rPr>
              <a:t> </a:t>
            </a:r>
            <a:r>
              <a:rPr sz="1600" dirty="0">
                <a:latin typeface="Corbel"/>
                <a:cs typeface="Corbel"/>
              </a:rPr>
              <a:t>modified</a:t>
            </a:r>
            <a:r>
              <a:rPr sz="1600" spc="150" dirty="0">
                <a:latin typeface="Corbel"/>
                <a:cs typeface="Corbel"/>
              </a:rPr>
              <a:t> </a:t>
            </a:r>
            <a:r>
              <a:rPr sz="1600" dirty="0">
                <a:latin typeface="Corbel"/>
                <a:cs typeface="Corbel"/>
              </a:rPr>
              <a:t>such</a:t>
            </a:r>
            <a:r>
              <a:rPr sz="1600" spc="145" dirty="0">
                <a:latin typeface="Corbel"/>
                <a:cs typeface="Corbel"/>
              </a:rPr>
              <a:t> </a:t>
            </a:r>
            <a:r>
              <a:rPr sz="1600" dirty="0">
                <a:latin typeface="Corbel"/>
                <a:cs typeface="Corbel"/>
              </a:rPr>
              <a:t>that</a:t>
            </a:r>
            <a:r>
              <a:rPr sz="1600" spc="145" dirty="0">
                <a:latin typeface="Corbel"/>
                <a:cs typeface="Corbel"/>
              </a:rPr>
              <a:t> </a:t>
            </a:r>
            <a:r>
              <a:rPr sz="1600" dirty="0">
                <a:latin typeface="Corbel"/>
                <a:cs typeface="Corbel"/>
              </a:rPr>
              <a:t>there</a:t>
            </a:r>
            <a:r>
              <a:rPr sz="1600" spc="150" dirty="0">
                <a:latin typeface="Corbel"/>
                <a:cs typeface="Corbel"/>
              </a:rPr>
              <a:t> </a:t>
            </a:r>
            <a:r>
              <a:rPr sz="1600" dirty="0">
                <a:latin typeface="Corbel"/>
                <a:cs typeface="Corbel"/>
              </a:rPr>
              <a:t>is</a:t>
            </a:r>
            <a:r>
              <a:rPr sz="1600" spc="150" dirty="0">
                <a:latin typeface="Corbel"/>
                <a:cs typeface="Corbel"/>
              </a:rPr>
              <a:t> </a:t>
            </a:r>
            <a:r>
              <a:rPr sz="1600" dirty="0">
                <a:latin typeface="Corbel"/>
                <a:cs typeface="Corbel"/>
              </a:rPr>
              <a:t>an</a:t>
            </a:r>
            <a:r>
              <a:rPr sz="1600" spc="155" dirty="0">
                <a:latin typeface="Corbel"/>
                <a:cs typeface="Corbel"/>
              </a:rPr>
              <a:t> </a:t>
            </a:r>
            <a:r>
              <a:rPr sz="1600" dirty="0">
                <a:latin typeface="Corbel"/>
                <a:cs typeface="Corbel"/>
              </a:rPr>
              <a:t>impact</a:t>
            </a:r>
            <a:r>
              <a:rPr sz="1600" spc="140" dirty="0">
                <a:latin typeface="Corbel"/>
                <a:cs typeface="Corbel"/>
              </a:rPr>
              <a:t> </a:t>
            </a:r>
            <a:r>
              <a:rPr sz="1600" dirty="0">
                <a:latin typeface="Corbel"/>
                <a:cs typeface="Corbel"/>
              </a:rPr>
              <a:t>on</a:t>
            </a:r>
            <a:r>
              <a:rPr sz="1600" spc="150" dirty="0">
                <a:latin typeface="Corbel"/>
                <a:cs typeface="Corbel"/>
              </a:rPr>
              <a:t> </a:t>
            </a:r>
            <a:r>
              <a:rPr sz="1600" dirty="0">
                <a:latin typeface="Corbel"/>
                <a:cs typeface="Corbel"/>
              </a:rPr>
              <a:t>its</a:t>
            </a:r>
            <a:r>
              <a:rPr sz="1600" spc="150" dirty="0">
                <a:latin typeface="Corbel"/>
                <a:cs typeface="Corbel"/>
              </a:rPr>
              <a:t> </a:t>
            </a:r>
            <a:r>
              <a:rPr sz="1600" dirty="0">
                <a:latin typeface="Corbel"/>
                <a:cs typeface="Corbel"/>
              </a:rPr>
              <a:t>critical</a:t>
            </a:r>
            <a:r>
              <a:rPr sz="1600" spc="150" dirty="0">
                <a:latin typeface="Corbel"/>
                <a:cs typeface="Corbel"/>
              </a:rPr>
              <a:t> </a:t>
            </a:r>
            <a:r>
              <a:rPr sz="1600" dirty="0">
                <a:latin typeface="Corbel"/>
                <a:cs typeface="Corbel"/>
              </a:rPr>
              <a:t>functions,</a:t>
            </a:r>
            <a:r>
              <a:rPr sz="1600" spc="150" dirty="0">
                <a:latin typeface="Corbel"/>
                <a:cs typeface="Corbel"/>
              </a:rPr>
              <a:t> </a:t>
            </a:r>
            <a:r>
              <a:rPr sz="1600" spc="-10" dirty="0">
                <a:latin typeface="Corbel"/>
                <a:cs typeface="Corbel"/>
              </a:rPr>
              <a:t>information </a:t>
            </a:r>
            <a:r>
              <a:rPr sz="1600" dirty="0">
                <a:latin typeface="Corbel"/>
                <a:cs typeface="Corbel"/>
              </a:rPr>
              <a:t>should</a:t>
            </a:r>
            <a:r>
              <a:rPr sz="1600" spc="-15" dirty="0">
                <a:latin typeface="Corbel"/>
                <a:cs typeface="Corbel"/>
              </a:rPr>
              <a:t> </a:t>
            </a:r>
            <a:r>
              <a:rPr sz="1600" dirty="0">
                <a:latin typeface="Corbel"/>
                <a:cs typeface="Corbel"/>
              </a:rPr>
              <a:t>be</a:t>
            </a:r>
            <a:r>
              <a:rPr sz="1600" spc="-20" dirty="0">
                <a:latin typeface="Corbel"/>
                <a:cs typeface="Corbel"/>
              </a:rPr>
              <a:t> </a:t>
            </a:r>
            <a:r>
              <a:rPr sz="1600" dirty="0">
                <a:latin typeface="Corbel"/>
                <a:cs typeface="Corbel"/>
              </a:rPr>
              <a:t>provided</a:t>
            </a:r>
            <a:r>
              <a:rPr sz="1600" spc="-15" dirty="0">
                <a:latin typeface="Corbel"/>
                <a:cs typeface="Corbel"/>
              </a:rPr>
              <a:t> </a:t>
            </a:r>
            <a:r>
              <a:rPr sz="1600" dirty="0">
                <a:latin typeface="Corbel"/>
                <a:cs typeface="Corbel"/>
              </a:rPr>
              <a:t>such</a:t>
            </a:r>
            <a:r>
              <a:rPr sz="1600" spc="-25" dirty="0">
                <a:latin typeface="Corbel"/>
                <a:cs typeface="Corbel"/>
              </a:rPr>
              <a:t> </a:t>
            </a:r>
            <a:r>
              <a:rPr sz="1600" dirty="0">
                <a:latin typeface="Corbel"/>
                <a:cs typeface="Corbel"/>
              </a:rPr>
              <a:t>as</a:t>
            </a:r>
            <a:r>
              <a:rPr sz="1600" spc="-15" dirty="0">
                <a:latin typeface="Corbel"/>
                <a:cs typeface="Corbel"/>
              </a:rPr>
              <a:t> </a:t>
            </a:r>
            <a:r>
              <a:rPr sz="1600" b="1" dirty="0">
                <a:latin typeface="Corbel"/>
                <a:cs typeface="Corbel"/>
              </a:rPr>
              <a:t>key</a:t>
            </a:r>
            <a:r>
              <a:rPr sz="1600" b="1" spc="-30" dirty="0">
                <a:latin typeface="Corbel"/>
                <a:cs typeface="Corbel"/>
              </a:rPr>
              <a:t> </a:t>
            </a:r>
            <a:r>
              <a:rPr sz="1600" b="1" dirty="0">
                <a:latin typeface="Corbel"/>
                <a:cs typeface="Corbel"/>
              </a:rPr>
              <a:t>design</a:t>
            </a:r>
            <a:r>
              <a:rPr sz="1600" b="1" spc="-25" dirty="0">
                <a:latin typeface="Corbel"/>
                <a:cs typeface="Corbel"/>
              </a:rPr>
              <a:t> </a:t>
            </a:r>
            <a:r>
              <a:rPr sz="1600" b="1" dirty="0">
                <a:latin typeface="Corbel"/>
                <a:cs typeface="Corbel"/>
              </a:rPr>
              <a:t>parameters</a:t>
            </a:r>
            <a:r>
              <a:rPr sz="1600" dirty="0">
                <a:latin typeface="Corbel"/>
                <a:cs typeface="Corbel"/>
              </a:rPr>
              <a:t>,</a:t>
            </a:r>
            <a:r>
              <a:rPr sz="1600" spc="-20" dirty="0">
                <a:latin typeface="Corbel"/>
                <a:cs typeface="Corbel"/>
              </a:rPr>
              <a:t> </a:t>
            </a:r>
            <a:r>
              <a:rPr sz="1600" b="1" spc="-10" dirty="0">
                <a:latin typeface="Corbel"/>
                <a:cs typeface="Corbel"/>
              </a:rPr>
              <a:t>acceptance</a:t>
            </a:r>
            <a:r>
              <a:rPr sz="1600" b="1" spc="-20" dirty="0">
                <a:latin typeface="Corbel"/>
                <a:cs typeface="Corbel"/>
              </a:rPr>
              <a:t> </a:t>
            </a:r>
            <a:r>
              <a:rPr sz="1600" b="1" dirty="0">
                <a:latin typeface="Corbel"/>
                <a:cs typeface="Corbel"/>
              </a:rPr>
              <a:t>tests</a:t>
            </a:r>
            <a:r>
              <a:rPr sz="1600" dirty="0">
                <a:latin typeface="Corbel"/>
                <a:cs typeface="Corbel"/>
              </a:rPr>
              <a:t>,</a:t>
            </a:r>
            <a:r>
              <a:rPr sz="1600" spc="-20" dirty="0">
                <a:latin typeface="Corbel"/>
                <a:cs typeface="Corbel"/>
              </a:rPr>
              <a:t> </a:t>
            </a:r>
            <a:r>
              <a:rPr sz="1600" dirty="0">
                <a:latin typeface="Corbel"/>
                <a:cs typeface="Corbel"/>
              </a:rPr>
              <a:t>and</a:t>
            </a:r>
            <a:r>
              <a:rPr sz="1600" spc="-10" dirty="0">
                <a:latin typeface="Corbel"/>
                <a:cs typeface="Corbel"/>
              </a:rPr>
              <a:t> </a:t>
            </a:r>
            <a:r>
              <a:rPr sz="1600" b="1" spc="-10" dirty="0">
                <a:latin typeface="Corbel"/>
                <a:cs typeface="Corbel"/>
              </a:rPr>
              <a:t>environmental</a:t>
            </a:r>
            <a:r>
              <a:rPr sz="1600" b="1" spc="-35" dirty="0">
                <a:latin typeface="Corbel"/>
                <a:cs typeface="Corbel"/>
              </a:rPr>
              <a:t> </a:t>
            </a:r>
            <a:r>
              <a:rPr sz="1600" b="1" dirty="0">
                <a:latin typeface="Corbel"/>
                <a:cs typeface="Corbel"/>
              </a:rPr>
              <a:t>tests</a:t>
            </a:r>
            <a:r>
              <a:rPr sz="1600" b="1" spc="-30" dirty="0">
                <a:latin typeface="Corbel"/>
                <a:cs typeface="Corbel"/>
              </a:rPr>
              <a:t> </a:t>
            </a:r>
            <a:r>
              <a:rPr sz="1600" b="1" spc="-10" dirty="0">
                <a:latin typeface="Corbel"/>
                <a:cs typeface="Corbel"/>
              </a:rPr>
              <a:t>conducted</a:t>
            </a:r>
            <a:r>
              <a:rPr sz="1600" spc="-10" dirty="0">
                <a:latin typeface="Corbel"/>
                <a:cs typeface="Corbel"/>
              </a:rPr>
              <a:t>.</a:t>
            </a:r>
            <a:endParaRPr sz="1600">
              <a:latin typeface="Corbel"/>
              <a:cs typeface="Corbel"/>
            </a:endParaRPr>
          </a:p>
          <a:p>
            <a:pPr>
              <a:lnSpc>
                <a:spcPct val="100000"/>
              </a:lnSpc>
              <a:buAutoNum type="arabicPeriod"/>
            </a:pPr>
            <a:endParaRPr sz="1600">
              <a:latin typeface="Corbel"/>
              <a:cs typeface="Corbel"/>
            </a:endParaRPr>
          </a:p>
          <a:p>
            <a:pPr marL="355600" marR="5715" indent="-342900">
              <a:lnSpc>
                <a:spcPts val="1900"/>
              </a:lnSpc>
              <a:buAutoNum type="arabicPeriod"/>
              <a:tabLst>
                <a:tab pos="355600" algn="l"/>
              </a:tabLst>
            </a:pPr>
            <a:r>
              <a:rPr sz="1600" dirty="0">
                <a:latin typeface="Corbel"/>
                <a:cs typeface="Corbel"/>
              </a:rPr>
              <a:t>If</a:t>
            </a:r>
            <a:r>
              <a:rPr sz="1600" spc="10" dirty="0">
                <a:latin typeface="Corbel"/>
                <a:cs typeface="Corbel"/>
              </a:rPr>
              <a:t> </a:t>
            </a:r>
            <a:r>
              <a:rPr sz="1600" dirty="0">
                <a:latin typeface="Corbel"/>
                <a:cs typeface="Corbel"/>
              </a:rPr>
              <a:t>BVLOS</a:t>
            </a:r>
            <a:r>
              <a:rPr sz="1600" spc="5" dirty="0">
                <a:latin typeface="Corbel"/>
                <a:cs typeface="Corbel"/>
              </a:rPr>
              <a:t> </a:t>
            </a:r>
            <a:r>
              <a:rPr sz="1600" dirty="0">
                <a:latin typeface="Corbel"/>
                <a:cs typeface="Corbel"/>
              </a:rPr>
              <a:t>UA</a:t>
            </a:r>
            <a:r>
              <a:rPr sz="1600" spc="5" dirty="0">
                <a:latin typeface="Corbel"/>
                <a:cs typeface="Corbel"/>
              </a:rPr>
              <a:t> </a:t>
            </a:r>
            <a:r>
              <a:rPr sz="1600" dirty="0">
                <a:latin typeface="Corbel"/>
                <a:cs typeface="Corbel"/>
              </a:rPr>
              <a:t>operations</a:t>
            </a:r>
            <a:r>
              <a:rPr sz="1600" spc="10" dirty="0">
                <a:latin typeface="Corbel"/>
                <a:cs typeface="Corbel"/>
              </a:rPr>
              <a:t> </a:t>
            </a:r>
            <a:r>
              <a:rPr sz="1600" dirty="0">
                <a:latin typeface="Corbel"/>
                <a:cs typeface="Corbel"/>
              </a:rPr>
              <a:t>are</a:t>
            </a:r>
            <a:r>
              <a:rPr sz="1600" spc="10" dirty="0">
                <a:latin typeface="Corbel"/>
                <a:cs typeface="Corbel"/>
              </a:rPr>
              <a:t> </a:t>
            </a:r>
            <a:r>
              <a:rPr sz="1600" dirty="0">
                <a:latin typeface="Corbel"/>
                <a:cs typeface="Corbel"/>
              </a:rPr>
              <a:t>intended</a:t>
            </a:r>
            <a:r>
              <a:rPr sz="1600" spc="15" dirty="0">
                <a:latin typeface="Corbel"/>
                <a:cs typeface="Corbel"/>
              </a:rPr>
              <a:t> </a:t>
            </a:r>
            <a:r>
              <a:rPr sz="1600" dirty="0">
                <a:latin typeface="Corbel"/>
                <a:cs typeface="Corbel"/>
              </a:rPr>
              <a:t>to</a:t>
            </a:r>
            <a:r>
              <a:rPr sz="1600" spc="5" dirty="0">
                <a:latin typeface="Corbel"/>
                <a:cs typeface="Corbel"/>
              </a:rPr>
              <a:t> </a:t>
            </a:r>
            <a:r>
              <a:rPr sz="1600" dirty="0">
                <a:latin typeface="Corbel"/>
                <a:cs typeface="Corbel"/>
              </a:rPr>
              <a:t>be</a:t>
            </a:r>
            <a:r>
              <a:rPr sz="1600" spc="10" dirty="0">
                <a:latin typeface="Corbel"/>
                <a:cs typeface="Corbel"/>
              </a:rPr>
              <a:t> </a:t>
            </a:r>
            <a:r>
              <a:rPr sz="1600" dirty="0">
                <a:latin typeface="Corbel"/>
                <a:cs typeface="Corbel"/>
              </a:rPr>
              <a:t>conducted,</a:t>
            </a:r>
            <a:r>
              <a:rPr sz="1600" spc="10" dirty="0">
                <a:latin typeface="Corbel"/>
                <a:cs typeface="Corbel"/>
              </a:rPr>
              <a:t> </a:t>
            </a:r>
            <a:r>
              <a:rPr sz="1600" dirty="0">
                <a:latin typeface="Corbel"/>
                <a:cs typeface="Corbel"/>
              </a:rPr>
              <a:t>a</a:t>
            </a:r>
            <a:r>
              <a:rPr sz="1600" spc="10" dirty="0">
                <a:latin typeface="Corbel"/>
                <a:cs typeface="Corbel"/>
              </a:rPr>
              <a:t> </a:t>
            </a:r>
            <a:r>
              <a:rPr sz="1600" dirty="0">
                <a:latin typeface="Corbel"/>
                <a:cs typeface="Corbel"/>
              </a:rPr>
              <a:t>BVLOS</a:t>
            </a:r>
            <a:r>
              <a:rPr sz="1600" spc="10" dirty="0">
                <a:latin typeface="Corbel"/>
                <a:cs typeface="Corbel"/>
              </a:rPr>
              <a:t> </a:t>
            </a:r>
            <a:r>
              <a:rPr sz="1600" dirty="0">
                <a:latin typeface="Corbel"/>
                <a:cs typeface="Corbel"/>
              </a:rPr>
              <a:t>compliance</a:t>
            </a:r>
            <a:r>
              <a:rPr sz="1600" spc="10" dirty="0">
                <a:latin typeface="Corbel"/>
                <a:cs typeface="Corbel"/>
              </a:rPr>
              <a:t> </a:t>
            </a:r>
            <a:r>
              <a:rPr sz="1600" dirty="0">
                <a:latin typeface="Corbel"/>
                <a:cs typeface="Corbel"/>
              </a:rPr>
              <a:t>checklist</a:t>
            </a:r>
            <a:r>
              <a:rPr sz="1600" spc="-5"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supporting</a:t>
            </a:r>
            <a:r>
              <a:rPr sz="1600" spc="5" dirty="0">
                <a:latin typeface="Corbel"/>
                <a:cs typeface="Corbel"/>
              </a:rPr>
              <a:t> </a:t>
            </a:r>
            <a:r>
              <a:rPr sz="1600" dirty="0">
                <a:latin typeface="Corbel"/>
                <a:cs typeface="Corbel"/>
              </a:rPr>
              <a:t>documents</a:t>
            </a:r>
            <a:r>
              <a:rPr sz="1600" spc="10" dirty="0">
                <a:latin typeface="Corbel"/>
                <a:cs typeface="Corbel"/>
              </a:rPr>
              <a:t> </a:t>
            </a:r>
            <a:r>
              <a:rPr sz="1600" spc="-20" dirty="0">
                <a:latin typeface="Corbel"/>
                <a:cs typeface="Corbel"/>
              </a:rPr>
              <a:t>will </a:t>
            </a:r>
            <a:r>
              <a:rPr sz="1600" dirty="0">
                <a:latin typeface="Corbel"/>
                <a:cs typeface="Corbel"/>
              </a:rPr>
              <a:t>be</a:t>
            </a:r>
            <a:r>
              <a:rPr sz="1600" spc="80" dirty="0">
                <a:latin typeface="Corbel"/>
                <a:cs typeface="Corbel"/>
              </a:rPr>
              <a:t> </a:t>
            </a:r>
            <a:r>
              <a:rPr sz="1600" dirty="0">
                <a:latin typeface="Corbel"/>
                <a:cs typeface="Corbel"/>
              </a:rPr>
              <a:t>required.</a:t>
            </a:r>
            <a:r>
              <a:rPr sz="1600" spc="85" dirty="0">
                <a:latin typeface="Corbel"/>
                <a:cs typeface="Corbel"/>
              </a:rPr>
              <a:t> </a:t>
            </a:r>
            <a:r>
              <a:rPr sz="1600" spc="-10" dirty="0">
                <a:latin typeface="Corbel"/>
                <a:cs typeface="Corbel"/>
              </a:rPr>
              <a:t>(</a:t>
            </a:r>
            <a:r>
              <a:rPr sz="1200" spc="-10" dirty="0">
                <a:solidFill>
                  <a:srgbClr val="27CED7"/>
                </a:solidFill>
                <a:latin typeface="Corbel"/>
                <a:cs typeface="Corbel"/>
              </a:rPr>
              <a:t>https://</a:t>
            </a:r>
            <a:r>
              <a:rPr sz="1200" spc="-10" dirty="0">
                <a:solidFill>
                  <a:srgbClr val="27CED7"/>
                </a:solidFill>
                <a:latin typeface="Corbel"/>
                <a:cs typeface="Corbel"/>
                <a:hlinkClick r:id="rId4"/>
              </a:rPr>
              <a:t>www.caas.gov.sg/e-services-forms/forms/unmanned-aircraft-systems)</a:t>
            </a:r>
            <a:endParaRPr sz="1200">
              <a:latin typeface="Corbel"/>
              <a:cs typeface="Corbel"/>
            </a:endParaRPr>
          </a:p>
          <a:p>
            <a:pPr>
              <a:lnSpc>
                <a:spcPct val="100000"/>
              </a:lnSpc>
              <a:spcBef>
                <a:spcPts val="55"/>
              </a:spcBef>
              <a:buAutoNum type="arabicPeriod"/>
            </a:pPr>
            <a:endParaRPr sz="1600">
              <a:latin typeface="Corbel"/>
              <a:cs typeface="Corbel"/>
            </a:endParaRPr>
          </a:p>
          <a:p>
            <a:pPr marL="355600" marR="5080" indent="-342900">
              <a:lnSpc>
                <a:spcPts val="1900"/>
              </a:lnSpc>
              <a:buAutoNum type="arabicPeriod"/>
              <a:tabLst>
                <a:tab pos="355600" algn="l"/>
              </a:tabLst>
            </a:pPr>
            <a:r>
              <a:rPr sz="1600" dirty="0">
                <a:latin typeface="Corbel"/>
                <a:cs typeface="Corbel"/>
              </a:rPr>
              <a:t>Supporting</a:t>
            </a:r>
            <a:r>
              <a:rPr sz="1600" spc="10" dirty="0">
                <a:latin typeface="Corbel"/>
                <a:cs typeface="Corbel"/>
              </a:rPr>
              <a:t> </a:t>
            </a:r>
            <a:r>
              <a:rPr sz="1600" dirty="0">
                <a:latin typeface="Corbel"/>
                <a:cs typeface="Corbel"/>
              </a:rPr>
              <a:t>evidence</a:t>
            </a:r>
            <a:r>
              <a:rPr sz="1600" spc="10"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competency</a:t>
            </a:r>
            <a:r>
              <a:rPr sz="1600" spc="5"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UA</a:t>
            </a:r>
            <a:r>
              <a:rPr sz="1600" spc="5" dirty="0">
                <a:latin typeface="Corbel"/>
                <a:cs typeface="Corbel"/>
              </a:rPr>
              <a:t> </a:t>
            </a:r>
            <a:r>
              <a:rPr sz="1600" dirty="0">
                <a:latin typeface="Corbel"/>
                <a:cs typeface="Corbel"/>
              </a:rPr>
              <a:t>pilot</a:t>
            </a:r>
            <a:r>
              <a:rPr sz="1600" spc="5" dirty="0">
                <a:latin typeface="Corbel"/>
                <a:cs typeface="Corbel"/>
              </a:rPr>
              <a:t> </a:t>
            </a:r>
            <a:r>
              <a:rPr sz="1600" dirty="0">
                <a:latin typeface="Corbel"/>
                <a:cs typeface="Corbel"/>
              </a:rPr>
              <a:t>in</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form</a:t>
            </a:r>
            <a:r>
              <a:rPr sz="1600" spc="5"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licence</a:t>
            </a:r>
            <a:r>
              <a:rPr sz="1600" spc="10" dirty="0">
                <a:latin typeface="Corbel"/>
                <a:cs typeface="Corbel"/>
              </a:rPr>
              <a:t> </a:t>
            </a:r>
            <a:r>
              <a:rPr sz="1600" dirty="0">
                <a:latin typeface="Corbel"/>
                <a:cs typeface="Corbel"/>
              </a:rPr>
              <a:t>numbers</a:t>
            </a:r>
            <a:r>
              <a:rPr sz="1600" spc="15" dirty="0">
                <a:latin typeface="Corbel"/>
                <a:cs typeface="Corbel"/>
              </a:rPr>
              <a:t> </a:t>
            </a:r>
            <a:r>
              <a:rPr sz="1600" dirty="0">
                <a:latin typeface="Corbel"/>
                <a:cs typeface="Corbel"/>
              </a:rPr>
              <a:t>of</a:t>
            </a:r>
            <a:r>
              <a:rPr sz="1600" spc="10" dirty="0">
                <a:latin typeface="Corbel"/>
                <a:cs typeface="Corbel"/>
              </a:rPr>
              <a:t> </a:t>
            </a:r>
            <a:r>
              <a:rPr sz="1600" dirty="0">
                <a:latin typeface="Corbel"/>
                <a:cs typeface="Corbel"/>
              </a:rPr>
              <a:t>relevant</a:t>
            </a:r>
            <a:r>
              <a:rPr sz="1600" spc="5"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valid</a:t>
            </a:r>
            <a:r>
              <a:rPr sz="1600" spc="15" dirty="0">
                <a:latin typeface="Corbel"/>
                <a:cs typeface="Corbel"/>
              </a:rPr>
              <a:t> </a:t>
            </a:r>
            <a:r>
              <a:rPr sz="1600" b="1" dirty="0">
                <a:latin typeface="Corbel"/>
                <a:cs typeface="Corbel"/>
              </a:rPr>
              <a:t>UAPL </a:t>
            </a:r>
            <a:r>
              <a:rPr sz="1600" b="1" spc="-10" dirty="0">
                <a:latin typeface="Corbel"/>
                <a:cs typeface="Corbel"/>
              </a:rPr>
              <a:t>issued </a:t>
            </a:r>
            <a:r>
              <a:rPr sz="1600" b="1" dirty="0">
                <a:latin typeface="Corbel"/>
                <a:cs typeface="Corbel"/>
              </a:rPr>
              <a:t>by</a:t>
            </a:r>
            <a:r>
              <a:rPr sz="1600" b="1" spc="-70" dirty="0">
                <a:latin typeface="Corbel"/>
                <a:cs typeface="Corbel"/>
              </a:rPr>
              <a:t> </a:t>
            </a:r>
            <a:r>
              <a:rPr sz="1600" b="1" spc="-10" dirty="0">
                <a:latin typeface="Corbel"/>
                <a:cs typeface="Corbel"/>
              </a:rPr>
              <a:t>CAAS.</a:t>
            </a:r>
            <a:endParaRPr sz="1600">
              <a:latin typeface="Corbel"/>
              <a:cs typeface="Corbel"/>
            </a:endParaRPr>
          </a:p>
          <a:p>
            <a:pPr marL="355600" marR="5715" indent="-342900">
              <a:lnSpc>
                <a:spcPts val="1900"/>
              </a:lnSpc>
              <a:spcBef>
                <a:spcPts val="1889"/>
              </a:spcBef>
              <a:buAutoNum type="arabicPeriod"/>
              <a:tabLst>
                <a:tab pos="355600" algn="l"/>
              </a:tabLst>
            </a:pPr>
            <a:r>
              <a:rPr sz="1600" b="1" dirty="0">
                <a:latin typeface="Corbel"/>
                <a:cs typeface="Corbel"/>
              </a:rPr>
              <a:t>ACRA</a:t>
            </a:r>
            <a:r>
              <a:rPr sz="1600" b="1" spc="110" dirty="0">
                <a:latin typeface="Corbel"/>
                <a:cs typeface="Corbel"/>
              </a:rPr>
              <a:t> </a:t>
            </a:r>
            <a:r>
              <a:rPr sz="1600" b="1" dirty="0">
                <a:latin typeface="Corbel"/>
                <a:cs typeface="Corbel"/>
              </a:rPr>
              <a:t>BizFile</a:t>
            </a:r>
            <a:r>
              <a:rPr sz="1600" b="1" spc="114" dirty="0">
                <a:latin typeface="Corbel"/>
                <a:cs typeface="Corbel"/>
              </a:rPr>
              <a:t> </a:t>
            </a:r>
            <a:r>
              <a:rPr sz="1600" dirty="0">
                <a:latin typeface="Corbel"/>
                <a:cs typeface="Corbel"/>
              </a:rPr>
              <a:t>for</a:t>
            </a:r>
            <a:r>
              <a:rPr sz="1600" spc="120" dirty="0">
                <a:latin typeface="Corbel"/>
                <a:cs typeface="Corbel"/>
              </a:rPr>
              <a:t> </a:t>
            </a:r>
            <a:r>
              <a:rPr sz="1600" spc="-10" dirty="0">
                <a:latin typeface="Corbel"/>
                <a:cs typeface="Corbel"/>
              </a:rPr>
              <a:t>Singapore-</a:t>
            </a:r>
            <a:r>
              <a:rPr sz="1600" dirty="0">
                <a:latin typeface="Corbel"/>
                <a:cs typeface="Corbel"/>
              </a:rPr>
              <a:t>based</a:t>
            </a:r>
            <a:r>
              <a:rPr sz="1600" spc="130" dirty="0">
                <a:latin typeface="Corbel"/>
                <a:cs typeface="Corbel"/>
              </a:rPr>
              <a:t> </a:t>
            </a:r>
            <a:r>
              <a:rPr sz="1600" dirty="0">
                <a:latin typeface="Corbel"/>
                <a:cs typeface="Corbel"/>
              </a:rPr>
              <a:t>organisations.</a:t>
            </a:r>
            <a:r>
              <a:rPr sz="1600" spc="125" dirty="0">
                <a:latin typeface="Corbel"/>
                <a:cs typeface="Corbel"/>
              </a:rPr>
              <a:t> </a:t>
            </a:r>
            <a:r>
              <a:rPr sz="1600" dirty="0">
                <a:latin typeface="Corbel"/>
                <a:cs typeface="Corbel"/>
              </a:rPr>
              <a:t>For</a:t>
            </a:r>
            <a:r>
              <a:rPr sz="1600" spc="120" dirty="0">
                <a:latin typeface="Corbel"/>
                <a:cs typeface="Corbel"/>
              </a:rPr>
              <a:t> </a:t>
            </a:r>
            <a:r>
              <a:rPr sz="1600" spc="-10" dirty="0">
                <a:latin typeface="Corbel"/>
                <a:cs typeface="Corbel"/>
              </a:rPr>
              <a:t>overseas-</a:t>
            </a:r>
            <a:r>
              <a:rPr sz="1600" dirty="0">
                <a:latin typeface="Corbel"/>
                <a:cs typeface="Corbel"/>
              </a:rPr>
              <a:t>based</a:t>
            </a:r>
            <a:r>
              <a:rPr sz="1600" spc="135" dirty="0">
                <a:latin typeface="Corbel"/>
                <a:cs typeface="Corbel"/>
              </a:rPr>
              <a:t> </a:t>
            </a:r>
            <a:r>
              <a:rPr sz="1600" dirty="0">
                <a:latin typeface="Corbel"/>
                <a:cs typeface="Corbel"/>
              </a:rPr>
              <a:t>entities</a:t>
            </a:r>
            <a:r>
              <a:rPr sz="1600" spc="130" dirty="0">
                <a:latin typeface="Corbel"/>
                <a:cs typeface="Corbel"/>
              </a:rPr>
              <a:t> </a:t>
            </a:r>
            <a:r>
              <a:rPr sz="1600" dirty="0">
                <a:latin typeface="Corbel"/>
                <a:cs typeface="Corbel"/>
              </a:rPr>
              <a:t>that</a:t>
            </a:r>
            <a:r>
              <a:rPr sz="1600" spc="114" dirty="0">
                <a:latin typeface="Corbel"/>
                <a:cs typeface="Corbel"/>
              </a:rPr>
              <a:t> </a:t>
            </a:r>
            <a:r>
              <a:rPr sz="1600" dirty="0">
                <a:latin typeface="Corbel"/>
                <a:cs typeface="Corbel"/>
              </a:rPr>
              <a:t>do</a:t>
            </a:r>
            <a:r>
              <a:rPr sz="1600" spc="120" dirty="0">
                <a:latin typeface="Corbel"/>
                <a:cs typeface="Corbel"/>
              </a:rPr>
              <a:t> </a:t>
            </a:r>
            <a:r>
              <a:rPr sz="1600" dirty="0">
                <a:latin typeface="Corbel"/>
                <a:cs typeface="Corbel"/>
              </a:rPr>
              <a:t>not</a:t>
            </a:r>
            <a:r>
              <a:rPr sz="1600" spc="114" dirty="0">
                <a:latin typeface="Corbel"/>
                <a:cs typeface="Corbel"/>
              </a:rPr>
              <a:t> </a:t>
            </a:r>
            <a:r>
              <a:rPr sz="1600" dirty="0">
                <a:latin typeface="Corbel"/>
                <a:cs typeface="Corbel"/>
              </a:rPr>
              <a:t>have</a:t>
            </a:r>
            <a:r>
              <a:rPr sz="1600" spc="125" dirty="0">
                <a:latin typeface="Corbel"/>
                <a:cs typeface="Corbel"/>
              </a:rPr>
              <a:t> </a:t>
            </a:r>
            <a:r>
              <a:rPr sz="1600" dirty="0">
                <a:latin typeface="Corbel"/>
                <a:cs typeface="Corbel"/>
              </a:rPr>
              <a:t>an</a:t>
            </a:r>
            <a:r>
              <a:rPr sz="1600" spc="130" dirty="0">
                <a:latin typeface="Corbel"/>
                <a:cs typeface="Corbel"/>
              </a:rPr>
              <a:t> </a:t>
            </a:r>
            <a:r>
              <a:rPr sz="1600" dirty="0">
                <a:latin typeface="Corbel"/>
                <a:cs typeface="Corbel"/>
              </a:rPr>
              <a:t>ACRA</a:t>
            </a:r>
            <a:r>
              <a:rPr sz="1600" spc="120" dirty="0">
                <a:latin typeface="Corbel"/>
                <a:cs typeface="Corbel"/>
              </a:rPr>
              <a:t> </a:t>
            </a:r>
            <a:r>
              <a:rPr sz="1600" dirty="0">
                <a:latin typeface="Corbel"/>
                <a:cs typeface="Corbel"/>
              </a:rPr>
              <a:t>BizFile,</a:t>
            </a:r>
            <a:r>
              <a:rPr sz="1600" spc="120" dirty="0">
                <a:latin typeface="Corbel"/>
                <a:cs typeface="Corbel"/>
              </a:rPr>
              <a:t> </a:t>
            </a:r>
            <a:r>
              <a:rPr sz="1600" spc="-25" dirty="0">
                <a:latin typeface="Corbel"/>
                <a:cs typeface="Corbel"/>
              </a:rPr>
              <a:t>an </a:t>
            </a:r>
            <a:r>
              <a:rPr sz="1600" dirty="0">
                <a:latin typeface="Corbel"/>
                <a:cs typeface="Corbel"/>
              </a:rPr>
              <a:t>official</a:t>
            </a:r>
            <a:r>
              <a:rPr sz="1600" spc="-30" dirty="0">
                <a:latin typeface="Corbel"/>
                <a:cs typeface="Corbel"/>
              </a:rPr>
              <a:t> </a:t>
            </a:r>
            <a:r>
              <a:rPr sz="1600" dirty="0">
                <a:latin typeface="Corbel"/>
                <a:cs typeface="Corbel"/>
              </a:rPr>
              <a:t>letter</a:t>
            </a:r>
            <a:r>
              <a:rPr sz="1600" spc="-30"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intent</a:t>
            </a:r>
            <a:r>
              <a:rPr sz="1600" spc="-30"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required</a:t>
            </a:r>
            <a:r>
              <a:rPr sz="1600" spc="-30" dirty="0">
                <a:latin typeface="Corbel"/>
                <a:cs typeface="Corbel"/>
              </a:rPr>
              <a:t> </a:t>
            </a:r>
            <a:r>
              <a:rPr sz="1600" dirty="0">
                <a:latin typeface="Corbel"/>
                <a:cs typeface="Corbel"/>
              </a:rPr>
              <a:t>from</a:t>
            </a:r>
            <a:r>
              <a:rPr sz="1600" spc="-35" dirty="0">
                <a:latin typeface="Corbel"/>
                <a:cs typeface="Corbel"/>
              </a:rPr>
              <a:t> </a:t>
            </a:r>
            <a:r>
              <a:rPr sz="1600" dirty="0">
                <a:latin typeface="Corbel"/>
                <a:cs typeface="Corbel"/>
              </a:rPr>
              <a:t>a</a:t>
            </a:r>
            <a:r>
              <a:rPr sz="1600" spc="-65" dirty="0">
                <a:latin typeface="Corbel"/>
                <a:cs typeface="Corbel"/>
              </a:rPr>
              <a:t> </a:t>
            </a:r>
            <a:r>
              <a:rPr sz="1600" spc="-10" dirty="0">
                <a:latin typeface="Corbel"/>
                <a:cs typeface="Corbel"/>
              </a:rPr>
              <a:t>Singapore-</a:t>
            </a:r>
            <a:r>
              <a:rPr sz="1600" dirty="0">
                <a:latin typeface="Corbel"/>
                <a:cs typeface="Corbel"/>
              </a:rPr>
              <a:t>based</a:t>
            </a:r>
            <a:r>
              <a:rPr sz="1600" spc="-20" dirty="0">
                <a:latin typeface="Corbel"/>
                <a:cs typeface="Corbel"/>
              </a:rPr>
              <a:t> </a:t>
            </a:r>
            <a:r>
              <a:rPr sz="1600" dirty="0">
                <a:latin typeface="Corbel"/>
                <a:cs typeface="Corbel"/>
              </a:rPr>
              <a:t>organisation</a:t>
            </a:r>
            <a:r>
              <a:rPr sz="1600" spc="-25" dirty="0">
                <a:latin typeface="Corbel"/>
                <a:cs typeface="Corbel"/>
              </a:rPr>
              <a:t> </a:t>
            </a:r>
            <a:r>
              <a:rPr sz="1600" dirty="0">
                <a:latin typeface="Corbel"/>
                <a:cs typeface="Corbel"/>
              </a:rPr>
              <a:t>that</a:t>
            </a:r>
            <a:r>
              <a:rPr sz="1600" spc="-35" dirty="0">
                <a:latin typeface="Corbel"/>
                <a:cs typeface="Corbel"/>
              </a:rPr>
              <a:t> </a:t>
            </a:r>
            <a:r>
              <a:rPr sz="1600" dirty="0">
                <a:latin typeface="Corbel"/>
                <a:cs typeface="Corbel"/>
              </a:rPr>
              <a:t>has</a:t>
            </a:r>
            <a:r>
              <a:rPr sz="1600" spc="-30" dirty="0">
                <a:latin typeface="Corbel"/>
                <a:cs typeface="Corbel"/>
              </a:rPr>
              <a:t> </a:t>
            </a:r>
            <a:r>
              <a:rPr sz="1600" dirty="0">
                <a:latin typeface="Corbel"/>
                <a:cs typeface="Corbel"/>
              </a:rPr>
              <a:t>engaged</a:t>
            </a:r>
            <a:r>
              <a:rPr sz="1600" spc="-25" dirty="0">
                <a:latin typeface="Corbel"/>
                <a:cs typeface="Corbel"/>
              </a:rPr>
              <a:t> </a:t>
            </a:r>
            <a:r>
              <a:rPr sz="1600" dirty="0">
                <a:latin typeface="Corbel"/>
                <a:cs typeface="Corbel"/>
              </a:rPr>
              <a:t>their</a:t>
            </a:r>
            <a:r>
              <a:rPr sz="1600" spc="-25" dirty="0">
                <a:latin typeface="Corbel"/>
                <a:cs typeface="Corbel"/>
              </a:rPr>
              <a:t> </a:t>
            </a:r>
            <a:r>
              <a:rPr sz="1600" spc="-10" dirty="0">
                <a:latin typeface="Corbel"/>
                <a:cs typeface="Corbel"/>
              </a:rPr>
              <a:t>services.</a:t>
            </a:r>
            <a:endParaRPr sz="1600">
              <a:latin typeface="Corbel"/>
              <a:cs typeface="Corbe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7" name="object 7"/>
          <p:cNvSpPr txBox="1"/>
          <p:nvPr/>
        </p:nvSpPr>
        <p:spPr>
          <a:xfrm>
            <a:off x="1563048" y="1414779"/>
            <a:ext cx="10392410" cy="5372735"/>
          </a:xfrm>
          <a:prstGeom prst="rect">
            <a:avLst/>
          </a:prstGeom>
        </p:spPr>
        <p:txBody>
          <a:bodyPr vert="horz" wrap="square" lIns="0" tIns="12700" rIns="0" bIns="0" rtlCol="0">
            <a:spAutoFit/>
          </a:bodyPr>
          <a:lstStyle/>
          <a:p>
            <a:pPr marL="12700">
              <a:lnSpc>
                <a:spcPct val="100000"/>
              </a:lnSpc>
              <a:spcBef>
                <a:spcPts val="100"/>
              </a:spcBef>
            </a:pPr>
            <a:r>
              <a:rPr sz="1600" b="1" u="sng" dirty="0">
                <a:solidFill>
                  <a:srgbClr val="222222"/>
                </a:solidFill>
                <a:uFill>
                  <a:solidFill>
                    <a:srgbClr val="222222"/>
                  </a:solidFill>
                </a:uFill>
                <a:latin typeface="Calibri"/>
                <a:cs typeface="Calibri"/>
              </a:rPr>
              <a:t>Class</a:t>
            </a:r>
            <a:r>
              <a:rPr sz="1600" b="1" u="sng" spc="-3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1</a:t>
            </a:r>
            <a:r>
              <a:rPr sz="1600" b="1" u="sng" spc="-30"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and</a:t>
            </a:r>
            <a:r>
              <a:rPr sz="1600" b="1" u="sng" spc="-2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Class</a:t>
            </a:r>
            <a:r>
              <a:rPr sz="1600" b="1" u="sng" spc="-3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2</a:t>
            </a:r>
            <a:r>
              <a:rPr sz="1600" b="1" u="sng" spc="-2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Activity</a:t>
            </a:r>
            <a:r>
              <a:rPr sz="1600" b="1" u="sng" spc="-2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Permits</a:t>
            </a:r>
            <a:r>
              <a:rPr sz="1600" b="1" u="sng" spc="-30"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(AP1</a:t>
            </a:r>
            <a:r>
              <a:rPr sz="1600" b="1" u="sng" spc="-25" dirty="0">
                <a:solidFill>
                  <a:srgbClr val="222222"/>
                </a:solidFill>
                <a:uFill>
                  <a:solidFill>
                    <a:srgbClr val="222222"/>
                  </a:solidFill>
                </a:uFill>
                <a:latin typeface="Calibri"/>
                <a:cs typeface="Calibri"/>
              </a:rPr>
              <a:t> </a:t>
            </a:r>
            <a:r>
              <a:rPr sz="1600" b="1" u="sng" dirty="0">
                <a:solidFill>
                  <a:srgbClr val="222222"/>
                </a:solidFill>
                <a:uFill>
                  <a:solidFill>
                    <a:srgbClr val="222222"/>
                  </a:solidFill>
                </a:uFill>
                <a:latin typeface="Calibri"/>
                <a:cs typeface="Calibri"/>
              </a:rPr>
              <a:t>and</a:t>
            </a:r>
            <a:r>
              <a:rPr sz="1600" b="1" u="sng" spc="-30" dirty="0">
                <a:solidFill>
                  <a:srgbClr val="222222"/>
                </a:solidFill>
                <a:uFill>
                  <a:solidFill>
                    <a:srgbClr val="222222"/>
                  </a:solidFill>
                </a:uFill>
                <a:latin typeface="Calibri"/>
                <a:cs typeface="Calibri"/>
              </a:rPr>
              <a:t> </a:t>
            </a:r>
            <a:r>
              <a:rPr sz="1600" b="1" u="sng" spc="-20" dirty="0">
                <a:solidFill>
                  <a:srgbClr val="222222"/>
                </a:solidFill>
                <a:uFill>
                  <a:solidFill>
                    <a:srgbClr val="222222"/>
                  </a:solidFill>
                </a:uFill>
                <a:latin typeface="Calibri"/>
                <a:cs typeface="Calibri"/>
              </a:rPr>
              <a:t>AP2)</a:t>
            </a:r>
            <a:endParaRPr sz="1600">
              <a:latin typeface="Calibri"/>
              <a:cs typeface="Calibri"/>
            </a:endParaRPr>
          </a:p>
          <a:p>
            <a:pPr marL="12700">
              <a:lnSpc>
                <a:spcPct val="100000"/>
              </a:lnSpc>
              <a:spcBef>
                <a:spcPts val="1870"/>
              </a:spcBef>
            </a:pPr>
            <a:r>
              <a:rPr sz="1600" dirty="0">
                <a:solidFill>
                  <a:srgbClr val="222222"/>
                </a:solidFill>
                <a:latin typeface="Calibri"/>
                <a:cs typeface="Calibri"/>
              </a:rPr>
              <a:t>CAAS</a:t>
            </a:r>
            <a:r>
              <a:rPr sz="1600" spc="-30" dirty="0">
                <a:solidFill>
                  <a:srgbClr val="222222"/>
                </a:solidFill>
                <a:latin typeface="Calibri"/>
                <a:cs typeface="Calibri"/>
              </a:rPr>
              <a:t> </a:t>
            </a:r>
            <a:r>
              <a:rPr sz="1600" dirty="0">
                <a:solidFill>
                  <a:srgbClr val="222222"/>
                </a:solidFill>
                <a:latin typeface="Calibri"/>
                <a:cs typeface="Calibri"/>
              </a:rPr>
              <a:t>grants</a:t>
            </a:r>
            <a:r>
              <a:rPr sz="1600" spc="-25" dirty="0">
                <a:solidFill>
                  <a:srgbClr val="222222"/>
                </a:solidFill>
                <a:latin typeface="Calibri"/>
                <a:cs typeface="Calibri"/>
              </a:rPr>
              <a:t> </a:t>
            </a:r>
            <a:r>
              <a:rPr sz="1600" dirty="0">
                <a:solidFill>
                  <a:srgbClr val="222222"/>
                </a:solidFill>
                <a:latin typeface="Calibri"/>
                <a:cs typeface="Calibri"/>
              </a:rPr>
              <a:t>AP1</a:t>
            </a:r>
            <a:r>
              <a:rPr sz="1600" spc="-30" dirty="0">
                <a:solidFill>
                  <a:srgbClr val="222222"/>
                </a:solidFill>
                <a:latin typeface="Calibri"/>
                <a:cs typeface="Calibri"/>
              </a:rPr>
              <a:t> </a:t>
            </a:r>
            <a:r>
              <a:rPr sz="1600" dirty="0">
                <a:solidFill>
                  <a:srgbClr val="222222"/>
                </a:solidFill>
                <a:latin typeface="Calibri"/>
                <a:cs typeface="Calibri"/>
              </a:rPr>
              <a:t>or</a:t>
            </a:r>
            <a:r>
              <a:rPr sz="1600" spc="-25" dirty="0">
                <a:solidFill>
                  <a:srgbClr val="222222"/>
                </a:solidFill>
                <a:latin typeface="Calibri"/>
                <a:cs typeface="Calibri"/>
              </a:rPr>
              <a:t> </a:t>
            </a:r>
            <a:r>
              <a:rPr sz="1600" dirty="0">
                <a:solidFill>
                  <a:srgbClr val="222222"/>
                </a:solidFill>
                <a:latin typeface="Calibri"/>
                <a:cs typeface="Calibri"/>
              </a:rPr>
              <a:t>AP2</a:t>
            </a:r>
            <a:r>
              <a:rPr sz="1600" spc="-25" dirty="0">
                <a:solidFill>
                  <a:srgbClr val="222222"/>
                </a:solidFill>
                <a:latin typeface="Calibri"/>
                <a:cs typeface="Calibri"/>
              </a:rPr>
              <a:t> </a:t>
            </a:r>
            <a:r>
              <a:rPr sz="1600" dirty="0">
                <a:solidFill>
                  <a:srgbClr val="222222"/>
                </a:solidFill>
                <a:latin typeface="Calibri"/>
                <a:cs typeface="Calibri"/>
              </a:rPr>
              <a:t>after</a:t>
            </a:r>
            <a:r>
              <a:rPr sz="1600" spc="-2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spc="-10" dirty="0">
                <a:solidFill>
                  <a:srgbClr val="222222"/>
                </a:solidFill>
                <a:latin typeface="Calibri"/>
                <a:cs typeface="Calibri"/>
              </a:rPr>
              <a:t>satisfactory</a:t>
            </a:r>
            <a:r>
              <a:rPr sz="1600" spc="-30" dirty="0">
                <a:solidFill>
                  <a:srgbClr val="222222"/>
                </a:solidFill>
                <a:latin typeface="Calibri"/>
                <a:cs typeface="Calibri"/>
              </a:rPr>
              <a:t> </a:t>
            </a:r>
            <a:r>
              <a:rPr sz="1600" dirty="0">
                <a:solidFill>
                  <a:srgbClr val="222222"/>
                </a:solidFill>
                <a:latin typeface="Calibri"/>
                <a:cs typeface="Calibri"/>
              </a:rPr>
              <a:t>assessment</a:t>
            </a:r>
            <a:r>
              <a:rPr sz="1600" spc="-25" dirty="0">
                <a:solidFill>
                  <a:srgbClr val="222222"/>
                </a:solidFill>
                <a:latin typeface="Calibri"/>
                <a:cs typeface="Calibri"/>
              </a:rPr>
              <a:t> </a:t>
            </a:r>
            <a:r>
              <a:rPr sz="1600" dirty="0">
                <a:solidFill>
                  <a:srgbClr val="222222"/>
                </a:solidFill>
                <a:latin typeface="Calibri"/>
                <a:cs typeface="Calibri"/>
              </a:rPr>
              <a:t>of</a:t>
            </a:r>
            <a:r>
              <a:rPr sz="1600" spc="-3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dirty="0">
                <a:solidFill>
                  <a:srgbClr val="222222"/>
                </a:solidFill>
                <a:latin typeface="Calibri"/>
                <a:cs typeface="Calibri"/>
              </a:rPr>
              <a:t>specific</a:t>
            </a:r>
            <a:r>
              <a:rPr sz="1600" spc="-25" dirty="0">
                <a:solidFill>
                  <a:srgbClr val="222222"/>
                </a:solidFill>
                <a:latin typeface="Calibri"/>
                <a:cs typeface="Calibri"/>
              </a:rPr>
              <a:t> </a:t>
            </a:r>
            <a:r>
              <a:rPr sz="1600" dirty="0">
                <a:solidFill>
                  <a:srgbClr val="222222"/>
                </a:solidFill>
                <a:latin typeface="Calibri"/>
                <a:cs typeface="Calibri"/>
              </a:rPr>
              <a:t>aspects</a:t>
            </a:r>
            <a:r>
              <a:rPr sz="1600" spc="-30" dirty="0">
                <a:solidFill>
                  <a:srgbClr val="222222"/>
                </a:solidFill>
                <a:latin typeface="Calibri"/>
                <a:cs typeface="Calibri"/>
              </a:rPr>
              <a:t> </a:t>
            </a:r>
            <a:r>
              <a:rPr sz="1600" dirty="0">
                <a:solidFill>
                  <a:srgbClr val="222222"/>
                </a:solidFill>
                <a:latin typeface="Calibri"/>
                <a:cs typeface="Calibri"/>
              </a:rPr>
              <a:t>of</a:t>
            </a:r>
            <a:r>
              <a:rPr sz="1600" spc="-30" dirty="0">
                <a:solidFill>
                  <a:srgbClr val="222222"/>
                </a:solidFill>
                <a:latin typeface="Calibri"/>
                <a:cs typeface="Calibri"/>
              </a:rPr>
              <a:t> </a:t>
            </a:r>
            <a:r>
              <a:rPr sz="1600" dirty="0">
                <a:solidFill>
                  <a:srgbClr val="222222"/>
                </a:solidFill>
                <a:latin typeface="Calibri"/>
                <a:cs typeface="Calibri"/>
              </a:rPr>
              <a:t>the</a:t>
            </a:r>
            <a:r>
              <a:rPr sz="1600" spc="-25" dirty="0">
                <a:solidFill>
                  <a:srgbClr val="222222"/>
                </a:solidFill>
                <a:latin typeface="Calibri"/>
                <a:cs typeface="Calibri"/>
              </a:rPr>
              <a:t> </a:t>
            </a:r>
            <a:r>
              <a:rPr sz="1600" dirty="0">
                <a:solidFill>
                  <a:srgbClr val="222222"/>
                </a:solidFill>
                <a:latin typeface="Calibri"/>
                <a:cs typeface="Calibri"/>
              </a:rPr>
              <a:t>activity</a:t>
            </a:r>
            <a:r>
              <a:rPr sz="1600" spc="-30" dirty="0">
                <a:solidFill>
                  <a:srgbClr val="222222"/>
                </a:solidFill>
                <a:latin typeface="Calibri"/>
                <a:cs typeface="Calibri"/>
              </a:rPr>
              <a:t> </a:t>
            </a:r>
            <a:r>
              <a:rPr sz="1600" dirty="0">
                <a:solidFill>
                  <a:srgbClr val="222222"/>
                </a:solidFill>
                <a:latin typeface="Calibri"/>
                <a:cs typeface="Calibri"/>
              </a:rPr>
              <a:t>such</a:t>
            </a:r>
            <a:r>
              <a:rPr sz="1600" spc="-30" dirty="0">
                <a:solidFill>
                  <a:srgbClr val="222222"/>
                </a:solidFill>
                <a:latin typeface="Calibri"/>
                <a:cs typeface="Calibri"/>
              </a:rPr>
              <a:t> </a:t>
            </a:r>
            <a:r>
              <a:rPr sz="1600" spc="-25" dirty="0">
                <a:solidFill>
                  <a:srgbClr val="222222"/>
                </a:solidFill>
                <a:latin typeface="Calibri"/>
                <a:cs typeface="Calibri"/>
              </a:rPr>
              <a:t>as:</a:t>
            </a:r>
            <a:endParaRPr sz="1600">
              <a:latin typeface="Calibri"/>
              <a:cs typeface="Calibri"/>
            </a:endParaRPr>
          </a:p>
          <a:p>
            <a:pPr marL="297815" indent="-285115">
              <a:lnSpc>
                <a:spcPts val="1910"/>
              </a:lnSpc>
              <a:spcBef>
                <a:spcPts val="95"/>
              </a:spcBef>
              <a:buFont typeface="Arial MT"/>
              <a:buChar char="•"/>
              <a:tabLst>
                <a:tab pos="297815" algn="l"/>
              </a:tabLst>
            </a:pPr>
            <a:r>
              <a:rPr sz="1600" dirty="0">
                <a:solidFill>
                  <a:srgbClr val="222222"/>
                </a:solidFill>
                <a:latin typeface="Calibri"/>
                <a:cs typeface="Calibri"/>
              </a:rPr>
              <a:t>The</a:t>
            </a:r>
            <a:r>
              <a:rPr sz="1600" spc="-40" dirty="0">
                <a:solidFill>
                  <a:srgbClr val="222222"/>
                </a:solidFill>
                <a:latin typeface="Calibri"/>
                <a:cs typeface="Calibri"/>
              </a:rPr>
              <a:t> </a:t>
            </a:r>
            <a:r>
              <a:rPr sz="1600" dirty="0">
                <a:solidFill>
                  <a:srgbClr val="222222"/>
                </a:solidFill>
                <a:latin typeface="Calibri"/>
                <a:cs typeface="Calibri"/>
              </a:rPr>
              <a:t>location</a:t>
            </a:r>
            <a:r>
              <a:rPr sz="1600" spc="-40" dirty="0">
                <a:solidFill>
                  <a:srgbClr val="222222"/>
                </a:solidFill>
                <a:latin typeface="Calibri"/>
                <a:cs typeface="Calibri"/>
              </a:rPr>
              <a:t> </a:t>
            </a:r>
            <a:r>
              <a:rPr sz="1600" dirty="0">
                <a:solidFill>
                  <a:srgbClr val="222222"/>
                </a:solidFill>
                <a:latin typeface="Calibri"/>
                <a:cs typeface="Calibri"/>
              </a:rPr>
              <a:t>where</a:t>
            </a:r>
            <a:r>
              <a:rPr sz="1600" spc="-30" dirty="0">
                <a:solidFill>
                  <a:srgbClr val="222222"/>
                </a:solidFill>
                <a:latin typeface="Calibri"/>
                <a:cs typeface="Calibri"/>
              </a:rPr>
              <a:t> </a:t>
            </a:r>
            <a:r>
              <a:rPr sz="1600" dirty="0">
                <a:solidFill>
                  <a:srgbClr val="222222"/>
                </a:solidFill>
                <a:latin typeface="Calibri"/>
                <a:cs typeface="Calibri"/>
              </a:rPr>
              <a:t>the</a:t>
            </a:r>
            <a:r>
              <a:rPr sz="1600" spc="-30" dirty="0">
                <a:solidFill>
                  <a:srgbClr val="222222"/>
                </a:solidFill>
                <a:latin typeface="Calibri"/>
                <a:cs typeface="Calibri"/>
              </a:rPr>
              <a:t> </a:t>
            </a:r>
            <a:r>
              <a:rPr sz="1600" dirty="0">
                <a:solidFill>
                  <a:srgbClr val="222222"/>
                </a:solidFill>
                <a:latin typeface="Calibri"/>
                <a:cs typeface="Calibri"/>
              </a:rPr>
              <a:t>UA</a:t>
            </a:r>
            <a:r>
              <a:rPr sz="1600" spc="-40" dirty="0">
                <a:solidFill>
                  <a:srgbClr val="222222"/>
                </a:solidFill>
                <a:latin typeface="Calibri"/>
                <a:cs typeface="Calibri"/>
              </a:rPr>
              <a:t> </a:t>
            </a:r>
            <a:r>
              <a:rPr sz="1600" dirty="0">
                <a:solidFill>
                  <a:srgbClr val="222222"/>
                </a:solidFill>
                <a:latin typeface="Calibri"/>
                <a:cs typeface="Calibri"/>
              </a:rPr>
              <a:t>is</a:t>
            </a:r>
            <a:r>
              <a:rPr sz="1600" spc="-40" dirty="0">
                <a:solidFill>
                  <a:srgbClr val="222222"/>
                </a:solidFill>
                <a:latin typeface="Calibri"/>
                <a:cs typeface="Calibri"/>
              </a:rPr>
              <a:t> </a:t>
            </a:r>
            <a:r>
              <a:rPr sz="1600" dirty="0">
                <a:solidFill>
                  <a:srgbClr val="222222"/>
                </a:solidFill>
                <a:latin typeface="Calibri"/>
                <a:cs typeface="Calibri"/>
              </a:rPr>
              <a:t>intended</a:t>
            </a:r>
            <a:r>
              <a:rPr sz="1600" spc="-40" dirty="0">
                <a:solidFill>
                  <a:srgbClr val="222222"/>
                </a:solidFill>
                <a:latin typeface="Calibri"/>
                <a:cs typeface="Calibri"/>
              </a:rPr>
              <a:t> </a:t>
            </a:r>
            <a:r>
              <a:rPr sz="1600" dirty="0">
                <a:solidFill>
                  <a:srgbClr val="222222"/>
                </a:solidFill>
                <a:latin typeface="Calibri"/>
                <a:cs typeface="Calibri"/>
              </a:rPr>
              <a:t>to</a:t>
            </a:r>
            <a:r>
              <a:rPr sz="1600" spc="-30" dirty="0">
                <a:solidFill>
                  <a:srgbClr val="222222"/>
                </a:solidFill>
                <a:latin typeface="Calibri"/>
                <a:cs typeface="Calibri"/>
              </a:rPr>
              <a:t> </a:t>
            </a:r>
            <a:r>
              <a:rPr sz="1600" dirty="0">
                <a:solidFill>
                  <a:srgbClr val="222222"/>
                </a:solidFill>
                <a:latin typeface="Calibri"/>
                <a:cs typeface="Calibri"/>
              </a:rPr>
              <a:t>be</a:t>
            </a:r>
            <a:r>
              <a:rPr sz="1600" spc="-35" dirty="0">
                <a:solidFill>
                  <a:srgbClr val="222222"/>
                </a:solidFill>
                <a:latin typeface="Calibri"/>
                <a:cs typeface="Calibri"/>
              </a:rPr>
              <a:t> </a:t>
            </a:r>
            <a:r>
              <a:rPr sz="1600" spc="-10" dirty="0">
                <a:solidFill>
                  <a:srgbClr val="222222"/>
                </a:solidFill>
                <a:latin typeface="Calibri"/>
                <a:cs typeface="Calibri"/>
              </a:rPr>
              <a:t>operated;</a:t>
            </a:r>
            <a:endParaRPr sz="1600">
              <a:latin typeface="Calibri"/>
              <a:cs typeface="Calibri"/>
            </a:endParaRPr>
          </a:p>
          <a:p>
            <a:pPr marL="297815" indent="-285115">
              <a:lnSpc>
                <a:spcPts val="1895"/>
              </a:lnSpc>
              <a:buFont typeface="Arial MT"/>
              <a:buChar char="•"/>
              <a:tabLst>
                <a:tab pos="297815" algn="l"/>
              </a:tabLst>
            </a:pPr>
            <a:r>
              <a:rPr sz="1600" dirty="0">
                <a:solidFill>
                  <a:srgbClr val="222222"/>
                </a:solidFill>
                <a:latin typeface="Calibri"/>
                <a:cs typeface="Calibri"/>
              </a:rPr>
              <a:t>The</a:t>
            </a:r>
            <a:r>
              <a:rPr sz="1600" spc="-25" dirty="0">
                <a:solidFill>
                  <a:srgbClr val="222222"/>
                </a:solidFill>
                <a:latin typeface="Calibri"/>
                <a:cs typeface="Calibri"/>
              </a:rPr>
              <a:t> </a:t>
            </a:r>
            <a:r>
              <a:rPr sz="1600" dirty="0">
                <a:solidFill>
                  <a:srgbClr val="222222"/>
                </a:solidFill>
                <a:latin typeface="Calibri"/>
                <a:cs typeface="Calibri"/>
              </a:rPr>
              <a:t>type(s)</a:t>
            </a:r>
            <a:r>
              <a:rPr sz="1600" spc="-20" dirty="0">
                <a:solidFill>
                  <a:srgbClr val="222222"/>
                </a:solidFill>
                <a:latin typeface="Calibri"/>
                <a:cs typeface="Calibri"/>
              </a:rPr>
              <a:t> </a:t>
            </a:r>
            <a:r>
              <a:rPr sz="1600" dirty="0">
                <a:solidFill>
                  <a:srgbClr val="222222"/>
                </a:solidFill>
                <a:latin typeface="Calibri"/>
                <a:cs typeface="Calibri"/>
              </a:rPr>
              <a:t>of</a:t>
            </a:r>
            <a:r>
              <a:rPr sz="1600" spc="-30" dirty="0">
                <a:solidFill>
                  <a:srgbClr val="222222"/>
                </a:solidFill>
                <a:latin typeface="Calibri"/>
                <a:cs typeface="Calibri"/>
              </a:rPr>
              <a:t> </a:t>
            </a:r>
            <a:r>
              <a:rPr sz="1600" spc="-10" dirty="0">
                <a:solidFill>
                  <a:srgbClr val="222222"/>
                </a:solidFill>
                <a:latin typeface="Calibri"/>
                <a:cs typeface="Calibri"/>
              </a:rPr>
              <a:t>operation</a:t>
            </a:r>
            <a:r>
              <a:rPr sz="1600" spc="-25" dirty="0">
                <a:solidFill>
                  <a:srgbClr val="222222"/>
                </a:solidFill>
                <a:latin typeface="Calibri"/>
                <a:cs typeface="Calibri"/>
              </a:rPr>
              <a:t> </a:t>
            </a:r>
            <a:r>
              <a:rPr sz="1600" dirty="0">
                <a:solidFill>
                  <a:srgbClr val="222222"/>
                </a:solidFill>
                <a:latin typeface="Calibri"/>
                <a:cs typeface="Calibri"/>
              </a:rPr>
              <a:t>to</a:t>
            </a:r>
            <a:r>
              <a:rPr sz="1600" spc="-15" dirty="0">
                <a:solidFill>
                  <a:srgbClr val="222222"/>
                </a:solidFill>
                <a:latin typeface="Calibri"/>
                <a:cs typeface="Calibri"/>
              </a:rPr>
              <a:t> </a:t>
            </a:r>
            <a:r>
              <a:rPr sz="1600" dirty="0">
                <a:solidFill>
                  <a:srgbClr val="222222"/>
                </a:solidFill>
                <a:latin typeface="Calibri"/>
                <a:cs typeface="Calibri"/>
              </a:rPr>
              <a:t>be</a:t>
            </a:r>
            <a:r>
              <a:rPr sz="1600" spc="-25" dirty="0">
                <a:solidFill>
                  <a:srgbClr val="222222"/>
                </a:solidFill>
                <a:latin typeface="Calibri"/>
                <a:cs typeface="Calibri"/>
              </a:rPr>
              <a:t> </a:t>
            </a:r>
            <a:r>
              <a:rPr sz="1600" spc="-10" dirty="0">
                <a:solidFill>
                  <a:srgbClr val="222222"/>
                </a:solidFill>
                <a:latin typeface="Calibri"/>
                <a:cs typeface="Calibri"/>
              </a:rPr>
              <a:t>conducted;</a:t>
            </a:r>
            <a:endParaRPr sz="1600">
              <a:latin typeface="Calibri"/>
              <a:cs typeface="Calibri"/>
            </a:endParaRPr>
          </a:p>
          <a:p>
            <a:pPr marL="297815" indent="-285115">
              <a:lnSpc>
                <a:spcPts val="1895"/>
              </a:lnSpc>
              <a:buFont typeface="Arial MT"/>
              <a:buChar char="•"/>
              <a:tabLst>
                <a:tab pos="297815" algn="l"/>
              </a:tabLst>
            </a:pPr>
            <a:r>
              <a:rPr sz="1600" dirty="0">
                <a:solidFill>
                  <a:srgbClr val="222222"/>
                </a:solidFill>
                <a:latin typeface="Calibri"/>
                <a:cs typeface="Calibri"/>
              </a:rPr>
              <a:t>The</a:t>
            </a:r>
            <a:r>
              <a:rPr sz="1600" spc="-30" dirty="0">
                <a:solidFill>
                  <a:srgbClr val="222222"/>
                </a:solidFill>
                <a:latin typeface="Calibri"/>
                <a:cs typeface="Calibri"/>
              </a:rPr>
              <a:t> </a:t>
            </a:r>
            <a:r>
              <a:rPr sz="1600" dirty="0">
                <a:solidFill>
                  <a:srgbClr val="222222"/>
                </a:solidFill>
                <a:latin typeface="Calibri"/>
                <a:cs typeface="Calibri"/>
              </a:rPr>
              <a:t>date(s)</a:t>
            </a:r>
            <a:r>
              <a:rPr sz="1600" spc="-25" dirty="0">
                <a:solidFill>
                  <a:srgbClr val="222222"/>
                </a:solidFill>
                <a:latin typeface="Calibri"/>
                <a:cs typeface="Calibri"/>
              </a:rPr>
              <a:t> </a:t>
            </a:r>
            <a:r>
              <a:rPr sz="1600" dirty="0">
                <a:solidFill>
                  <a:srgbClr val="222222"/>
                </a:solidFill>
                <a:latin typeface="Calibri"/>
                <a:cs typeface="Calibri"/>
              </a:rPr>
              <a:t>/</a:t>
            </a:r>
            <a:r>
              <a:rPr sz="1600" spc="-30" dirty="0">
                <a:solidFill>
                  <a:srgbClr val="222222"/>
                </a:solidFill>
                <a:latin typeface="Calibri"/>
                <a:cs typeface="Calibri"/>
              </a:rPr>
              <a:t> </a:t>
            </a:r>
            <a:r>
              <a:rPr sz="1600" dirty="0">
                <a:solidFill>
                  <a:srgbClr val="222222"/>
                </a:solidFill>
                <a:latin typeface="Calibri"/>
                <a:cs typeface="Calibri"/>
              </a:rPr>
              <a:t>time(s)</a:t>
            </a:r>
            <a:r>
              <a:rPr sz="1600" spc="-25" dirty="0">
                <a:solidFill>
                  <a:srgbClr val="222222"/>
                </a:solidFill>
                <a:latin typeface="Calibri"/>
                <a:cs typeface="Calibri"/>
              </a:rPr>
              <a:t> </a:t>
            </a:r>
            <a:r>
              <a:rPr sz="1600" dirty="0">
                <a:solidFill>
                  <a:srgbClr val="222222"/>
                </a:solidFill>
                <a:latin typeface="Calibri"/>
                <a:cs typeface="Calibri"/>
              </a:rPr>
              <a:t>during</a:t>
            </a:r>
            <a:r>
              <a:rPr sz="1600" spc="-35" dirty="0">
                <a:solidFill>
                  <a:srgbClr val="222222"/>
                </a:solidFill>
                <a:latin typeface="Calibri"/>
                <a:cs typeface="Calibri"/>
              </a:rPr>
              <a:t> </a:t>
            </a:r>
            <a:r>
              <a:rPr sz="1600" dirty="0">
                <a:solidFill>
                  <a:srgbClr val="222222"/>
                </a:solidFill>
                <a:latin typeface="Calibri"/>
                <a:cs typeface="Calibri"/>
              </a:rPr>
              <a:t>which</a:t>
            </a:r>
            <a:r>
              <a:rPr sz="1600" spc="-30"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spc="-10" dirty="0">
                <a:solidFill>
                  <a:srgbClr val="222222"/>
                </a:solidFill>
                <a:latin typeface="Calibri"/>
                <a:cs typeface="Calibri"/>
              </a:rPr>
              <a:t>operation(s)</a:t>
            </a:r>
            <a:r>
              <a:rPr sz="1600" spc="-20" dirty="0">
                <a:solidFill>
                  <a:srgbClr val="222222"/>
                </a:solidFill>
                <a:latin typeface="Calibri"/>
                <a:cs typeface="Calibri"/>
              </a:rPr>
              <a:t> </a:t>
            </a:r>
            <a:r>
              <a:rPr sz="1600" dirty="0">
                <a:solidFill>
                  <a:srgbClr val="222222"/>
                </a:solidFill>
                <a:latin typeface="Calibri"/>
                <a:cs typeface="Calibri"/>
              </a:rPr>
              <a:t>will</a:t>
            </a:r>
            <a:r>
              <a:rPr sz="1600" spc="-30" dirty="0">
                <a:solidFill>
                  <a:srgbClr val="222222"/>
                </a:solidFill>
                <a:latin typeface="Calibri"/>
                <a:cs typeface="Calibri"/>
              </a:rPr>
              <a:t> </a:t>
            </a:r>
            <a:r>
              <a:rPr sz="1600" dirty="0">
                <a:solidFill>
                  <a:srgbClr val="222222"/>
                </a:solidFill>
                <a:latin typeface="Calibri"/>
                <a:cs typeface="Calibri"/>
              </a:rPr>
              <a:t>be</a:t>
            </a:r>
            <a:r>
              <a:rPr sz="1600" spc="-25" dirty="0">
                <a:solidFill>
                  <a:srgbClr val="222222"/>
                </a:solidFill>
                <a:latin typeface="Calibri"/>
                <a:cs typeface="Calibri"/>
              </a:rPr>
              <a:t> </a:t>
            </a:r>
            <a:r>
              <a:rPr sz="1600" dirty="0">
                <a:solidFill>
                  <a:srgbClr val="222222"/>
                </a:solidFill>
                <a:latin typeface="Calibri"/>
                <a:cs typeface="Calibri"/>
              </a:rPr>
              <a:t>conducted</a:t>
            </a:r>
            <a:r>
              <a:rPr sz="1600" spc="-30" dirty="0">
                <a:solidFill>
                  <a:srgbClr val="222222"/>
                </a:solidFill>
                <a:latin typeface="Calibri"/>
                <a:cs typeface="Calibri"/>
              </a:rPr>
              <a:t> </a:t>
            </a:r>
            <a:r>
              <a:rPr sz="1600" dirty="0">
                <a:solidFill>
                  <a:srgbClr val="222222"/>
                </a:solidFill>
                <a:latin typeface="Calibri"/>
                <a:cs typeface="Calibri"/>
              </a:rPr>
              <a:t>at</a:t>
            </a:r>
            <a:r>
              <a:rPr sz="1600" spc="-2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spc="-10" dirty="0">
                <a:solidFill>
                  <a:srgbClr val="222222"/>
                </a:solidFill>
                <a:latin typeface="Calibri"/>
                <a:cs typeface="Calibri"/>
              </a:rPr>
              <a:t>location(s);</a:t>
            </a:r>
            <a:endParaRPr sz="1600">
              <a:latin typeface="Calibri"/>
              <a:cs typeface="Calibri"/>
            </a:endParaRPr>
          </a:p>
          <a:p>
            <a:pPr marL="297815" indent="-285115">
              <a:lnSpc>
                <a:spcPts val="1895"/>
              </a:lnSpc>
              <a:buFont typeface="Arial MT"/>
              <a:buChar char="•"/>
              <a:tabLst>
                <a:tab pos="297815" algn="l"/>
              </a:tabLst>
            </a:pPr>
            <a:r>
              <a:rPr sz="1600" dirty="0">
                <a:solidFill>
                  <a:srgbClr val="222222"/>
                </a:solidFill>
                <a:latin typeface="Calibri"/>
                <a:cs typeface="Calibri"/>
              </a:rPr>
              <a:t>The</a:t>
            </a:r>
            <a:r>
              <a:rPr sz="1600" spc="-30" dirty="0">
                <a:solidFill>
                  <a:srgbClr val="222222"/>
                </a:solidFill>
                <a:latin typeface="Calibri"/>
                <a:cs typeface="Calibri"/>
              </a:rPr>
              <a:t> </a:t>
            </a:r>
            <a:r>
              <a:rPr sz="1600" dirty="0">
                <a:solidFill>
                  <a:srgbClr val="222222"/>
                </a:solidFill>
                <a:latin typeface="Calibri"/>
                <a:cs typeface="Calibri"/>
              </a:rPr>
              <a:t>maximum</a:t>
            </a:r>
            <a:r>
              <a:rPr sz="1600" spc="-30" dirty="0">
                <a:solidFill>
                  <a:srgbClr val="222222"/>
                </a:solidFill>
                <a:latin typeface="Calibri"/>
                <a:cs typeface="Calibri"/>
              </a:rPr>
              <a:t> </a:t>
            </a:r>
            <a:r>
              <a:rPr sz="1600" spc="-10" dirty="0">
                <a:solidFill>
                  <a:srgbClr val="222222"/>
                </a:solidFill>
                <a:latin typeface="Calibri"/>
                <a:cs typeface="Calibri"/>
              </a:rPr>
              <a:t>operating</a:t>
            </a:r>
            <a:r>
              <a:rPr sz="1600" spc="-35" dirty="0">
                <a:solidFill>
                  <a:srgbClr val="222222"/>
                </a:solidFill>
                <a:latin typeface="Calibri"/>
                <a:cs typeface="Calibri"/>
              </a:rPr>
              <a:t> </a:t>
            </a:r>
            <a:r>
              <a:rPr sz="1600" dirty="0">
                <a:solidFill>
                  <a:srgbClr val="222222"/>
                </a:solidFill>
                <a:latin typeface="Calibri"/>
                <a:cs typeface="Calibri"/>
              </a:rPr>
              <a:t>altitude</a:t>
            </a:r>
            <a:r>
              <a:rPr sz="1600" spc="-25" dirty="0">
                <a:solidFill>
                  <a:srgbClr val="222222"/>
                </a:solidFill>
                <a:latin typeface="Calibri"/>
                <a:cs typeface="Calibri"/>
              </a:rPr>
              <a:t> </a:t>
            </a:r>
            <a:r>
              <a:rPr sz="1600" spc="-20" dirty="0">
                <a:solidFill>
                  <a:srgbClr val="222222"/>
                </a:solidFill>
                <a:latin typeface="Calibri"/>
                <a:cs typeface="Calibri"/>
              </a:rPr>
              <a:t>and;</a:t>
            </a:r>
            <a:endParaRPr sz="1600">
              <a:latin typeface="Calibri"/>
              <a:cs typeface="Calibri"/>
            </a:endParaRPr>
          </a:p>
          <a:p>
            <a:pPr marL="297815" indent="-285115">
              <a:lnSpc>
                <a:spcPts val="1910"/>
              </a:lnSpc>
              <a:buFont typeface="Arial MT"/>
              <a:buChar char="•"/>
              <a:tabLst>
                <a:tab pos="297815" algn="l"/>
              </a:tabLst>
            </a:pPr>
            <a:r>
              <a:rPr sz="1600" spc="-10" dirty="0">
                <a:solidFill>
                  <a:srgbClr val="222222"/>
                </a:solidFill>
                <a:latin typeface="Calibri"/>
                <a:cs typeface="Calibri"/>
              </a:rPr>
              <a:t>Mitigation</a:t>
            </a:r>
            <a:r>
              <a:rPr sz="1600" spc="-45" dirty="0">
                <a:solidFill>
                  <a:srgbClr val="222222"/>
                </a:solidFill>
                <a:latin typeface="Calibri"/>
                <a:cs typeface="Calibri"/>
              </a:rPr>
              <a:t> </a:t>
            </a:r>
            <a:r>
              <a:rPr sz="1600" dirty="0">
                <a:solidFill>
                  <a:srgbClr val="222222"/>
                </a:solidFill>
                <a:latin typeface="Calibri"/>
                <a:cs typeface="Calibri"/>
              </a:rPr>
              <a:t>measures</a:t>
            </a:r>
            <a:r>
              <a:rPr sz="1600" spc="-40" dirty="0">
                <a:solidFill>
                  <a:srgbClr val="222222"/>
                </a:solidFill>
                <a:latin typeface="Calibri"/>
                <a:cs typeface="Calibri"/>
              </a:rPr>
              <a:t> </a:t>
            </a:r>
            <a:r>
              <a:rPr sz="1600" dirty="0">
                <a:solidFill>
                  <a:srgbClr val="222222"/>
                </a:solidFill>
                <a:latin typeface="Calibri"/>
                <a:cs typeface="Calibri"/>
              </a:rPr>
              <a:t>to</a:t>
            </a:r>
            <a:r>
              <a:rPr sz="1600" spc="-30" dirty="0">
                <a:solidFill>
                  <a:srgbClr val="222222"/>
                </a:solidFill>
                <a:latin typeface="Calibri"/>
                <a:cs typeface="Calibri"/>
              </a:rPr>
              <a:t> </a:t>
            </a:r>
            <a:r>
              <a:rPr sz="1600" dirty="0">
                <a:solidFill>
                  <a:srgbClr val="222222"/>
                </a:solidFill>
                <a:latin typeface="Calibri"/>
                <a:cs typeface="Calibri"/>
              </a:rPr>
              <a:t>address</a:t>
            </a:r>
            <a:r>
              <a:rPr sz="1600" spc="-35" dirty="0">
                <a:solidFill>
                  <a:srgbClr val="222222"/>
                </a:solidFill>
                <a:latin typeface="Calibri"/>
                <a:cs typeface="Calibri"/>
              </a:rPr>
              <a:t> </a:t>
            </a:r>
            <a:r>
              <a:rPr sz="1600" spc="-10" dirty="0">
                <a:solidFill>
                  <a:srgbClr val="222222"/>
                </a:solidFill>
                <a:latin typeface="Calibri"/>
                <a:cs typeface="Calibri"/>
              </a:rPr>
              <a:t>location-</a:t>
            </a:r>
            <a:r>
              <a:rPr sz="1600" dirty="0">
                <a:solidFill>
                  <a:srgbClr val="222222"/>
                </a:solidFill>
                <a:latin typeface="Calibri"/>
                <a:cs typeface="Calibri"/>
              </a:rPr>
              <a:t>specific</a:t>
            </a:r>
            <a:r>
              <a:rPr sz="1600" spc="-35" dirty="0">
                <a:solidFill>
                  <a:srgbClr val="222222"/>
                </a:solidFill>
                <a:latin typeface="Calibri"/>
                <a:cs typeface="Calibri"/>
              </a:rPr>
              <a:t> </a:t>
            </a:r>
            <a:r>
              <a:rPr sz="1600" spc="-10" dirty="0">
                <a:solidFill>
                  <a:srgbClr val="222222"/>
                </a:solidFill>
                <a:latin typeface="Calibri"/>
                <a:cs typeface="Calibri"/>
              </a:rPr>
              <a:t>circumstances.</a:t>
            </a:r>
            <a:endParaRPr sz="1600">
              <a:latin typeface="Calibri"/>
              <a:cs typeface="Calibri"/>
            </a:endParaRPr>
          </a:p>
          <a:p>
            <a:pPr>
              <a:lnSpc>
                <a:spcPct val="100000"/>
              </a:lnSpc>
              <a:spcBef>
                <a:spcPts val="145"/>
              </a:spcBef>
            </a:pPr>
            <a:endParaRPr sz="1600">
              <a:latin typeface="Calibri"/>
              <a:cs typeface="Calibri"/>
            </a:endParaRPr>
          </a:p>
          <a:p>
            <a:pPr marL="12700" marR="5080" indent="213995" algn="just">
              <a:lnSpc>
                <a:spcPts val="1900"/>
              </a:lnSpc>
              <a:buAutoNum type="arabicPeriod"/>
              <a:tabLst>
                <a:tab pos="226695" algn="l"/>
              </a:tabLst>
            </a:pPr>
            <a:r>
              <a:rPr sz="1600" dirty="0">
                <a:solidFill>
                  <a:srgbClr val="222222"/>
                </a:solidFill>
                <a:latin typeface="Calibri"/>
                <a:cs typeface="Calibri"/>
              </a:rPr>
              <a:t>For</a:t>
            </a:r>
            <a:r>
              <a:rPr sz="1600" spc="75" dirty="0">
                <a:solidFill>
                  <a:srgbClr val="222222"/>
                </a:solidFill>
                <a:latin typeface="Calibri"/>
                <a:cs typeface="Calibri"/>
              </a:rPr>
              <a:t> </a:t>
            </a:r>
            <a:r>
              <a:rPr sz="1600" dirty="0">
                <a:solidFill>
                  <a:srgbClr val="222222"/>
                </a:solidFill>
                <a:latin typeface="Calibri"/>
                <a:cs typeface="Calibri"/>
              </a:rPr>
              <a:t>multiple</a:t>
            </a:r>
            <a:r>
              <a:rPr sz="1600" spc="80" dirty="0">
                <a:solidFill>
                  <a:srgbClr val="222222"/>
                </a:solidFill>
                <a:latin typeface="Calibri"/>
                <a:cs typeface="Calibri"/>
              </a:rPr>
              <a:t> </a:t>
            </a:r>
            <a:r>
              <a:rPr sz="1600" dirty="0">
                <a:solidFill>
                  <a:srgbClr val="222222"/>
                </a:solidFill>
                <a:latin typeface="Calibri"/>
                <a:cs typeface="Calibri"/>
              </a:rPr>
              <a:t>activity</a:t>
            </a:r>
            <a:r>
              <a:rPr sz="1600" spc="70" dirty="0">
                <a:solidFill>
                  <a:srgbClr val="222222"/>
                </a:solidFill>
                <a:latin typeface="Calibri"/>
                <a:cs typeface="Calibri"/>
              </a:rPr>
              <a:t> </a:t>
            </a:r>
            <a:r>
              <a:rPr sz="1600" dirty="0">
                <a:solidFill>
                  <a:srgbClr val="222222"/>
                </a:solidFill>
                <a:latin typeface="Calibri"/>
                <a:cs typeface="Calibri"/>
              </a:rPr>
              <a:t>locations,</a:t>
            </a:r>
            <a:r>
              <a:rPr sz="1600" spc="70" dirty="0">
                <a:solidFill>
                  <a:srgbClr val="222222"/>
                </a:solidFill>
                <a:latin typeface="Calibri"/>
                <a:cs typeface="Calibri"/>
              </a:rPr>
              <a:t> </a:t>
            </a:r>
            <a:r>
              <a:rPr sz="1600" dirty="0">
                <a:solidFill>
                  <a:srgbClr val="222222"/>
                </a:solidFill>
                <a:latin typeface="Calibri"/>
                <a:cs typeface="Calibri"/>
              </a:rPr>
              <a:t>a</a:t>
            </a:r>
            <a:r>
              <a:rPr sz="1600" spc="70" dirty="0">
                <a:solidFill>
                  <a:srgbClr val="222222"/>
                </a:solidFill>
                <a:latin typeface="Calibri"/>
                <a:cs typeface="Calibri"/>
              </a:rPr>
              <a:t> </a:t>
            </a:r>
            <a:r>
              <a:rPr sz="1600" dirty="0">
                <a:solidFill>
                  <a:srgbClr val="222222"/>
                </a:solidFill>
                <a:latin typeface="Calibri"/>
                <a:cs typeface="Calibri"/>
              </a:rPr>
              <a:t>single</a:t>
            </a:r>
            <a:r>
              <a:rPr sz="1600" spc="80" dirty="0">
                <a:solidFill>
                  <a:srgbClr val="222222"/>
                </a:solidFill>
                <a:latin typeface="Calibri"/>
                <a:cs typeface="Calibri"/>
              </a:rPr>
              <a:t> </a:t>
            </a:r>
            <a:r>
              <a:rPr sz="1600" dirty="0">
                <a:solidFill>
                  <a:srgbClr val="222222"/>
                </a:solidFill>
                <a:latin typeface="Calibri"/>
                <a:cs typeface="Calibri"/>
              </a:rPr>
              <a:t>AP1</a:t>
            </a:r>
            <a:r>
              <a:rPr sz="1600" spc="75" dirty="0">
                <a:solidFill>
                  <a:srgbClr val="222222"/>
                </a:solidFill>
                <a:latin typeface="Calibri"/>
                <a:cs typeface="Calibri"/>
              </a:rPr>
              <a:t> </a:t>
            </a:r>
            <a:r>
              <a:rPr sz="1600" dirty="0">
                <a:solidFill>
                  <a:srgbClr val="222222"/>
                </a:solidFill>
                <a:latin typeface="Calibri"/>
                <a:cs typeface="Calibri"/>
              </a:rPr>
              <a:t>or</a:t>
            </a:r>
            <a:r>
              <a:rPr sz="1600" spc="75" dirty="0">
                <a:solidFill>
                  <a:srgbClr val="222222"/>
                </a:solidFill>
                <a:latin typeface="Calibri"/>
                <a:cs typeface="Calibri"/>
              </a:rPr>
              <a:t> </a:t>
            </a:r>
            <a:r>
              <a:rPr sz="1600" dirty="0">
                <a:solidFill>
                  <a:srgbClr val="222222"/>
                </a:solidFill>
                <a:latin typeface="Calibri"/>
                <a:cs typeface="Calibri"/>
              </a:rPr>
              <a:t>AP2</a:t>
            </a:r>
            <a:r>
              <a:rPr sz="1600" spc="75" dirty="0">
                <a:solidFill>
                  <a:srgbClr val="222222"/>
                </a:solidFill>
                <a:latin typeface="Calibri"/>
                <a:cs typeface="Calibri"/>
              </a:rPr>
              <a:t> </a:t>
            </a:r>
            <a:r>
              <a:rPr sz="1600" dirty="0">
                <a:solidFill>
                  <a:srgbClr val="222222"/>
                </a:solidFill>
                <a:latin typeface="Calibri"/>
                <a:cs typeface="Calibri"/>
              </a:rPr>
              <a:t>may</a:t>
            </a:r>
            <a:r>
              <a:rPr sz="1600" spc="75" dirty="0">
                <a:solidFill>
                  <a:srgbClr val="222222"/>
                </a:solidFill>
                <a:latin typeface="Calibri"/>
                <a:cs typeface="Calibri"/>
              </a:rPr>
              <a:t> </a:t>
            </a:r>
            <a:r>
              <a:rPr sz="1600" dirty="0">
                <a:solidFill>
                  <a:srgbClr val="222222"/>
                </a:solidFill>
                <a:latin typeface="Calibri"/>
                <a:cs typeface="Calibri"/>
              </a:rPr>
              <a:t>be</a:t>
            </a:r>
            <a:r>
              <a:rPr sz="1600" spc="75" dirty="0">
                <a:solidFill>
                  <a:srgbClr val="222222"/>
                </a:solidFill>
                <a:latin typeface="Calibri"/>
                <a:cs typeface="Calibri"/>
              </a:rPr>
              <a:t> </a:t>
            </a:r>
            <a:r>
              <a:rPr sz="1600" dirty="0">
                <a:solidFill>
                  <a:srgbClr val="222222"/>
                </a:solidFill>
                <a:latin typeface="Calibri"/>
                <a:cs typeface="Calibri"/>
              </a:rPr>
              <a:t>granted</a:t>
            </a:r>
            <a:r>
              <a:rPr sz="1600" spc="70" dirty="0">
                <a:solidFill>
                  <a:srgbClr val="222222"/>
                </a:solidFill>
                <a:latin typeface="Calibri"/>
                <a:cs typeface="Calibri"/>
              </a:rPr>
              <a:t> </a:t>
            </a:r>
            <a:r>
              <a:rPr sz="1600" dirty="0">
                <a:solidFill>
                  <a:srgbClr val="222222"/>
                </a:solidFill>
                <a:latin typeface="Calibri"/>
                <a:cs typeface="Calibri"/>
              </a:rPr>
              <a:t>if</a:t>
            </a:r>
            <a:r>
              <a:rPr sz="1600" spc="70" dirty="0">
                <a:solidFill>
                  <a:srgbClr val="222222"/>
                </a:solidFill>
                <a:latin typeface="Calibri"/>
                <a:cs typeface="Calibri"/>
              </a:rPr>
              <a:t> </a:t>
            </a:r>
            <a:r>
              <a:rPr sz="1600" dirty="0">
                <a:solidFill>
                  <a:srgbClr val="222222"/>
                </a:solidFill>
                <a:latin typeface="Calibri"/>
                <a:cs typeface="Calibri"/>
              </a:rPr>
              <a:t>the</a:t>
            </a:r>
            <a:r>
              <a:rPr sz="1600" spc="80" dirty="0">
                <a:solidFill>
                  <a:srgbClr val="222222"/>
                </a:solidFill>
                <a:latin typeface="Calibri"/>
                <a:cs typeface="Calibri"/>
              </a:rPr>
              <a:t> </a:t>
            </a:r>
            <a:r>
              <a:rPr sz="1600" dirty="0">
                <a:solidFill>
                  <a:srgbClr val="222222"/>
                </a:solidFill>
                <a:latin typeface="Calibri"/>
                <a:cs typeface="Calibri"/>
              </a:rPr>
              <a:t>activity</a:t>
            </a:r>
            <a:r>
              <a:rPr sz="1600" spc="75" dirty="0">
                <a:solidFill>
                  <a:srgbClr val="222222"/>
                </a:solidFill>
                <a:latin typeface="Calibri"/>
                <a:cs typeface="Calibri"/>
              </a:rPr>
              <a:t> </a:t>
            </a:r>
            <a:r>
              <a:rPr sz="1600" dirty="0">
                <a:solidFill>
                  <a:srgbClr val="222222"/>
                </a:solidFill>
                <a:latin typeface="Calibri"/>
                <a:cs typeface="Calibri"/>
              </a:rPr>
              <a:t>locations</a:t>
            </a:r>
            <a:r>
              <a:rPr sz="1600" spc="75" dirty="0">
                <a:solidFill>
                  <a:srgbClr val="222222"/>
                </a:solidFill>
                <a:latin typeface="Calibri"/>
                <a:cs typeface="Calibri"/>
              </a:rPr>
              <a:t> </a:t>
            </a:r>
            <a:r>
              <a:rPr sz="1600" dirty="0">
                <a:solidFill>
                  <a:srgbClr val="222222"/>
                </a:solidFill>
                <a:latin typeface="Calibri"/>
                <a:cs typeface="Calibri"/>
              </a:rPr>
              <a:t>are</a:t>
            </a:r>
            <a:r>
              <a:rPr sz="1600" spc="75" dirty="0">
                <a:solidFill>
                  <a:srgbClr val="222222"/>
                </a:solidFill>
                <a:latin typeface="Calibri"/>
                <a:cs typeface="Calibri"/>
              </a:rPr>
              <a:t> </a:t>
            </a:r>
            <a:r>
              <a:rPr sz="1600" dirty="0">
                <a:solidFill>
                  <a:srgbClr val="222222"/>
                </a:solidFill>
                <a:latin typeface="Calibri"/>
                <a:cs typeface="Calibri"/>
              </a:rPr>
              <a:t>proximate</a:t>
            </a:r>
            <a:r>
              <a:rPr sz="1600" spc="80" dirty="0">
                <a:solidFill>
                  <a:srgbClr val="222222"/>
                </a:solidFill>
                <a:latin typeface="Calibri"/>
                <a:cs typeface="Calibri"/>
              </a:rPr>
              <a:t> </a:t>
            </a:r>
            <a:r>
              <a:rPr sz="1600" dirty="0">
                <a:solidFill>
                  <a:srgbClr val="222222"/>
                </a:solidFill>
                <a:latin typeface="Calibri"/>
                <a:cs typeface="Calibri"/>
              </a:rPr>
              <a:t>to</a:t>
            </a:r>
            <a:r>
              <a:rPr sz="1600" spc="80" dirty="0">
                <a:solidFill>
                  <a:srgbClr val="222222"/>
                </a:solidFill>
                <a:latin typeface="Calibri"/>
                <a:cs typeface="Calibri"/>
              </a:rPr>
              <a:t> </a:t>
            </a:r>
            <a:r>
              <a:rPr sz="1600" dirty="0">
                <a:solidFill>
                  <a:srgbClr val="222222"/>
                </a:solidFill>
                <a:latin typeface="Calibri"/>
                <a:cs typeface="Calibri"/>
              </a:rPr>
              <a:t>one</a:t>
            </a:r>
            <a:r>
              <a:rPr sz="1600" spc="75" dirty="0">
                <a:solidFill>
                  <a:srgbClr val="222222"/>
                </a:solidFill>
                <a:latin typeface="Calibri"/>
                <a:cs typeface="Calibri"/>
              </a:rPr>
              <a:t> </a:t>
            </a:r>
            <a:r>
              <a:rPr sz="1600" spc="-10" dirty="0">
                <a:solidFill>
                  <a:srgbClr val="222222"/>
                </a:solidFill>
                <a:latin typeface="Calibri"/>
                <a:cs typeface="Calibri"/>
              </a:rPr>
              <a:t>another. However,</a:t>
            </a:r>
            <a:r>
              <a:rPr sz="1600" spc="30" dirty="0">
                <a:solidFill>
                  <a:srgbClr val="222222"/>
                </a:solidFill>
                <a:latin typeface="Calibri"/>
                <a:cs typeface="Calibri"/>
              </a:rPr>
              <a:t> </a:t>
            </a:r>
            <a:r>
              <a:rPr sz="1600" dirty="0">
                <a:solidFill>
                  <a:srgbClr val="222222"/>
                </a:solidFill>
                <a:latin typeface="Calibri"/>
                <a:cs typeface="Calibri"/>
              </a:rPr>
              <a:t>if</a:t>
            </a:r>
            <a:r>
              <a:rPr sz="1600" spc="35" dirty="0">
                <a:solidFill>
                  <a:srgbClr val="222222"/>
                </a:solidFill>
                <a:latin typeface="Calibri"/>
                <a:cs typeface="Calibri"/>
              </a:rPr>
              <a:t> </a:t>
            </a:r>
            <a:r>
              <a:rPr sz="1600" dirty="0">
                <a:solidFill>
                  <a:srgbClr val="222222"/>
                </a:solidFill>
                <a:latin typeface="Calibri"/>
                <a:cs typeface="Calibri"/>
              </a:rPr>
              <a:t>the</a:t>
            </a:r>
            <a:r>
              <a:rPr sz="1600" spc="35" dirty="0">
                <a:solidFill>
                  <a:srgbClr val="222222"/>
                </a:solidFill>
                <a:latin typeface="Calibri"/>
                <a:cs typeface="Calibri"/>
              </a:rPr>
              <a:t> </a:t>
            </a:r>
            <a:r>
              <a:rPr sz="1600" dirty="0">
                <a:solidFill>
                  <a:srgbClr val="222222"/>
                </a:solidFill>
                <a:latin typeface="Calibri"/>
                <a:cs typeface="Calibri"/>
              </a:rPr>
              <a:t>locations</a:t>
            </a:r>
            <a:r>
              <a:rPr sz="1600" spc="30" dirty="0">
                <a:solidFill>
                  <a:srgbClr val="222222"/>
                </a:solidFill>
                <a:latin typeface="Calibri"/>
                <a:cs typeface="Calibri"/>
              </a:rPr>
              <a:t> </a:t>
            </a:r>
            <a:r>
              <a:rPr sz="1600" dirty="0">
                <a:solidFill>
                  <a:srgbClr val="222222"/>
                </a:solidFill>
                <a:latin typeface="Calibri"/>
                <a:cs typeface="Calibri"/>
              </a:rPr>
              <a:t>are</a:t>
            </a:r>
            <a:r>
              <a:rPr sz="1600" spc="40" dirty="0">
                <a:solidFill>
                  <a:srgbClr val="222222"/>
                </a:solidFill>
                <a:latin typeface="Calibri"/>
                <a:cs typeface="Calibri"/>
              </a:rPr>
              <a:t> </a:t>
            </a:r>
            <a:r>
              <a:rPr sz="1600" dirty="0">
                <a:solidFill>
                  <a:srgbClr val="222222"/>
                </a:solidFill>
                <a:latin typeface="Calibri"/>
                <a:cs typeface="Calibri"/>
              </a:rPr>
              <a:t>far</a:t>
            </a:r>
            <a:r>
              <a:rPr sz="1600" spc="35" dirty="0">
                <a:solidFill>
                  <a:srgbClr val="222222"/>
                </a:solidFill>
                <a:latin typeface="Calibri"/>
                <a:cs typeface="Calibri"/>
              </a:rPr>
              <a:t> </a:t>
            </a:r>
            <a:r>
              <a:rPr sz="1600" dirty="0">
                <a:solidFill>
                  <a:srgbClr val="222222"/>
                </a:solidFill>
                <a:latin typeface="Calibri"/>
                <a:cs typeface="Calibri"/>
              </a:rPr>
              <a:t>apart</a:t>
            </a:r>
            <a:r>
              <a:rPr sz="1600" spc="35" dirty="0">
                <a:solidFill>
                  <a:srgbClr val="222222"/>
                </a:solidFill>
                <a:latin typeface="Calibri"/>
                <a:cs typeface="Calibri"/>
              </a:rPr>
              <a:t> </a:t>
            </a:r>
            <a:r>
              <a:rPr sz="1600" dirty="0">
                <a:solidFill>
                  <a:srgbClr val="222222"/>
                </a:solidFill>
                <a:latin typeface="Calibri"/>
                <a:cs typeface="Calibri"/>
              </a:rPr>
              <a:t>and/or</a:t>
            </a:r>
            <a:r>
              <a:rPr sz="1600" spc="35" dirty="0">
                <a:solidFill>
                  <a:srgbClr val="222222"/>
                </a:solidFill>
                <a:latin typeface="Calibri"/>
                <a:cs typeface="Calibri"/>
              </a:rPr>
              <a:t> </a:t>
            </a:r>
            <a:r>
              <a:rPr sz="1600" dirty="0">
                <a:solidFill>
                  <a:srgbClr val="222222"/>
                </a:solidFill>
                <a:latin typeface="Calibri"/>
                <a:cs typeface="Calibri"/>
              </a:rPr>
              <a:t>the</a:t>
            </a:r>
            <a:r>
              <a:rPr sz="1600" spc="40" dirty="0">
                <a:solidFill>
                  <a:srgbClr val="222222"/>
                </a:solidFill>
                <a:latin typeface="Calibri"/>
                <a:cs typeface="Calibri"/>
              </a:rPr>
              <a:t> </a:t>
            </a:r>
            <a:r>
              <a:rPr sz="1600" dirty="0">
                <a:solidFill>
                  <a:srgbClr val="222222"/>
                </a:solidFill>
                <a:latin typeface="Calibri"/>
                <a:cs typeface="Calibri"/>
              </a:rPr>
              <a:t>type</a:t>
            </a:r>
            <a:r>
              <a:rPr sz="1600" spc="35" dirty="0">
                <a:solidFill>
                  <a:srgbClr val="222222"/>
                </a:solidFill>
                <a:latin typeface="Calibri"/>
                <a:cs typeface="Calibri"/>
              </a:rPr>
              <a:t> </a:t>
            </a:r>
            <a:r>
              <a:rPr sz="1600" dirty="0">
                <a:solidFill>
                  <a:srgbClr val="222222"/>
                </a:solidFill>
                <a:latin typeface="Calibri"/>
                <a:cs typeface="Calibri"/>
              </a:rPr>
              <a:t>of</a:t>
            </a:r>
            <a:r>
              <a:rPr sz="1600" spc="35" dirty="0">
                <a:solidFill>
                  <a:srgbClr val="222222"/>
                </a:solidFill>
                <a:latin typeface="Calibri"/>
                <a:cs typeface="Calibri"/>
              </a:rPr>
              <a:t> </a:t>
            </a:r>
            <a:r>
              <a:rPr sz="1600" dirty="0">
                <a:solidFill>
                  <a:srgbClr val="222222"/>
                </a:solidFill>
                <a:latin typeface="Calibri"/>
                <a:cs typeface="Calibri"/>
              </a:rPr>
              <a:t>operation</a:t>
            </a:r>
            <a:r>
              <a:rPr sz="1600" spc="30" dirty="0">
                <a:solidFill>
                  <a:srgbClr val="222222"/>
                </a:solidFill>
                <a:latin typeface="Calibri"/>
                <a:cs typeface="Calibri"/>
              </a:rPr>
              <a:t> </a:t>
            </a:r>
            <a:r>
              <a:rPr sz="1600" dirty="0">
                <a:solidFill>
                  <a:srgbClr val="222222"/>
                </a:solidFill>
                <a:latin typeface="Calibri"/>
                <a:cs typeface="Calibri"/>
              </a:rPr>
              <a:t>varies,</a:t>
            </a:r>
            <a:r>
              <a:rPr sz="1600" spc="30" dirty="0">
                <a:solidFill>
                  <a:srgbClr val="222222"/>
                </a:solidFill>
                <a:latin typeface="Calibri"/>
                <a:cs typeface="Calibri"/>
              </a:rPr>
              <a:t> </a:t>
            </a:r>
            <a:r>
              <a:rPr sz="1600" dirty="0">
                <a:solidFill>
                  <a:srgbClr val="222222"/>
                </a:solidFill>
                <a:latin typeface="Calibri"/>
                <a:cs typeface="Calibri"/>
              </a:rPr>
              <a:t>an</a:t>
            </a:r>
            <a:r>
              <a:rPr sz="1600" spc="35" dirty="0">
                <a:solidFill>
                  <a:srgbClr val="222222"/>
                </a:solidFill>
                <a:latin typeface="Calibri"/>
                <a:cs typeface="Calibri"/>
              </a:rPr>
              <a:t> </a:t>
            </a:r>
            <a:r>
              <a:rPr sz="1600" dirty="0">
                <a:solidFill>
                  <a:srgbClr val="222222"/>
                </a:solidFill>
                <a:latin typeface="Calibri"/>
                <a:cs typeface="Calibri"/>
              </a:rPr>
              <a:t>operator</a:t>
            </a:r>
            <a:r>
              <a:rPr sz="1600" spc="40" dirty="0">
                <a:solidFill>
                  <a:srgbClr val="222222"/>
                </a:solidFill>
                <a:latin typeface="Calibri"/>
                <a:cs typeface="Calibri"/>
              </a:rPr>
              <a:t> </a:t>
            </a:r>
            <a:r>
              <a:rPr sz="1600" dirty="0">
                <a:solidFill>
                  <a:srgbClr val="222222"/>
                </a:solidFill>
                <a:latin typeface="Calibri"/>
                <a:cs typeface="Calibri"/>
              </a:rPr>
              <a:t>will</a:t>
            </a:r>
            <a:r>
              <a:rPr sz="1600" spc="25" dirty="0">
                <a:solidFill>
                  <a:srgbClr val="222222"/>
                </a:solidFill>
                <a:latin typeface="Calibri"/>
                <a:cs typeface="Calibri"/>
              </a:rPr>
              <a:t> </a:t>
            </a:r>
            <a:r>
              <a:rPr sz="1600" dirty="0">
                <a:solidFill>
                  <a:srgbClr val="222222"/>
                </a:solidFill>
                <a:latin typeface="Calibri"/>
                <a:cs typeface="Calibri"/>
              </a:rPr>
              <a:t>have</a:t>
            </a:r>
            <a:r>
              <a:rPr sz="1600" spc="40" dirty="0">
                <a:solidFill>
                  <a:srgbClr val="222222"/>
                </a:solidFill>
                <a:latin typeface="Calibri"/>
                <a:cs typeface="Calibri"/>
              </a:rPr>
              <a:t> </a:t>
            </a:r>
            <a:r>
              <a:rPr sz="1600" dirty="0">
                <a:solidFill>
                  <a:srgbClr val="222222"/>
                </a:solidFill>
                <a:latin typeface="Calibri"/>
                <a:cs typeface="Calibri"/>
              </a:rPr>
              <a:t>to</a:t>
            </a:r>
            <a:r>
              <a:rPr sz="1600" spc="40" dirty="0">
                <a:solidFill>
                  <a:srgbClr val="222222"/>
                </a:solidFill>
                <a:latin typeface="Calibri"/>
                <a:cs typeface="Calibri"/>
              </a:rPr>
              <a:t> </a:t>
            </a:r>
            <a:r>
              <a:rPr sz="1600" dirty="0">
                <a:solidFill>
                  <a:srgbClr val="222222"/>
                </a:solidFill>
                <a:latin typeface="Calibri"/>
                <a:cs typeface="Calibri"/>
              </a:rPr>
              <a:t>apply</a:t>
            </a:r>
            <a:r>
              <a:rPr sz="1600" spc="35" dirty="0">
                <a:solidFill>
                  <a:srgbClr val="222222"/>
                </a:solidFill>
                <a:latin typeface="Calibri"/>
                <a:cs typeface="Calibri"/>
              </a:rPr>
              <a:t> </a:t>
            </a:r>
            <a:r>
              <a:rPr sz="1600" dirty="0">
                <a:solidFill>
                  <a:srgbClr val="222222"/>
                </a:solidFill>
                <a:latin typeface="Calibri"/>
                <a:cs typeface="Calibri"/>
              </a:rPr>
              <a:t>for</a:t>
            </a:r>
            <a:r>
              <a:rPr sz="1600" spc="35" dirty="0">
                <a:solidFill>
                  <a:srgbClr val="222222"/>
                </a:solidFill>
                <a:latin typeface="Calibri"/>
                <a:cs typeface="Calibri"/>
              </a:rPr>
              <a:t> </a:t>
            </a:r>
            <a:r>
              <a:rPr sz="1600" dirty="0">
                <a:solidFill>
                  <a:srgbClr val="222222"/>
                </a:solidFill>
                <a:latin typeface="Calibri"/>
                <a:cs typeface="Calibri"/>
              </a:rPr>
              <a:t>AP1</a:t>
            </a:r>
            <a:r>
              <a:rPr sz="1600" spc="35" dirty="0">
                <a:solidFill>
                  <a:srgbClr val="222222"/>
                </a:solidFill>
                <a:latin typeface="Calibri"/>
                <a:cs typeface="Calibri"/>
              </a:rPr>
              <a:t> </a:t>
            </a:r>
            <a:r>
              <a:rPr sz="1600" dirty="0">
                <a:solidFill>
                  <a:srgbClr val="222222"/>
                </a:solidFill>
                <a:latin typeface="Calibri"/>
                <a:cs typeface="Calibri"/>
              </a:rPr>
              <a:t>or</a:t>
            </a:r>
            <a:r>
              <a:rPr sz="1600" spc="40" dirty="0">
                <a:solidFill>
                  <a:srgbClr val="222222"/>
                </a:solidFill>
                <a:latin typeface="Calibri"/>
                <a:cs typeface="Calibri"/>
              </a:rPr>
              <a:t> </a:t>
            </a:r>
            <a:r>
              <a:rPr sz="1600" dirty="0">
                <a:solidFill>
                  <a:srgbClr val="222222"/>
                </a:solidFill>
                <a:latin typeface="Calibri"/>
                <a:cs typeface="Calibri"/>
              </a:rPr>
              <a:t>AP2</a:t>
            </a:r>
            <a:r>
              <a:rPr sz="1600" spc="30" dirty="0">
                <a:solidFill>
                  <a:srgbClr val="222222"/>
                </a:solidFill>
                <a:latin typeface="Calibri"/>
                <a:cs typeface="Calibri"/>
              </a:rPr>
              <a:t> </a:t>
            </a:r>
            <a:r>
              <a:rPr sz="1600" spc="-25" dirty="0">
                <a:solidFill>
                  <a:srgbClr val="222222"/>
                </a:solidFill>
                <a:latin typeface="Calibri"/>
                <a:cs typeface="Calibri"/>
              </a:rPr>
              <a:t>for </a:t>
            </a:r>
            <a:r>
              <a:rPr sz="1600" dirty="0">
                <a:solidFill>
                  <a:srgbClr val="222222"/>
                </a:solidFill>
                <a:latin typeface="Calibri"/>
                <a:cs typeface="Calibri"/>
              </a:rPr>
              <a:t>each</a:t>
            </a:r>
            <a:r>
              <a:rPr sz="1600" spc="-15" dirty="0">
                <a:solidFill>
                  <a:srgbClr val="222222"/>
                </a:solidFill>
                <a:latin typeface="Calibri"/>
                <a:cs typeface="Calibri"/>
              </a:rPr>
              <a:t> </a:t>
            </a:r>
            <a:r>
              <a:rPr sz="1600" spc="-10" dirty="0">
                <a:solidFill>
                  <a:srgbClr val="222222"/>
                </a:solidFill>
                <a:latin typeface="Calibri"/>
                <a:cs typeface="Calibri"/>
              </a:rPr>
              <a:t>location.</a:t>
            </a:r>
            <a:endParaRPr sz="1600">
              <a:latin typeface="Calibri"/>
              <a:cs typeface="Calibri"/>
            </a:endParaRPr>
          </a:p>
          <a:p>
            <a:pPr>
              <a:lnSpc>
                <a:spcPct val="100000"/>
              </a:lnSpc>
              <a:spcBef>
                <a:spcPts val="50"/>
              </a:spcBef>
              <a:buClr>
                <a:srgbClr val="222222"/>
              </a:buClr>
              <a:buFont typeface="Calibri"/>
              <a:buAutoNum type="arabicPeriod"/>
            </a:pPr>
            <a:endParaRPr sz="1600">
              <a:latin typeface="Calibri"/>
              <a:cs typeface="Calibri"/>
            </a:endParaRPr>
          </a:p>
          <a:p>
            <a:pPr marL="12700" marR="5080" indent="215265" algn="just">
              <a:lnSpc>
                <a:spcPts val="1900"/>
              </a:lnSpc>
              <a:buAutoNum type="arabicPeriod"/>
              <a:tabLst>
                <a:tab pos="227965" algn="l"/>
              </a:tabLst>
            </a:pPr>
            <a:r>
              <a:rPr sz="1600" dirty="0">
                <a:solidFill>
                  <a:srgbClr val="222222"/>
                </a:solidFill>
                <a:latin typeface="Calibri"/>
                <a:cs typeface="Calibri"/>
              </a:rPr>
              <a:t>The</a:t>
            </a:r>
            <a:r>
              <a:rPr sz="1600" spc="95" dirty="0">
                <a:solidFill>
                  <a:srgbClr val="222222"/>
                </a:solidFill>
                <a:latin typeface="Calibri"/>
                <a:cs typeface="Calibri"/>
              </a:rPr>
              <a:t> </a:t>
            </a:r>
            <a:r>
              <a:rPr sz="1600" dirty="0">
                <a:solidFill>
                  <a:srgbClr val="222222"/>
                </a:solidFill>
                <a:latin typeface="Calibri"/>
                <a:cs typeface="Calibri"/>
              </a:rPr>
              <a:t>operation</a:t>
            </a:r>
            <a:r>
              <a:rPr sz="1600" spc="90" dirty="0">
                <a:solidFill>
                  <a:srgbClr val="222222"/>
                </a:solidFill>
                <a:latin typeface="Calibri"/>
                <a:cs typeface="Calibri"/>
              </a:rPr>
              <a:t> </a:t>
            </a:r>
            <a:r>
              <a:rPr sz="1600" dirty="0">
                <a:solidFill>
                  <a:srgbClr val="222222"/>
                </a:solidFill>
                <a:latin typeface="Calibri"/>
                <a:cs typeface="Calibri"/>
              </a:rPr>
              <a:t>of</a:t>
            </a:r>
            <a:r>
              <a:rPr sz="1600" spc="90" dirty="0">
                <a:solidFill>
                  <a:srgbClr val="222222"/>
                </a:solidFill>
                <a:latin typeface="Calibri"/>
                <a:cs typeface="Calibri"/>
              </a:rPr>
              <a:t> </a:t>
            </a:r>
            <a:r>
              <a:rPr sz="1600" dirty="0">
                <a:solidFill>
                  <a:srgbClr val="222222"/>
                </a:solidFill>
                <a:latin typeface="Calibri"/>
                <a:cs typeface="Calibri"/>
              </a:rPr>
              <a:t>a</a:t>
            </a:r>
            <a:r>
              <a:rPr sz="1600" spc="90" dirty="0">
                <a:solidFill>
                  <a:srgbClr val="222222"/>
                </a:solidFill>
                <a:latin typeface="Calibri"/>
                <a:cs typeface="Calibri"/>
              </a:rPr>
              <a:t> </a:t>
            </a:r>
            <a:r>
              <a:rPr sz="1600" dirty="0">
                <a:solidFill>
                  <a:srgbClr val="222222"/>
                </a:solidFill>
                <a:latin typeface="Calibri"/>
                <a:cs typeface="Calibri"/>
              </a:rPr>
              <a:t>UA</a:t>
            </a:r>
            <a:r>
              <a:rPr sz="1600" spc="95" dirty="0">
                <a:solidFill>
                  <a:srgbClr val="222222"/>
                </a:solidFill>
                <a:latin typeface="Calibri"/>
                <a:cs typeface="Calibri"/>
              </a:rPr>
              <a:t> </a:t>
            </a:r>
            <a:r>
              <a:rPr sz="1600" dirty="0">
                <a:solidFill>
                  <a:srgbClr val="222222"/>
                </a:solidFill>
                <a:latin typeface="Calibri"/>
                <a:cs typeface="Calibri"/>
              </a:rPr>
              <a:t>outdoors</a:t>
            </a:r>
            <a:r>
              <a:rPr sz="1600" spc="90" dirty="0">
                <a:solidFill>
                  <a:srgbClr val="222222"/>
                </a:solidFill>
                <a:latin typeface="Calibri"/>
                <a:cs typeface="Calibri"/>
              </a:rPr>
              <a:t> </a:t>
            </a:r>
            <a:r>
              <a:rPr sz="1600" dirty="0">
                <a:solidFill>
                  <a:srgbClr val="222222"/>
                </a:solidFill>
                <a:latin typeface="Calibri"/>
                <a:cs typeface="Calibri"/>
              </a:rPr>
              <a:t>within</a:t>
            </a:r>
            <a:r>
              <a:rPr sz="1600" spc="95" dirty="0">
                <a:solidFill>
                  <a:srgbClr val="222222"/>
                </a:solidFill>
                <a:latin typeface="Calibri"/>
                <a:cs typeface="Calibri"/>
              </a:rPr>
              <a:t> </a:t>
            </a:r>
            <a:r>
              <a:rPr sz="1600" dirty="0">
                <a:solidFill>
                  <a:srgbClr val="222222"/>
                </a:solidFill>
                <a:latin typeface="Calibri"/>
                <a:cs typeface="Calibri"/>
              </a:rPr>
              <a:t>5</a:t>
            </a:r>
            <a:r>
              <a:rPr sz="1600" spc="90" dirty="0">
                <a:solidFill>
                  <a:srgbClr val="222222"/>
                </a:solidFill>
                <a:latin typeface="Calibri"/>
                <a:cs typeface="Calibri"/>
              </a:rPr>
              <a:t> </a:t>
            </a:r>
            <a:r>
              <a:rPr sz="1600" dirty="0">
                <a:solidFill>
                  <a:srgbClr val="222222"/>
                </a:solidFill>
                <a:latin typeface="Calibri"/>
                <a:cs typeface="Calibri"/>
              </a:rPr>
              <a:t>kilometres</a:t>
            </a:r>
            <a:r>
              <a:rPr sz="1600" spc="95" dirty="0">
                <a:solidFill>
                  <a:srgbClr val="222222"/>
                </a:solidFill>
                <a:latin typeface="Calibri"/>
                <a:cs typeface="Calibri"/>
              </a:rPr>
              <a:t> </a:t>
            </a:r>
            <a:r>
              <a:rPr sz="1600" dirty="0">
                <a:solidFill>
                  <a:srgbClr val="222222"/>
                </a:solidFill>
                <a:latin typeface="Calibri"/>
                <a:cs typeface="Calibri"/>
              </a:rPr>
              <a:t>of</a:t>
            </a:r>
            <a:r>
              <a:rPr sz="1600" spc="95" dirty="0">
                <a:solidFill>
                  <a:srgbClr val="222222"/>
                </a:solidFill>
                <a:latin typeface="Calibri"/>
                <a:cs typeface="Calibri"/>
              </a:rPr>
              <a:t> </a:t>
            </a:r>
            <a:r>
              <a:rPr sz="1600" dirty="0">
                <a:solidFill>
                  <a:srgbClr val="222222"/>
                </a:solidFill>
                <a:latin typeface="Calibri"/>
                <a:cs typeface="Calibri"/>
              </a:rPr>
              <a:t>a</a:t>
            </a:r>
            <a:r>
              <a:rPr sz="1600" spc="85" dirty="0">
                <a:solidFill>
                  <a:srgbClr val="222222"/>
                </a:solidFill>
                <a:latin typeface="Calibri"/>
                <a:cs typeface="Calibri"/>
              </a:rPr>
              <a:t> </a:t>
            </a:r>
            <a:r>
              <a:rPr sz="1600" dirty="0">
                <a:solidFill>
                  <a:srgbClr val="222222"/>
                </a:solidFill>
                <a:latin typeface="Calibri"/>
                <a:cs typeface="Calibri"/>
              </a:rPr>
              <a:t>civilian</a:t>
            </a:r>
            <a:r>
              <a:rPr sz="1600" spc="90" dirty="0">
                <a:solidFill>
                  <a:srgbClr val="222222"/>
                </a:solidFill>
                <a:latin typeface="Calibri"/>
                <a:cs typeface="Calibri"/>
              </a:rPr>
              <a:t> </a:t>
            </a:r>
            <a:r>
              <a:rPr sz="1600" dirty="0">
                <a:solidFill>
                  <a:srgbClr val="222222"/>
                </a:solidFill>
                <a:latin typeface="Calibri"/>
                <a:cs typeface="Calibri"/>
              </a:rPr>
              <a:t>airport</a:t>
            </a:r>
            <a:r>
              <a:rPr sz="1600" spc="95" dirty="0">
                <a:solidFill>
                  <a:srgbClr val="222222"/>
                </a:solidFill>
                <a:latin typeface="Calibri"/>
                <a:cs typeface="Calibri"/>
              </a:rPr>
              <a:t> </a:t>
            </a:r>
            <a:r>
              <a:rPr sz="1600" dirty="0">
                <a:solidFill>
                  <a:srgbClr val="222222"/>
                </a:solidFill>
                <a:latin typeface="Calibri"/>
                <a:cs typeface="Calibri"/>
              </a:rPr>
              <a:t>or</a:t>
            </a:r>
            <a:r>
              <a:rPr sz="1600" spc="95" dirty="0">
                <a:solidFill>
                  <a:srgbClr val="222222"/>
                </a:solidFill>
                <a:latin typeface="Calibri"/>
                <a:cs typeface="Calibri"/>
              </a:rPr>
              <a:t> </a:t>
            </a:r>
            <a:r>
              <a:rPr sz="1600" dirty="0">
                <a:solidFill>
                  <a:srgbClr val="222222"/>
                </a:solidFill>
                <a:latin typeface="Calibri"/>
                <a:cs typeface="Calibri"/>
              </a:rPr>
              <a:t>military</a:t>
            </a:r>
            <a:r>
              <a:rPr sz="1600" spc="90" dirty="0">
                <a:solidFill>
                  <a:srgbClr val="222222"/>
                </a:solidFill>
                <a:latin typeface="Calibri"/>
                <a:cs typeface="Calibri"/>
              </a:rPr>
              <a:t> </a:t>
            </a:r>
            <a:r>
              <a:rPr sz="1600" dirty="0">
                <a:solidFill>
                  <a:srgbClr val="222222"/>
                </a:solidFill>
                <a:latin typeface="Calibri"/>
                <a:cs typeface="Calibri"/>
              </a:rPr>
              <a:t>airbase</a:t>
            </a:r>
            <a:r>
              <a:rPr sz="1600" spc="90" dirty="0">
                <a:solidFill>
                  <a:srgbClr val="222222"/>
                </a:solidFill>
                <a:latin typeface="Calibri"/>
                <a:cs typeface="Calibri"/>
              </a:rPr>
              <a:t> </a:t>
            </a:r>
            <a:r>
              <a:rPr sz="1600" dirty="0">
                <a:solidFill>
                  <a:srgbClr val="222222"/>
                </a:solidFill>
                <a:latin typeface="Calibri"/>
                <a:cs typeface="Calibri"/>
              </a:rPr>
              <a:t>is</a:t>
            </a:r>
            <a:r>
              <a:rPr sz="1600" spc="95" dirty="0">
                <a:solidFill>
                  <a:srgbClr val="222222"/>
                </a:solidFill>
                <a:latin typeface="Calibri"/>
                <a:cs typeface="Calibri"/>
              </a:rPr>
              <a:t> </a:t>
            </a:r>
            <a:r>
              <a:rPr sz="1600" dirty="0">
                <a:solidFill>
                  <a:srgbClr val="222222"/>
                </a:solidFill>
                <a:latin typeface="Calibri"/>
                <a:cs typeface="Calibri"/>
              </a:rPr>
              <a:t>subject</a:t>
            </a:r>
            <a:r>
              <a:rPr sz="1600" spc="95" dirty="0">
                <a:solidFill>
                  <a:srgbClr val="222222"/>
                </a:solidFill>
                <a:latin typeface="Calibri"/>
                <a:cs typeface="Calibri"/>
              </a:rPr>
              <a:t> </a:t>
            </a:r>
            <a:r>
              <a:rPr sz="1600" dirty="0">
                <a:solidFill>
                  <a:srgbClr val="222222"/>
                </a:solidFill>
                <a:latin typeface="Calibri"/>
                <a:cs typeface="Calibri"/>
              </a:rPr>
              <a:t>to</a:t>
            </a:r>
            <a:r>
              <a:rPr sz="1600" spc="105" dirty="0">
                <a:solidFill>
                  <a:srgbClr val="222222"/>
                </a:solidFill>
                <a:latin typeface="Calibri"/>
                <a:cs typeface="Calibri"/>
              </a:rPr>
              <a:t> </a:t>
            </a:r>
            <a:r>
              <a:rPr sz="1600" dirty="0">
                <a:solidFill>
                  <a:srgbClr val="222222"/>
                </a:solidFill>
                <a:latin typeface="Calibri"/>
                <a:cs typeface="Calibri"/>
              </a:rPr>
              <a:t>a</a:t>
            </a:r>
            <a:r>
              <a:rPr sz="1600" spc="90" dirty="0">
                <a:solidFill>
                  <a:srgbClr val="222222"/>
                </a:solidFill>
                <a:latin typeface="Calibri"/>
                <a:cs typeface="Calibri"/>
              </a:rPr>
              <a:t> </a:t>
            </a:r>
            <a:r>
              <a:rPr sz="1600" dirty="0">
                <a:solidFill>
                  <a:srgbClr val="222222"/>
                </a:solidFill>
                <a:latin typeface="Calibri"/>
                <a:cs typeface="Calibri"/>
              </a:rPr>
              <a:t>more</a:t>
            </a:r>
            <a:r>
              <a:rPr sz="1600" spc="95" dirty="0">
                <a:solidFill>
                  <a:srgbClr val="222222"/>
                </a:solidFill>
                <a:latin typeface="Calibri"/>
                <a:cs typeface="Calibri"/>
              </a:rPr>
              <a:t> </a:t>
            </a:r>
            <a:r>
              <a:rPr sz="1600" spc="-10" dirty="0">
                <a:solidFill>
                  <a:srgbClr val="222222"/>
                </a:solidFill>
                <a:latin typeface="Calibri"/>
                <a:cs typeface="Calibri"/>
              </a:rPr>
              <a:t>stringent </a:t>
            </a:r>
            <a:r>
              <a:rPr sz="1600" dirty="0">
                <a:solidFill>
                  <a:srgbClr val="222222"/>
                </a:solidFill>
                <a:latin typeface="Calibri"/>
                <a:cs typeface="Calibri"/>
              </a:rPr>
              <a:t>safety</a:t>
            </a:r>
            <a:r>
              <a:rPr sz="1600" spc="-5" dirty="0">
                <a:solidFill>
                  <a:srgbClr val="222222"/>
                </a:solidFill>
                <a:latin typeface="Calibri"/>
                <a:cs typeface="Calibri"/>
              </a:rPr>
              <a:t> </a:t>
            </a:r>
            <a:r>
              <a:rPr sz="1600" dirty="0">
                <a:solidFill>
                  <a:srgbClr val="222222"/>
                </a:solidFill>
                <a:latin typeface="Calibri"/>
                <a:cs typeface="Calibri"/>
              </a:rPr>
              <a:t>assessment by</a:t>
            </a:r>
            <a:r>
              <a:rPr sz="1600" spc="-5" dirty="0">
                <a:solidFill>
                  <a:srgbClr val="222222"/>
                </a:solidFill>
                <a:latin typeface="Calibri"/>
                <a:cs typeface="Calibri"/>
              </a:rPr>
              <a:t> </a:t>
            </a:r>
            <a:r>
              <a:rPr sz="1600" dirty="0">
                <a:solidFill>
                  <a:srgbClr val="222222"/>
                </a:solidFill>
                <a:latin typeface="Calibri"/>
                <a:cs typeface="Calibri"/>
              </a:rPr>
              <a:t>CAAS to</a:t>
            </a:r>
            <a:r>
              <a:rPr sz="1600" spc="5" dirty="0">
                <a:solidFill>
                  <a:srgbClr val="222222"/>
                </a:solidFill>
                <a:latin typeface="Calibri"/>
                <a:cs typeface="Calibri"/>
              </a:rPr>
              <a:t> </a:t>
            </a:r>
            <a:r>
              <a:rPr sz="1600" dirty="0">
                <a:solidFill>
                  <a:srgbClr val="222222"/>
                </a:solidFill>
                <a:latin typeface="Calibri"/>
                <a:cs typeface="Calibri"/>
              </a:rPr>
              <a:t>prevent</a:t>
            </a:r>
            <a:r>
              <a:rPr sz="1600" spc="-5" dirty="0">
                <a:solidFill>
                  <a:srgbClr val="222222"/>
                </a:solidFill>
                <a:latin typeface="Calibri"/>
                <a:cs typeface="Calibri"/>
              </a:rPr>
              <a:t> </a:t>
            </a:r>
            <a:r>
              <a:rPr sz="1600" dirty="0">
                <a:solidFill>
                  <a:srgbClr val="222222"/>
                </a:solidFill>
                <a:latin typeface="Calibri"/>
                <a:cs typeface="Calibri"/>
              </a:rPr>
              <a:t>the UA</a:t>
            </a:r>
            <a:r>
              <a:rPr sz="1600" spc="-5" dirty="0">
                <a:solidFill>
                  <a:srgbClr val="222222"/>
                </a:solidFill>
                <a:latin typeface="Calibri"/>
                <a:cs typeface="Calibri"/>
              </a:rPr>
              <a:t> </a:t>
            </a:r>
            <a:r>
              <a:rPr sz="1600" dirty="0">
                <a:solidFill>
                  <a:srgbClr val="222222"/>
                </a:solidFill>
                <a:latin typeface="Calibri"/>
                <a:cs typeface="Calibri"/>
              </a:rPr>
              <a:t>from</a:t>
            </a:r>
            <a:r>
              <a:rPr sz="1600" spc="-5" dirty="0">
                <a:solidFill>
                  <a:srgbClr val="222222"/>
                </a:solidFill>
                <a:latin typeface="Calibri"/>
                <a:cs typeface="Calibri"/>
              </a:rPr>
              <a:t> </a:t>
            </a:r>
            <a:r>
              <a:rPr sz="1600" spc="-10" dirty="0">
                <a:solidFill>
                  <a:srgbClr val="222222"/>
                </a:solidFill>
                <a:latin typeface="Calibri"/>
                <a:cs typeface="Calibri"/>
              </a:rPr>
              <a:t>interfering</a:t>
            </a:r>
            <a:r>
              <a:rPr sz="1600" spc="-5" dirty="0">
                <a:solidFill>
                  <a:srgbClr val="222222"/>
                </a:solidFill>
                <a:latin typeface="Calibri"/>
                <a:cs typeface="Calibri"/>
              </a:rPr>
              <a:t> </a:t>
            </a:r>
            <a:r>
              <a:rPr sz="1600" dirty="0">
                <a:solidFill>
                  <a:srgbClr val="222222"/>
                </a:solidFill>
                <a:latin typeface="Calibri"/>
                <a:cs typeface="Calibri"/>
              </a:rPr>
              <a:t>with</a:t>
            </a:r>
            <a:r>
              <a:rPr sz="1600" spc="-5" dirty="0">
                <a:solidFill>
                  <a:srgbClr val="222222"/>
                </a:solidFill>
                <a:latin typeface="Calibri"/>
                <a:cs typeface="Calibri"/>
              </a:rPr>
              <a:t> </a:t>
            </a:r>
            <a:r>
              <a:rPr sz="1600" dirty="0">
                <a:solidFill>
                  <a:srgbClr val="222222"/>
                </a:solidFill>
                <a:latin typeface="Calibri"/>
                <a:cs typeface="Calibri"/>
              </a:rPr>
              <a:t>manned</a:t>
            </a:r>
            <a:r>
              <a:rPr sz="1600" spc="-5" dirty="0">
                <a:solidFill>
                  <a:srgbClr val="222222"/>
                </a:solidFill>
                <a:latin typeface="Calibri"/>
                <a:cs typeface="Calibri"/>
              </a:rPr>
              <a:t> </a:t>
            </a:r>
            <a:r>
              <a:rPr sz="1600" dirty="0">
                <a:solidFill>
                  <a:srgbClr val="222222"/>
                </a:solidFill>
                <a:latin typeface="Calibri"/>
                <a:cs typeface="Calibri"/>
              </a:rPr>
              <a:t>aircraft</a:t>
            </a:r>
            <a:r>
              <a:rPr sz="1600" spc="-5" dirty="0">
                <a:solidFill>
                  <a:srgbClr val="222222"/>
                </a:solidFill>
                <a:latin typeface="Calibri"/>
                <a:cs typeface="Calibri"/>
              </a:rPr>
              <a:t> </a:t>
            </a:r>
            <a:r>
              <a:rPr sz="1600" dirty="0">
                <a:solidFill>
                  <a:srgbClr val="222222"/>
                </a:solidFill>
                <a:latin typeface="Calibri"/>
                <a:cs typeface="Calibri"/>
              </a:rPr>
              <a:t>operation.</a:t>
            </a:r>
            <a:r>
              <a:rPr sz="1600" spc="-10" dirty="0">
                <a:solidFill>
                  <a:srgbClr val="222222"/>
                </a:solidFill>
                <a:latin typeface="Calibri"/>
                <a:cs typeface="Calibri"/>
              </a:rPr>
              <a:t> </a:t>
            </a:r>
            <a:r>
              <a:rPr sz="1600" dirty="0">
                <a:solidFill>
                  <a:srgbClr val="222222"/>
                </a:solidFill>
                <a:latin typeface="Calibri"/>
                <a:cs typeface="Calibri"/>
              </a:rPr>
              <a:t>Such as</a:t>
            </a:r>
            <a:r>
              <a:rPr sz="1600" spc="-5" dirty="0">
                <a:solidFill>
                  <a:srgbClr val="222222"/>
                </a:solidFill>
                <a:latin typeface="Calibri"/>
                <a:cs typeface="Calibri"/>
              </a:rPr>
              <a:t> </a:t>
            </a:r>
            <a:r>
              <a:rPr sz="1600" dirty="0">
                <a:solidFill>
                  <a:srgbClr val="222222"/>
                </a:solidFill>
                <a:latin typeface="Calibri"/>
                <a:cs typeface="Calibri"/>
              </a:rPr>
              <a:t>the usage of</a:t>
            </a:r>
            <a:r>
              <a:rPr sz="1600" spc="-5" dirty="0">
                <a:solidFill>
                  <a:srgbClr val="222222"/>
                </a:solidFill>
                <a:latin typeface="Calibri"/>
                <a:cs typeface="Calibri"/>
              </a:rPr>
              <a:t> </a:t>
            </a:r>
            <a:r>
              <a:rPr sz="1600" dirty="0">
                <a:solidFill>
                  <a:srgbClr val="222222"/>
                </a:solidFill>
                <a:latin typeface="Calibri"/>
                <a:cs typeface="Calibri"/>
              </a:rPr>
              <a:t>a</a:t>
            </a:r>
            <a:r>
              <a:rPr sz="1600" spc="-10" dirty="0">
                <a:solidFill>
                  <a:srgbClr val="222222"/>
                </a:solidFill>
                <a:latin typeface="Calibri"/>
                <a:cs typeface="Calibri"/>
              </a:rPr>
              <a:t> power- tethered</a:t>
            </a:r>
            <a:r>
              <a:rPr sz="1600" spc="-40" dirty="0">
                <a:solidFill>
                  <a:srgbClr val="222222"/>
                </a:solidFill>
                <a:latin typeface="Calibri"/>
                <a:cs typeface="Calibri"/>
              </a:rPr>
              <a:t> </a:t>
            </a:r>
            <a:r>
              <a:rPr sz="1600" spc="-10" dirty="0">
                <a:solidFill>
                  <a:srgbClr val="222222"/>
                </a:solidFill>
                <a:latin typeface="Calibri"/>
                <a:cs typeface="Calibri"/>
              </a:rPr>
              <a:t>system</a:t>
            </a:r>
            <a:r>
              <a:rPr sz="1600" spc="-35" dirty="0">
                <a:solidFill>
                  <a:srgbClr val="222222"/>
                </a:solidFill>
                <a:latin typeface="Calibri"/>
                <a:cs typeface="Calibri"/>
              </a:rPr>
              <a:t> </a:t>
            </a:r>
            <a:r>
              <a:rPr sz="1600" dirty="0">
                <a:solidFill>
                  <a:srgbClr val="222222"/>
                </a:solidFill>
                <a:latin typeface="Calibri"/>
                <a:cs typeface="Calibri"/>
              </a:rPr>
              <a:t>or</a:t>
            </a:r>
            <a:r>
              <a:rPr sz="1600" spc="-35" dirty="0">
                <a:solidFill>
                  <a:srgbClr val="222222"/>
                </a:solidFill>
                <a:latin typeface="Calibri"/>
                <a:cs typeface="Calibri"/>
              </a:rPr>
              <a:t> </a:t>
            </a:r>
            <a:r>
              <a:rPr sz="1600" dirty="0">
                <a:solidFill>
                  <a:srgbClr val="222222"/>
                </a:solidFill>
                <a:latin typeface="Calibri"/>
                <a:cs typeface="Calibri"/>
              </a:rPr>
              <a:t>flight</a:t>
            </a:r>
            <a:r>
              <a:rPr sz="1600" spc="-30" dirty="0">
                <a:solidFill>
                  <a:srgbClr val="222222"/>
                </a:solidFill>
                <a:latin typeface="Calibri"/>
                <a:cs typeface="Calibri"/>
              </a:rPr>
              <a:t> </a:t>
            </a:r>
            <a:r>
              <a:rPr sz="1600" dirty="0">
                <a:solidFill>
                  <a:srgbClr val="222222"/>
                </a:solidFill>
                <a:latin typeface="Calibri"/>
                <a:cs typeface="Calibri"/>
              </a:rPr>
              <a:t>termination</a:t>
            </a:r>
            <a:r>
              <a:rPr sz="1600" spc="-35" dirty="0">
                <a:solidFill>
                  <a:srgbClr val="222222"/>
                </a:solidFill>
                <a:latin typeface="Calibri"/>
                <a:cs typeface="Calibri"/>
              </a:rPr>
              <a:t> </a:t>
            </a:r>
            <a:r>
              <a:rPr sz="1600" spc="-10" dirty="0">
                <a:solidFill>
                  <a:srgbClr val="222222"/>
                </a:solidFill>
                <a:latin typeface="Calibri"/>
                <a:cs typeface="Calibri"/>
              </a:rPr>
              <a:t>system</a:t>
            </a:r>
            <a:r>
              <a:rPr sz="1600" spc="-40" dirty="0">
                <a:solidFill>
                  <a:srgbClr val="222222"/>
                </a:solidFill>
                <a:latin typeface="Calibri"/>
                <a:cs typeface="Calibri"/>
              </a:rPr>
              <a:t> </a:t>
            </a:r>
            <a:r>
              <a:rPr sz="1600" dirty="0">
                <a:solidFill>
                  <a:srgbClr val="222222"/>
                </a:solidFill>
                <a:latin typeface="Calibri"/>
                <a:cs typeface="Calibri"/>
              </a:rPr>
              <a:t>to</a:t>
            </a:r>
            <a:r>
              <a:rPr sz="1600" spc="-25" dirty="0">
                <a:solidFill>
                  <a:srgbClr val="222222"/>
                </a:solidFill>
                <a:latin typeface="Calibri"/>
                <a:cs typeface="Calibri"/>
              </a:rPr>
              <a:t> </a:t>
            </a:r>
            <a:r>
              <a:rPr sz="1600" spc="-10" dirty="0">
                <a:solidFill>
                  <a:srgbClr val="222222"/>
                </a:solidFill>
                <a:latin typeface="Calibri"/>
                <a:cs typeface="Calibri"/>
              </a:rPr>
              <a:t>effectively</a:t>
            </a:r>
            <a:r>
              <a:rPr sz="1600" spc="-35" dirty="0">
                <a:solidFill>
                  <a:srgbClr val="222222"/>
                </a:solidFill>
                <a:latin typeface="Calibri"/>
                <a:cs typeface="Calibri"/>
              </a:rPr>
              <a:t> </a:t>
            </a:r>
            <a:r>
              <a:rPr sz="1600" spc="-10" dirty="0">
                <a:solidFill>
                  <a:srgbClr val="222222"/>
                </a:solidFill>
                <a:latin typeface="Calibri"/>
                <a:cs typeface="Calibri"/>
              </a:rPr>
              <a:t>mitigate</a:t>
            </a:r>
            <a:r>
              <a:rPr sz="1600" spc="-30" dirty="0">
                <a:solidFill>
                  <a:srgbClr val="222222"/>
                </a:solidFill>
                <a:latin typeface="Calibri"/>
                <a:cs typeface="Calibri"/>
              </a:rPr>
              <a:t> </a:t>
            </a:r>
            <a:r>
              <a:rPr sz="1600" dirty="0">
                <a:solidFill>
                  <a:srgbClr val="222222"/>
                </a:solidFill>
                <a:latin typeface="Calibri"/>
                <a:cs typeface="Calibri"/>
              </a:rPr>
              <a:t>any</a:t>
            </a:r>
            <a:r>
              <a:rPr sz="1600" spc="-35" dirty="0">
                <a:solidFill>
                  <a:srgbClr val="222222"/>
                </a:solidFill>
                <a:latin typeface="Calibri"/>
                <a:cs typeface="Calibri"/>
              </a:rPr>
              <a:t> </a:t>
            </a:r>
            <a:r>
              <a:rPr sz="1600" dirty="0">
                <a:solidFill>
                  <a:srgbClr val="222222"/>
                </a:solidFill>
                <a:latin typeface="Calibri"/>
                <a:cs typeface="Calibri"/>
              </a:rPr>
              <a:t>risk</a:t>
            </a:r>
            <a:r>
              <a:rPr sz="1600" spc="-35" dirty="0">
                <a:solidFill>
                  <a:srgbClr val="222222"/>
                </a:solidFill>
                <a:latin typeface="Calibri"/>
                <a:cs typeface="Calibri"/>
              </a:rPr>
              <a:t> </a:t>
            </a:r>
            <a:r>
              <a:rPr sz="1600" dirty="0">
                <a:solidFill>
                  <a:srgbClr val="222222"/>
                </a:solidFill>
                <a:latin typeface="Calibri"/>
                <a:cs typeface="Calibri"/>
              </a:rPr>
              <a:t>of</a:t>
            </a:r>
            <a:r>
              <a:rPr sz="1600" spc="-35" dirty="0">
                <a:solidFill>
                  <a:srgbClr val="222222"/>
                </a:solidFill>
                <a:latin typeface="Calibri"/>
                <a:cs typeface="Calibri"/>
              </a:rPr>
              <a:t> </a:t>
            </a:r>
            <a:r>
              <a:rPr sz="1600" dirty="0">
                <a:solidFill>
                  <a:srgbClr val="222222"/>
                </a:solidFill>
                <a:latin typeface="Calibri"/>
                <a:cs typeface="Calibri"/>
              </a:rPr>
              <a:t>a</a:t>
            </a:r>
            <a:r>
              <a:rPr sz="1600" spc="-40" dirty="0">
                <a:solidFill>
                  <a:srgbClr val="222222"/>
                </a:solidFill>
                <a:latin typeface="Calibri"/>
                <a:cs typeface="Calibri"/>
              </a:rPr>
              <a:t> </a:t>
            </a:r>
            <a:r>
              <a:rPr sz="1600" spc="-10" dirty="0">
                <a:solidFill>
                  <a:srgbClr val="222222"/>
                </a:solidFill>
                <a:latin typeface="Calibri"/>
                <a:cs typeface="Calibri"/>
              </a:rPr>
              <a:t>flyaway</a:t>
            </a:r>
            <a:r>
              <a:rPr sz="1600" spc="-30" dirty="0">
                <a:solidFill>
                  <a:srgbClr val="222222"/>
                </a:solidFill>
                <a:latin typeface="Calibri"/>
                <a:cs typeface="Calibri"/>
              </a:rPr>
              <a:t> </a:t>
            </a:r>
            <a:r>
              <a:rPr sz="1600" spc="-25" dirty="0">
                <a:solidFill>
                  <a:srgbClr val="222222"/>
                </a:solidFill>
                <a:latin typeface="Calibri"/>
                <a:cs typeface="Calibri"/>
              </a:rPr>
              <a:t>UA.</a:t>
            </a:r>
            <a:endParaRPr sz="1600">
              <a:latin typeface="Calibri"/>
              <a:cs typeface="Calibri"/>
            </a:endParaRPr>
          </a:p>
          <a:p>
            <a:pPr>
              <a:lnSpc>
                <a:spcPct val="100000"/>
              </a:lnSpc>
              <a:spcBef>
                <a:spcPts val="50"/>
              </a:spcBef>
              <a:buClr>
                <a:srgbClr val="222222"/>
              </a:buClr>
              <a:buFont typeface="Calibri"/>
              <a:buAutoNum type="arabicPeriod"/>
            </a:pPr>
            <a:endParaRPr sz="1600">
              <a:latin typeface="Calibri"/>
              <a:cs typeface="Calibri"/>
            </a:endParaRPr>
          </a:p>
          <a:p>
            <a:pPr marL="12700" marR="5715" indent="220979" algn="just">
              <a:lnSpc>
                <a:spcPts val="1900"/>
              </a:lnSpc>
              <a:buAutoNum type="arabicPeriod"/>
              <a:tabLst>
                <a:tab pos="233679" algn="l"/>
              </a:tabLst>
            </a:pPr>
            <a:r>
              <a:rPr sz="1600" dirty="0">
                <a:solidFill>
                  <a:srgbClr val="222222"/>
                </a:solidFill>
                <a:latin typeface="Calibri"/>
                <a:cs typeface="Calibri"/>
              </a:rPr>
              <a:t>UA</a:t>
            </a:r>
            <a:r>
              <a:rPr sz="1600" spc="135" dirty="0">
                <a:solidFill>
                  <a:srgbClr val="222222"/>
                </a:solidFill>
                <a:latin typeface="Calibri"/>
                <a:cs typeface="Calibri"/>
              </a:rPr>
              <a:t> </a:t>
            </a:r>
            <a:r>
              <a:rPr sz="1600" dirty="0">
                <a:solidFill>
                  <a:srgbClr val="222222"/>
                </a:solidFill>
                <a:latin typeface="Calibri"/>
                <a:cs typeface="Calibri"/>
              </a:rPr>
              <a:t>operator</a:t>
            </a:r>
            <a:r>
              <a:rPr sz="1600" spc="145" dirty="0">
                <a:solidFill>
                  <a:srgbClr val="222222"/>
                </a:solidFill>
                <a:latin typeface="Calibri"/>
                <a:cs typeface="Calibri"/>
              </a:rPr>
              <a:t> </a:t>
            </a:r>
            <a:r>
              <a:rPr sz="1600" dirty="0">
                <a:solidFill>
                  <a:srgbClr val="222222"/>
                </a:solidFill>
                <a:latin typeface="Calibri"/>
                <a:cs typeface="Calibri"/>
              </a:rPr>
              <a:t>may</a:t>
            </a:r>
            <a:r>
              <a:rPr sz="1600" spc="140" dirty="0">
                <a:solidFill>
                  <a:srgbClr val="222222"/>
                </a:solidFill>
                <a:latin typeface="Calibri"/>
                <a:cs typeface="Calibri"/>
              </a:rPr>
              <a:t> </a:t>
            </a:r>
            <a:r>
              <a:rPr sz="1600" dirty="0">
                <a:solidFill>
                  <a:srgbClr val="222222"/>
                </a:solidFill>
                <a:latin typeface="Calibri"/>
                <a:cs typeface="Calibri"/>
              </a:rPr>
              <a:t>apply</a:t>
            </a:r>
            <a:r>
              <a:rPr sz="1600" spc="140" dirty="0">
                <a:solidFill>
                  <a:srgbClr val="222222"/>
                </a:solidFill>
                <a:latin typeface="Calibri"/>
                <a:cs typeface="Calibri"/>
              </a:rPr>
              <a:t> </a:t>
            </a:r>
            <a:r>
              <a:rPr sz="1600" dirty="0">
                <a:solidFill>
                  <a:srgbClr val="222222"/>
                </a:solidFill>
                <a:latin typeface="Calibri"/>
                <a:cs typeface="Calibri"/>
              </a:rPr>
              <a:t>for</a:t>
            </a:r>
            <a:r>
              <a:rPr sz="1600" spc="145" dirty="0">
                <a:solidFill>
                  <a:srgbClr val="222222"/>
                </a:solidFill>
                <a:latin typeface="Calibri"/>
                <a:cs typeface="Calibri"/>
              </a:rPr>
              <a:t> </a:t>
            </a:r>
            <a:r>
              <a:rPr sz="1600" dirty="0">
                <a:solidFill>
                  <a:srgbClr val="222222"/>
                </a:solidFill>
                <a:latin typeface="Calibri"/>
                <a:cs typeface="Calibri"/>
              </a:rPr>
              <a:t>a</a:t>
            </a:r>
            <a:r>
              <a:rPr sz="1600" spc="135" dirty="0">
                <a:solidFill>
                  <a:srgbClr val="222222"/>
                </a:solidFill>
                <a:latin typeface="Calibri"/>
                <a:cs typeface="Calibri"/>
              </a:rPr>
              <a:t> </a:t>
            </a:r>
            <a:r>
              <a:rPr sz="1600" dirty="0">
                <a:solidFill>
                  <a:srgbClr val="222222"/>
                </a:solidFill>
                <a:latin typeface="Calibri"/>
                <a:cs typeface="Calibri"/>
              </a:rPr>
              <a:t>single</a:t>
            </a:r>
            <a:r>
              <a:rPr sz="1600" spc="140" dirty="0">
                <a:solidFill>
                  <a:srgbClr val="222222"/>
                </a:solidFill>
                <a:latin typeface="Calibri"/>
                <a:cs typeface="Calibri"/>
              </a:rPr>
              <a:t> </a:t>
            </a:r>
            <a:r>
              <a:rPr sz="1600" dirty="0">
                <a:solidFill>
                  <a:srgbClr val="222222"/>
                </a:solidFill>
                <a:latin typeface="Calibri"/>
                <a:cs typeface="Calibri"/>
              </a:rPr>
              <a:t>AP1</a:t>
            </a:r>
            <a:r>
              <a:rPr sz="1600" spc="140" dirty="0">
                <a:solidFill>
                  <a:srgbClr val="222222"/>
                </a:solidFill>
                <a:latin typeface="Calibri"/>
                <a:cs typeface="Calibri"/>
              </a:rPr>
              <a:t> </a:t>
            </a:r>
            <a:r>
              <a:rPr sz="1600" dirty="0">
                <a:solidFill>
                  <a:srgbClr val="222222"/>
                </a:solidFill>
                <a:latin typeface="Calibri"/>
                <a:cs typeface="Calibri"/>
              </a:rPr>
              <a:t>or</a:t>
            </a:r>
            <a:r>
              <a:rPr sz="1600" spc="145" dirty="0">
                <a:solidFill>
                  <a:srgbClr val="222222"/>
                </a:solidFill>
                <a:latin typeface="Calibri"/>
                <a:cs typeface="Calibri"/>
              </a:rPr>
              <a:t> </a:t>
            </a:r>
            <a:r>
              <a:rPr sz="1600" dirty="0">
                <a:solidFill>
                  <a:srgbClr val="222222"/>
                </a:solidFill>
                <a:latin typeface="Calibri"/>
                <a:cs typeface="Calibri"/>
              </a:rPr>
              <a:t>AP2,</a:t>
            </a:r>
            <a:r>
              <a:rPr sz="1600" spc="140" dirty="0">
                <a:solidFill>
                  <a:srgbClr val="222222"/>
                </a:solidFill>
                <a:latin typeface="Calibri"/>
                <a:cs typeface="Calibri"/>
              </a:rPr>
              <a:t> </a:t>
            </a:r>
            <a:r>
              <a:rPr sz="1600" dirty="0">
                <a:solidFill>
                  <a:srgbClr val="222222"/>
                </a:solidFill>
                <a:latin typeface="Calibri"/>
                <a:cs typeface="Calibri"/>
              </a:rPr>
              <a:t>known</a:t>
            </a:r>
            <a:r>
              <a:rPr sz="1600" spc="135" dirty="0">
                <a:solidFill>
                  <a:srgbClr val="222222"/>
                </a:solidFill>
                <a:latin typeface="Calibri"/>
                <a:cs typeface="Calibri"/>
              </a:rPr>
              <a:t> </a:t>
            </a:r>
            <a:r>
              <a:rPr sz="1600" dirty="0">
                <a:solidFill>
                  <a:srgbClr val="222222"/>
                </a:solidFill>
                <a:latin typeface="Calibri"/>
                <a:cs typeface="Calibri"/>
              </a:rPr>
              <a:t>as</a:t>
            </a:r>
            <a:r>
              <a:rPr sz="1600" spc="140" dirty="0">
                <a:solidFill>
                  <a:srgbClr val="222222"/>
                </a:solidFill>
                <a:latin typeface="Calibri"/>
                <a:cs typeface="Calibri"/>
              </a:rPr>
              <a:t> </a:t>
            </a:r>
            <a:r>
              <a:rPr sz="1600" dirty="0">
                <a:solidFill>
                  <a:srgbClr val="222222"/>
                </a:solidFill>
                <a:latin typeface="Calibri"/>
                <a:cs typeface="Calibri"/>
              </a:rPr>
              <a:t>a</a:t>
            </a:r>
            <a:r>
              <a:rPr sz="1600" spc="130" dirty="0">
                <a:solidFill>
                  <a:srgbClr val="222222"/>
                </a:solidFill>
                <a:latin typeface="Calibri"/>
                <a:cs typeface="Calibri"/>
              </a:rPr>
              <a:t> </a:t>
            </a:r>
            <a:r>
              <a:rPr sz="1600" dirty="0">
                <a:solidFill>
                  <a:srgbClr val="222222"/>
                </a:solidFill>
                <a:latin typeface="Calibri"/>
                <a:cs typeface="Calibri"/>
              </a:rPr>
              <a:t>block</a:t>
            </a:r>
            <a:r>
              <a:rPr sz="1600" spc="135" dirty="0">
                <a:solidFill>
                  <a:srgbClr val="222222"/>
                </a:solidFill>
                <a:latin typeface="Calibri"/>
                <a:cs typeface="Calibri"/>
              </a:rPr>
              <a:t> </a:t>
            </a:r>
            <a:r>
              <a:rPr sz="1600" dirty="0">
                <a:solidFill>
                  <a:srgbClr val="222222"/>
                </a:solidFill>
                <a:latin typeface="Calibri"/>
                <a:cs typeface="Calibri"/>
              </a:rPr>
              <a:t>permit</a:t>
            </a:r>
            <a:r>
              <a:rPr sz="1600" spc="140" dirty="0">
                <a:solidFill>
                  <a:srgbClr val="222222"/>
                </a:solidFill>
                <a:latin typeface="Calibri"/>
                <a:cs typeface="Calibri"/>
              </a:rPr>
              <a:t> </a:t>
            </a:r>
            <a:r>
              <a:rPr sz="1600" dirty="0">
                <a:solidFill>
                  <a:srgbClr val="222222"/>
                </a:solidFill>
                <a:latin typeface="Calibri"/>
                <a:cs typeface="Calibri"/>
              </a:rPr>
              <a:t>if</a:t>
            </a:r>
            <a:r>
              <a:rPr sz="1600" spc="140" dirty="0">
                <a:solidFill>
                  <a:srgbClr val="222222"/>
                </a:solidFill>
                <a:latin typeface="Calibri"/>
                <a:cs typeface="Calibri"/>
              </a:rPr>
              <a:t> </a:t>
            </a:r>
            <a:r>
              <a:rPr sz="1600" dirty="0">
                <a:solidFill>
                  <a:srgbClr val="222222"/>
                </a:solidFill>
                <a:latin typeface="Calibri"/>
                <a:cs typeface="Calibri"/>
              </a:rPr>
              <a:t>the</a:t>
            </a:r>
            <a:r>
              <a:rPr sz="1600" spc="145" dirty="0">
                <a:solidFill>
                  <a:srgbClr val="222222"/>
                </a:solidFill>
                <a:latin typeface="Calibri"/>
                <a:cs typeface="Calibri"/>
              </a:rPr>
              <a:t> </a:t>
            </a:r>
            <a:r>
              <a:rPr sz="1600" dirty="0">
                <a:solidFill>
                  <a:srgbClr val="222222"/>
                </a:solidFill>
                <a:latin typeface="Calibri"/>
                <a:cs typeface="Calibri"/>
              </a:rPr>
              <a:t>same</a:t>
            </a:r>
            <a:r>
              <a:rPr sz="1600" spc="145" dirty="0">
                <a:solidFill>
                  <a:srgbClr val="222222"/>
                </a:solidFill>
                <a:latin typeface="Calibri"/>
                <a:cs typeface="Calibri"/>
              </a:rPr>
              <a:t> </a:t>
            </a:r>
            <a:r>
              <a:rPr sz="1600" dirty="0">
                <a:solidFill>
                  <a:srgbClr val="222222"/>
                </a:solidFill>
                <a:latin typeface="Calibri"/>
                <a:cs typeface="Calibri"/>
              </a:rPr>
              <a:t>UA</a:t>
            </a:r>
            <a:r>
              <a:rPr sz="1600" spc="135" dirty="0">
                <a:solidFill>
                  <a:srgbClr val="222222"/>
                </a:solidFill>
                <a:latin typeface="Calibri"/>
                <a:cs typeface="Calibri"/>
              </a:rPr>
              <a:t> </a:t>
            </a:r>
            <a:r>
              <a:rPr sz="1600" dirty="0">
                <a:solidFill>
                  <a:srgbClr val="222222"/>
                </a:solidFill>
                <a:latin typeface="Calibri"/>
                <a:cs typeface="Calibri"/>
              </a:rPr>
              <a:t>operation</a:t>
            </a:r>
            <a:r>
              <a:rPr sz="1600" spc="135" dirty="0">
                <a:solidFill>
                  <a:srgbClr val="222222"/>
                </a:solidFill>
                <a:latin typeface="Calibri"/>
                <a:cs typeface="Calibri"/>
              </a:rPr>
              <a:t> </a:t>
            </a:r>
            <a:r>
              <a:rPr sz="1600" dirty="0">
                <a:solidFill>
                  <a:srgbClr val="222222"/>
                </a:solidFill>
                <a:latin typeface="Calibri"/>
                <a:cs typeface="Calibri"/>
              </a:rPr>
              <a:t>is</a:t>
            </a:r>
            <a:r>
              <a:rPr sz="1600" spc="140" dirty="0">
                <a:solidFill>
                  <a:srgbClr val="222222"/>
                </a:solidFill>
                <a:latin typeface="Calibri"/>
                <a:cs typeface="Calibri"/>
              </a:rPr>
              <a:t> </a:t>
            </a:r>
            <a:r>
              <a:rPr sz="1600" dirty="0">
                <a:solidFill>
                  <a:srgbClr val="222222"/>
                </a:solidFill>
                <a:latin typeface="Calibri"/>
                <a:cs typeface="Calibri"/>
              </a:rPr>
              <a:t>to</a:t>
            </a:r>
            <a:r>
              <a:rPr sz="1600" spc="145" dirty="0">
                <a:solidFill>
                  <a:srgbClr val="222222"/>
                </a:solidFill>
                <a:latin typeface="Calibri"/>
                <a:cs typeface="Calibri"/>
              </a:rPr>
              <a:t> </a:t>
            </a:r>
            <a:r>
              <a:rPr sz="1600" dirty="0">
                <a:solidFill>
                  <a:srgbClr val="222222"/>
                </a:solidFill>
                <a:latin typeface="Calibri"/>
                <a:cs typeface="Calibri"/>
              </a:rPr>
              <a:t>be</a:t>
            </a:r>
            <a:r>
              <a:rPr sz="1600" spc="140" dirty="0">
                <a:solidFill>
                  <a:srgbClr val="222222"/>
                </a:solidFill>
                <a:latin typeface="Calibri"/>
                <a:cs typeface="Calibri"/>
              </a:rPr>
              <a:t> </a:t>
            </a:r>
            <a:r>
              <a:rPr sz="1600" dirty="0">
                <a:solidFill>
                  <a:srgbClr val="222222"/>
                </a:solidFill>
                <a:latin typeface="Calibri"/>
                <a:cs typeface="Calibri"/>
              </a:rPr>
              <a:t>carried</a:t>
            </a:r>
            <a:r>
              <a:rPr sz="1600" spc="135" dirty="0">
                <a:solidFill>
                  <a:srgbClr val="222222"/>
                </a:solidFill>
                <a:latin typeface="Calibri"/>
                <a:cs typeface="Calibri"/>
              </a:rPr>
              <a:t> </a:t>
            </a:r>
            <a:r>
              <a:rPr sz="1600" spc="-25" dirty="0">
                <a:solidFill>
                  <a:srgbClr val="222222"/>
                </a:solidFill>
                <a:latin typeface="Calibri"/>
                <a:cs typeface="Calibri"/>
              </a:rPr>
              <a:t>out </a:t>
            </a:r>
            <a:r>
              <a:rPr sz="1600" dirty="0">
                <a:solidFill>
                  <a:srgbClr val="222222"/>
                </a:solidFill>
                <a:latin typeface="Calibri"/>
                <a:cs typeface="Calibri"/>
              </a:rPr>
              <a:t>multiple</a:t>
            </a:r>
            <a:r>
              <a:rPr sz="1600" spc="-30" dirty="0">
                <a:solidFill>
                  <a:srgbClr val="222222"/>
                </a:solidFill>
                <a:latin typeface="Calibri"/>
                <a:cs typeface="Calibri"/>
              </a:rPr>
              <a:t> </a:t>
            </a:r>
            <a:r>
              <a:rPr sz="1600" dirty="0">
                <a:solidFill>
                  <a:srgbClr val="222222"/>
                </a:solidFill>
                <a:latin typeface="Calibri"/>
                <a:cs typeface="Calibri"/>
              </a:rPr>
              <a:t>times</a:t>
            </a:r>
            <a:r>
              <a:rPr sz="1600" spc="-25" dirty="0">
                <a:solidFill>
                  <a:srgbClr val="222222"/>
                </a:solidFill>
                <a:latin typeface="Calibri"/>
                <a:cs typeface="Calibri"/>
              </a:rPr>
              <a:t> </a:t>
            </a:r>
            <a:r>
              <a:rPr sz="1600" dirty="0">
                <a:solidFill>
                  <a:srgbClr val="222222"/>
                </a:solidFill>
                <a:latin typeface="Calibri"/>
                <a:cs typeface="Calibri"/>
              </a:rPr>
              <a:t>over</a:t>
            </a:r>
            <a:r>
              <a:rPr sz="1600" spc="-20" dirty="0">
                <a:solidFill>
                  <a:srgbClr val="222222"/>
                </a:solidFill>
                <a:latin typeface="Calibri"/>
                <a:cs typeface="Calibri"/>
              </a:rPr>
              <a:t> </a:t>
            </a:r>
            <a:r>
              <a:rPr sz="1600" dirty="0">
                <a:solidFill>
                  <a:srgbClr val="222222"/>
                </a:solidFill>
                <a:latin typeface="Calibri"/>
                <a:cs typeface="Calibri"/>
              </a:rPr>
              <a:t>an</a:t>
            </a:r>
            <a:r>
              <a:rPr sz="1600" spc="-30" dirty="0">
                <a:solidFill>
                  <a:srgbClr val="222222"/>
                </a:solidFill>
                <a:latin typeface="Calibri"/>
                <a:cs typeface="Calibri"/>
              </a:rPr>
              <a:t> </a:t>
            </a:r>
            <a:r>
              <a:rPr sz="1600" dirty="0">
                <a:solidFill>
                  <a:srgbClr val="222222"/>
                </a:solidFill>
                <a:latin typeface="Calibri"/>
                <a:cs typeface="Calibri"/>
              </a:rPr>
              <a:t>extended</a:t>
            </a:r>
            <a:r>
              <a:rPr sz="1600" spc="-30" dirty="0">
                <a:solidFill>
                  <a:srgbClr val="222222"/>
                </a:solidFill>
                <a:latin typeface="Calibri"/>
                <a:cs typeface="Calibri"/>
              </a:rPr>
              <a:t> </a:t>
            </a:r>
            <a:r>
              <a:rPr sz="1600" dirty="0">
                <a:solidFill>
                  <a:srgbClr val="222222"/>
                </a:solidFill>
                <a:latin typeface="Calibri"/>
                <a:cs typeface="Calibri"/>
              </a:rPr>
              <a:t>period</a:t>
            </a:r>
            <a:r>
              <a:rPr sz="1600" spc="-30" dirty="0">
                <a:solidFill>
                  <a:srgbClr val="222222"/>
                </a:solidFill>
                <a:latin typeface="Calibri"/>
                <a:cs typeface="Calibri"/>
              </a:rPr>
              <a:t> </a:t>
            </a:r>
            <a:r>
              <a:rPr sz="1600" dirty="0">
                <a:solidFill>
                  <a:srgbClr val="222222"/>
                </a:solidFill>
                <a:latin typeface="Calibri"/>
                <a:cs typeface="Calibri"/>
              </a:rPr>
              <a:t>of</a:t>
            </a:r>
            <a:r>
              <a:rPr sz="1600" spc="-30" dirty="0">
                <a:solidFill>
                  <a:srgbClr val="222222"/>
                </a:solidFill>
                <a:latin typeface="Calibri"/>
                <a:cs typeface="Calibri"/>
              </a:rPr>
              <a:t> </a:t>
            </a:r>
            <a:r>
              <a:rPr sz="1600" dirty="0">
                <a:solidFill>
                  <a:srgbClr val="222222"/>
                </a:solidFill>
                <a:latin typeface="Calibri"/>
                <a:cs typeface="Calibri"/>
              </a:rPr>
              <a:t>time</a:t>
            </a:r>
            <a:r>
              <a:rPr sz="1600" spc="-20" dirty="0">
                <a:solidFill>
                  <a:srgbClr val="222222"/>
                </a:solidFill>
                <a:latin typeface="Calibri"/>
                <a:cs typeface="Calibri"/>
              </a:rPr>
              <a:t> </a:t>
            </a:r>
            <a:r>
              <a:rPr sz="1600" dirty="0">
                <a:solidFill>
                  <a:srgbClr val="222222"/>
                </a:solidFill>
                <a:latin typeface="Calibri"/>
                <a:cs typeface="Calibri"/>
              </a:rPr>
              <a:t>by</a:t>
            </a:r>
            <a:r>
              <a:rPr sz="1600" spc="-2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dirty="0">
                <a:solidFill>
                  <a:srgbClr val="222222"/>
                </a:solidFill>
                <a:latin typeface="Calibri"/>
                <a:cs typeface="Calibri"/>
              </a:rPr>
              <a:t>same</a:t>
            </a:r>
            <a:r>
              <a:rPr sz="1600" spc="-25" dirty="0">
                <a:solidFill>
                  <a:srgbClr val="222222"/>
                </a:solidFill>
                <a:latin typeface="Calibri"/>
                <a:cs typeface="Calibri"/>
              </a:rPr>
              <a:t> </a:t>
            </a:r>
            <a:r>
              <a:rPr sz="1600" dirty="0">
                <a:solidFill>
                  <a:srgbClr val="222222"/>
                </a:solidFill>
                <a:latin typeface="Calibri"/>
                <a:cs typeface="Calibri"/>
              </a:rPr>
              <a:t>UA</a:t>
            </a:r>
            <a:r>
              <a:rPr sz="1600" spc="-25" dirty="0">
                <a:solidFill>
                  <a:srgbClr val="222222"/>
                </a:solidFill>
                <a:latin typeface="Calibri"/>
                <a:cs typeface="Calibri"/>
              </a:rPr>
              <a:t> </a:t>
            </a:r>
            <a:r>
              <a:rPr sz="1600" dirty="0">
                <a:solidFill>
                  <a:srgbClr val="222222"/>
                </a:solidFill>
                <a:latin typeface="Calibri"/>
                <a:cs typeface="Calibri"/>
              </a:rPr>
              <a:t>type</a:t>
            </a:r>
            <a:r>
              <a:rPr sz="1600" spc="-20" dirty="0">
                <a:solidFill>
                  <a:srgbClr val="222222"/>
                </a:solidFill>
                <a:latin typeface="Calibri"/>
                <a:cs typeface="Calibri"/>
              </a:rPr>
              <a:t> </a:t>
            </a:r>
            <a:r>
              <a:rPr sz="1600" dirty="0">
                <a:solidFill>
                  <a:srgbClr val="222222"/>
                </a:solidFill>
                <a:latin typeface="Calibri"/>
                <a:cs typeface="Calibri"/>
              </a:rPr>
              <a:t>at</a:t>
            </a:r>
            <a:r>
              <a:rPr sz="1600" spc="-2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dirty="0">
                <a:solidFill>
                  <a:srgbClr val="222222"/>
                </a:solidFill>
                <a:latin typeface="Calibri"/>
                <a:cs typeface="Calibri"/>
              </a:rPr>
              <a:t>same</a:t>
            </a:r>
            <a:r>
              <a:rPr sz="1600" spc="-25" dirty="0">
                <a:solidFill>
                  <a:srgbClr val="222222"/>
                </a:solidFill>
                <a:latin typeface="Calibri"/>
                <a:cs typeface="Calibri"/>
              </a:rPr>
              <a:t> </a:t>
            </a:r>
            <a:r>
              <a:rPr sz="1600" spc="-10" dirty="0">
                <a:solidFill>
                  <a:srgbClr val="222222"/>
                </a:solidFill>
                <a:latin typeface="Calibri"/>
                <a:cs typeface="Calibri"/>
              </a:rPr>
              <a:t>location.</a:t>
            </a:r>
            <a:endParaRPr sz="1600">
              <a:latin typeface="Calibri"/>
              <a:cs typeface="Calibri"/>
            </a:endParaRPr>
          </a:p>
          <a:p>
            <a:pPr marL="927100" marR="671195">
              <a:lnSpc>
                <a:spcPct val="107100"/>
              </a:lnSpc>
              <a:spcBef>
                <a:spcPts val="1889"/>
              </a:spcBef>
            </a:pPr>
            <a:r>
              <a:rPr sz="1400" b="1" dirty="0">
                <a:solidFill>
                  <a:srgbClr val="222222"/>
                </a:solidFill>
                <a:latin typeface="Calibri"/>
                <a:cs typeface="Calibri"/>
              </a:rPr>
              <a:t>e.g.,</a:t>
            </a:r>
            <a:r>
              <a:rPr sz="1400" b="1" spc="265" dirty="0">
                <a:solidFill>
                  <a:srgbClr val="222222"/>
                </a:solidFill>
                <a:latin typeface="Calibri"/>
                <a:cs typeface="Calibri"/>
              </a:rPr>
              <a:t> </a:t>
            </a:r>
            <a:r>
              <a:rPr sz="1400" dirty="0">
                <a:solidFill>
                  <a:srgbClr val="222222"/>
                </a:solidFill>
                <a:latin typeface="Calibri"/>
                <a:cs typeface="Calibri"/>
              </a:rPr>
              <a:t>A</a:t>
            </a:r>
            <a:r>
              <a:rPr sz="1400" spc="-20" dirty="0">
                <a:solidFill>
                  <a:srgbClr val="222222"/>
                </a:solidFill>
                <a:latin typeface="Calibri"/>
                <a:cs typeface="Calibri"/>
              </a:rPr>
              <a:t> </a:t>
            </a:r>
            <a:r>
              <a:rPr sz="1400" dirty="0">
                <a:solidFill>
                  <a:srgbClr val="222222"/>
                </a:solidFill>
                <a:latin typeface="Calibri"/>
                <a:cs typeface="Calibri"/>
              </a:rPr>
              <a:t>shipbuilder</a:t>
            </a:r>
            <a:r>
              <a:rPr sz="1400" spc="-25" dirty="0">
                <a:solidFill>
                  <a:srgbClr val="222222"/>
                </a:solidFill>
                <a:latin typeface="Calibri"/>
                <a:cs typeface="Calibri"/>
              </a:rPr>
              <a:t> </a:t>
            </a:r>
            <a:r>
              <a:rPr sz="1400" dirty="0">
                <a:solidFill>
                  <a:srgbClr val="222222"/>
                </a:solidFill>
                <a:latin typeface="Calibri"/>
                <a:cs typeface="Calibri"/>
              </a:rPr>
              <a:t>(</a:t>
            </a:r>
            <a:r>
              <a:rPr sz="1400" spc="-20" dirty="0">
                <a:solidFill>
                  <a:srgbClr val="222222"/>
                </a:solidFill>
                <a:latin typeface="Calibri"/>
                <a:cs typeface="Calibri"/>
              </a:rPr>
              <a:t> </a:t>
            </a:r>
            <a:r>
              <a:rPr sz="1400" dirty="0">
                <a:solidFill>
                  <a:srgbClr val="222222"/>
                </a:solidFill>
                <a:latin typeface="Calibri"/>
                <a:cs typeface="Calibri"/>
              </a:rPr>
              <a:t>A</a:t>
            </a:r>
            <a:r>
              <a:rPr sz="1400" spc="-20" dirty="0">
                <a:solidFill>
                  <a:srgbClr val="222222"/>
                </a:solidFill>
                <a:latin typeface="Calibri"/>
                <a:cs typeface="Calibri"/>
              </a:rPr>
              <a:t> </a:t>
            </a:r>
            <a:r>
              <a:rPr sz="1400" dirty="0">
                <a:solidFill>
                  <a:srgbClr val="222222"/>
                </a:solidFill>
                <a:latin typeface="Calibri"/>
                <a:cs typeface="Calibri"/>
              </a:rPr>
              <a:t>holder</a:t>
            </a:r>
            <a:r>
              <a:rPr sz="1400" spc="-20" dirty="0">
                <a:solidFill>
                  <a:srgbClr val="222222"/>
                </a:solidFill>
                <a:latin typeface="Calibri"/>
                <a:cs typeface="Calibri"/>
              </a:rPr>
              <a:t> </a:t>
            </a:r>
            <a:r>
              <a:rPr sz="1400" dirty="0">
                <a:solidFill>
                  <a:srgbClr val="222222"/>
                </a:solidFill>
                <a:latin typeface="Calibri"/>
                <a:cs typeface="Calibri"/>
              </a:rPr>
              <a:t>of</a:t>
            </a:r>
            <a:r>
              <a:rPr sz="1400" spc="-30" dirty="0">
                <a:solidFill>
                  <a:srgbClr val="222222"/>
                </a:solidFill>
                <a:latin typeface="Calibri"/>
                <a:cs typeface="Calibri"/>
              </a:rPr>
              <a:t> </a:t>
            </a:r>
            <a:r>
              <a:rPr sz="1400" dirty="0">
                <a:solidFill>
                  <a:srgbClr val="222222"/>
                </a:solidFill>
                <a:latin typeface="Calibri"/>
                <a:cs typeface="Calibri"/>
              </a:rPr>
              <a:t>an</a:t>
            </a:r>
            <a:r>
              <a:rPr sz="1400" spc="-20" dirty="0">
                <a:solidFill>
                  <a:srgbClr val="222222"/>
                </a:solidFill>
                <a:latin typeface="Calibri"/>
                <a:cs typeface="Calibri"/>
              </a:rPr>
              <a:t> </a:t>
            </a:r>
            <a:r>
              <a:rPr sz="1400" dirty="0">
                <a:solidFill>
                  <a:srgbClr val="222222"/>
                </a:solidFill>
                <a:latin typeface="Calibri"/>
                <a:cs typeface="Calibri"/>
              </a:rPr>
              <a:t>UA</a:t>
            </a:r>
            <a:r>
              <a:rPr sz="1400" spc="-20" dirty="0">
                <a:solidFill>
                  <a:srgbClr val="222222"/>
                </a:solidFill>
                <a:latin typeface="Calibri"/>
                <a:cs typeface="Calibri"/>
              </a:rPr>
              <a:t> </a:t>
            </a:r>
            <a:r>
              <a:rPr sz="1400" dirty="0">
                <a:solidFill>
                  <a:srgbClr val="222222"/>
                </a:solidFill>
                <a:latin typeface="Calibri"/>
                <a:cs typeface="Calibri"/>
              </a:rPr>
              <a:t>OP)</a:t>
            </a:r>
            <a:r>
              <a:rPr sz="1400" spc="-25" dirty="0">
                <a:solidFill>
                  <a:srgbClr val="222222"/>
                </a:solidFill>
                <a:latin typeface="Calibri"/>
                <a:cs typeface="Calibri"/>
              </a:rPr>
              <a:t> </a:t>
            </a:r>
            <a:r>
              <a:rPr sz="1400" spc="-10" dirty="0">
                <a:solidFill>
                  <a:srgbClr val="222222"/>
                </a:solidFill>
                <a:latin typeface="Calibri"/>
                <a:cs typeface="Calibri"/>
              </a:rPr>
              <a:t>performing</a:t>
            </a:r>
            <a:r>
              <a:rPr sz="1400" spc="-20" dirty="0">
                <a:solidFill>
                  <a:srgbClr val="222222"/>
                </a:solidFill>
                <a:latin typeface="Calibri"/>
                <a:cs typeface="Calibri"/>
              </a:rPr>
              <a:t> </a:t>
            </a:r>
            <a:r>
              <a:rPr sz="1400" dirty="0">
                <a:solidFill>
                  <a:srgbClr val="222222"/>
                </a:solidFill>
                <a:latin typeface="Calibri"/>
                <a:cs typeface="Calibri"/>
              </a:rPr>
              <a:t>aerial</a:t>
            </a:r>
            <a:r>
              <a:rPr sz="1400" spc="-15" dirty="0">
                <a:solidFill>
                  <a:srgbClr val="222222"/>
                </a:solidFill>
                <a:latin typeface="Calibri"/>
                <a:cs typeface="Calibri"/>
              </a:rPr>
              <a:t> </a:t>
            </a:r>
            <a:r>
              <a:rPr sz="1400" dirty="0">
                <a:solidFill>
                  <a:srgbClr val="222222"/>
                </a:solidFill>
                <a:latin typeface="Calibri"/>
                <a:cs typeface="Calibri"/>
              </a:rPr>
              <a:t>inspection</a:t>
            </a:r>
            <a:r>
              <a:rPr sz="1400" spc="-20" dirty="0">
                <a:solidFill>
                  <a:srgbClr val="222222"/>
                </a:solidFill>
                <a:latin typeface="Calibri"/>
                <a:cs typeface="Calibri"/>
              </a:rPr>
              <a:t> </a:t>
            </a:r>
            <a:r>
              <a:rPr sz="1400" dirty="0">
                <a:solidFill>
                  <a:srgbClr val="222222"/>
                </a:solidFill>
                <a:latin typeface="Calibri"/>
                <a:cs typeface="Calibri"/>
              </a:rPr>
              <a:t>of</a:t>
            </a:r>
            <a:r>
              <a:rPr sz="1400" spc="-30" dirty="0">
                <a:solidFill>
                  <a:srgbClr val="222222"/>
                </a:solidFill>
                <a:latin typeface="Calibri"/>
                <a:cs typeface="Calibri"/>
              </a:rPr>
              <a:t> </a:t>
            </a:r>
            <a:r>
              <a:rPr sz="1400" spc="-10" dirty="0">
                <a:solidFill>
                  <a:srgbClr val="222222"/>
                </a:solidFill>
                <a:latin typeface="Calibri"/>
                <a:cs typeface="Calibri"/>
              </a:rPr>
              <a:t>ships(specialised</a:t>
            </a:r>
            <a:r>
              <a:rPr sz="1400" spc="-15" dirty="0">
                <a:solidFill>
                  <a:srgbClr val="222222"/>
                </a:solidFill>
                <a:latin typeface="Calibri"/>
                <a:cs typeface="Calibri"/>
              </a:rPr>
              <a:t> </a:t>
            </a:r>
            <a:r>
              <a:rPr sz="1400" dirty="0">
                <a:solidFill>
                  <a:srgbClr val="222222"/>
                </a:solidFill>
                <a:latin typeface="Calibri"/>
                <a:cs typeface="Calibri"/>
              </a:rPr>
              <a:t>service)</a:t>
            </a:r>
            <a:r>
              <a:rPr sz="1400" spc="-20" dirty="0">
                <a:solidFill>
                  <a:srgbClr val="222222"/>
                </a:solidFill>
                <a:latin typeface="Calibri"/>
                <a:cs typeface="Calibri"/>
              </a:rPr>
              <a:t> </a:t>
            </a:r>
            <a:r>
              <a:rPr sz="1400" dirty="0">
                <a:solidFill>
                  <a:srgbClr val="222222"/>
                </a:solidFill>
                <a:latin typeface="Calibri"/>
                <a:cs typeface="Calibri"/>
              </a:rPr>
              <a:t>at</a:t>
            </a:r>
            <a:r>
              <a:rPr sz="1400" spc="-20" dirty="0">
                <a:solidFill>
                  <a:srgbClr val="222222"/>
                </a:solidFill>
                <a:latin typeface="Calibri"/>
                <a:cs typeface="Calibri"/>
              </a:rPr>
              <a:t> </a:t>
            </a:r>
            <a:r>
              <a:rPr sz="1400" dirty="0">
                <a:solidFill>
                  <a:srgbClr val="222222"/>
                </a:solidFill>
                <a:latin typeface="Calibri"/>
                <a:cs typeface="Calibri"/>
              </a:rPr>
              <a:t>Y</a:t>
            </a:r>
            <a:r>
              <a:rPr sz="1400" spc="-15" dirty="0">
                <a:solidFill>
                  <a:srgbClr val="222222"/>
                </a:solidFill>
                <a:latin typeface="Calibri"/>
                <a:cs typeface="Calibri"/>
              </a:rPr>
              <a:t> </a:t>
            </a:r>
            <a:r>
              <a:rPr sz="1400" spc="-10" dirty="0">
                <a:solidFill>
                  <a:srgbClr val="222222"/>
                </a:solidFill>
                <a:latin typeface="Calibri"/>
                <a:cs typeface="Calibri"/>
              </a:rPr>
              <a:t>shipyard</a:t>
            </a:r>
            <a:r>
              <a:rPr sz="1400" spc="-20" dirty="0">
                <a:solidFill>
                  <a:srgbClr val="222222"/>
                </a:solidFill>
                <a:latin typeface="Calibri"/>
                <a:cs typeface="Calibri"/>
              </a:rPr>
              <a:t> </a:t>
            </a:r>
            <a:r>
              <a:rPr sz="1400" spc="-10" dirty="0">
                <a:solidFill>
                  <a:srgbClr val="222222"/>
                </a:solidFill>
                <a:latin typeface="Calibri"/>
                <a:cs typeface="Calibri"/>
              </a:rPr>
              <a:t>(specific location)</a:t>
            </a:r>
            <a:r>
              <a:rPr sz="1400" spc="-25" dirty="0">
                <a:solidFill>
                  <a:srgbClr val="222222"/>
                </a:solidFill>
                <a:latin typeface="Calibri"/>
                <a:cs typeface="Calibri"/>
              </a:rPr>
              <a:t> </a:t>
            </a:r>
            <a:r>
              <a:rPr sz="1400" dirty="0">
                <a:solidFill>
                  <a:srgbClr val="222222"/>
                </a:solidFill>
                <a:latin typeface="Calibri"/>
                <a:cs typeface="Calibri"/>
              </a:rPr>
              <a:t>every</a:t>
            </a:r>
            <a:r>
              <a:rPr sz="1400" spc="-20" dirty="0">
                <a:solidFill>
                  <a:srgbClr val="222222"/>
                </a:solidFill>
                <a:latin typeface="Calibri"/>
                <a:cs typeface="Calibri"/>
              </a:rPr>
              <a:t> </a:t>
            </a:r>
            <a:r>
              <a:rPr sz="1400" dirty="0">
                <a:solidFill>
                  <a:srgbClr val="222222"/>
                </a:solidFill>
                <a:latin typeface="Calibri"/>
                <a:cs typeface="Calibri"/>
              </a:rPr>
              <a:t>day</a:t>
            </a:r>
            <a:r>
              <a:rPr sz="1400" spc="-25" dirty="0">
                <a:solidFill>
                  <a:srgbClr val="222222"/>
                </a:solidFill>
                <a:latin typeface="Calibri"/>
                <a:cs typeface="Calibri"/>
              </a:rPr>
              <a:t> </a:t>
            </a:r>
            <a:r>
              <a:rPr sz="1400" dirty="0">
                <a:solidFill>
                  <a:srgbClr val="222222"/>
                </a:solidFill>
                <a:latin typeface="Calibri"/>
                <a:cs typeface="Calibri"/>
              </a:rPr>
              <a:t>12pm</a:t>
            </a:r>
            <a:r>
              <a:rPr sz="1400" spc="-30" dirty="0">
                <a:solidFill>
                  <a:srgbClr val="222222"/>
                </a:solidFill>
                <a:latin typeface="Calibri"/>
                <a:cs typeface="Calibri"/>
              </a:rPr>
              <a:t> </a:t>
            </a:r>
            <a:r>
              <a:rPr sz="1400" dirty="0">
                <a:solidFill>
                  <a:srgbClr val="222222"/>
                </a:solidFill>
                <a:latin typeface="Calibri"/>
                <a:cs typeface="Calibri"/>
              </a:rPr>
              <a:t>and</a:t>
            </a:r>
            <a:r>
              <a:rPr sz="1400" spc="-25" dirty="0">
                <a:solidFill>
                  <a:srgbClr val="222222"/>
                </a:solidFill>
                <a:latin typeface="Calibri"/>
                <a:cs typeface="Calibri"/>
              </a:rPr>
              <a:t> </a:t>
            </a:r>
            <a:r>
              <a:rPr sz="1400" dirty="0">
                <a:solidFill>
                  <a:srgbClr val="222222"/>
                </a:solidFill>
                <a:latin typeface="Calibri"/>
                <a:cs typeface="Calibri"/>
              </a:rPr>
              <a:t>4</a:t>
            </a:r>
            <a:r>
              <a:rPr sz="1400" spc="-20" dirty="0">
                <a:solidFill>
                  <a:srgbClr val="222222"/>
                </a:solidFill>
                <a:latin typeface="Calibri"/>
                <a:cs typeface="Calibri"/>
              </a:rPr>
              <a:t> </a:t>
            </a:r>
            <a:r>
              <a:rPr sz="1400" dirty="0">
                <a:solidFill>
                  <a:srgbClr val="222222"/>
                </a:solidFill>
                <a:latin typeface="Calibri"/>
                <a:cs typeface="Calibri"/>
              </a:rPr>
              <a:t>pm</a:t>
            </a:r>
            <a:r>
              <a:rPr sz="1400" spc="-30" dirty="0">
                <a:solidFill>
                  <a:srgbClr val="222222"/>
                </a:solidFill>
                <a:latin typeface="Calibri"/>
                <a:cs typeface="Calibri"/>
              </a:rPr>
              <a:t> </a:t>
            </a:r>
            <a:r>
              <a:rPr sz="1400" dirty="0">
                <a:solidFill>
                  <a:srgbClr val="222222"/>
                </a:solidFill>
                <a:latin typeface="Calibri"/>
                <a:cs typeface="Calibri"/>
              </a:rPr>
              <a:t>from</a:t>
            </a:r>
            <a:r>
              <a:rPr sz="1400" spc="-35" dirty="0">
                <a:solidFill>
                  <a:srgbClr val="222222"/>
                </a:solidFill>
                <a:latin typeface="Calibri"/>
                <a:cs typeface="Calibri"/>
              </a:rPr>
              <a:t> </a:t>
            </a:r>
            <a:r>
              <a:rPr sz="1400" dirty="0">
                <a:solidFill>
                  <a:srgbClr val="222222"/>
                </a:solidFill>
                <a:latin typeface="Calibri"/>
                <a:cs typeface="Calibri"/>
              </a:rPr>
              <a:t>1</a:t>
            </a:r>
            <a:r>
              <a:rPr sz="1400" spc="-20" dirty="0">
                <a:solidFill>
                  <a:srgbClr val="222222"/>
                </a:solidFill>
                <a:latin typeface="Calibri"/>
                <a:cs typeface="Calibri"/>
              </a:rPr>
              <a:t> </a:t>
            </a:r>
            <a:r>
              <a:rPr sz="1400" dirty="0">
                <a:solidFill>
                  <a:srgbClr val="222222"/>
                </a:solidFill>
                <a:latin typeface="Calibri"/>
                <a:cs typeface="Calibri"/>
              </a:rPr>
              <a:t>Jan</a:t>
            </a:r>
            <a:r>
              <a:rPr sz="1400" spc="-20" dirty="0">
                <a:solidFill>
                  <a:srgbClr val="222222"/>
                </a:solidFill>
                <a:latin typeface="Calibri"/>
                <a:cs typeface="Calibri"/>
              </a:rPr>
              <a:t> </a:t>
            </a:r>
            <a:r>
              <a:rPr sz="1400" dirty="0">
                <a:solidFill>
                  <a:srgbClr val="222222"/>
                </a:solidFill>
                <a:latin typeface="Calibri"/>
                <a:cs typeface="Calibri"/>
              </a:rPr>
              <a:t>to</a:t>
            </a:r>
            <a:r>
              <a:rPr sz="1400" spc="-25" dirty="0">
                <a:solidFill>
                  <a:srgbClr val="222222"/>
                </a:solidFill>
                <a:latin typeface="Calibri"/>
                <a:cs typeface="Calibri"/>
              </a:rPr>
              <a:t> </a:t>
            </a:r>
            <a:r>
              <a:rPr sz="1400" dirty="0">
                <a:solidFill>
                  <a:srgbClr val="222222"/>
                </a:solidFill>
                <a:latin typeface="Calibri"/>
                <a:cs typeface="Calibri"/>
              </a:rPr>
              <a:t>31</a:t>
            </a:r>
            <a:r>
              <a:rPr sz="1400" spc="-20" dirty="0">
                <a:solidFill>
                  <a:srgbClr val="222222"/>
                </a:solidFill>
                <a:latin typeface="Calibri"/>
                <a:cs typeface="Calibri"/>
              </a:rPr>
              <a:t> </a:t>
            </a:r>
            <a:r>
              <a:rPr sz="1400" dirty="0">
                <a:solidFill>
                  <a:srgbClr val="222222"/>
                </a:solidFill>
                <a:latin typeface="Calibri"/>
                <a:cs typeface="Calibri"/>
              </a:rPr>
              <a:t>Mar</a:t>
            </a:r>
            <a:r>
              <a:rPr sz="1400" spc="-25" dirty="0">
                <a:solidFill>
                  <a:srgbClr val="222222"/>
                </a:solidFill>
                <a:latin typeface="Calibri"/>
                <a:cs typeface="Calibri"/>
              </a:rPr>
              <a:t> </a:t>
            </a:r>
            <a:r>
              <a:rPr sz="1400" dirty="0">
                <a:solidFill>
                  <a:srgbClr val="222222"/>
                </a:solidFill>
                <a:latin typeface="Calibri"/>
                <a:cs typeface="Calibri"/>
              </a:rPr>
              <a:t>(</a:t>
            </a:r>
            <a:r>
              <a:rPr sz="1400" spc="-20" dirty="0">
                <a:solidFill>
                  <a:srgbClr val="222222"/>
                </a:solidFill>
                <a:latin typeface="Calibri"/>
                <a:cs typeface="Calibri"/>
              </a:rPr>
              <a:t> </a:t>
            </a:r>
            <a:r>
              <a:rPr sz="1400" dirty="0">
                <a:solidFill>
                  <a:srgbClr val="222222"/>
                </a:solidFill>
                <a:latin typeface="Calibri"/>
                <a:cs typeface="Calibri"/>
              </a:rPr>
              <a:t>a</a:t>
            </a:r>
            <a:r>
              <a:rPr sz="1400" spc="-20" dirty="0">
                <a:solidFill>
                  <a:srgbClr val="222222"/>
                </a:solidFill>
                <a:latin typeface="Calibri"/>
                <a:cs typeface="Calibri"/>
              </a:rPr>
              <a:t> </a:t>
            </a:r>
            <a:r>
              <a:rPr sz="1400" dirty="0">
                <a:solidFill>
                  <a:srgbClr val="222222"/>
                </a:solidFill>
                <a:latin typeface="Calibri"/>
                <a:cs typeface="Calibri"/>
              </a:rPr>
              <a:t>block</a:t>
            </a:r>
            <a:r>
              <a:rPr sz="1400" spc="-20" dirty="0">
                <a:solidFill>
                  <a:srgbClr val="222222"/>
                </a:solidFill>
                <a:latin typeface="Calibri"/>
                <a:cs typeface="Calibri"/>
              </a:rPr>
              <a:t> </a:t>
            </a:r>
            <a:r>
              <a:rPr sz="1400" spc="-10" dirty="0">
                <a:solidFill>
                  <a:srgbClr val="222222"/>
                </a:solidFill>
                <a:latin typeface="Calibri"/>
                <a:cs typeface="Calibri"/>
              </a:rPr>
              <a:t>duration)</a:t>
            </a:r>
            <a:endParaRPr sz="1400">
              <a:latin typeface="Calibri"/>
              <a:cs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7" name="object 7"/>
          <p:cNvSpPr txBox="1"/>
          <p:nvPr/>
        </p:nvSpPr>
        <p:spPr>
          <a:xfrm>
            <a:off x="1563049" y="1588515"/>
            <a:ext cx="10391775" cy="1488440"/>
          </a:xfrm>
          <a:prstGeom prst="rect">
            <a:avLst/>
          </a:prstGeom>
        </p:spPr>
        <p:txBody>
          <a:bodyPr vert="horz" wrap="square" lIns="0" tIns="12700" rIns="0" bIns="0" rtlCol="0">
            <a:spAutoFit/>
          </a:bodyPr>
          <a:lstStyle/>
          <a:p>
            <a:pPr marL="12700" marR="5080" indent="200025" algn="just">
              <a:lnSpc>
                <a:spcPct val="100000"/>
              </a:lnSpc>
              <a:spcBef>
                <a:spcPts val="100"/>
              </a:spcBef>
              <a:buAutoNum type="arabicPeriod" startAt="4"/>
              <a:tabLst>
                <a:tab pos="212725" algn="l"/>
              </a:tabLst>
            </a:pPr>
            <a:r>
              <a:rPr sz="1600" dirty="0">
                <a:solidFill>
                  <a:srgbClr val="222222"/>
                </a:solidFill>
                <a:latin typeface="Calibri"/>
                <a:cs typeface="Calibri"/>
              </a:rPr>
              <a:t>An</a:t>
            </a:r>
            <a:r>
              <a:rPr sz="1600" spc="-25" dirty="0">
                <a:solidFill>
                  <a:srgbClr val="222222"/>
                </a:solidFill>
                <a:latin typeface="Calibri"/>
                <a:cs typeface="Calibri"/>
              </a:rPr>
              <a:t> </a:t>
            </a:r>
            <a:r>
              <a:rPr sz="1600" dirty="0">
                <a:solidFill>
                  <a:srgbClr val="222222"/>
                </a:solidFill>
                <a:latin typeface="Calibri"/>
                <a:cs typeface="Calibri"/>
              </a:rPr>
              <a:t>AP1</a:t>
            </a:r>
            <a:r>
              <a:rPr sz="1600" spc="-25" dirty="0">
                <a:solidFill>
                  <a:srgbClr val="222222"/>
                </a:solidFill>
                <a:latin typeface="Calibri"/>
                <a:cs typeface="Calibri"/>
              </a:rPr>
              <a:t> </a:t>
            </a:r>
            <a:r>
              <a:rPr sz="1600" dirty="0">
                <a:solidFill>
                  <a:srgbClr val="222222"/>
                </a:solidFill>
                <a:latin typeface="Calibri"/>
                <a:cs typeface="Calibri"/>
              </a:rPr>
              <a:t>or</a:t>
            </a:r>
            <a:r>
              <a:rPr sz="1600" spc="-15" dirty="0">
                <a:solidFill>
                  <a:srgbClr val="222222"/>
                </a:solidFill>
                <a:latin typeface="Calibri"/>
                <a:cs typeface="Calibri"/>
              </a:rPr>
              <a:t> </a:t>
            </a:r>
            <a:r>
              <a:rPr sz="1600" dirty="0">
                <a:solidFill>
                  <a:srgbClr val="222222"/>
                </a:solidFill>
                <a:latin typeface="Calibri"/>
                <a:cs typeface="Calibri"/>
              </a:rPr>
              <a:t>AP2</a:t>
            </a:r>
            <a:r>
              <a:rPr sz="1600" spc="-25" dirty="0">
                <a:solidFill>
                  <a:srgbClr val="222222"/>
                </a:solidFill>
                <a:latin typeface="Calibri"/>
                <a:cs typeface="Calibri"/>
              </a:rPr>
              <a:t> </a:t>
            </a:r>
            <a:r>
              <a:rPr sz="1600" dirty="0">
                <a:solidFill>
                  <a:srgbClr val="222222"/>
                </a:solidFill>
                <a:latin typeface="Calibri"/>
                <a:cs typeface="Calibri"/>
              </a:rPr>
              <a:t>holder</a:t>
            </a:r>
            <a:r>
              <a:rPr sz="1600" spc="-20" dirty="0">
                <a:solidFill>
                  <a:srgbClr val="222222"/>
                </a:solidFill>
                <a:latin typeface="Calibri"/>
                <a:cs typeface="Calibri"/>
              </a:rPr>
              <a:t> </a:t>
            </a:r>
            <a:r>
              <a:rPr sz="1600" dirty="0">
                <a:solidFill>
                  <a:srgbClr val="222222"/>
                </a:solidFill>
                <a:latin typeface="Calibri"/>
                <a:cs typeface="Calibri"/>
              </a:rPr>
              <a:t>may</a:t>
            </a:r>
            <a:r>
              <a:rPr sz="1600" spc="-20" dirty="0">
                <a:solidFill>
                  <a:srgbClr val="222222"/>
                </a:solidFill>
                <a:latin typeface="Calibri"/>
                <a:cs typeface="Calibri"/>
              </a:rPr>
              <a:t> </a:t>
            </a:r>
            <a:r>
              <a:rPr sz="1600" dirty="0">
                <a:solidFill>
                  <a:srgbClr val="222222"/>
                </a:solidFill>
                <a:latin typeface="Calibri"/>
                <a:cs typeface="Calibri"/>
              </a:rPr>
              <a:t>apply</a:t>
            </a:r>
            <a:r>
              <a:rPr sz="1600" spc="-25" dirty="0">
                <a:solidFill>
                  <a:srgbClr val="222222"/>
                </a:solidFill>
                <a:latin typeface="Calibri"/>
                <a:cs typeface="Calibri"/>
              </a:rPr>
              <a:t> </a:t>
            </a:r>
            <a:r>
              <a:rPr sz="1600" dirty="0">
                <a:solidFill>
                  <a:srgbClr val="222222"/>
                </a:solidFill>
                <a:latin typeface="Calibri"/>
                <a:cs typeface="Calibri"/>
              </a:rPr>
              <a:t>for</a:t>
            </a:r>
            <a:r>
              <a:rPr sz="1600" spc="-20" dirty="0">
                <a:solidFill>
                  <a:srgbClr val="222222"/>
                </a:solidFill>
                <a:latin typeface="Calibri"/>
                <a:cs typeface="Calibri"/>
              </a:rPr>
              <a:t> </a:t>
            </a:r>
            <a:r>
              <a:rPr sz="1600" dirty="0">
                <a:solidFill>
                  <a:srgbClr val="222222"/>
                </a:solidFill>
                <a:latin typeface="Calibri"/>
                <a:cs typeface="Calibri"/>
              </a:rPr>
              <a:t>a</a:t>
            </a:r>
            <a:r>
              <a:rPr sz="1600" spc="-25" dirty="0">
                <a:solidFill>
                  <a:srgbClr val="222222"/>
                </a:solidFill>
                <a:latin typeface="Calibri"/>
                <a:cs typeface="Calibri"/>
              </a:rPr>
              <a:t> </a:t>
            </a:r>
            <a:r>
              <a:rPr sz="1600" dirty="0">
                <a:solidFill>
                  <a:srgbClr val="222222"/>
                </a:solidFill>
                <a:latin typeface="Calibri"/>
                <a:cs typeface="Calibri"/>
              </a:rPr>
              <a:t>variation</a:t>
            </a:r>
            <a:r>
              <a:rPr sz="1600" spc="-30" dirty="0">
                <a:solidFill>
                  <a:srgbClr val="222222"/>
                </a:solidFill>
                <a:latin typeface="Calibri"/>
                <a:cs typeface="Calibri"/>
              </a:rPr>
              <a:t> </a:t>
            </a:r>
            <a:r>
              <a:rPr sz="1600" dirty="0">
                <a:solidFill>
                  <a:srgbClr val="222222"/>
                </a:solidFill>
                <a:latin typeface="Calibri"/>
                <a:cs typeface="Calibri"/>
              </a:rPr>
              <a:t>to</a:t>
            </a:r>
            <a:r>
              <a:rPr sz="1600" spc="-20" dirty="0">
                <a:solidFill>
                  <a:srgbClr val="222222"/>
                </a:solidFill>
                <a:latin typeface="Calibri"/>
                <a:cs typeface="Calibri"/>
              </a:rPr>
              <a:t> </a:t>
            </a:r>
            <a:r>
              <a:rPr sz="1600" dirty="0">
                <a:solidFill>
                  <a:srgbClr val="222222"/>
                </a:solidFill>
                <a:latin typeface="Calibri"/>
                <a:cs typeface="Calibri"/>
              </a:rPr>
              <a:t>the</a:t>
            </a:r>
            <a:r>
              <a:rPr sz="1600" spc="-15" dirty="0">
                <a:solidFill>
                  <a:srgbClr val="222222"/>
                </a:solidFill>
                <a:latin typeface="Calibri"/>
                <a:cs typeface="Calibri"/>
              </a:rPr>
              <a:t> </a:t>
            </a:r>
            <a:r>
              <a:rPr sz="1600" dirty="0">
                <a:solidFill>
                  <a:srgbClr val="222222"/>
                </a:solidFill>
                <a:latin typeface="Calibri"/>
                <a:cs typeface="Calibri"/>
              </a:rPr>
              <a:t>AP1</a:t>
            </a:r>
            <a:r>
              <a:rPr sz="1600" spc="-25" dirty="0">
                <a:solidFill>
                  <a:srgbClr val="222222"/>
                </a:solidFill>
                <a:latin typeface="Calibri"/>
                <a:cs typeface="Calibri"/>
              </a:rPr>
              <a:t> </a:t>
            </a:r>
            <a:r>
              <a:rPr sz="1600" dirty="0">
                <a:solidFill>
                  <a:srgbClr val="222222"/>
                </a:solidFill>
                <a:latin typeface="Calibri"/>
                <a:cs typeface="Calibri"/>
              </a:rPr>
              <a:t>or</a:t>
            </a:r>
            <a:r>
              <a:rPr sz="1600" spc="-20" dirty="0">
                <a:solidFill>
                  <a:srgbClr val="222222"/>
                </a:solidFill>
                <a:latin typeface="Calibri"/>
                <a:cs typeface="Calibri"/>
              </a:rPr>
              <a:t> </a:t>
            </a:r>
            <a:r>
              <a:rPr sz="1600" dirty="0">
                <a:solidFill>
                  <a:srgbClr val="222222"/>
                </a:solidFill>
                <a:latin typeface="Calibri"/>
                <a:cs typeface="Calibri"/>
              </a:rPr>
              <a:t>AP2,</a:t>
            </a:r>
            <a:r>
              <a:rPr sz="1600" spc="-20" dirty="0">
                <a:solidFill>
                  <a:srgbClr val="222222"/>
                </a:solidFill>
                <a:latin typeface="Calibri"/>
                <a:cs typeface="Calibri"/>
              </a:rPr>
              <a:t> </a:t>
            </a:r>
            <a:r>
              <a:rPr sz="1600" spc="-10" dirty="0">
                <a:solidFill>
                  <a:srgbClr val="222222"/>
                </a:solidFill>
                <a:latin typeface="Calibri"/>
                <a:cs typeface="Calibri"/>
              </a:rPr>
              <a:t>before</a:t>
            </a:r>
            <a:r>
              <a:rPr sz="1600" spc="-20"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dirty="0">
                <a:solidFill>
                  <a:srgbClr val="222222"/>
                </a:solidFill>
                <a:latin typeface="Calibri"/>
                <a:cs typeface="Calibri"/>
              </a:rPr>
              <a:t>original</a:t>
            </a:r>
            <a:r>
              <a:rPr sz="1600" spc="-25" dirty="0">
                <a:solidFill>
                  <a:srgbClr val="222222"/>
                </a:solidFill>
                <a:latin typeface="Calibri"/>
                <a:cs typeface="Calibri"/>
              </a:rPr>
              <a:t> </a:t>
            </a:r>
            <a:r>
              <a:rPr sz="1600" dirty="0">
                <a:solidFill>
                  <a:srgbClr val="222222"/>
                </a:solidFill>
                <a:latin typeface="Calibri"/>
                <a:cs typeface="Calibri"/>
              </a:rPr>
              <a:t>start</a:t>
            </a:r>
            <a:r>
              <a:rPr sz="1600" spc="-25" dirty="0">
                <a:solidFill>
                  <a:srgbClr val="222222"/>
                </a:solidFill>
                <a:latin typeface="Calibri"/>
                <a:cs typeface="Calibri"/>
              </a:rPr>
              <a:t> </a:t>
            </a:r>
            <a:r>
              <a:rPr sz="1600" dirty="0">
                <a:solidFill>
                  <a:srgbClr val="222222"/>
                </a:solidFill>
                <a:latin typeface="Calibri"/>
                <a:cs typeface="Calibri"/>
              </a:rPr>
              <a:t>date</a:t>
            </a:r>
            <a:r>
              <a:rPr sz="1600" spc="-15" dirty="0">
                <a:solidFill>
                  <a:srgbClr val="222222"/>
                </a:solidFill>
                <a:latin typeface="Calibri"/>
                <a:cs typeface="Calibri"/>
              </a:rPr>
              <a:t> </a:t>
            </a:r>
            <a:r>
              <a:rPr sz="1600" dirty="0">
                <a:solidFill>
                  <a:srgbClr val="222222"/>
                </a:solidFill>
                <a:latin typeface="Calibri"/>
                <a:cs typeface="Calibri"/>
              </a:rPr>
              <a:t>of</a:t>
            </a:r>
            <a:r>
              <a:rPr sz="1600" spc="-25" dirty="0">
                <a:solidFill>
                  <a:srgbClr val="222222"/>
                </a:solidFill>
                <a:latin typeface="Calibri"/>
                <a:cs typeface="Calibri"/>
              </a:rPr>
              <a:t> </a:t>
            </a:r>
            <a:r>
              <a:rPr sz="1600" dirty="0">
                <a:solidFill>
                  <a:srgbClr val="222222"/>
                </a:solidFill>
                <a:latin typeface="Calibri"/>
                <a:cs typeface="Calibri"/>
              </a:rPr>
              <a:t>the</a:t>
            </a:r>
            <a:r>
              <a:rPr sz="1600" spc="-20" dirty="0">
                <a:solidFill>
                  <a:srgbClr val="222222"/>
                </a:solidFill>
                <a:latin typeface="Calibri"/>
                <a:cs typeface="Calibri"/>
              </a:rPr>
              <a:t> </a:t>
            </a:r>
            <a:r>
              <a:rPr sz="1600" spc="-10" dirty="0">
                <a:solidFill>
                  <a:srgbClr val="222222"/>
                </a:solidFill>
                <a:latin typeface="Calibri"/>
                <a:cs typeface="Calibri"/>
              </a:rPr>
              <a:t>activity,</a:t>
            </a:r>
            <a:r>
              <a:rPr sz="1600" spc="-20" dirty="0">
                <a:solidFill>
                  <a:srgbClr val="222222"/>
                </a:solidFill>
                <a:latin typeface="Calibri"/>
                <a:cs typeface="Calibri"/>
              </a:rPr>
              <a:t> </a:t>
            </a:r>
            <a:r>
              <a:rPr sz="1600" dirty="0">
                <a:solidFill>
                  <a:srgbClr val="222222"/>
                </a:solidFill>
                <a:latin typeface="Calibri"/>
                <a:cs typeface="Calibri"/>
              </a:rPr>
              <a:t>should</a:t>
            </a:r>
            <a:r>
              <a:rPr sz="1600" spc="-30" dirty="0">
                <a:solidFill>
                  <a:srgbClr val="222222"/>
                </a:solidFill>
                <a:latin typeface="Calibri"/>
                <a:cs typeface="Calibri"/>
              </a:rPr>
              <a:t> </a:t>
            </a:r>
            <a:r>
              <a:rPr sz="1600" spc="-10" dirty="0">
                <a:solidFill>
                  <a:srgbClr val="222222"/>
                </a:solidFill>
                <a:latin typeface="Calibri"/>
                <a:cs typeface="Calibri"/>
              </a:rPr>
              <a:t>there </a:t>
            </a:r>
            <a:r>
              <a:rPr sz="1600" dirty="0">
                <a:solidFill>
                  <a:srgbClr val="222222"/>
                </a:solidFill>
                <a:latin typeface="Calibri"/>
                <a:cs typeface="Calibri"/>
              </a:rPr>
              <a:t>be</a:t>
            </a:r>
            <a:r>
              <a:rPr sz="1600" spc="-10" dirty="0">
                <a:solidFill>
                  <a:srgbClr val="222222"/>
                </a:solidFill>
                <a:latin typeface="Calibri"/>
                <a:cs typeface="Calibri"/>
              </a:rPr>
              <a:t> </a:t>
            </a:r>
            <a:r>
              <a:rPr sz="1600" dirty="0">
                <a:solidFill>
                  <a:srgbClr val="222222"/>
                </a:solidFill>
                <a:latin typeface="Calibri"/>
                <a:cs typeface="Calibri"/>
              </a:rPr>
              <a:t>a</a:t>
            </a:r>
            <a:r>
              <a:rPr sz="1600" spc="-15" dirty="0">
                <a:solidFill>
                  <a:srgbClr val="222222"/>
                </a:solidFill>
                <a:latin typeface="Calibri"/>
                <a:cs typeface="Calibri"/>
              </a:rPr>
              <a:t> </a:t>
            </a:r>
            <a:r>
              <a:rPr sz="1600" dirty="0">
                <a:solidFill>
                  <a:srgbClr val="222222"/>
                </a:solidFill>
                <a:latin typeface="Calibri"/>
                <a:cs typeface="Calibri"/>
              </a:rPr>
              <a:t>change</a:t>
            </a:r>
            <a:r>
              <a:rPr sz="1600" spc="-5" dirty="0">
                <a:solidFill>
                  <a:srgbClr val="222222"/>
                </a:solidFill>
                <a:latin typeface="Calibri"/>
                <a:cs typeface="Calibri"/>
              </a:rPr>
              <a:t> </a:t>
            </a:r>
            <a:r>
              <a:rPr sz="1600" dirty="0">
                <a:solidFill>
                  <a:srgbClr val="222222"/>
                </a:solidFill>
                <a:latin typeface="Calibri"/>
                <a:cs typeface="Calibri"/>
              </a:rPr>
              <a:t>in</a:t>
            </a:r>
            <a:r>
              <a:rPr sz="1600" spc="-15" dirty="0">
                <a:solidFill>
                  <a:srgbClr val="222222"/>
                </a:solidFill>
                <a:latin typeface="Calibri"/>
                <a:cs typeface="Calibri"/>
              </a:rPr>
              <a:t> </a:t>
            </a:r>
            <a:r>
              <a:rPr sz="1600" dirty="0">
                <a:solidFill>
                  <a:srgbClr val="222222"/>
                </a:solidFill>
                <a:latin typeface="Calibri"/>
                <a:cs typeface="Calibri"/>
              </a:rPr>
              <a:t>the</a:t>
            </a:r>
            <a:r>
              <a:rPr sz="1600" spc="-5" dirty="0">
                <a:solidFill>
                  <a:srgbClr val="222222"/>
                </a:solidFill>
                <a:latin typeface="Calibri"/>
                <a:cs typeface="Calibri"/>
              </a:rPr>
              <a:t> </a:t>
            </a:r>
            <a:r>
              <a:rPr sz="1600" spc="-10" dirty="0">
                <a:solidFill>
                  <a:srgbClr val="222222"/>
                </a:solidFill>
                <a:latin typeface="Calibri"/>
                <a:cs typeface="Calibri"/>
              </a:rPr>
              <a:t>date(s)/time(s) </a:t>
            </a:r>
            <a:r>
              <a:rPr sz="1600" dirty="0">
                <a:solidFill>
                  <a:srgbClr val="222222"/>
                </a:solidFill>
                <a:latin typeface="Calibri"/>
                <a:cs typeface="Calibri"/>
              </a:rPr>
              <a:t>of</a:t>
            </a:r>
            <a:r>
              <a:rPr sz="1600" spc="-15" dirty="0">
                <a:solidFill>
                  <a:srgbClr val="222222"/>
                </a:solidFill>
                <a:latin typeface="Calibri"/>
                <a:cs typeface="Calibri"/>
              </a:rPr>
              <a:t> </a:t>
            </a:r>
            <a:r>
              <a:rPr sz="1600" dirty="0">
                <a:solidFill>
                  <a:srgbClr val="222222"/>
                </a:solidFill>
                <a:latin typeface="Calibri"/>
                <a:cs typeface="Calibri"/>
              </a:rPr>
              <a:t>the</a:t>
            </a:r>
            <a:r>
              <a:rPr sz="1600" spc="-5" dirty="0">
                <a:solidFill>
                  <a:srgbClr val="222222"/>
                </a:solidFill>
                <a:latin typeface="Calibri"/>
                <a:cs typeface="Calibri"/>
              </a:rPr>
              <a:t> </a:t>
            </a:r>
            <a:r>
              <a:rPr sz="1600" spc="-10" dirty="0">
                <a:solidFill>
                  <a:srgbClr val="222222"/>
                </a:solidFill>
                <a:latin typeface="Calibri"/>
                <a:cs typeface="Calibri"/>
              </a:rPr>
              <a:t>activity.</a:t>
            </a:r>
            <a:endParaRPr sz="1600">
              <a:latin typeface="Calibri"/>
              <a:cs typeface="Calibri"/>
            </a:endParaRPr>
          </a:p>
          <a:p>
            <a:pPr>
              <a:lnSpc>
                <a:spcPct val="100000"/>
              </a:lnSpc>
              <a:spcBef>
                <a:spcPts val="90"/>
              </a:spcBef>
              <a:buClr>
                <a:srgbClr val="222222"/>
              </a:buClr>
              <a:buFont typeface="Calibri"/>
              <a:buAutoNum type="arabicPeriod" startAt="4"/>
            </a:pPr>
            <a:endParaRPr sz="1600">
              <a:latin typeface="Calibri"/>
              <a:cs typeface="Calibri"/>
            </a:endParaRPr>
          </a:p>
          <a:p>
            <a:pPr marL="12700" marR="5080" indent="208279" algn="just">
              <a:lnSpc>
                <a:spcPts val="1900"/>
              </a:lnSpc>
              <a:spcBef>
                <a:spcPts val="5"/>
              </a:spcBef>
              <a:buAutoNum type="arabicPeriod" startAt="4"/>
              <a:tabLst>
                <a:tab pos="220979" algn="l"/>
              </a:tabLst>
            </a:pPr>
            <a:r>
              <a:rPr sz="1600" dirty="0">
                <a:solidFill>
                  <a:srgbClr val="222222"/>
                </a:solidFill>
                <a:latin typeface="Calibri"/>
                <a:cs typeface="Calibri"/>
              </a:rPr>
              <a:t>A</a:t>
            </a:r>
            <a:r>
              <a:rPr sz="1600" spc="30" dirty="0">
                <a:solidFill>
                  <a:srgbClr val="222222"/>
                </a:solidFill>
                <a:latin typeface="Calibri"/>
                <a:cs typeface="Calibri"/>
              </a:rPr>
              <a:t> </a:t>
            </a:r>
            <a:r>
              <a:rPr sz="1600" dirty="0">
                <a:solidFill>
                  <a:srgbClr val="222222"/>
                </a:solidFill>
                <a:latin typeface="Calibri"/>
                <a:cs typeface="Calibri"/>
              </a:rPr>
              <a:t>UA</a:t>
            </a:r>
            <a:r>
              <a:rPr sz="1600" spc="30" dirty="0">
                <a:solidFill>
                  <a:srgbClr val="222222"/>
                </a:solidFill>
                <a:latin typeface="Calibri"/>
                <a:cs typeface="Calibri"/>
              </a:rPr>
              <a:t> </a:t>
            </a:r>
            <a:r>
              <a:rPr sz="1600" dirty="0">
                <a:solidFill>
                  <a:srgbClr val="222222"/>
                </a:solidFill>
                <a:latin typeface="Calibri"/>
                <a:cs typeface="Calibri"/>
              </a:rPr>
              <a:t>operator</a:t>
            </a:r>
            <a:r>
              <a:rPr sz="1600" spc="35" dirty="0">
                <a:solidFill>
                  <a:srgbClr val="222222"/>
                </a:solidFill>
                <a:latin typeface="Calibri"/>
                <a:cs typeface="Calibri"/>
              </a:rPr>
              <a:t> </a:t>
            </a:r>
            <a:r>
              <a:rPr sz="1600" dirty="0">
                <a:solidFill>
                  <a:srgbClr val="222222"/>
                </a:solidFill>
                <a:latin typeface="Calibri"/>
                <a:cs typeface="Calibri"/>
              </a:rPr>
              <a:t>may</a:t>
            </a:r>
            <a:r>
              <a:rPr sz="1600" spc="35" dirty="0">
                <a:solidFill>
                  <a:srgbClr val="222222"/>
                </a:solidFill>
                <a:latin typeface="Calibri"/>
                <a:cs typeface="Calibri"/>
              </a:rPr>
              <a:t> </a:t>
            </a:r>
            <a:r>
              <a:rPr sz="1600" dirty="0">
                <a:solidFill>
                  <a:srgbClr val="222222"/>
                </a:solidFill>
                <a:latin typeface="Calibri"/>
                <a:cs typeface="Calibri"/>
              </a:rPr>
              <a:t>apply</a:t>
            </a:r>
            <a:r>
              <a:rPr sz="1600" spc="30" dirty="0">
                <a:solidFill>
                  <a:srgbClr val="222222"/>
                </a:solidFill>
                <a:latin typeface="Calibri"/>
                <a:cs typeface="Calibri"/>
              </a:rPr>
              <a:t> </a:t>
            </a:r>
            <a:r>
              <a:rPr sz="1600" dirty="0">
                <a:solidFill>
                  <a:srgbClr val="222222"/>
                </a:solidFill>
                <a:latin typeface="Calibri"/>
                <a:cs typeface="Calibri"/>
              </a:rPr>
              <a:t>for</a:t>
            </a:r>
            <a:r>
              <a:rPr sz="1600" spc="35" dirty="0">
                <a:solidFill>
                  <a:srgbClr val="222222"/>
                </a:solidFill>
                <a:latin typeface="Calibri"/>
                <a:cs typeface="Calibri"/>
              </a:rPr>
              <a:t> </a:t>
            </a:r>
            <a:r>
              <a:rPr sz="1600" dirty="0">
                <a:solidFill>
                  <a:srgbClr val="222222"/>
                </a:solidFill>
                <a:latin typeface="Calibri"/>
                <a:cs typeface="Calibri"/>
              </a:rPr>
              <a:t>a</a:t>
            </a:r>
            <a:r>
              <a:rPr sz="1600" spc="25" dirty="0">
                <a:solidFill>
                  <a:srgbClr val="222222"/>
                </a:solidFill>
                <a:latin typeface="Calibri"/>
                <a:cs typeface="Calibri"/>
              </a:rPr>
              <a:t> </a:t>
            </a:r>
            <a:r>
              <a:rPr sz="1600" dirty="0">
                <a:solidFill>
                  <a:srgbClr val="222222"/>
                </a:solidFill>
                <a:latin typeface="Calibri"/>
                <a:cs typeface="Calibri"/>
              </a:rPr>
              <a:t>“repeat</a:t>
            </a:r>
            <a:r>
              <a:rPr sz="1600" spc="35" dirty="0">
                <a:solidFill>
                  <a:srgbClr val="222222"/>
                </a:solidFill>
                <a:latin typeface="Calibri"/>
                <a:cs typeface="Calibri"/>
              </a:rPr>
              <a:t> </a:t>
            </a:r>
            <a:r>
              <a:rPr sz="1600" dirty="0">
                <a:solidFill>
                  <a:srgbClr val="222222"/>
                </a:solidFill>
                <a:latin typeface="Calibri"/>
                <a:cs typeface="Calibri"/>
              </a:rPr>
              <a:t>AP1</a:t>
            </a:r>
            <a:r>
              <a:rPr sz="1600" spc="30" dirty="0">
                <a:solidFill>
                  <a:srgbClr val="222222"/>
                </a:solidFill>
                <a:latin typeface="Calibri"/>
                <a:cs typeface="Calibri"/>
              </a:rPr>
              <a:t> </a:t>
            </a:r>
            <a:r>
              <a:rPr sz="1600" dirty="0">
                <a:solidFill>
                  <a:srgbClr val="222222"/>
                </a:solidFill>
                <a:latin typeface="Calibri"/>
                <a:cs typeface="Calibri"/>
              </a:rPr>
              <a:t>or</a:t>
            </a:r>
            <a:r>
              <a:rPr sz="1600" spc="35" dirty="0">
                <a:solidFill>
                  <a:srgbClr val="222222"/>
                </a:solidFill>
                <a:latin typeface="Calibri"/>
                <a:cs typeface="Calibri"/>
              </a:rPr>
              <a:t> </a:t>
            </a:r>
            <a:r>
              <a:rPr sz="1600" dirty="0">
                <a:solidFill>
                  <a:srgbClr val="222222"/>
                </a:solidFill>
                <a:latin typeface="Calibri"/>
                <a:cs typeface="Calibri"/>
              </a:rPr>
              <a:t>AP2</a:t>
            </a:r>
            <a:r>
              <a:rPr sz="1600" spc="35" dirty="0">
                <a:solidFill>
                  <a:srgbClr val="222222"/>
                </a:solidFill>
                <a:latin typeface="Calibri"/>
                <a:cs typeface="Calibri"/>
              </a:rPr>
              <a:t> </a:t>
            </a:r>
            <a:r>
              <a:rPr sz="1600" dirty="0">
                <a:solidFill>
                  <a:srgbClr val="222222"/>
                </a:solidFill>
                <a:latin typeface="Calibri"/>
                <a:cs typeface="Calibri"/>
              </a:rPr>
              <a:t>for</a:t>
            </a:r>
            <a:r>
              <a:rPr sz="1600" spc="35" dirty="0">
                <a:solidFill>
                  <a:srgbClr val="222222"/>
                </a:solidFill>
                <a:latin typeface="Calibri"/>
                <a:cs typeface="Calibri"/>
              </a:rPr>
              <a:t> </a:t>
            </a:r>
            <a:r>
              <a:rPr sz="1600" dirty="0">
                <a:solidFill>
                  <a:srgbClr val="222222"/>
                </a:solidFill>
                <a:latin typeface="Calibri"/>
                <a:cs typeface="Calibri"/>
              </a:rPr>
              <a:t>the</a:t>
            </a:r>
            <a:r>
              <a:rPr sz="1600" spc="35" dirty="0">
                <a:solidFill>
                  <a:srgbClr val="222222"/>
                </a:solidFill>
                <a:latin typeface="Calibri"/>
                <a:cs typeface="Calibri"/>
              </a:rPr>
              <a:t> </a:t>
            </a:r>
            <a:r>
              <a:rPr sz="1600" dirty="0">
                <a:solidFill>
                  <a:srgbClr val="222222"/>
                </a:solidFill>
                <a:latin typeface="Calibri"/>
                <a:cs typeface="Calibri"/>
              </a:rPr>
              <a:t>same</a:t>
            </a:r>
            <a:r>
              <a:rPr sz="1600" spc="35" dirty="0">
                <a:solidFill>
                  <a:srgbClr val="222222"/>
                </a:solidFill>
                <a:latin typeface="Calibri"/>
                <a:cs typeface="Calibri"/>
              </a:rPr>
              <a:t> </a:t>
            </a:r>
            <a:r>
              <a:rPr sz="1600" dirty="0">
                <a:solidFill>
                  <a:srgbClr val="222222"/>
                </a:solidFill>
                <a:latin typeface="Calibri"/>
                <a:cs typeface="Calibri"/>
              </a:rPr>
              <a:t>activity.</a:t>
            </a:r>
            <a:r>
              <a:rPr sz="1600" spc="30" dirty="0">
                <a:solidFill>
                  <a:srgbClr val="222222"/>
                </a:solidFill>
                <a:latin typeface="Calibri"/>
                <a:cs typeface="Calibri"/>
              </a:rPr>
              <a:t> </a:t>
            </a:r>
            <a:r>
              <a:rPr sz="1600" dirty="0">
                <a:solidFill>
                  <a:srgbClr val="222222"/>
                </a:solidFill>
                <a:latin typeface="Calibri"/>
                <a:cs typeface="Calibri"/>
              </a:rPr>
              <a:t>i.e.,</a:t>
            </a:r>
            <a:r>
              <a:rPr sz="1600" spc="30" dirty="0">
                <a:solidFill>
                  <a:srgbClr val="222222"/>
                </a:solidFill>
                <a:latin typeface="Calibri"/>
                <a:cs typeface="Calibri"/>
              </a:rPr>
              <a:t> </a:t>
            </a:r>
            <a:r>
              <a:rPr sz="1600" dirty="0">
                <a:solidFill>
                  <a:srgbClr val="222222"/>
                </a:solidFill>
                <a:latin typeface="Calibri"/>
                <a:cs typeface="Calibri"/>
              </a:rPr>
              <a:t>same</a:t>
            </a:r>
            <a:r>
              <a:rPr sz="1600" spc="35" dirty="0">
                <a:solidFill>
                  <a:srgbClr val="222222"/>
                </a:solidFill>
                <a:latin typeface="Calibri"/>
                <a:cs typeface="Calibri"/>
              </a:rPr>
              <a:t> </a:t>
            </a:r>
            <a:r>
              <a:rPr sz="1600" dirty="0">
                <a:solidFill>
                  <a:srgbClr val="222222"/>
                </a:solidFill>
                <a:latin typeface="Calibri"/>
                <a:cs typeface="Calibri"/>
              </a:rPr>
              <a:t>operation</a:t>
            </a:r>
            <a:r>
              <a:rPr sz="1600" spc="25" dirty="0">
                <a:solidFill>
                  <a:srgbClr val="222222"/>
                </a:solidFill>
                <a:latin typeface="Calibri"/>
                <a:cs typeface="Calibri"/>
              </a:rPr>
              <a:t> </a:t>
            </a:r>
            <a:r>
              <a:rPr sz="1600" dirty="0">
                <a:solidFill>
                  <a:srgbClr val="222222"/>
                </a:solidFill>
                <a:latin typeface="Calibri"/>
                <a:cs typeface="Calibri"/>
              </a:rPr>
              <a:t>using</a:t>
            </a:r>
            <a:r>
              <a:rPr sz="1600" spc="30" dirty="0">
                <a:solidFill>
                  <a:srgbClr val="222222"/>
                </a:solidFill>
                <a:latin typeface="Calibri"/>
                <a:cs typeface="Calibri"/>
              </a:rPr>
              <a:t> </a:t>
            </a:r>
            <a:r>
              <a:rPr sz="1600" dirty="0">
                <a:solidFill>
                  <a:srgbClr val="222222"/>
                </a:solidFill>
                <a:latin typeface="Calibri"/>
                <a:cs typeface="Calibri"/>
              </a:rPr>
              <a:t>same</a:t>
            </a:r>
            <a:r>
              <a:rPr sz="1600" spc="35" dirty="0">
                <a:solidFill>
                  <a:srgbClr val="222222"/>
                </a:solidFill>
                <a:latin typeface="Calibri"/>
                <a:cs typeface="Calibri"/>
              </a:rPr>
              <a:t> </a:t>
            </a:r>
            <a:r>
              <a:rPr sz="1600" dirty="0">
                <a:solidFill>
                  <a:srgbClr val="222222"/>
                </a:solidFill>
                <a:latin typeface="Calibri"/>
                <a:cs typeface="Calibri"/>
              </a:rPr>
              <a:t>UA</a:t>
            </a:r>
            <a:r>
              <a:rPr sz="1600" spc="30" dirty="0">
                <a:solidFill>
                  <a:srgbClr val="222222"/>
                </a:solidFill>
                <a:latin typeface="Calibri"/>
                <a:cs typeface="Calibri"/>
              </a:rPr>
              <a:t> </a:t>
            </a:r>
            <a:r>
              <a:rPr sz="1600" dirty="0">
                <a:solidFill>
                  <a:srgbClr val="222222"/>
                </a:solidFill>
                <a:latin typeface="Calibri"/>
                <a:cs typeface="Calibri"/>
              </a:rPr>
              <a:t>type</a:t>
            </a:r>
            <a:r>
              <a:rPr sz="1600" spc="40" dirty="0">
                <a:solidFill>
                  <a:srgbClr val="222222"/>
                </a:solidFill>
                <a:latin typeface="Calibri"/>
                <a:cs typeface="Calibri"/>
              </a:rPr>
              <a:t> </a:t>
            </a:r>
            <a:r>
              <a:rPr sz="1600" dirty="0">
                <a:solidFill>
                  <a:srgbClr val="222222"/>
                </a:solidFill>
                <a:latin typeface="Calibri"/>
                <a:cs typeface="Calibri"/>
              </a:rPr>
              <a:t>at</a:t>
            </a:r>
            <a:r>
              <a:rPr sz="1600" spc="30" dirty="0">
                <a:solidFill>
                  <a:srgbClr val="222222"/>
                </a:solidFill>
                <a:latin typeface="Calibri"/>
                <a:cs typeface="Calibri"/>
              </a:rPr>
              <a:t> </a:t>
            </a:r>
            <a:r>
              <a:rPr sz="1600" spc="-20" dirty="0">
                <a:solidFill>
                  <a:srgbClr val="222222"/>
                </a:solidFill>
                <a:latin typeface="Calibri"/>
                <a:cs typeface="Calibri"/>
              </a:rPr>
              <a:t>same </a:t>
            </a:r>
            <a:r>
              <a:rPr sz="1600" dirty="0">
                <a:solidFill>
                  <a:srgbClr val="222222"/>
                </a:solidFill>
                <a:latin typeface="Calibri"/>
                <a:cs typeface="Calibri"/>
              </a:rPr>
              <a:t>location</a:t>
            </a:r>
            <a:r>
              <a:rPr sz="1600" spc="270" dirty="0">
                <a:solidFill>
                  <a:srgbClr val="222222"/>
                </a:solidFill>
                <a:latin typeface="Calibri"/>
                <a:cs typeface="Calibri"/>
              </a:rPr>
              <a:t> </a:t>
            </a:r>
            <a:r>
              <a:rPr sz="1600" dirty="0">
                <a:solidFill>
                  <a:srgbClr val="222222"/>
                </a:solidFill>
                <a:latin typeface="Calibri"/>
                <a:cs typeface="Calibri"/>
              </a:rPr>
              <a:t>at</a:t>
            </a:r>
            <a:r>
              <a:rPr sz="1600" spc="285" dirty="0">
                <a:solidFill>
                  <a:srgbClr val="222222"/>
                </a:solidFill>
                <a:latin typeface="Calibri"/>
                <a:cs typeface="Calibri"/>
              </a:rPr>
              <a:t> </a:t>
            </a:r>
            <a:r>
              <a:rPr sz="1600" dirty="0">
                <a:solidFill>
                  <a:srgbClr val="222222"/>
                </a:solidFill>
                <a:latin typeface="Calibri"/>
                <a:cs typeface="Calibri"/>
              </a:rPr>
              <a:t>later</a:t>
            </a:r>
            <a:r>
              <a:rPr sz="1600" spc="280" dirty="0">
                <a:solidFill>
                  <a:srgbClr val="222222"/>
                </a:solidFill>
                <a:latin typeface="Calibri"/>
                <a:cs typeface="Calibri"/>
              </a:rPr>
              <a:t> </a:t>
            </a:r>
            <a:r>
              <a:rPr sz="1600" dirty="0">
                <a:solidFill>
                  <a:srgbClr val="222222"/>
                </a:solidFill>
                <a:latin typeface="Calibri"/>
                <a:cs typeface="Calibri"/>
              </a:rPr>
              <a:t>date(s),</a:t>
            </a:r>
            <a:r>
              <a:rPr sz="1600" spc="280" dirty="0">
                <a:solidFill>
                  <a:srgbClr val="222222"/>
                </a:solidFill>
                <a:latin typeface="Calibri"/>
                <a:cs typeface="Calibri"/>
              </a:rPr>
              <a:t> </a:t>
            </a:r>
            <a:r>
              <a:rPr sz="1600" dirty="0">
                <a:solidFill>
                  <a:srgbClr val="222222"/>
                </a:solidFill>
                <a:latin typeface="Calibri"/>
                <a:cs typeface="Calibri"/>
              </a:rPr>
              <a:t>which</a:t>
            </a:r>
            <a:r>
              <a:rPr sz="1600" spc="275" dirty="0">
                <a:solidFill>
                  <a:srgbClr val="222222"/>
                </a:solidFill>
                <a:latin typeface="Calibri"/>
                <a:cs typeface="Calibri"/>
              </a:rPr>
              <a:t> </a:t>
            </a:r>
            <a:r>
              <a:rPr sz="1600" dirty="0">
                <a:solidFill>
                  <a:srgbClr val="222222"/>
                </a:solidFill>
                <a:latin typeface="Calibri"/>
                <a:cs typeface="Calibri"/>
              </a:rPr>
              <a:t>had</a:t>
            </a:r>
            <a:r>
              <a:rPr sz="1600" spc="280" dirty="0">
                <a:solidFill>
                  <a:srgbClr val="222222"/>
                </a:solidFill>
                <a:latin typeface="Calibri"/>
                <a:cs typeface="Calibri"/>
              </a:rPr>
              <a:t> </a:t>
            </a:r>
            <a:r>
              <a:rPr sz="1600" dirty="0">
                <a:solidFill>
                  <a:srgbClr val="222222"/>
                </a:solidFill>
                <a:latin typeface="Calibri"/>
                <a:cs typeface="Calibri"/>
              </a:rPr>
              <a:t>been</a:t>
            </a:r>
            <a:r>
              <a:rPr sz="1600" spc="275" dirty="0">
                <a:solidFill>
                  <a:srgbClr val="222222"/>
                </a:solidFill>
                <a:latin typeface="Calibri"/>
                <a:cs typeface="Calibri"/>
              </a:rPr>
              <a:t> </a:t>
            </a:r>
            <a:r>
              <a:rPr sz="1600" dirty="0">
                <a:solidFill>
                  <a:srgbClr val="222222"/>
                </a:solidFill>
                <a:latin typeface="Calibri"/>
                <a:cs typeface="Calibri"/>
              </a:rPr>
              <a:t>granted</a:t>
            </a:r>
            <a:r>
              <a:rPr sz="1600" spc="275" dirty="0">
                <a:solidFill>
                  <a:srgbClr val="222222"/>
                </a:solidFill>
                <a:latin typeface="Calibri"/>
                <a:cs typeface="Calibri"/>
              </a:rPr>
              <a:t> </a:t>
            </a:r>
            <a:r>
              <a:rPr sz="1600" dirty="0">
                <a:solidFill>
                  <a:srgbClr val="222222"/>
                </a:solidFill>
                <a:latin typeface="Calibri"/>
                <a:cs typeface="Calibri"/>
              </a:rPr>
              <a:t>an</a:t>
            </a:r>
            <a:r>
              <a:rPr sz="1600" spc="280" dirty="0">
                <a:solidFill>
                  <a:srgbClr val="222222"/>
                </a:solidFill>
                <a:latin typeface="Calibri"/>
                <a:cs typeface="Calibri"/>
              </a:rPr>
              <a:t> </a:t>
            </a:r>
            <a:r>
              <a:rPr sz="1600" dirty="0">
                <a:solidFill>
                  <a:srgbClr val="222222"/>
                </a:solidFill>
                <a:latin typeface="Calibri"/>
                <a:cs typeface="Calibri"/>
              </a:rPr>
              <a:t>AP1</a:t>
            </a:r>
            <a:r>
              <a:rPr sz="1600" spc="280" dirty="0">
                <a:solidFill>
                  <a:srgbClr val="222222"/>
                </a:solidFill>
                <a:latin typeface="Calibri"/>
                <a:cs typeface="Calibri"/>
              </a:rPr>
              <a:t> </a:t>
            </a:r>
            <a:r>
              <a:rPr sz="1600" dirty="0">
                <a:solidFill>
                  <a:srgbClr val="222222"/>
                </a:solidFill>
                <a:latin typeface="Calibri"/>
                <a:cs typeface="Calibri"/>
              </a:rPr>
              <a:t>or</a:t>
            </a:r>
            <a:r>
              <a:rPr sz="1600" spc="285" dirty="0">
                <a:solidFill>
                  <a:srgbClr val="222222"/>
                </a:solidFill>
                <a:latin typeface="Calibri"/>
                <a:cs typeface="Calibri"/>
              </a:rPr>
              <a:t> </a:t>
            </a:r>
            <a:r>
              <a:rPr sz="1600" dirty="0">
                <a:solidFill>
                  <a:srgbClr val="222222"/>
                </a:solidFill>
                <a:latin typeface="Calibri"/>
                <a:cs typeface="Calibri"/>
              </a:rPr>
              <a:t>AP2</a:t>
            </a:r>
            <a:r>
              <a:rPr sz="1600" spc="280" dirty="0">
                <a:solidFill>
                  <a:srgbClr val="222222"/>
                </a:solidFill>
                <a:latin typeface="Calibri"/>
                <a:cs typeface="Calibri"/>
              </a:rPr>
              <a:t> </a:t>
            </a:r>
            <a:r>
              <a:rPr sz="1600" dirty="0">
                <a:solidFill>
                  <a:srgbClr val="222222"/>
                </a:solidFill>
                <a:latin typeface="Calibri"/>
                <a:cs typeface="Calibri"/>
              </a:rPr>
              <a:t>previously.</a:t>
            </a:r>
            <a:r>
              <a:rPr sz="1600" spc="280" dirty="0">
                <a:solidFill>
                  <a:srgbClr val="222222"/>
                </a:solidFill>
                <a:latin typeface="Calibri"/>
                <a:cs typeface="Calibri"/>
              </a:rPr>
              <a:t> </a:t>
            </a:r>
            <a:r>
              <a:rPr sz="1600" dirty="0">
                <a:solidFill>
                  <a:srgbClr val="222222"/>
                </a:solidFill>
                <a:latin typeface="Calibri"/>
                <a:cs typeface="Calibri"/>
              </a:rPr>
              <a:t>Using</a:t>
            </a:r>
            <a:r>
              <a:rPr sz="1600" spc="275" dirty="0">
                <a:solidFill>
                  <a:srgbClr val="222222"/>
                </a:solidFill>
                <a:latin typeface="Calibri"/>
                <a:cs typeface="Calibri"/>
              </a:rPr>
              <a:t> </a:t>
            </a:r>
            <a:r>
              <a:rPr sz="1600" dirty="0">
                <a:solidFill>
                  <a:srgbClr val="222222"/>
                </a:solidFill>
                <a:latin typeface="Calibri"/>
                <a:cs typeface="Calibri"/>
              </a:rPr>
              <a:t>example</a:t>
            </a:r>
            <a:r>
              <a:rPr sz="1600" spc="285" dirty="0">
                <a:solidFill>
                  <a:srgbClr val="222222"/>
                </a:solidFill>
                <a:latin typeface="Calibri"/>
                <a:cs typeface="Calibri"/>
              </a:rPr>
              <a:t> </a:t>
            </a:r>
            <a:r>
              <a:rPr sz="1600" dirty="0">
                <a:solidFill>
                  <a:srgbClr val="222222"/>
                </a:solidFill>
                <a:latin typeface="Calibri"/>
                <a:cs typeface="Calibri"/>
              </a:rPr>
              <a:t>from</a:t>
            </a:r>
            <a:r>
              <a:rPr sz="1600" spc="270" dirty="0">
                <a:solidFill>
                  <a:srgbClr val="222222"/>
                </a:solidFill>
                <a:latin typeface="Calibri"/>
                <a:cs typeface="Calibri"/>
              </a:rPr>
              <a:t> </a:t>
            </a:r>
            <a:r>
              <a:rPr sz="1600" dirty="0">
                <a:solidFill>
                  <a:srgbClr val="222222"/>
                </a:solidFill>
                <a:latin typeface="Calibri"/>
                <a:cs typeface="Calibri"/>
              </a:rPr>
              <a:t>the</a:t>
            </a:r>
            <a:r>
              <a:rPr sz="1600" spc="285" dirty="0">
                <a:solidFill>
                  <a:srgbClr val="222222"/>
                </a:solidFill>
                <a:latin typeface="Calibri"/>
                <a:cs typeface="Calibri"/>
              </a:rPr>
              <a:t> </a:t>
            </a:r>
            <a:r>
              <a:rPr sz="1600" dirty="0">
                <a:solidFill>
                  <a:srgbClr val="222222"/>
                </a:solidFill>
                <a:latin typeface="Calibri"/>
                <a:cs typeface="Calibri"/>
              </a:rPr>
              <a:t>paragraph</a:t>
            </a:r>
            <a:r>
              <a:rPr sz="1600" spc="280" dirty="0">
                <a:solidFill>
                  <a:srgbClr val="222222"/>
                </a:solidFill>
                <a:latin typeface="Calibri"/>
                <a:cs typeface="Calibri"/>
              </a:rPr>
              <a:t> </a:t>
            </a:r>
            <a:r>
              <a:rPr sz="1600" dirty="0">
                <a:solidFill>
                  <a:srgbClr val="222222"/>
                </a:solidFill>
                <a:latin typeface="Calibri"/>
                <a:cs typeface="Calibri"/>
              </a:rPr>
              <a:t>3,</a:t>
            </a:r>
            <a:r>
              <a:rPr sz="1600" spc="275" dirty="0">
                <a:solidFill>
                  <a:srgbClr val="222222"/>
                </a:solidFill>
                <a:latin typeface="Calibri"/>
                <a:cs typeface="Calibri"/>
              </a:rPr>
              <a:t> </a:t>
            </a:r>
            <a:r>
              <a:rPr sz="1600" spc="-25" dirty="0">
                <a:solidFill>
                  <a:srgbClr val="222222"/>
                </a:solidFill>
                <a:latin typeface="Calibri"/>
                <a:cs typeface="Calibri"/>
              </a:rPr>
              <a:t>the </a:t>
            </a:r>
            <a:r>
              <a:rPr sz="1600" dirty="0">
                <a:solidFill>
                  <a:srgbClr val="222222"/>
                </a:solidFill>
                <a:latin typeface="Calibri"/>
                <a:cs typeface="Calibri"/>
              </a:rPr>
              <a:t>shipbuilder</a:t>
            </a:r>
            <a:r>
              <a:rPr sz="1600" spc="-30" dirty="0">
                <a:solidFill>
                  <a:srgbClr val="222222"/>
                </a:solidFill>
                <a:latin typeface="Calibri"/>
                <a:cs typeface="Calibri"/>
              </a:rPr>
              <a:t> </a:t>
            </a:r>
            <a:r>
              <a:rPr sz="1600" dirty="0">
                <a:solidFill>
                  <a:srgbClr val="222222"/>
                </a:solidFill>
                <a:latin typeface="Calibri"/>
                <a:cs typeface="Calibri"/>
              </a:rPr>
              <a:t>may</a:t>
            </a:r>
            <a:r>
              <a:rPr sz="1600" spc="-25" dirty="0">
                <a:solidFill>
                  <a:srgbClr val="222222"/>
                </a:solidFill>
                <a:latin typeface="Calibri"/>
                <a:cs typeface="Calibri"/>
              </a:rPr>
              <a:t> </a:t>
            </a:r>
            <a:r>
              <a:rPr sz="1600" dirty="0">
                <a:solidFill>
                  <a:srgbClr val="222222"/>
                </a:solidFill>
                <a:latin typeface="Calibri"/>
                <a:cs typeface="Calibri"/>
              </a:rPr>
              <a:t>apply</a:t>
            </a:r>
            <a:r>
              <a:rPr sz="1600" spc="-30" dirty="0">
                <a:solidFill>
                  <a:srgbClr val="222222"/>
                </a:solidFill>
                <a:latin typeface="Calibri"/>
                <a:cs typeface="Calibri"/>
              </a:rPr>
              <a:t> </a:t>
            </a:r>
            <a:r>
              <a:rPr sz="1600" dirty="0">
                <a:solidFill>
                  <a:srgbClr val="222222"/>
                </a:solidFill>
                <a:latin typeface="Calibri"/>
                <a:cs typeface="Calibri"/>
              </a:rPr>
              <a:t>for</a:t>
            </a:r>
            <a:r>
              <a:rPr sz="1600" spc="-25" dirty="0">
                <a:solidFill>
                  <a:srgbClr val="222222"/>
                </a:solidFill>
                <a:latin typeface="Calibri"/>
                <a:cs typeface="Calibri"/>
              </a:rPr>
              <a:t> </a:t>
            </a:r>
            <a:r>
              <a:rPr sz="1600" dirty="0">
                <a:solidFill>
                  <a:srgbClr val="222222"/>
                </a:solidFill>
                <a:latin typeface="Calibri"/>
                <a:cs typeface="Calibri"/>
              </a:rPr>
              <a:t>a</a:t>
            </a:r>
            <a:r>
              <a:rPr sz="1600" spc="-35" dirty="0">
                <a:solidFill>
                  <a:srgbClr val="222222"/>
                </a:solidFill>
                <a:latin typeface="Calibri"/>
                <a:cs typeface="Calibri"/>
              </a:rPr>
              <a:t> </a:t>
            </a:r>
            <a:r>
              <a:rPr sz="1600" dirty="0">
                <a:solidFill>
                  <a:srgbClr val="222222"/>
                </a:solidFill>
                <a:latin typeface="Calibri"/>
                <a:cs typeface="Calibri"/>
              </a:rPr>
              <a:t>repeat</a:t>
            </a:r>
            <a:r>
              <a:rPr sz="1600" spc="-30" dirty="0">
                <a:solidFill>
                  <a:srgbClr val="222222"/>
                </a:solidFill>
                <a:latin typeface="Calibri"/>
                <a:cs typeface="Calibri"/>
              </a:rPr>
              <a:t> </a:t>
            </a:r>
            <a:r>
              <a:rPr sz="1600" dirty="0">
                <a:solidFill>
                  <a:srgbClr val="222222"/>
                </a:solidFill>
                <a:latin typeface="Calibri"/>
                <a:cs typeface="Calibri"/>
              </a:rPr>
              <a:t>AP1</a:t>
            </a:r>
            <a:r>
              <a:rPr sz="1600" spc="-30" dirty="0">
                <a:solidFill>
                  <a:srgbClr val="222222"/>
                </a:solidFill>
                <a:latin typeface="Calibri"/>
                <a:cs typeface="Calibri"/>
              </a:rPr>
              <a:t> </a:t>
            </a:r>
            <a:r>
              <a:rPr sz="1600" dirty="0">
                <a:solidFill>
                  <a:srgbClr val="222222"/>
                </a:solidFill>
                <a:latin typeface="Calibri"/>
                <a:cs typeface="Calibri"/>
              </a:rPr>
              <a:t>for</a:t>
            </a:r>
            <a:r>
              <a:rPr sz="1600" spc="-25" dirty="0">
                <a:solidFill>
                  <a:srgbClr val="222222"/>
                </a:solidFill>
                <a:latin typeface="Calibri"/>
                <a:cs typeface="Calibri"/>
              </a:rPr>
              <a:t> </a:t>
            </a:r>
            <a:r>
              <a:rPr sz="1600" dirty="0">
                <a:solidFill>
                  <a:srgbClr val="222222"/>
                </a:solidFill>
                <a:latin typeface="Calibri"/>
                <a:cs typeface="Calibri"/>
              </a:rPr>
              <a:t>the</a:t>
            </a:r>
            <a:r>
              <a:rPr sz="1600" spc="-25" dirty="0">
                <a:solidFill>
                  <a:srgbClr val="222222"/>
                </a:solidFill>
                <a:latin typeface="Calibri"/>
                <a:cs typeface="Calibri"/>
              </a:rPr>
              <a:t> </a:t>
            </a:r>
            <a:r>
              <a:rPr sz="1600" dirty="0">
                <a:solidFill>
                  <a:srgbClr val="222222"/>
                </a:solidFill>
                <a:latin typeface="Calibri"/>
                <a:cs typeface="Calibri"/>
              </a:rPr>
              <a:t>same</a:t>
            </a:r>
            <a:r>
              <a:rPr sz="1600" spc="-30" dirty="0">
                <a:solidFill>
                  <a:srgbClr val="222222"/>
                </a:solidFill>
                <a:latin typeface="Calibri"/>
                <a:cs typeface="Calibri"/>
              </a:rPr>
              <a:t> </a:t>
            </a:r>
            <a:r>
              <a:rPr sz="1600" dirty="0">
                <a:solidFill>
                  <a:srgbClr val="222222"/>
                </a:solidFill>
                <a:latin typeface="Calibri"/>
                <a:cs typeface="Calibri"/>
              </a:rPr>
              <a:t>aerial</a:t>
            </a:r>
            <a:r>
              <a:rPr sz="1600" spc="-35" dirty="0">
                <a:solidFill>
                  <a:srgbClr val="222222"/>
                </a:solidFill>
                <a:latin typeface="Calibri"/>
                <a:cs typeface="Calibri"/>
              </a:rPr>
              <a:t> </a:t>
            </a:r>
            <a:r>
              <a:rPr sz="1600" dirty="0">
                <a:solidFill>
                  <a:srgbClr val="222222"/>
                </a:solidFill>
                <a:latin typeface="Calibri"/>
                <a:cs typeface="Calibri"/>
              </a:rPr>
              <a:t>inspection</a:t>
            </a:r>
            <a:r>
              <a:rPr sz="1600" spc="-35" dirty="0">
                <a:solidFill>
                  <a:srgbClr val="222222"/>
                </a:solidFill>
                <a:latin typeface="Calibri"/>
                <a:cs typeface="Calibri"/>
              </a:rPr>
              <a:t> </a:t>
            </a:r>
            <a:r>
              <a:rPr sz="1600" dirty="0">
                <a:solidFill>
                  <a:srgbClr val="222222"/>
                </a:solidFill>
                <a:latin typeface="Calibri"/>
                <a:cs typeface="Calibri"/>
              </a:rPr>
              <a:t>at</a:t>
            </a:r>
            <a:r>
              <a:rPr sz="1600" spc="-30" dirty="0">
                <a:solidFill>
                  <a:srgbClr val="222222"/>
                </a:solidFill>
                <a:latin typeface="Calibri"/>
                <a:cs typeface="Calibri"/>
              </a:rPr>
              <a:t> </a:t>
            </a:r>
            <a:r>
              <a:rPr sz="1600" dirty="0">
                <a:solidFill>
                  <a:srgbClr val="222222"/>
                </a:solidFill>
                <a:latin typeface="Calibri"/>
                <a:cs typeface="Calibri"/>
              </a:rPr>
              <a:t>the</a:t>
            </a:r>
            <a:r>
              <a:rPr sz="1600" spc="-25" dirty="0">
                <a:solidFill>
                  <a:srgbClr val="222222"/>
                </a:solidFill>
                <a:latin typeface="Calibri"/>
                <a:cs typeface="Calibri"/>
              </a:rPr>
              <a:t> </a:t>
            </a:r>
            <a:r>
              <a:rPr sz="1600" spc="-10" dirty="0">
                <a:solidFill>
                  <a:srgbClr val="222222"/>
                </a:solidFill>
                <a:latin typeface="Calibri"/>
                <a:cs typeface="Calibri"/>
              </a:rPr>
              <a:t>shipyard</a:t>
            </a:r>
            <a:r>
              <a:rPr sz="1600" spc="-35" dirty="0">
                <a:solidFill>
                  <a:srgbClr val="222222"/>
                </a:solidFill>
                <a:latin typeface="Calibri"/>
                <a:cs typeface="Calibri"/>
              </a:rPr>
              <a:t> </a:t>
            </a:r>
            <a:r>
              <a:rPr sz="1600" dirty="0">
                <a:solidFill>
                  <a:srgbClr val="222222"/>
                </a:solidFill>
                <a:latin typeface="Calibri"/>
                <a:cs typeface="Calibri"/>
              </a:rPr>
              <a:t>for</a:t>
            </a:r>
            <a:r>
              <a:rPr sz="1600" spc="-25" dirty="0">
                <a:solidFill>
                  <a:srgbClr val="222222"/>
                </a:solidFill>
                <a:latin typeface="Calibri"/>
                <a:cs typeface="Calibri"/>
              </a:rPr>
              <a:t> </a:t>
            </a:r>
            <a:r>
              <a:rPr sz="1600" dirty="0">
                <a:solidFill>
                  <a:srgbClr val="222222"/>
                </a:solidFill>
                <a:latin typeface="Calibri"/>
                <a:cs typeface="Calibri"/>
              </a:rPr>
              <a:t>a</a:t>
            </a:r>
            <a:r>
              <a:rPr sz="1600" spc="-35" dirty="0">
                <a:solidFill>
                  <a:srgbClr val="222222"/>
                </a:solidFill>
                <a:latin typeface="Calibri"/>
                <a:cs typeface="Calibri"/>
              </a:rPr>
              <a:t> </a:t>
            </a:r>
            <a:r>
              <a:rPr sz="1600" dirty="0">
                <a:solidFill>
                  <a:srgbClr val="222222"/>
                </a:solidFill>
                <a:latin typeface="Calibri"/>
                <a:cs typeface="Calibri"/>
              </a:rPr>
              <a:t>new</a:t>
            </a:r>
            <a:r>
              <a:rPr sz="1600" spc="-25" dirty="0">
                <a:solidFill>
                  <a:srgbClr val="222222"/>
                </a:solidFill>
                <a:latin typeface="Calibri"/>
                <a:cs typeface="Calibri"/>
              </a:rPr>
              <a:t> </a:t>
            </a:r>
            <a:r>
              <a:rPr sz="1600" dirty="0">
                <a:solidFill>
                  <a:srgbClr val="222222"/>
                </a:solidFill>
                <a:latin typeface="Calibri"/>
                <a:cs typeface="Calibri"/>
              </a:rPr>
              <a:t>period</a:t>
            </a:r>
            <a:r>
              <a:rPr sz="1600" spc="-35" dirty="0">
                <a:solidFill>
                  <a:srgbClr val="222222"/>
                </a:solidFill>
                <a:latin typeface="Calibri"/>
                <a:cs typeface="Calibri"/>
              </a:rPr>
              <a:t> </a:t>
            </a:r>
            <a:r>
              <a:rPr sz="1600" dirty="0">
                <a:solidFill>
                  <a:srgbClr val="222222"/>
                </a:solidFill>
                <a:latin typeface="Calibri"/>
                <a:cs typeface="Calibri"/>
              </a:rPr>
              <a:t>from</a:t>
            </a:r>
            <a:r>
              <a:rPr sz="1600" spc="-35" dirty="0">
                <a:solidFill>
                  <a:srgbClr val="222222"/>
                </a:solidFill>
                <a:latin typeface="Calibri"/>
                <a:cs typeface="Calibri"/>
              </a:rPr>
              <a:t> </a:t>
            </a:r>
            <a:r>
              <a:rPr sz="1600" dirty="0">
                <a:solidFill>
                  <a:srgbClr val="222222"/>
                </a:solidFill>
                <a:latin typeface="Calibri"/>
                <a:cs typeface="Calibri"/>
              </a:rPr>
              <a:t>1</a:t>
            </a:r>
            <a:r>
              <a:rPr sz="1600" spc="-30" dirty="0">
                <a:solidFill>
                  <a:srgbClr val="222222"/>
                </a:solidFill>
                <a:latin typeface="Calibri"/>
                <a:cs typeface="Calibri"/>
              </a:rPr>
              <a:t> </a:t>
            </a:r>
            <a:r>
              <a:rPr sz="1600" dirty="0">
                <a:solidFill>
                  <a:srgbClr val="222222"/>
                </a:solidFill>
                <a:latin typeface="Calibri"/>
                <a:cs typeface="Calibri"/>
              </a:rPr>
              <a:t>May</a:t>
            </a:r>
            <a:r>
              <a:rPr sz="1600" spc="-30" dirty="0">
                <a:solidFill>
                  <a:srgbClr val="222222"/>
                </a:solidFill>
                <a:latin typeface="Calibri"/>
                <a:cs typeface="Calibri"/>
              </a:rPr>
              <a:t> </a:t>
            </a:r>
            <a:r>
              <a:rPr sz="1600" dirty="0">
                <a:solidFill>
                  <a:srgbClr val="222222"/>
                </a:solidFill>
                <a:latin typeface="Calibri"/>
                <a:cs typeface="Calibri"/>
              </a:rPr>
              <a:t>to</a:t>
            </a:r>
            <a:r>
              <a:rPr sz="1600" spc="-25" dirty="0">
                <a:solidFill>
                  <a:srgbClr val="222222"/>
                </a:solidFill>
                <a:latin typeface="Calibri"/>
                <a:cs typeface="Calibri"/>
              </a:rPr>
              <a:t> </a:t>
            </a:r>
            <a:r>
              <a:rPr sz="1600" dirty="0">
                <a:solidFill>
                  <a:srgbClr val="222222"/>
                </a:solidFill>
                <a:latin typeface="Calibri"/>
                <a:cs typeface="Calibri"/>
              </a:rPr>
              <a:t>31</a:t>
            </a:r>
            <a:r>
              <a:rPr sz="1600" spc="-30" dirty="0">
                <a:solidFill>
                  <a:srgbClr val="222222"/>
                </a:solidFill>
                <a:latin typeface="Calibri"/>
                <a:cs typeface="Calibri"/>
              </a:rPr>
              <a:t> </a:t>
            </a:r>
            <a:r>
              <a:rPr sz="1600" spc="-10" dirty="0">
                <a:solidFill>
                  <a:srgbClr val="222222"/>
                </a:solidFill>
                <a:latin typeface="Calibri"/>
                <a:cs typeface="Calibri"/>
              </a:rPr>
              <a:t>July.</a:t>
            </a:r>
            <a:endParaRPr sz="1600">
              <a:latin typeface="Calibri"/>
              <a:cs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pic>
        <p:nvPicPr>
          <p:cNvPr id="7" name="object 7"/>
          <p:cNvPicPr/>
          <p:nvPr/>
        </p:nvPicPr>
        <p:blipFill>
          <a:blip r:embed="rId4" cstate="print"/>
          <a:stretch>
            <a:fillRect/>
          </a:stretch>
        </p:blipFill>
        <p:spPr>
          <a:xfrm>
            <a:off x="1417319" y="1469136"/>
            <a:ext cx="3959352" cy="573024"/>
          </a:xfrm>
          <a:prstGeom prst="rect">
            <a:avLst/>
          </a:prstGeom>
        </p:spPr>
      </p:pic>
      <p:sp>
        <p:nvSpPr>
          <p:cNvPr id="8" name="object 8"/>
          <p:cNvSpPr txBox="1"/>
          <p:nvPr/>
        </p:nvSpPr>
        <p:spPr>
          <a:xfrm>
            <a:off x="1563049" y="1525523"/>
            <a:ext cx="8587740" cy="2935605"/>
          </a:xfrm>
          <a:prstGeom prst="rect">
            <a:avLst/>
          </a:prstGeom>
        </p:spPr>
        <p:txBody>
          <a:bodyPr vert="horz" wrap="square" lIns="0" tIns="12700" rIns="0" bIns="0" rtlCol="0">
            <a:spAutoFit/>
          </a:bodyPr>
          <a:lstStyle/>
          <a:p>
            <a:pPr marL="12700">
              <a:lnSpc>
                <a:spcPct val="100000"/>
              </a:lnSpc>
              <a:spcBef>
                <a:spcPts val="100"/>
              </a:spcBef>
            </a:pPr>
            <a:r>
              <a:rPr sz="2000" b="1" dirty="0">
                <a:latin typeface="Corbel"/>
                <a:cs typeface="Corbel"/>
              </a:rPr>
              <a:t>When</a:t>
            </a:r>
            <a:r>
              <a:rPr sz="2000" b="1" spc="-20" dirty="0">
                <a:latin typeface="Corbel"/>
                <a:cs typeface="Corbel"/>
              </a:rPr>
              <a:t> </a:t>
            </a:r>
            <a:r>
              <a:rPr sz="2000" b="1" dirty="0">
                <a:latin typeface="Corbel"/>
                <a:cs typeface="Corbel"/>
              </a:rPr>
              <a:t>do</a:t>
            </a:r>
            <a:r>
              <a:rPr sz="2000" b="1" spc="-10" dirty="0">
                <a:latin typeface="Corbel"/>
                <a:cs typeface="Corbel"/>
              </a:rPr>
              <a:t> </a:t>
            </a:r>
            <a:r>
              <a:rPr sz="2000" b="1" dirty="0">
                <a:latin typeface="Corbel"/>
                <a:cs typeface="Corbel"/>
              </a:rPr>
              <a:t>I</a:t>
            </a:r>
            <a:r>
              <a:rPr sz="2000" b="1" spc="-20" dirty="0">
                <a:latin typeface="Corbel"/>
                <a:cs typeface="Corbel"/>
              </a:rPr>
              <a:t> </a:t>
            </a:r>
            <a:r>
              <a:rPr sz="2000" b="1" dirty="0">
                <a:latin typeface="Corbel"/>
                <a:cs typeface="Corbel"/>
              </a:rPr>
              <a:t>need</a:t>
            </a:r>
            <a:r>
              <a:rPr sz="2000" b="1" spc="-25" dirty="0">
                <a:latin typeface="Corbel"/>
                <a:cs typeface="Corbel"/>
              </a:rPr>
              <a:t> </a:t>
            </a:r>
            <a:r>
              <a:rPr sz="2000" b="1" dirty="0">
                <a:latin typeface="Corbel"/>
                <a:cs typeface="Corbel"/>
              </a:rPr>
              <a:t>a</a:t>
            </a:r>
            <a:r>
              <a:rPr sz="2000" b="1" spc="-95" dirty="0">
                <a:latin typeface="Corbel"/>
                <a:cs typeface="Corbel"/>
              </a:rPr>
              <a:t> </a:t>
            </a:r>
            <a:r>
              <a:rPr sz="2000" b="1" dirty="0">
                <a:latin typeface="Corbel"/>
                <a:cs typeface="Corbel"/>
              </a:rPr>
              <a:t>Class</a:t>
            </a:r>
            <a:r>
              <a:rPr sz="2000" b="1" spc="-20" dirty="0">
                <a:latin typeface="Corbel"/>
                <a:cs typeface="Corbel"/>
              </a:rPr>
              <a:t> </a:t>
            </a:r>
            <a:r>
              <a:rPr sz="2000" b="1" dirty="0">
                <a:latin typeface="Corbel"/>
                <a:cs typeface="Corbel"/>
              </a:rPr>
              <a:t>1</a:t>
            </a:r>
            <a:r>
              <a:rPr sz="2000" b="1" spc="-20" dirty="0">
                <a:latin typeface="Corbel"/>
                <a:cs typeface="Corbel"/>
              </a:rPr>
              <a:t> </a:t>
            </a:r>
            <a:r>
              <a:rPr sz="2000" b="1" spc="-10" dirty="0">
                <a:latin typeface="Corbel"/>
                <a:cs typeface="Corbel"/>
              </a:rPr>
              <a:t>Permit?</a:t>
            </a:r>
            <a:endParaRPr sz="2000">
              <a:latin typeface="Corbel"/>
              <a:cs typeface="Corbel"/>
            </a:endParaRPr>
          </a:p>
          <a:p>
            <a:pPr>
              <a:lnSpc>
                <a:spcPct val="100000"/>
              </a:lnSpc>
              <a:spcBef>
                <a:spcPts val="1845"/>
              </a:spcBef>
            </a:pPr>
            <a:endParaRPr sz="2000">
              <a:latin typeface="Corbel"/>
              <a:cs typeface="Corbel"/>
            </a:endParaRPr>
          </a:p>
          <a:p>
            <a:pPr marL="12700">
              <a:lnSpc>
                <a:spcPct val="100000"/>
              </a:lnSpc>
            </a:pPr>
            <a:r>
              <a:rPr sz="1600" spc="-10" dirty="0">
                <a:solidFill>
                  <a:srgbClr val="333335"/>
                </a:solidFill>
                <a:latin typeface="Calibri"/>
                <a:cs typeface="Calibri"/>
              </a:rPr>
              <a:t>Required</a:t>
            </a:r>
            <a:r>
              <a:rPr sz="1600" spc="-40" dirty="0">
                <a:solidFill>
                  <a:srgbClr val="333335"/>
                </a:solidFill>
                <a:latin typeface="Calibri"/>
                <a:cs typeface="Calibri"/>
              </a:rPr>
              <a:t> </a:t>
            </a:r>
            <a:r>
              <a:rPr sz="1600" dirty="0">
                <a:solidFill>
                  <a:srgbClr val="333335"/>
                </a:solidFill>
                <a:latin typeface="Calibri"/>
                <a:cs typeface="Calibri"/>
              </a:rPr>
              <a:t>for</a:t>
            </a:r>
            <a:r>
              <a:rPr sz="1600" spc="-30" dirty="0">
                <a:solidFill>
                  <a:srgbClr val="333335"/>
                </a:solidFill>
                <a:latin typeface="Calibri"/>
                <a:cs typeface="Calibri"/>
              </a:rPr>
              <a:t> </a:t>
            </a:r>
            <a:r>
              <a:rPr sz="1600" dirty="0">
                <a:solidFill>
                  <a:srgbClr val="333335"/>
                </a:solidFill>
                <a:latin typeface="Calibri"/>
                <a:cs typeface="Calibri"/>
              </a:rPr>
              <a:t>unmanned</a:t>
            </a:r>
            <a:r>
              <a:rPr sz="1600" spc="-45" dirty="0">
                <a:solidFill>
                  <a:srgbClr val="333335"/>
                </a:solidFill>
                <a:latin typeface="Calibri"/>
                <a:cs typeface="Calibri"/>
              </a:rPr>
              <a:t> </a:t>
            </a:r>
            <a:r>
              <a:rPr sz="1600" spc="-10" dirty="0">
                <a:solidFill>
                  <a:srgbClr val="333335"/>
                </a:solidFill>
                <a:latin typeface="Calibri"/>
                <a:cs typeface="Calibri"/>
              </a:rPr>
              <a:t>aircraft</a:t>
            </a:r>
            <a:r>
              <a:rPr sz="1600" spc="-30" dirty="0">
                <a:solidFill>
                  <a:srgbClr val="333335"/>
                </a:solidFill>
                <a:latin typeface="Calibri"/>
                <a:cs typeface="Calibri"/>
              </a:rPr>
              <a:t> </a:t>
            </a:r>
            <a:r>
              <a:rPr sz="1600" dirty="0">
                <a:solidFill>
                  <a:srgbClr val="333335"/>
                </a:solidFill>
                <a:latin typeface="Calibri"/>
                <a:cs typeface="Calibri"/>
              </a:rPr>
              <a:t>activities</a:t>
            </a:r>
            <a:r>
              <a:rPr sz="1600" spc="-40" dirty="0">
                <a:solidFill>
                  <a:srgbClr val="333335"/>
                </a:solidFill>
                <a:latin typeface="Calibri"/>
                <a:cs typeface="Calibri"/>
              </a:rPr>
              <a:t> </a:t>
            </a:r>
            <a:r>
              <a:rPr sz="1600" dirty="0">
                <a:solidFill>
                  <a:srgbClr val="333335"/>
                </a:solidFill>
                <a:latin typeface="Calibri"/>
                <a:cs typeface="Calibri"/>
              </a:rPr>
              <a:t>conducted</a:t>
            </a:r>
            <a:r>
              <a:rPr sz="1600" spc="-40" dirty="0">
                <a:solidFill>
                  <a:srgbClr val="333335"/>
                </a:solidFill>
                <a:latin typeface="Calibri"/>
                <a:cs typeface="Calibri"/>
              </a:rPr>
              <a:t> </a:t>
            </a:r>
            <a:r>
              <a:rPr sz="1600" dirty="0">
                <a:solidFill>
                  <a:srgbClr val="333335"/>
                </a:solidFill>
                <a:latin typeface="Calibri"/>
                <a:cs typeface="Calibri"/>
              </a:rPr>
              <a:t>in</a:t>
            </a:r>
            <a:r>
              <a:rPr sz="1600" spc="-35" dirty="0">
                <a:solidFill>
                  <a:srgbClr val="333335"/>
                </a:solidFill>
                <a:latin typeface="Calibri"/>
                <a:cs typeface="Calibri"/>
              </a:rPr>
              <a:t> </a:t>
            </a:r>
            <a:r>
              <a:rPr sz="1600" dirty="0">
                <a:solidFill>
                  <a:srgbClr val="333335"/>
                </a:solidFill>
                <a:latin typeface="Calibri"/>
                <a:cs typeface="Calibri"/>
              </a:rPr>
              <a:t>the</a:t>
            </a:r>
            <a:r>
              <a:rPr sz="1600" spc="-30" dirty="0">
                <a:solidFill>
                  <a:srgbClr val="333335"/>
                </a:solidFill>
                <a:latin typeface="Calibri"/>
                <a:cs typeface="Calibri"/>
              </a:rPr>
              <a:t> </a:t>
            </a:r>
            <a:r>
              <a:rPr sz="1600" dirty="0">
                <a:solidFill>
                  <a:srgbClr val="333335"/>
                </a:solidFill>
                <a:latin typeface="Calibri"/>
                <a:cs typeface="Calibri"/>
              </a:rPr>
              <a:t>course</a:t>
            </a:r>
            <a:r>
              <a:rPr sz="1600" spc="-30" dirty="0">
                <a:solidFill>
                  <a:srgbClr val="333335"/>
                </a:solidFill>
                <a:latin typeface="Calibri"/>
                <a:cs typeface="Calibri"/>
              </a:rPr>
              <a:t> </a:t>
            </a:r>
            <a:r>
              <a:rPr sz="1600" dirty="0">
                <a:solidFill>
                  <a:srgbClr val="333335"/>
                </a:solidFill>
                <a:latin typeface="Calibri"/>
                <a:cs typeface="Calibri"/>
              </a:rPr>
              <a:t>of</a:t>
            </a:r>
            <a:r>
              <a:rPr sz="1600" spc="-40" dirty="0">
                <a:solidFill>
                  <a:srgbClr val="333335"/>
                </a:solidFill>
                <a:latin typeface="Calibri"/>
                <a:cs typeface="Calibri"/>
              </a:rPr>
              <a:t> </a:t>
            </a:r>
            <a:r>
              <a:rPr sz="1600" dirty="0">
                <a:solidFill>
                  <a:srgbClr val="333335"/>
                </a:solidFill>
                <a:latin typeface="Calibri"/>
                <a:cs typeface="Calibri"/>
              </a:rPr>
              <a:t>business</a:t>
            </a:r>
            <a:r>
              <a:rPr sz="1600" spc="-35" dirty="0">
                <a:solidFill>
                  <a:srgbClr val="333335"/>
                </a:solidFill>
                <a:latin typeface="Calibri"/>
                <a:cs typeface="Calibri"/>
              </a:rPr>
              <a:t> </a:t>
            </a:r>
            <a:r>
              <a:rPr sz="1600" dirty="0">
                <a:solidFill>
                  <a:srgbClr val="333335"/>
                </a:solidFill>
                <a:latin typeface="Calibri"/>
                <a:cs typeface="Calibri"/>
              </a:rPr>
              <a:t>(</a:t>
            </a:r>
            <a:r>
              <a:rPr sz="1600" i="1" dirty="0">
                <a:solidFill>
                  <a:srgbClr val="333335"/>
                </a:solidFill>
                <a:latin typeface="Calibri"/>
                <a:cs typeface="Calibri"/>
              </a:rPr>
              <a:t>regardless</a:t>
            </a:r>
            <a:r>
              <a:rPr sz="1600" i="1" spc="-35" dirty="0">
                <a:solidFill>
                  <a:srgbClr val="333335"/>
                </a:solidFill>
                <a:latin typeface="Calibri"/>
                <a:cs typeface="Calibri"/>
              </a:rPr>
              <a:t> </a:t>
            </a:r>
            <a:r>
              <a:rPr sz="1600" i="1" dirty="0">
                <a:solidFill>
                  <a:srgbClr val="333335"/>
                </a:solidFill>
                <a:latin typeface="Calibri"/>
                <a:cs typeface="Calibri"/>
              </a:rPr>
              <a:t>of</a:t>
            </a:r>
            <a:r>
              <a:rPr sz="1600" i="1" spc="-35" dirty="0">
                <a:solidFill>
                  <a:srgbClr val="333335"/>
                </a:solidFill>
                <a:latin typeface="Calibri"/>
                <a:cs typeface="Calibri"/>
              </a:rPr>
              <a:t> </a:t>
            </a:r>
            <a:r>
              <a:rPr sz="1600" i="1" dirty="0">
                <a:solidFill>
                  <a:srgbClr val="333335"/>
                </a:solidFill>
                <a:latin typeface="Calibri"/>
                <a:cs typeface="Calibri"/>
              </a:rPr>
              <a:t>UA</a:t>
            </a:r>
            <a:r>
              <a:rPr sz="1600" i="1" spc="-35" dirty="0">
                <a:solidFill>
                  <a:srgbClr val="333335"/>
                </a:solidFill>
                <a:latin typeface="Calibri"/>
                <a:cs typeface="Calibri"/>
              </a:rPr>
              <a:t> </a:t>
            </a:r>
            <a:r>
              <a:rPr sz="1600" i="1" spc="-10" dirty="0">
                <a:solidFill>
                  <a:srgbClr val="333335"/>
                </a:solidFill>
                <a:latin typeface="Calibri"/>
                <a:cs typeface="Calibri"/>
              </a:rPr>
              <a:t>weight</a:t>
            </a:r>
            <a:r>
              <a:rPr sz="1600" spc="-10" dirty="0">
                <a:solidFill>
                  <a:srgbClr val="333335"/>
                </a:solidFill>
                <a:latin typeface="Calibri"/>
                <a:cs typeface="Calibri"/>
              </a:rPr>
              <a:t>),</a:t>
            </a:r>
            <a:endParaRPr sz="1600">
              <a:latin typeface="Calibri"/>
              <a:cs typeface="Calibri"/>
            </a:endParaRPr>
          </a:p>
          <a:p>
            <a:pPr>
              <a:lnSpc>
                <a:spcPct val="100000"/>
              </a:lnSpc>
              <a:spcBef>
                <a:spcPts val="1030"/>
              </a:spcBef>
            </a:pPr>
            <a:endParaRPr sz="1600">
              <a:latin typeface="Calibri"/>
              <a:cs typeface="Calibri"/>
            </a:endParaRPr>
          </a:p>
          <a:p>
            <a:pPr marL="755015" indent="-285115">
              <a:lnSpc>
                <a:spcPct val="100000"/>
              </a:lnSpc>
              <a:buClr>
                <a:srgbClr val="000000"/>
              </a:buClr>
              <a:buSzPct val="142857"/>
              <a:buFont typeface="Arial MT"/>
              <a:buChar char="•"/>
              <a:tabLst>
                <a:tab pos="755015" algn="l"/>
              </a:tabLst>
            </a:pPr>
            <a:r>
              <a:rPr sz="1400" dirty="0">
                <a:solidFill>
                  <a:srgbClr val="333335"/>
                </a:solidFill>
                <a:latin typeface="Calibri"/>
                <a:cs typeface="Calibri"/>
              </a:rPr>
              <a:t>For</a:t>
            </a:r>
            <a:r>
              <a:rPr sz="1400" spc="-40" dirty="0">
                <a:solidFill>
                  <a:srgbClr val="333335"/>
                </a:solidFill>
                <a:latin typeface="Calibri"/>
                <a:cs typeface="Calibri"/>
              </a:rPr>
              <a:t> </a:t>
            </a:r>
            <a:r>
              <a:rPr sz="1400" spc="-10" dirty="0">
                <a:solidFill>
                  <a:srgbClr val="333335"/>
                </a:solidFill>
                <a:latin typeface="Calibri"/>
                <a:cs typeface="Calibri"/>
              </a:rPr>
              <a:t>recreation</a:t>
            </a:r>
            <a:r>
              <a:rPr sz="1400" spc="-35" dirty="0">
                <a:solidFill>
                  <a:srgbClr val="333335"/>
                </a:solidFill>
                <a:latin typeface="Calibri"/>
                <a:cs typeface="Calibri"/>
              </a:rPr>
              <a:t> </a:t>
            </a:r>
            <a:r>
              <a:rPr sz="1400" dirty="0">
                <a:solidFill>
                  <a:srgbClr val="333335"/>
                </a:solidFill>
                <a:latin typeface="Calibri"/>
                <a:cs typeface="Calibri"/>
              </a:rPr>
              <a:t>purposes</a:t>
            </a:r>
            <a:r>
              <a:rPr sz="1400" spc="-40" dirty="0">
                <a:solidFill>
                  <a:srgbClr val="333335"/>
                </a:solidFill>
                <a:latin typeface="Calibri"/>
                <a:cs typeface="Calibri"/>
              </a:rPr>
              <a:t> </a:t>
            </a:r>
            <a:r>
              <a:rPr sz="1400" spc="-20" dirty="0">
                <a:solidFill>
                  <a:srgbClr val="333335"/>
                </a:solidFill>
                <a:latin typeface="Calibri"/>
                <a:cs typeface="Calibri"/>
              </a:rPr>
              <a:t>if,</a:t>
            </a:r>
            <a:r>
              <a:rPr sz="1400" spc="-35" dirty="0">
                <a:solidFill>
                  <a:srgbClr val="333335"/>
                </a:solidFill>
                <a:latin typeface="Calibri"/>
                <a:cs typeface="Calibri"/>
              </a:rPr>
              <a:t> </a:t>
            </a:r>
            <a:r>
              <a:rPr sz="1400" dirty="0">
                <a:solidFill>
                  <a:srgbClr val="333335"/>
                </a:solidFill>
                <a:latin typeface="Calibri"/>
                <a:cs typeface="Calibri"/>
              </a:rPr>
              <a:t>UA</a:t>
            </a:r>
            <a:r>
              <a:rPr sz="1400" spc="-35" dirty="0">
                <a:solidFill>
                  <a:srgbClr val="333335"/>
                </a:solidFill>
                <a:latin typeface="Calibri"/>
                <a:cs typeface="Calibri"/>
              </a:rPr>
              <a:t> </a:t>
            </a:r>
            <a:r>
              <a:rPr sz="1400" dirty="0">
                <a:solidFill>
                  <a:srgbClr val="333335"/>
                </a:solidFill>
                <a:latin typeface="Calibri"/>
                <a:cs typeface="Calibri"/>
              </a:rPr>
              <a:t>weighs</a:t>
            </a:r>
            <a:r>
              <a:rPr sz="1400" spc="-40" dirty="0">
                <a:solidFill>
                  <a:srgbClr val="333335"/>
                </a:solidFill>
                <a:latin typeface="Calibri"/>
                <a:cs typeface="Calibri"/>
              </a:rPr>
              <a:t> </a:t>
            </a:r>
            <a:r>
              <a:rPr sz="1400" dirty="0">
                <a:solidFill>
                  <a:srgbClr val="333335"/>
                </a:solidFill>
                <a:latin typeface="Calibri"/>
                <a:cs typeface="Calibri"/>
              </a:rPr>
              <a:t>more</a:t>
            </a:r>
            <a:r>
              <a:rPr sz="1400" spc="-30" dirty="0">
                <a:solidFill>
                  <a:srgbClr val="333335"/>
                </a:solidFill>
                <a:latin typeface="Calibri"/>
                <a:cs typeface="Calibri"/>
              </a:rPr>
              <a:t> </a:t>
            </a:r>
            <a:r>
              <a:rPr sz="1400" dirty="0">
                <a:solidFill>
                  <a:srgbClr val="333335"/>
                </a:solidFill>
                <a:latin typeface="Calibri"/>
                <a:cs typeface="Calibri"/>
              </a:rPr>
              <a:t>than</a:t>
            </a:r>
            <a:r>
              <a:rPr sz="1400" spc="-40" dirty="0">
                <a:solidFill>
                  <a:srgbClr val="333335"/>
                </a:solidFill>
                <a:latin typeface="Calibri"/>
                <a:cs typeface="Calibri"/>
              </a:rPr>
              <a:t> </a:t>
            </a:r>
            <a:r>
              <a:rPr sz="1400" dirty="0">
                <a:solidFill>
                  <a:srgbClr val="333335"/>
                </a:solidFill>
                <a:latin typeface="Calibri"/>
                <a:cs typeface="Calibri"/>
              </a:rPr>
              <a:t>25</a:t>
            </a:r>
            <a:r>
              <a:rPr sz="1400" spc="-35" dirty="0">
                <a:solidFill>
                  <a:srgbClr val="333335"/>
                </a:solidFill>
                <a:latin typeface="Calibri"/>
                <a:cs typeface="Calibri"/>
              </a:rPr>
              <a:t> </a:t>
            </a:r>
            <a:r>
              <a:rPr sz="1400" spc="-10" dirty="0">
                <a:solidFill>
                  <a:srgbClr val="333335"/>
                </a:solidFill>
                <a:latin typeface="Calibri"/>
                <a:cs typeface="Calibri"/>
              </a:rPr>
              <a:t>kilograms</a:t>
            </a:r>
            <a:r>
              <a:rPr sz="1400" spc="-35" dirty="0">
                <a:solidFill>
                  <a:srgbClr val="333335"/>
                </a:solidFill>
                <a:latin typeface="Calibri"/>
                <a:cs typeface="Calibri"/>
              </a:rPr>
              <a:t> </a:t>
            </a:r>
            <a:r>
              <a:rPr sz="1400" spc="-25" dirty="0">
                <a:solidFill>
                  <a:srgbClr val="333335"/>
                </a:solidFill>
                <a:latin typeface="Calibri"/>
                <a:cs typeface="Calibri"/>
              </a:rPr>
              <a:t>and</a:t>
            </a:r>
            <a:endParaRPr sz="1400">
              <a:latin typeface="Calibri"/>
              <a:cs typeface="Calibri"/>
            </a:endParaRPr>
          </a:p>
          <a:p>
            <a:pPr>
              <a:lnSpc>
                <a:spcPct val="100000"/>
              </a:lnSpc>
              <a:spcBef>
                <a:spcPts val="1315"/>
              </a:spcBef>
              <a:buFont typeface="Arial MT"/>
              <a:buChar char="•"/>
            </a:pPr>
            <a:endParaRPr sz="1400">
              <a:latin typeface="Calibri"/>
              <a:cs typeface="Calibri"/>
            </a:endParaRPr>
          </a:p>
          <a:p>
            <a:pPr marL="755015" indent="-285115">
              <a:lnSpc>
                <a:spcPct val="100000"/>
              </a:lnSpc>
              <a:buClr>
                <a:srgbClr val="000000"/>
              </a:buClr>
              <a:buSzPct val="142857"/>
              <a:buFont typeface="Arial MT"/>
              <a:buChar char="•"/>
              <a:tabLst>
                <a:tab pos="755015" algn="l"/>
              </a:tabLst>
            </a:pPr>
            <a:r>
              <a:rPr sz="1400" dirty="0">
                <a:solidFill>
                  <a:srgbClr val="333335"/>
                </a:solidFill>
                <a:latin typeface="Calibri"/>
                <a:cs typeface="Calibri"/>
              </a:rPr>
              <a:t>For</a:t>
            </a:r>
            <a:r>
              <a:rPr sz="1400" spc="-40" dirty="0">
                <a:solidFill>
                  <a:srgbClr val="333335"/>
                </a:solidFill>
                <a:latin typeface="Calibri"/>
                <a:cs typeface="Calibri"/>
              </a:rPr>
              <a:t> </a:t>
            </a:r>
            <a:r>
              <a:rPr sz="1400" spc="-10" dirty="0">
                <a:solidFill>
                  <a:srgbClr val="333335"/>
                </a:solidFill>
                <a:latin typeface="Calibri"/>
                <a:cs typeface="Calibri"/>
              </a:rPr>
              <a:t>education</a:t>
            </a:r>
            <a:r>
              <a:rPr sz="1400" spc="-40" dirty="0">
                <a:solidFill>
                  <a:srgbClr val="333335"/>
                </a:solidFill>
                <a:latin typeface="Calibri"/>
                <a:cs typeface="Calibri"/>
              </a:rPr>
              <a:t> </a:t>
            </a:r>
            <a:r>
              <a:rPr sz="1400" dirty="0">
                <a:solidFill>
                  <a:srgbClr val="333335"/>
                </a:solidFill>
                <a:latin typeface="Calibri"/>
                <a:cs typeface="Calibri"/>
              </a:rPr>
              <a:t>purposes</a:t>
            </a:r>
            <a:r>
              <a:rPr sz="1400" spc="-40" dirty="0">
                <a:solidFill>
                  <a:srgbClr val="333335"/>
                </a:solidFill>
                <a:latin typeface="Calibri"/>
                <a:cs typeface="Calibri"/>
              </a:rPr>
              <a:t> </a:t>
            </a:r>
            <a:r>
              <a:rPr sz="1400" spc="-20" dirty="0">
                <a:solidFill>
                  <a:srgbClr val="333335"/>
                </a:solidFill>
                <a:latin typeface="Calibri"/>
                <a:cs typeface="Calibri"/>
              </a:rPr>
              <a:t>if,</a:t>
            </a:r>
            <a:r>
              <a:rPr sz="1400" spc="-40" dirty="0">
                <a:solidFill>
                  <a:srgbClr val="333335"/>
                </a:solidFill>
                <a:latin typeface="Calibri"/>
                <a:cs typeface="Calibri"/>
              </a:rPr>
              <a:t> </a:t>
            </a:r>
            <a:r>
              <a:rPr sz="1400" dirty="0">
                <a:solidFill>
                  <a:srgbClr val="333335"/>
                </a:solidFill>
                <a:latin typeface="Calibri"/>
                <a:cs typeface="Calibri"/>
              </a:rPr>
              <a:t>UA</a:t>
            </a:r>
            <a:r>
              <a:rPr sz="1400" spc="-35" dirty="0">
                <a:solidFill>
                  <a:srgbClr val="333335"/>
                </a:solidFill>
                <a:latin typeface="Calibri"/>
                <a:cs typeface="Calibri"/>
              </a:rPr>
              <a:t> </a:t>
            </a:r>
            <a:r>
              <a:rPr sz="1400" dirty="0">
                <a:solidFill>
                  <a:srgbClr val="333335"/>
                </a:solidFill>
                <a:latin typeface="Calibri"/>
                <a:cs typeface="Calibri"/>
              </a:rPr>
              <a:t>weighs</a:t>
            </a:r>
            <a:r>
              <a:rPr sz="1400" spc="-40" dirty="0">
                <a:solidFill>
                  <a:srgbClr val="333335"/>
                </a:solidFill>
                <a:latin typeface="Calibri"/>
                <a:cs typeface="Calibri"/>
              </a:rPr>
              <a:t> </a:t>
            </a:r>
            <a:r>
              <a:rPr sz="1400" dirty="0">
                <a:solidFill>
                  <a:srgbClr val="333335"/>
                </a:solidFill>
                <a:latin typeface="Calibri"/>
                <a:cs typeface="Calibri"/>
              </a:rPr>
              <a:t>more</a:t>
            </a:r>
            <a:r>
              <a:rPr sz="1400" spc="-35" dirty="0">
                <a:solidFill>
                  <a:srgbClr val="333335"/>
                </a:solidFill>
                <a:latin typeface="Calibri"/>
                <a:cs typeface="Calibri"/>
              </a:rPr>
              <a:t> </a:t>
            </a:r>
            <a:r>
              <a:rPr sz="1400" dirty="0">
                <a:solidFill>
                  <a:srgbClr val="333335"/>
                </a:solidFill>
                <a:latin typeface="Calibri"/>
                <a:cs typeface="Calibri"/>
              </a:rPr>
              <a:t>than</a:t>
            </a:r>
            <a:r>
              <a:rPr sz="1400" spc="-40" dirty="0">
                <a:solidFill>
                  <a:srgbClr val="333335"/>
                </a:solidFill>
                <a:latin typeface="Calibri"/>
                <a:cs typeface="Calibri"/>
              </a:rPr>
              <a:t> </a:t>
            </a:r>
            <a:r>
              <a:rPr sz="1400" dirty="0">
                <a:solidFill>
                  <a:srgbClr val="333335"/>
                </a:solidFill>
                <a:latin typeface="Calibri"/>
                <a:cs typeface="Calibri"/>
              </a:rPr>
              <a:t>7</a:t>
            </a:r>
            <a:r>
              <a:rPr sz="1400" spc="-40" dirty="0">
                <a:solidFill>
                  <a:srgbClr val="333335"/>
                </a:solidFill>
                <a:latin typeface="Calibri"/>
                <a:cs typeface="Calibri"/>
              </a:rPr>
              <a:t> </a:t>
            </a:r>
            <a:r>
              <a:rPr sz="1400" spc="-10" dirty="0">
                <a:solidFill>
                  <a:srgbClr val="333335"/>
                </a:solidFill>
                <a:latin typeface="Calibri"/>
                <a:cs typeface="Calibri"/>
              </a:rPr>
              <a:t>kilograms.</a:t>
            </a:r>
            <a:endParaRPr sz="1400">
              <a:latin typeface="Calibri"/>
              <a:cs typeface="Calibri"/>
            </a:endParaRPr>
          </a:p>
          <a:p>
            <a:pPr>
              <a:lnSpc>
                <a:spcPct val="100000"/>
              </a:lnSpc>
              <a:spcBef>
                <a:spcPts val="1305"/>
              </a:spcBef>
            </a:pPr>
            <a:endParaRPr sz="1400">
              <a:latin typeface="Calibri"/>
              <a:cs typeface="Calibri"/>
            </a:endParaRPr>
          </a:p>
          <a:p>
            <a:pPr marL="12700">
              <a:lnSpc>
                <a:spcPct val="100000"/>
              </a:lnSpc>
              <a:spcBef>
                <a:spcPts val="5"/>
              </a:spcBef>
            </a:pPr>
            <a:r>
              <a:rPr sz="1600" b="1" dirty="0">
                <a:solidFill>
                  <a:srgbClr val="333335"/>
                </a:solidFill>
                <a:latin typeface="Calibri"/>
                <a:cs typeface="Calibri"/>
              </a:rPr>
              <a:t>An</a:t>
            </a:r>
            <a:r>
              <a:rPr sz="1600" b="1" spc="-30" dirty="0">
                <a:solidFill>
                  <a:srgbClr val="333335"/>
                </a:solidFill>
                <a:latin typeface="Calibri"/>
                <a:cs typeface="Calibri"/>
              </a:rPr>
              <a:t> </a:t>
            </a:r>
            <a:r>
              <a:rPr sz="1600" b="1" spc="-10" dirty="0">
                <a:solidFill>
                  <a:srgbClr val="333335"/>
                </a:solidFill>
                <a:latin typeface="Calibri"/>
                <a:cs typeface="Calibri"/>
              </a:rPr>
              <a:t>applicant</a:t>
            </a:r>
            <a:r>
              <a:rPr sz="1600" b="1" spc="-35" dirty="0">
                <a:solidFill>
                  <a:srgbClr val="333335"/>
                </a:solidFill>
                <a:latin typeface="Calibri"/>
                <a:cs typeface="Calibri"/>
              </a:rPr>
              <a:t> </a:t>
            </a:r>
            <a:r>
              <a:rPr sz="1600" b="1" dirty="0">
                <a:solidFill>
                  <a:srgbClr val="333335"/>
                </a:solidFill>
                <a:latin typeface="Calibri"/>
                <a:cs typeface="Calibri"/>
              </a:rPr>
              <a:t>for</a:t>
            </a:r>
            <a:r>
              <a:rPr sz="1600" b="1" spc="-20" dirty="0">
                <a:solidFill>
                  <a:srgbClr val="333335"/>
                </a:solidFill>
                <a:latin typeface="Calibri"/>
                <a:cs typeface="Calibri"/>
              </a:rPr>
              <a:t> </a:t>
            </a:r>
            <a:r>
              <a:rPr sz="1600" b="1" dirty="0">
                <a:solidFill>
                  <a:srgbClr val="333335"/>
                </a:solidFill>
                <a:latin typeface="Calibri"/>
                <a:cs typeface="Calibri"/>
              </a:rPr>
              <a:t>the</a:t>
            </a:r>
            <a:r>
              <a:rPr sz="1600" b="1" spc="-35" dirty="0">
                <a:solidFill>
                  <a:srgbClr val="333335"/>
                </a:solidFill>
                <a:latin typeface="Calibri"/>
                <a:cs typeface="Calibri"/>
              </a:rPr>
              <a:t> </a:t>
            </a:r>
            <a:r>
              <a:rPr sz="1600" b="1" dirty="0">
                <a:solidFill>
                  <a:srgbClr val="333335"/>
                </a:solidFill>
                <a:latin typeface="Calibri"/>
                <a:cs typeface="Calibri"/>
              </a:rPr>
              <a:t>Class</a:t>
            </a:r>
            <a:r>
              <a:rPr sz="1600" b="1" spc="-30" dirty="0">
                <a:solidFill>
                  <a:srgbClr val="333335"/>
                </a:solidFill>
                <a:latin typeface="Calibri"/>
                <a:cs typeface="Calibri"/>
              </a:rPr>
              <a:t> </a:t>
            </a:r>
            <a:r>
              <a:rPr sz="1600" b="1" dirty="0">
                <a:solidFill>
                  <a:srgbClr val="333335"/>
                </a:solidFill>
                <a:latin typeface="Calibri"/>
                <a:cs typeface="Calibri"/>
              </a:rPr>
              <a:t>1</a:t>
            </a:r>
            <a:r>
              <a:rPr sz="1600" b="1" spc="-25" dirty="0">
                <a:solidFill>
                  <a:srgbClr val="333335"/>
                </a:solidFill>
                <a:latin typeface="Calibri"/>
                <a:cs typeface="Calibri"/>
              </a:rPr>
              <a:t> </a:t>
            </a:r>
            <a:r>
              <a:rPr sz="1600" b="1" dirty="0">
                <a:solidFill>
                  <a:srgbClr val="333335"/>
                </a:solidFill>
                <a:latin typeface="Calibri"/>
                <a:cs typeface="Calibri"/>
              </a:rPr>
              <a:t>Activity</a:t>
            </a:r>
            <a:r>
              <a:rPr sz="1600" b="1" spc="-25" dirty="0">
                <a:solidFill>
                  <a:srgbClr val="333335"/>
                </a:solidFill>
                <a:latin typeface="Calibri"/>
                <a:cs typeface="Calibri"/>
              </a:rPr>
              <a:t> </a:t>
            </a:r>
            <a:r>
              <a:rPr sz="1600" b="1" dirty="0">
                <a:solidFill>
                  <a:srgbClr val="333335"/>
                </a:solidFill>
                <a:latin typeface="Calibri"/>
                <a:cs typeface="Calibri"/>
              </a:rPr>
              <a:t>Permit</a:t>
            </a:r>
            <a:r>
              <a:rPr sz="1600" b="1" spc="-30" dirty="0">
                <a:solidFill>
                  <a:srgbClr val="333335"/>
                </a:solidFill>
                <a:latin typeface="Calibri"/>
                <a:cs typeface="Calibri"/>
              </a:rPr>
              <a:t> </a:t>
            </a:r>
            <a:r>
              <a:rPr sz="1600" b="1" dirty="0">
                <a:solidFill>
                  <a:srgbClr val="333335"/>
                </a:solidFill>
                <a:latin typeface="Calibri"/>
                <a:cs typeface="Calibri"/>
              </a:rPr>
              <a:t>must</a:t>
            </a:r>
            <a:r>
              <a:rPr sz="1600" b="1" spc="-35" dirty="0">
                <a:solidFill>
                  <a:srgbClr val="333335"/>
                </a:solidFill>
                <a:latin typeface="Calibri"/>
                <a:cs typeface="Calibri"/>
              </a:rPr>
              <a:t> </a:t>
            </a:r>
            <a:r>
              <a:rPr sz="1600" b="1" dirty="0">
                <a:solidFill>
                  <a:srgbClr val="333335"/>
                </a:solidFill>
                <a:latin typeface="Calibri"/>
                <a:cs typeface="Calibri"/>
              </a:rPr>
              <a:t>also</a:t>
            </a:r>
            <a:r>
              <a:rPr sz="1600" b="1" spc="-25" dirty="0">
                <a:solidFill>
                  <a:srgbClr val="333335"/>
                </a:solidFill>
                <a:latin typeface="Calibri"/>
                <a:cs typeface="Calibri"/>
              </a:rPr>
              <a:t> </a:t>
            </a:r>
            <a:r>
              <a:rPr sz="1600" b="1" dirty="0">
                <a:solidFill>
                  <a:srgbClr val="333335"/>
                </a:solidFill>
                <a:latin typeface="Calibri"/>
                <a:cs typeface="Calibri"/>
              </a:rPr>
              <a:t>be</a:t>
            </a:r>
            <a:r>
              <a:rPr sz="1600" b="1" spc="-35" dirty="0">
                <a:solidFill>
                  <a:srgbClr val="333335"/>
                </a:solidFill>
                <a:latin typeface="Calibri"/>
                <a:cs typeface="Calibri"/>
              </a:rPr>
              <a:t> </a:t>
            </a:r>
            <a:r>
              <a:rPr sz="1600" b="1" dirty="0">
                <a:solidFill>
                  <a:srgbClr val="333335"/>
                </a:solidFill>
                <a:latin typeface="Calibri"/>
                <a:cs typeface="Calibri"/>
              </a:rPr>
              <a:t>the</a:t>
            </a:r>
            <a:r>
              <a:rPr sz="1600" b="1" spc="-30" dirty="0">
                <a:solidFill>
                  <a:srgbClr val="333335"/>
                </a:solidFill>
                <a:latin typeface="Calibri"/>
                <a:cs typeface="Calibri"/>
              </a:rPr>
              <a:t> </a:t>
            </a:r>
            <a:r>
              <a:rPr sz="1600" b="1" dirty="0">
                <a:solidFill>
                  <a:srgbClr val="333335"/>
                </a:solidFill>
                <a:latin typeface="Calibri"/>
                <a:cs typeface="Calibri"/>
              </a:rPr>
              <a:t>holder</a:t>
            </a:r>
            <a:r>
              <a:rPr sz="1600" b="1" spc="-20" dirty="0">
                <a:solidFill>
                  <a:srgbClr val="333335"/>
                </a:solidFill>
                <a:latin typeface="Calibri"/>
                <a:cs typeface="Calibri"/>
              </a:rPr>
              <a:t> </a:t>
            </a:r>
            <a:r>
              <a:rPr sz="1600" b="1" dirty="0">
                <a:solidFill>
                  <a:srgbClr val="333335"/>
                </a:solidFill>
                <a:latin typeface="Calibri"/>
                <a:cs typeface="Calibri"/>
              </a:rPr>
              <a:t>of</a:t>
            </a:r>
            <a:r>
              <a:rPr sz="1600" b="1" spc="-25" dirty="0">
                <a:solidFill>
                  <a:srgbClr val="333335"/>
                </a:solidFill>
                <a:latin typeface="Calibri"/>
                <a:cs typeface="Calibri"/>
              </a:rPr>
              <a:t> </a:t>
            </a:r>
            <a:r>
              <a:rPr sz="1600" b="1" dirty="0">
                <a:solidFill>
                  <a:srgbClr val="333335"/>
                </a:solidFill>
                <a:latin typeface="Calibri"/>
                <a:cs typeface="Calibri"/>
              </a:rPr>
              <a:t>a</a:t>
            </a:r>
            <a:r>
              <a:rPr sz="1600" b="1" spc="-30" dirty="0">
                <a:solidFill>
                  <a:srgbClr val="333335"/>
                </a:solidFill>
                <a:latin typeface="Calibri"/>
                <a:cs typeface="Calibri"/>
              </a:rPr>
              <a:t> </a:t>
            </a:r>
            <a:r>
              <a:rPr sz="1600" b="1" dirty="0">
                <a:solidFill>
                  <a:srgbClr val="333335"/>
                </a:solidFill>
                <a:latin typeface="Calibri"/>
                <a:cs typeface="Calibri"/>
              </a:rPr>
              <a:t>valid</a:t>
            </a:r>
            <a:r>
              <a:rPr sz="1600" b="1" spc="-20" dirty="0">
                <a:solidFill>
                  <a:srgbClr val="333335"/>
                </a:solidFill>
                <a:latin typeface="Calibri"/>
                <a:cs typeface="Calibri"/>
              </a:rPr>
              <a:t> </a:t>
            </a:r>
            <a:r>
              <a:rPr sz="1600" b="1" spc="-10" dirty="0">
                <a:solidFill>
                  <a:srgbClr val="333335"/>
                </a:solidFill>
                <a:latin typeface="Calibri"/>
                <a:cs typeface="Calibri"/>
              </a:rPr>
              <a:t>Operator</a:t>
            </a:r>
            <a:r>
              <a:rPr sz="1600" b="1" spc="-25" dirty="0">
                <a:solidFill>
                  <a:srgbClr val="333335"/>
                </a:solidFill>
                <a:latin typeface="Calibri"/>
                <a:cs typeface="Calibri"/>
              </a:rPr>
              <a:t> </a:t>
            </a:r>
            <a:r>
              <a:rPr sz="1600" b="1" spc="-10" dirty="0">
                <a:solidFill>
                  <a:srgbClr val="333335"/>
                </a:solidFill>
                <a:latin typeface="Calibri"/>
                <a:cs typeface="Calibri"/>
              </a:rPr>
              <a:t>Permit</a:t>
            </a:r>
            <a:endParaRPr sz="1600">
              <a:latin typeface="Calibri"/>
              <a:cs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pic>
        <p:nvPicPr>
          <p:cNvPr id="6" name="object 6"/>
          <p:cNvPicPr/>
          <p:nvPr/>
        </p:nvPicPr>
        <p:blipFill>
          <a:blip r:embed="rId4" cstate="print"/>
          <a:stretch>
            <a:fillRect/>
          </a:stretch>
        </p:blipFill>
        <p:spPr>
          <a:xfrm>
            <a:off x="1417319" y="1469136"/>
            <a:ext cx="3959352" cy="573024"/>
          </a:xfrm>
          <a:prstGeom prst="rect">
            <a:avLst/>
          </a:prstGeom>
        </p:spPr>
      </p:pic>
      <p:sp>
        <p:nvSpPr>
          <p:cNvPr id="7" name="object 7"/>
          <p:cNvSpPr txBox="1"/>
          <p:nvPr/>
        </p:nvSpPr>
        <p:spPr>
          <a:xfrm>
            <a:off x="1563048" y="473963"/>
            <a:ext cx="9860280" cy="4334520"/>
          </a:xfrm>
          <a:prstGeom prst="rect">
            <a:avLst/>
          </a:prstGeom>
        </p:spPr>
        <p:txBody>
          <a:bodyPr vert="horz" wrap="square" lIns="0" tIns="12700" rIns="0" bIns="0" rtlCol="0">
            <a:spAutoFit/>
          </a:bodyPr>
          <a:lstStyle/>
          <a:p>
            <a:pPr marL="12700">
              <a:lnSpc>
                <a:spcPct val="100000"/>
              </a:lnSpc>
              <a:spcBef>
                <a:spcPts val="100"/>
              </a:spcBef>
            </a:pPr>
            <a:r>
              <a:rPr sz="2000" b="1" dirty="0">
                <a:latin typeface="Corbel"/>
                <a:cs typeface="Corbel"/>
              </a:rPr>
              <a:t>030</a:t>
            </a:r>
            <a:r>
              <a:rPr sz="2000" b="1" spc="-35" dirty="0">
                <a:latin typeface="Corbel"/>
                <a:cs typeface="Corbel"/>
              </a:rPr>
              <a:t> </a:t>
            </a:r>
            <a:r>
              <a:rPr sz="2000" b="1" dirty="0">
                <a:latin typeface="Corbel"/>
                <a:cs typeface="Corbel"/>
              </a:rPr>
              <a:t>05</a:t>
            </a:r>
            <a:r>
              <a:rPr sz="2000" b="1" spc="-35" dirty="0">
                <a:latin typeface="Corbel"/>
                <a:cs typeface="Corbel"/>
              </a:rPr>
              <a:t> </a:t>
            </a:r>
            <a:r>
              <a:rPr sz="2000" b="1" dirty="0">
                <a:latin typeface="Corbel"/>
                <a:cs typeface="Corbel"/>
              </a:rPr>
              <a:t>00:</a:t>
            </a:r>
            <a:r>
              <a:rPr sz="2000" b="1" spc="-30" dirty="0">
                <a:latin typeface="Corbel"/>
                <a:cs typeface="Corbel"/>
              </a:rPr>
              <a:t> </a:t>
            </a:r>
            <a:r>
              <a:rPr sz="2000" b="1" spc="-10" dirty="0">
                <a:latin typeface="Corbel"/>
                <a:cs typeface="Corbel"/>
              </a:rPr>
              <a:t>Permits</a:t>
            </a:r>
            <a:endParaRPr sz="2000" dirty="0">
              <a:latin typeface="Corbel"/>
              <a:cs typeface="Corbel"/>
            </a:endParaRPr>
          </a:p>
          <a:p>
            <a:pPr marL="12700">
              <a:lnSpc>
                <a:spcPct val="100000"/>
              </a:lnSpc>
            </a:pPr>
            <a:r>
              <a:rPr sz="2000" dirty="0">
                <a:latin typeface="Corbel"/>
                <a:cs typeface="Corbel"/>
              </a:rPr>
              <a:t>030</a:t>
            </a:r>
            <a:r>
              <a:rPr sz="2000" spc="-50" dirty="0">
                <a:latin typeface="Corbel"/>
                <a:cs typeface="Corbel"/>
              </a:rPr>
              <a:t> </a:t>
            </a:r>
            <a:r>
              <a:rPr sz="2000" dirty="0">
                <a:latin typeface="Corbel"/>
                <a:cs typeface="Corbel"/>
              </a:rPr>
              <a:t>05</a:t>
            </a:r>
            <a:r>
              <a:rPr sz="2000" spc="-40" dirty="0">
                <a:latin typeface="Corbel"/>
                <a:cs typeface="Corbel"/>
              </a:rPr>
              <a:t> </a:t>
            </a:r>
            <a:r>
              <a:rPr sz="2000" dirty="0">
                <a:latin typeface="Corbel"/>
                <a:cs typeface="Corbel"/>
              </a:rPr>
              <a:t>01:</a:t>
            </a:r>
            <a:r>
              <a:rPr sz="2000" spc="-45" dirty="0">
                <a:latin typeface="Corbel"/>
                <a:cs typeface="Corbel"/>
              </a:rPr>
              <a:t> </a:t>
            </a:r>
            <a:r>
              <a:rPr sz="2000" spc="-10" dirty="0">
                <a:latin typeface="Corbel"/>
                <a:cs typeface="Corbel"/>
              </a:rPr>
              <a:t>Permit</a:t>
            </a:r>
            <a:r>
              <a:rPr sz="2000" spc="-40" dirty="0">
                <a:latin typeface="Corbel"/>
                <a:cs typeface="Corbel"/>
              </a:rPr>
              <a:t> </a:t>
            </a:r>
            <a:r>
              <a:rPr sz="2000" dirty="0">
                <a:latin typeface="Corbel"/>
                <a:cs typeface="Corbel"/>
              </a:rPr>
              <a:t>application</a:t>
            </a:r>
            <a:r>
              <a:rPr sz="2000" spc="-50" dirty="0">
                <a:latin typeface="Corbel"/>
                <a:cs typeface="Corbel"/>
              </a:rPr>
              <a:t> </a:t>
            </a:r>
            <a:r>
              <a:rPr sz="2000" spc="-10" dirty="0">
                <a:latin typeface="Corbel"/>
                <a:cs typeface="Corbel"/>
              </a:rPr>
              <a:t>process</a:t>
            </a:r>
            <a:endParaRPr sz="2000" dirty="0">
              <a:latin typeface="Corbel"/>
              <a:cs typeface="Corbel"/>
            </a:endParaRPr>
          </a:p>
          <a:p>
            <a:pPr>
              <a:lnSpc>
                <a:spcPct val="100000"/>
              </a:lnSpc>
              <a:spcBef>
                <a:spcPts val="1035"/>
              </a:spcBef>
            </a:pPr>
            <a:endParaRPr sz="2000" dirty="0">
              <a:latin typeface="Corbel"/>
              <a:cs typeface="Corbel"/>
            </a:endParaRPr>
          </a:p>
          <a:p>
            <a:pPr marL="12700">
              <a:lnSpc>
                <a:spcPct val="100000"/>
              </a:lnSpc>
            </a:pPr>
            <a:r>
              <a:rPr sz="2000" b="1" dirty="0">
                <a:latin typeface="Corbel"/>
                <a:cs typeface="Corbel"/>
              </a:rPr>
              <a:t>When</a:t>
            </a:r>
            <a:r>
              <a:rPr sz="2000" b="1" spc="-20" dirty="0">
                <a:latin typeface="Corbel"/>
                <a:cs typeface="Corbel"/>
              </a:rPr>
              <a:t> </a:t>
            </a:r>
            <a:r>
              <a:rPr sz="2000" b="1" dirty="0">
                <a:latin typeface="Corbel"/>
                <a:cs typeface="Corbel"/>
              </a:rPr>
              <a:t>do</a:t>
            </a:r>
            <a:r>
              <a:rPr sz="2000" b="1" spc="-15" dirty="0">
                <a:latin typeface="Corbel"/>
                <a:cs typeface="Corbel"/>
              </a:rPr>
              <a:t> </a:t>
            </a:r>
            <a:r>
              <a:rPr sz="2000" b="1" dirty="0">
                <a:latin typeface="Corbel"/>
                <a:cs typeface="Corbel"/>
              </a:rPr>
              <a:t>I</a:t>
            </a:r>
            <a:r>
              <a:rPr sz="2000" b="1" spc="-20" dirty="0">
                <a:latin typeface="Corbel"/>
                <a:cs typeface="Corbel"/>
              </a:rPr>
              <a:t> </a:t>
            </a:r>
            <a:r>
              <a:rPr sz="2000" b="1" dirty="0">
                <a:latin typeface="Corbel"/>
                <a:cs typeface="Corbel"/>
              </a:rPr>
              <a:t>need</a:t>
            </a:r>
            <a:r>
              <a:rPr sz="2000" b="1" spc="-25" dirty="0">
                <a:latin typeface="Corbel"/>
                <a:cs typeface="Corbel"/>
              </a:rPr>
              <a:t> </a:t>
            </a:r>
            <a:r>
              <a:rPr sz="2000" b="1" dirty="0">
                <a:latin typeface="Corbel"/>
                <a:cs typeface="Corbel"/>
              </a:rPr>
              <a:t>a</a:t>
            </a:r>
            <a:r>
              <a:rPr sz="2000" b="1" spc="-100" dirty="0">
                <a:latin typeface="Corbel"/>
                <a:cs typeface="Corbel"/>
              </a:rPr>
              <a:t> </a:t>
            </a:r>
            <a:r>
              <a:rPr sz="2000" b="1" dirty="0">
                <a:latin typeface="Corbel"/>
                <a:cs typeface="Corbel"/>
              </a:rPr>
              <a:t>Class</a:t>
            </a:r>
            <a:r>
              <a:rPr sz="2000" b="1" spc="-15" dirty="0">
                <a:latin typeface="Corbel"/>
                <a:cs typeface="Corbel"/>
              </a:rPr>
              <a:t> </a:t>
            </a:r>
            <a:r>
              <a:rPr sz="2000" b="1" dirty="0">
                <a:latin typeface="Corbel"/>
                <a:cs typeface="Corbel"/>
              </a:rPr>
              <a:t>2</a:t>
            </a:r>
            <a:r>
              <a:rPr sz="2000" b="1" spc="-20" dirty="0">
                <a:latin typeface="Corbel"/>
                <a:cs typeface="Corbel"/>
              </a:rPr>
              <a:t> </a:t>
            </a:r>
            <a:r>
              <a:rPr sz="2000" b="1" spc="-10" dirty="0">
                <a:latin typeface="Corbel"/>
                <a:cs typeface="Corbel"/>
              </a:rPr>
              <a:t>Permit?</a:t>
            </a:r>
            <a:endParaRPr sz="2000" dirty="0">
              <a:latin typeface="Corbel"/>
              <a:cs typeface="Corbel"/>
            </a:endParaRPr>
          </a:p>
          <a:p>
            <a:pPr marL="12700" marR="5080" algn="just">
              <a:lnSpc>
                <a:spcPct val="100000"/>
              </a:lnSpc>
              <a:spcBef>
                <a:spcPts val="1970"/>
              </a:spcBef>
            </a:pPr>
            <a:r>
              <a:rPr sz="2000" dirty="0">
                <a:latin typeface="Corbel"/>
                <a:cs typeface="Corbel"/>
              </a:rPr>
              <a:t>Required</a:t>
            </a:r>
            <a:r>
              <a:rPr sz="2000" spc="415" dirty="0">
                <a:latin typeface="Corbel"/>
                <a:cs typeface="Corbel"/>
              </a:rPr>
              <a:t> </a:t>
            </a:r>
            <a:r>
              <a:rPr sz="2000" dirty="0">
                <a:latin typeface="Corbel"/>
                <a:cs typeface="Corbel"/>
              </a:rPr>
              <a:t>when</a:t>
            </a:r>
            <a:r>
              <a:rPr sz="2000" spc="409" dirty="0">
                <a:latin typeface="Corbel"/>
                <a:cs typeface="Corbel"/>
              </a:rPr>
              <a:t> </a:t>
            </a:r>
            <a:r>
              <a:rPr sz="2000" dirty="0">
                <a:latin typeface="Corbel"/>
                <a:cs typeface="Corbel"/>
              </a:rPr>
              <a:t>a</a:t>
            </a:r>
            <a:r>
              <a:rPr sz="2000" spc="409" dirty="0">
                <a:latin typeface="Corbel"/>
                <a:cs typeface="Corbel"/>
              </a:rPr>
              <a:t> </a:t>
            </a:r>
            <a:r>
              <a:rPr sz="2000" dirty="0">
                <a:latin typeface="Corbel"/>
                <a:cs typeface="Corbel"/>
              </a:rPr>
              <a:t>UA</a:t>
            </a:r>
            <a:r>
              <a:rPr sz="2000" spc="425" dirty="0">
                <a:latin typeface="Corbel"/>
                <a:cs typeface="Corbel"/>
              </a:rPr>
              <a:t> </a:t>
            </a:r>
            <a:r>
              <a:rPr sz="2000" dirty="0">
                <a:latin typeface="Corbel"/>
                <a:cs typeface="Corbel"/>
              </a:rPr>
              <a:t>of</a:t>
            </a:r>
            <a:r>
              <a:rPr sz="2000" spc="415" dirty="0">
                <a:latin typeface="Corbel"/>
                <a:cs typeface="Corbel"/>
              </a:rPr>
              <a:t> </a:t>
            </a:r>
            <a:r>
              <a:rPr sz="2000" dirty="0">
                <a:latin typeface="Corbel"/>
                <a:cs typeface="Corbel"/>
              </a:rPr>
              <a:t>total</a:t>
            </a:r>
            <a:r>
              <a:rPr sz="2000" spc="415" dirty="0">
                <a:latin typeface="Corbel"/>
                <a:cs typeface="Corbel"/>
              </a:rPr>
              <a:t> </a:t>
            </a:r>
            <a:r>
              <a:rPr sz="2000" dirty="0">
                <a:latin typeface="Corbel"/>
                <a:cs typeface="Corbel"/>
              </a:rPr>
              <a:t>mass</a:t>
            </a:r>
            <a:r>
              <a:rPr sz="2000" spc="420" dirty="0">
                <a:latin typeface="Corbel"/>
                <a:cs typeface="Corbel"/>
              </a:rPr>
              <a:t> </a:t>
            </a:r>
            <a:r>
              <a:rPr sz="2000" dirty="0">
                <a:latin typeface="Corbel"/>
                <a:cs typeface="Corbel"/>
              </a:rPr>
              <a:t>not</a:t>
            </a:r>
            <a:r>
              <a:rPr sz="2000" spc="425" dirty="0">
                <a:latin typeface="Corbel"/>
                <a:cs typeface="Corbel"/>
              </a:rPr>
              <a:t> </a:t>
            </a:r>
            <a:r>
              <a:rPr sz="2000" dirty="0">
                <a:latin typeface="Corbel"/>
                <a:cs typeface="Corbel"/>
              </a:rPr>
              <a:t>exceeding</a:t>
            </a:r>
            <a:r>
              <a:rPr sz="2000" spc="420" dirty="0">
                <a:latin typeface="Corbel"/>
                <a:cs typeface="Corbel"/>
              </a:rPr>
              <a:t> </a:t>
            </a:r>
            <a:r>
              <a:rPr sz="2000" dirty="0">
                <a:latin typeface="Corbel"/>
                <a:cs typeface="Corbel"/>
              </a:rPr>
              <a:t>25</a:t>
            </a:r>
            <a:r>
              <a:rPr sz="2000" spc="420" dirty="0">
                <a:latin typeface="Corbel"/>
                <a:cs typeface="Corbel"/>
              </a:rPr>
              <a:t> </a:t>
            </a:r>
            <a:r>
              <a:rPr sz="2000" dirty="0">
                <a:latin typeface="Corbel"/>
                <a:cs typeface="Corbel"/>
              </a:rPr>
              <a:t>kilograms</a:t>
            </a:r>
            <a:r>
              <a:rPr sz="2000" spc="415" dirty="0">
                <a:latin typeface="Corbel"/>
                <a:cs typeface="Corbel"/>
              </a:rPr>
              <a:t> </a:t>
            </a:r>
            <a:r>
              <a:rPr sz="2000" dirty="0">
                <a:latin typeface="Corbel"/>
                <a:cs typeface="Corbel"/>
              </a:rPr>
              <a:t>is</a:t>
            </a:r>
            <a:r>
              <a:rPr sz="2000" spc="425" dirty="0">
                <a:latin typeface="Corbel"/>
                <a:cs typeface="Corbel"/>
              </a:rPr>
              <a:t> </a:t>
            </a:r>
            <a:r>
              <a:rPr sz="2000" dirty="0">
                <a:latin typeface="Corbel"/>
                <a:cs typeface="Corbel"/>
              </a:rPr>
              <a:t>operated</a:t>
            </a:r>
            <a:r>
              <a:rPr sz="2000" spc="415" dirty="0">
                <a:latin typeface="Corbel"/>
                <a:cs typeface="Corbel"/>
              </a:rPr>
              <a:t> </a:t>
            </a:r>
            <a:r>
              <a:rPr sz="2000" dirty="0">
                <a:latin typeface="Corbel"/>
                <a:cs typeface="Corbel"/>
              </a:rPr>
              <a:t>outdoors</a:t>
            </a:r>
            <a:r>
              <a:rPr sz="2000" spc="420" dirty="0">
                <a:latin typeface="Corbel"/>
                <a:cs typeface="Corbel"/>
              </a:rPr>
              <a:t> </a:t>
            </a:r>
            <a:r>
              <a:rPr sz="2000" spc="-25" dirty="0">
                <a:latin typeface="Corbel"/>
                <a:cs typeface="Corbel"/>
              </a:rPr>
              <a:t>for </a:t>
            </a:r>
            <a:r>
              <a:rPr sz="2000" dirty="0">
                <a:latin typeface="Corbel"/>
                <a:cs typeface="Corbel"/>
              </a:rPr>
              <a:t>recreation</a:t>
            </a:r>
            <a:r>
              <a:rPr sz="2000" spc="425" dirty="0">
                <a:latin typeface="Corbel"/>
                <a:cs typeface="Corbel"/>
              </a:rPr>
              <a:t> </a:t>
            </a:r>
            <a:r>
              <a:rPr sz="2000" dirty="0">
                <a:latin typeface="Corbel"/>
                <a:cs typeface="Corbel"/>
              </a:rPr>
              <a:t>purposes,</a:t>
            </a:r>
            <a:r>
              <a:rPr sz="2000" spc="430" dirty="0">
                <a:latin typeface="Corbel"/>
                <a:cs typeface="Corbel"/>
              </a:rPr>
              <a:t> </a:t>
            </a:r>
            <a:r>
              <a:rPr sz="2000" dirty="0">
                <a:latin typeface="Corbel"/>
                <a:cs typeface="Corbel"/>
              </a:rPr>
              <a:t>or</a:t>
            </a:r>
            <a:r>
              <a:rPr sz="2000" spc="440" dirty="0">
                <a:latin typeface="Corbel"/>
                <a:cs typeface="Corbel"/>
              </a:rPr>
              <a:t> </a:t>
            </a:r>
            <a:r>
              <a:rPr sz="2000" dirty="0">
                <a:latin typeface="Corbel"/>
                <a:cs typeface="Corbel"/>
              </a:rPr>
              <a:t>when</a:t>
            </a:r>
            <a:r>
              <a:rPr sz="2000" spc="425" dirty="0">
                <a:latin typeface="Corbel"/>
                <a:cs typeface="Corbel"/>
              </a:rPr>
              <a:t> </a:t>
            </a:r>
            <a:r>
              <a:rPr sz="2000" dirty="0">
                <a:latin typeface="Corbel"/>
                <a:cs typeface="Corbel"/>
              </a:rPr>
              <a:t>a</a:t>
            </a:r>
            <a:r>
              <a:rPr sz="2000" spc="430" dirty="0">
                <a:latin typeface="Corbel"/>
                <a:cs typeface="Corbel"/>
              </a:rPr>
              <a:t> </a:t>
            </a:r>
            <a:r>
              <a:rPr sz="2000" dirty="0">
                <a:latin typeface="Corbel"/>
                <a:cs typeface="Corbel"/>
              </a:rPr>
              <a:t>UA</a:t>
            </a:r>
            <a:r>
              <a:rPr sz="2000" spc="434" dirty="0">
                <a:latin typeface="Corbel"/>
                <a:cs typeface="Corbel"/>
              </a:rPr>
              <a:t> </a:t>
            </a:r>
            <a:r>
              <a:rPr sz="2000" dirty="0">
                <a:latin typeface="Corbel"/>
                <a:cs typeface="Corbel"/>
              </a:rPr>
              <a:t>of</a:t>
            </a:r>
            <a:r>
              <a:rPr sz="2000" spc="440" dirty="0">
                <a:latin typeface="Corbel"/>
                <a:cs typeface="Corbel"/>
              </a:rPr>
              <a:t> </a:t>
            </a:r>
            <a:r>
              <a:rPr sz="2000" dirty="0">
                <a:latin typeface="Corbel"/>
                <a:cs typeface="Corbel"/>
              </a:rPr>
              <a:t>total</a:t>
            </a:r>
            <a:r>
              <a:rPr sz="2000" spc="430" dirty="0">
                <a:latin typeface="Corbel"/>
                <a:cs typeface="Corbel"/>
              </a:rPr>
              <a:t> </a:t>
            </a:r>
            <a:r>
              <a:rPr sz="2000" dirty="0">
                <a:latin typeface="Corbel"/>
                <a:cs typeface="Corbel"/>
              </a:rPr>
              <a:t>mass</a:t>
            </a:r>
            <a:r>
              <a:rPr sz="2000" spc="440" dirty="0">
                <a:latin typeface="Corbel"/>
                <a:cs typeface="Corbel"/>
              </a:rPr>
              <a:t> </a:t>
            </a:r>
            <a:r>
              <a:rPr sz="2000" dirty="0">
                <a:latin typeface="Corbel"/>
                <a:cs typeface="Corbel"/>
              </a:rPr>
              <a:t>not</a:t>
            </a:r>
            <a:r>
              <a:rPr sz="2000" spc="440" dirty="0">
                <a:latin typeface="Corbel"/>
                <a:cs typeface="Corbel"/>
              </a:rPr>
              <a:t> </a:t>
            </a:r>
            <a:r>
              <a:rPr sz="2000" dirty="0">
                <a:latin typeface="Corbel"/>
                <a:cs typeface="Corbel"/>
              </a:rPr>
              <a:t>exceeding</a:t>
            </a:r>
            <a:r>
              <a:rPr sz="2000" spc="440" dirty="0">
                <a:latin typeface="Corbel"/>
                <a:cs typeface="Corbel"/>
              </a:rPr>
              <a:t> </a:t>
            </a:r>
            <a:r>
              <a:rPr sz="2000" dirty="0">
                <a:latin typeface="Corbel"/>
                <a:cs typeface="Corbel"/>
              </a:rPr>
              <a:t>7</a:t>
            </a:r>
            <a:r>
              <a:rPr sz="2000" spc="430" dirty="0">
                <a:latin typeface="Corbel"/>
                <a:cs typeface="Corbel"/>
              </a:rPr>
              <a:t> </a:t>
            </a:r>
            <a:r>
              <a:rPr sz="2000" dirty="0">
                <a:latin typeface="Corbel"/>
                <a:cs typeface="Corbel"/>
              </a:rPr>
              <a:t>kilograms</a:t>
            </a:r>
            <a:r>
              <a:rPr sz="2000" spc="434" dirty="0">
                <a:latin typeface="Corbel"/>
                <a:cs typeface="Corbel"/>
              </a:rPr>
              <a:t> </a:t>
            </a:r>
            <a:r>
              <a:rPr sz="2000" dirty="0">
                <a:latin typeface="Corbel"/>
                <a:cs typeface="Corbel"/>
              </a:rPr>
              <a:t>is</a:t>
            </a:r>
            <a:r>
              <a:rPr sz="2000" spc="440" dirty="0">
                <a:latin typeface="Corbel"/>
                <a:cs typeface="Corbel"/>
              </a:rPr>
              <a:t> </a:t>
            </a:r>
            <a:r>
              <a:rPr sz="2000" spc="-10" dirty="0">
                <a:latin typeface="Corbel"/>
                <a:cs typeface="Corbel"/>
              </a:rPr>
              <a:t>operated </a:t>
            </a:r>
            <a:r>
              <a:rPr sz="2000" dirty="0">
                <a:latin typeface="Corbel"/>
                <a:cs typeface="Corbel"/>
              </a:rPr>
              <a:t>outdoors</a:t>
            </a:r>
            <a:r>
              <a:rPr sz="2000" spc="-35" dirty="0">
                <a:latin typeface="Corbel"/>
                <a:cs typeface="Corbel"/>
              </a:rPr>
              <a:t> </a:t>
            </a:r>
            <a:r>
              <a:rPr sz="2000" dirty="0">
                <a:latin typeface="Corbel"/>
                <a:cs typeface="Corbel"/>
              </a:rPr>
              <a:t>for</a:t>
            </a:r>
            <a:r>
              <a:rPr sz="2000" spc="-30" dirty="0">
                <a:latin typeface="Corbel"/>
                <a:cs typeface="Corbel"/>
              </a:rPr>
              <a:t> </a:t>
            </a:r>
            <a:r>
              <a:rPr sz="2000" dirty="0">
                <a:latin typeface="Corbel"/>
                <a:cs typeface="Corbel"/>
              </a:rPr>
              <a:t>education</a:t>
            </a:r>
            <a:r>
              <a:rPr sz="2000" spc="-35" dirty="0">
                <a:latin typeface="Corbel"/>
                <a:cs typeface="Corbel"/>
              </a:rPr>
              <a:t> </a:t>
            </a:r>
            <a:r>
              <a:rPr sz="2000" dirty="0">
                <a:latin typeface="Corbel"/>
                <a:cs typeface="Corbel"/>
              </a:rPr>
              <a:t>purposes,</a:t>
            </a:r>
            <a:r>
              <a:rPr sz="2000" spc="-40" dirty="0">
                <a:latin typeface="Corbel"/>
                <a:cs typeface="Corbel"/>
              </a:rPr>
              <a:t> </a:t>
            </a:r>
            <a:r>
              <a:rPr sz="2000" dirty="0">
                <a:latin typeface="Corbel"/>
                <a:cs typeface="Corbel"/>
              </a:rPr>
              <a:t>under</a:t>
            </a:r>
            <a:r>
              <a:rPr sz="2000" spc="-30" dirty="0">
                <a:latin typeface="Corbel"/>
                <a:cs typeface="Corbel"/>
              </a:rPr>
              <a:t> </a:t>
            </a:r>
            <a:r>
              <a:rPr sz="2000" dirty="0">
                <a:latin typeface="Corbel"/>
                <a:cs typeface="Corbel"/>
              </a:rPr>
              <a:t>any</a:t>
            </a:r>
            <a:r>
              <a:rPr sz="2000" spc="-35" dirty="0">
                <a:latin typeface="Corbel"/>
                <a:cs typeface="Corbel"/>
              </a:rPr>
              <a:t> </a:t>
            </a:r>
            <a:r>
              <a:rPr sz="2000" dirty="0">
                <a:latin typeface="Corbel"/>
                <a:cs typeface="Corbel"/>
              </a:rPr>
              <a:t>of</a:t>
            </a:r>
            <a:r>
              <a:rPr sz="2000" spc="-30" dirty="0">
                <a:latin typeface="Corbel"/>
                <a:cs typeface="Corbel"/>
              </a:rPr>
              <a:t> </a:t>
            </a:r>
            <a:r>
              <a:rPr sz="2000" dirty="0">
                <a:latin typeface="Corbel"/>
                <a:cs typeface="Corbel"/>
              </a:rPr>
              <a:t>the</a:t>
            </a:r>
            <a:r>
              <a:rPr sz="2000" spc="-30" dirty="0">
                <a:latin typeface="Corbel"/>
                <a:cs typeface="Corbel"/>
              </a:rPr>
              <a:t> </a:t>
            </a:r>
            <a:r>
              <a:rPr sz="2000" dirty="0">
                <a:latin typeface="Corbel"/>
                <a:cs typeface="Corbel"/>
              </a:rPr>
              <a:t>following</a:t>
            </a:r>
            <a:r>
              <a:rPr sz="2000" spc="-30" dirty="0">
                <a:latin typeface="Corbel"/>
                <a:cs typeface="Corbel"/>
              </a:rPr>
              <a:t> </a:t>
            </a:r>
            <a:r>
              <a:rPr sz="2000" dirty="0">
                <a:latin typeface="Corbel"/>
                <a:cs typeface="Corbel"/>
              </a:rPr>
              <a:t>operating</a:t>
            </a:r>
            <a:r>
              <a:rPr sz="2000" spc="-35" dirty="0">
                <a:latin typeface="Corbel"/>
                <a:cs typeface="Corbel"/>
              </a:rPr>
              <a:t> </a:t>
            </a:r>
            <a:r>
              <a:rPr sz="2000" spc="-10" dirty="0">
                <a:latin typeface="Corbel"/>
                <a:cs typeface="Corbel"/>
              </a:rPr>
              <a:t>conditions:</a:t>
            </a:r>
            <a:endParaRPr sz="2000" dirty="0">
              <a:latin typeface="Corbel"/>
              <a:cs typeface="Corbel"/>
            </a:endParaRPr>
          </a:p>
          <a:p>
            <a:pPr>
              <a:lnSpc>
                <a:spcPct val="100000"/>
              </a:lnSpc>
              <a:spcBef>
                <a:spcPts val="2070"/>
              </a:spcBef>
            </a:pPr>
            <a:endParaRPr sz="2000" dirty="0">
              <a:latin typeface="Corbel"/>
              <a:cs typeface="Corbel"/>
            </a:endParaRPr>
          </a:p>
          <a:p>
            <a:pPr marL="297815" indent="-285115">
              <a:lnSpc>
                <a:spcPct val="100000"/>
              </a:lnSpc>
              <a:buClr>
                <a:srgbClr val="1482AC"/>
              </a:buClr>
              <a:buSzPct val="145000"/>
              <a:buFont typeface="Arial MT"/>
              <a:buChar char="•"/>
              <a:tabLst>
                <a:tab pos="297815" algn="l"/>
              </a:tabLst>
            </a:pPr>
            <a:r>
              <a:rPr sz="2000" dirty="0">
                <a:latin typeface="Corbel"/>
                <a:cs typeface="Corbel"/>
              </a:rPr>
              <a:t>Height</a:t>
            </a:r>
            <a:r>
              <a:rPr sz="2000" spc="-45" dirty="0">
                <a:latin typeface="Corbel"/>
                <a:cs typeface="Corbel"/>
              </a:rPr>
              <a:t> </a:t>
            </a:r>
            <a:r>
              <a:rPr sz="2000" dirty="0">
                <a:latin typeface="Corbel"/>
                <a:cs typeface="Corbel"/>
              </a:rPr>
              <a:t>exceeding</a:t>
            </a:r>
            <a:r>
              <a:rPr sz="2000" spc="-40" dirty="0">
                <a:latin typeface="Corbel"/>
                <a:cs typeface="Corbel"/>
              </a:rPr>
              <a:t> </a:t>
            </a:r>
            <a:r>
              <a:rPr sz="2000" dirty="0">
                <a:latin typeface="Corbel"/>
                <a:cs typeface="Corbel"/>
              </a:rPr>
              <a:t>200</a:t>
            </a:r>
            <a:r>
              <a:rPr sz="2000" spc="-50" dirty="0">
                <a:latin typeface="Corbel"/>
                <a:cs typeface="Corbel"/>
              </a:rPr>
              <a:t> </a:t>
            </a:r>
            <a:r>
              <a:rPr sz="2000" dirty="0">
                <a:latin typeface="Corbel"/>
                <a:cs typeface="Corbel"/>
              </a:rPr>
              <a:t>feet</a:t>
            </a:r>
            <a:r>
              <a:rPr sz="2000" spc="-45" dirty="0">
                <a:latin typeface="Corbel"/>
                <a:cs typeface="Corbel"/>
              </a:rPr>
              <a:t> </a:t>
            </a:r>
            <a:r>
              <a:rPr sz="2000" dirty="0">
                <a:latin typeface="Corbel"/>
                <a:cs typeface="Corbel"/>
              </a:rPr>
              <a:t>above</a:t>
            </a:r>
            <a:r>
              <a:rPr sz="2000" spc="-45" dirty="0">
                <a:latin typeface="Corbel"/>
                <a:cs typeface="Corbel"/>
              </a:rPr>
              <a:t> </a:t>
            </a:r>
            <a:r>
              <a:rPr sz="2000" dirty="0">
                <a:latin typeface="Corbel"/>
                <a:cs typeface="Corbel"/>
              </a:rPr>
              <a:t>mean</a:t>
            </a:r>
            <a:r>
              <a:rPr sz="2000" spc="-50" dirty="0">
                <a:latin typeface="Corbel"/>
                <a:cs typeface="Corbel"/>
              </a:rPr>
              <a:t> </a:t>
            </a:r>
            <a:r>
              <a:rPr sz="2000" dirty="0">
                <a:latin typeface="Corbel"/>
                <a:cs typeface="Corbel"/>
              </a:rPr>
              <a:t>sea</a:t>
            </a:r>
            <a:r>
              <a:rPr sz="2000" spc="-55" dirty="0">
                <a:latin typeface="Corbel"/>
                <a:cs typeface="Corbel"/>
              </a:rPr>
              <a:t> </a:t>
            </a:r>
            <a:r>
              <a:rPr sz="2000" dirty="0">
                <a:latin typeface="Corbel"/>
                <a:cs typeface="Corbel"/>
              </a:rPr>
              <a:t>level</a:t>
            </a:r>
            <a:r>
              <a:rPr sz="2000" spc="-55" dirty="0">
                <a:latin typeface="Corbel"/>
                <a:cs typeface="Corbel"/>
              </a:rPr>
              <a:t> </a:t>
            </a:r>
            <a:r>
              <a:rPr sz="2000" dirty="0">
                <a:latin typeface="Corbel"/>
                <a:cs typeface="Corbel"/>
              </a:rPr>
              <a:t>(AMSL),</a:t>
            </a:r>
            <a:r>
              <a:rPr sz="2000" spc="-50" dirty="0">
                <a:latin typeface="Corbel"/>
                <a:cs typeface="Corbel"/>
              </a:rPr>
              <a:t> </a:t>
            </a:r>
            <a:r>
              <a:rPr sz="2000" spc="-25" dirty="0">
                <a:latin typeface="Corbel"/>
                <a:cs typeface="Corbel"/>
              </a:rPr>
              <a:t>or</a:t>
            </a:r>
            <a:endParaRPr sz="2000" dirty="0">
              <a:latin typeface="Corbel"/>
              <a:cs typeface="Corbel"/>
            </a:endParaRPr>
          </a:p>
          <a:p>
            <a:pPr marL="297815" indent="-285115">
              <a:lnSpc>
                <a:spcPct val="100000"/>
              </a:lnSpc>
              <a:spcBef>
                <a:spcPts val="1080"/>
              </a:spcBef>
              <a:buClr>
                <a:srgbClr val="1482AC"/>
              </a:buClr>
              <a:buSzPct val="145000"/>
              <a:buFont typeface="Arial MT"/>
              <a:buChar char="•"/>
              <a:tabLst>
                <a:tab pos="297815" algn="l"/>
              </a:tabLst>
            </a:pPr>
            <a:r>
              <a:rPr sz="2000" dirty="0">
                <a:latin typeface="Corbel"/>
                <a:cs typeface="Corbel"/>
              </a:rPr>
              <a:t>Within</a:t>
            </a:r>
            <a:r>
              <a:rPr sz="2000" spc="-40" dirty="0">
                <a:latin typeface="Corbel"/>
                <a:cs typeface="Corbel"/>
              </a:rPr>
              <a:t> </a:t>
            </a:r>
            <a:r>
              <a:rPr sz="2000" dirty="0">
                <a:latin typeface="Corbel"/>
                <a:cs typeface="Corbel"/>
              </a:rPr>
              <a:t>5</a:t>
            </a:r>
            <a:r>
              <a:rPr sz="2000" spc="-30" dirty="0">
                <a:latin typeface="Corbel"/>
                <a:cs typeface="Corbel"/>
              </a:rPr>
              <a:t> </a:t>
            </a:r>
            <a:r>
              <a:rPr sz="2000" dirty="0">
                <a:latin typeface="Corbel"/>
                <a:cs typeface="Corbel"/>
              </a:rPr>
              <a:t>kilometers</a:t>
            </a:r>
            <a:r>
              <a:rPr sz="2000" spc="-35" dirty="0">
                <a:latin typeface="Corbel"/>
                <a:cs typeface="Corbel"/>
              </a:rPr>
              <a:t> </a:t>
            </a:r>
            <a:r>
              <a:rPr sz="2000" dirty="0">
                <a:latin typeface="Corbel"/>
                <a:cs typeface="Corbel"/>
              </a:rPr>
              <a:t>of</a:t>
            </a:r>
            <a:r>
              <a:rPr sz="2000" spc="-30" dirty="0">
                <a:latin typeface="Corbel"/>
                <a:cs typeface="Corbel"/>
              </a:rPr>
              <a:t> </a:t>
            </a:r>
            <a:r>
              <a:rPr sz="2000" dirty="0">
                <a:latin typeface="Corbel"/>
                <a:cs typeface="Corbel"/>
              </a:rPr>
              <a:t>a</a:t>
            </a:r>
            <a:r>
              <a:rPr sz="2000" spc="-40" dirty="0">
                <a:latin typeface="Corbel"/>
                <a:cs typeface="Corbel"/>
              </a:rPr>
              <a:t> </a:t>
            </a:r>
            <a:r>
              <a:rPr sz="2000" dirty="0">
                <a:latin typeface="Corbel"/>
                <a:cs typeface="Corbel"/>
              </a:rPr>
              <a:t>civil</a:t>
            </a:r>
            <a:r>
              <a:rPr sz="2000" spc="-35" dirty="0">
                <a:latin typeface="Corbel"/>
                <a:cs typeface="Corbel"/>
              </a:rPr>
              <a:t> </a:t>
            </a:r>
            <a:r>
              <a:rPr sz="2000" dirty="0">
                <a:latin typeface="Corbel"/>
                <a:cs typeface="Corbel"/>
              </a:rPr>
              <a:t>aerodrome</a:t>
            </a:r>
            <a:r>
              <a:rPr sz="2000" spc="-30" dirty="0">
                <a:latin typeface="Corbel"/>
                <a:cs typeface="Corbel"/>
              </a:rPr>
              <a:t> </a:t>
            </a:r>
            <a:r>
              <a:rPr sz="2000" dirty="0">
                <a:latin typeface="Corbel"/>
                <a:cs typeface="Corbel"/>
              </a:rPr>
              <a:t>or</a:t>
            </a:r>
            <a:r>
              <a:rPr sz="2000" spc="-30" dirty="0">
                <a:latin typeface="Corbel"/>
                <a:cs typeface="Corbel"/>
              </a:rPr>
              <a:t> </a:t>
            </a:r>
            <a:r>
              <a:rPr sz="2000" dirty="0">
                <a:latin typeface="Corbel"/>
                <a:cs typeface="Corbel"/>
              </a:rPr>
              <a:t>military</a:t>
            </a:r>
            <a:r>
              <a:rPr sz="2000" spc="-30" dirty="0">
                <a:latin typeface="Corbel"/>
                <a:cs typeface="Corbel"/>
              </a:rPr>
              <a:t> </a:t>
            </a:r>
            <a:r>
              <a:rPr sz="2000" dirty="0">
                <a:latin typeface="Corbel"/>
                <a:cs typeface="Corbel"/>
              </a:rPr>
              <a:t>airbase,</a:t>
            </a:r>
            <a:r>
              <a:rPr sz="2000" spc="-35" dirty="0">
                <a:latin typeface="Corbel"/>
                <a:cs typeface="Corbel"/>
              </a:rPr>
              <a:t> </a:t>
            </a:r>
            <a:r>
              <a:rPr sz="2000" spc="-25" dirty="0">
                <a:latin typeface="Corbel"/>
                <a:cs typeface="Corbel"/>
              </a:rPr>
              <a:t>or</a:t>
            </a:r>
            <a:endParaRPr sz="2000" dirty="0">
              <a:latin typeface="Corbel"/>
              <a:cs typeface="Corbel"/>
            </a:endParaRPr>
          </a:p>
          <a:p>
            <a:pPr marL="298450" marR="5715" indent="-285750">
              <a:lnSpc>
                <a:spcPct val="100000"/>
              </a:lnSpc>
              <a:spcBef>
                <a:spcPts val="1105"/>
              </a:spcBef>
              <a:buClr>
                <a:srgbClr val="1482AC"/>
              </a:buClr>
              <a:buSzPct val="145000"/>
              <a:buFont typeface="Arial MT"/>
              <a:buChar char="•"/>
              <a:tabLst>
                <a:tab pos="298450" algn="l"/>
              </a:tabLst>
            </a:pPr>
            <a:r>
              <a:rPr sz="2000" dirty="0">
                <a:latin typeface="Corbel"/>
                <a:cs typeface="Corbel"/>
              </a:rPr>
              <a:t>Within</a:t>
            </a:r>
            <a:r>
              <a:rPr sz="2000" spc="20" dirty="0">
                <a:latin typeface="Corbel"/>
                <a:cs typeface="Corbel"/>
              </a:rPr>
              <a:t> </a:t>
            </a:r>
            <a:r>
              <a:rPr sz="2000" dirty="0">
                <a:latin typeface="Corbel"/>
                <a:cs typeface="Corbel"/>
              </a:rPr>
              <a:t>any</a:t>
            </a:r>
            <a:r>
              <a:rPr sz="2000" spc="25" dirty="0">
                <a:latin typeface="Corbel"/>
                <a:cs typeface="Corbel"/>
              </a:rPr>
              <a:t> </a:t>
            </a:r>
            <a:r>
              <a:rPr sz="2000" dirty="0">
                <a:latin typeface="Corbel"/>
                <a:cs typeface="Corbel"/>
              </a:rPr>
              <a:t>restricted</a:t>
            </a:r>
            <a:r>
              <a:rPr sz="2000" spc="25" dirty="0">
                <a:latin typeface="Corbel"/>
                <a:cs typeface="Corbel"/>
              </a:rPr>
              <a:t> </a:t>
            </a:r>
            <a:r>
              <a:rPr sz="2000" dirty="0">
                <a:latin typeface="Corbel"/>
                <a:cs typeface="Corbel"/>
              </a:rPr>
              <a:t>area</a:t>
            </a:r>
            <a:r>
              <a:rPr lang="en-SG" sz="2000" dirty="0">
                <a:latin typeface="Corbel"/>
                <a:cs typeface="Corbel"/>
              </a:rPr>
              <a:t> or</a:t>
            </a:r>
            <a:r>
              <a:rPr sz="2000" spc="25" dirty="0">
                <a:latin typeface="Corbel"/>
                <a:cs typeface="Corbel"/>
              </a:rPr>
              <a:t> </a:t>
            </a:r>
            <a:r>
              <a:rPr sz="2000" dirty="0">
                <a:latin typeface="Corbel"/>
                <a:cs typeface="Corbel"/>
              </a:rPr>
              <a:t>danger</a:t>
            </a:r>
            <a:r>
              <a:rPr sz="2000" spc="25" dirty="0">
                <a:latin typeface="Corbel"/>
                <a:cs typeface="Corbel"/>
              </a:rPr>
              <a:t> </a:t>
            </a:r>
            <a:r>
              <a:rPr sz="2000" dirty="0">
                <a:latin typeface="Corbel"/>
                <a:cs typeface="Corbel"/>
              </a:rPr>
              <a:t>area,</a:t>
            </a:r>
            <a:r>
              <a:rPr sz="2000" spc="20" dirty="0">
                <a:latin typeface="Corbel"/>
                <a:cs typeface="Corbel"/>
              </a:rPr>
              <a:t> </a:t>
            </a:r>
            <a:r>
              <a:rPr sz="2000" dirty="0">
                <a:latin typeface="Corbel"/>
                <a:cs typeface="Corbel"/>
              </a:rPr>
              <a:t>as</a:t>
            </a:r>
            <a:r>
              <a:rPr sz="2000" spc="30" dirty="0">
                <a:latin typeface="Corbel"/>
                <a:cs typeface="Corbel"/>
              </a:rPr>
              <a:t> </a:t>
            </a:r>
            <a:r>
              <a:rPr sz="2000" dirty="0">
                <a:latin typeface="Corbel"/>
                <a:cs typeface="Corbel"/>
              </a:rPr>
              <a:t>published</a:t>
            </a:r>
            <a:r>
              <a:rPr sz="2000" spc="25" dirty="0">
                <a:latin typeface="Corbel"/>
                <a:cs typeface="Corbel"/>
              </a:rPr>
              <a:t> </a:t>
            </a:r>
            <a:r>
              <a:rPr sz="2000" dirty="0">
                <a:latin typeface="Corbel"/>
                <a:cs typeface="Corbel"/>
              </a:rPr>
              <a:t>in</a:t>
            </a:r>
            <a:r>
              <a:rPr sz="2000" spc="20" dirty="0">
                <a:latin typeface="Corbel"/>
                <a:cs typeface="Corbel"/>
              </a:rPr>
              <a:t> </a:t>
            </a:r>
            <a:r>
              <a:rPr sz="2000" dirty="0">
                <a:latin typeface="Corbel"/>
                <a:cs typeface="Corbel"/>
              </a:rPr>
              <a:t>the</a:t>
            </a:r>
            <a:r>
              <a:rPr sz="2000" spc="35" dirty="0">
                <a:latin typeface="Corbel"/>
                <a:cs typeface="Corbel"/>
              </a:rPr>
              <a:t> </a:t>
            </a:r>
            <a:r>
              <a:rPr sz="2000" spc="-10" dirty="0">
                <a:latin typeface="Corbel"/>
                <a:cs typeface="Corbel"/>
              </a:rPr>
              <a:t>Government Gazette</a:t>
            </a:r>
            <a:endParaRPr sz="2000" dirty="0">
              <a:latin typeface="Corbel"/>
              <a:cs typeface="Corbe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7" name="object 7"/>
          <p:cNvSpPr txBox="1"/>
          <p:nvPr/>
        </p:nvSpPr>
        <p:spPr>
          <a:xfrm>
            <a:off x="1563048" y="1678940"/>
            <a:ext cx="10035540" cy="4037965"/>
          </a:xfrm>
          <a:prstGeom prst="rect">
            <a:avLst/>
          </a:prstGeom>
        </p:spPr>
        <p:txBody>
          <a:bodyPr vert="horz" wrap="square" lIns="0" tIns="12700" rIns="0" bIns="0" rtlCol="0">
            <a:spAutoFit/>
          </a:bodyPr>
          <a:lstStyle/>
          <a:p>
            <a:pPr marL="12700">
              <a:lnSpc>
                <a:spcPct val="100000"/>
              </a:lnSpc>
              <a:spcBef>
                <a:spcPts val="100"/>
              </a:spcBef>
            </a:pPr>
            <a:r>
              <a:rPr sz="1800" dirty="0">
                <a:latin typeface="Corbel"/>
                <a:cs typeface="Corbel"/>
              </a:rPr>
              <a:t>The</a:t>
            </a:r>
            <a:r>
              <a:rPr sz="1800" spc="-45" dirty="0">
                <a:latin typeface="Corbel"/>
                <a:cs typeface="Corbel"/>
              </a:rPr>
              <a:t> </a:t>
            </a:r>
            <a:r>
              <a:rPr sz="1800" dirty="0">
                <a:latin typeface="Corbel"/>
                <a:cs typeface="Corbel"/>
              </a:rPr>
              <a:t>following</a:t>
            </a:r>
            <a:r>
              <a:rPr sz="1800" spc="-35" dirty="0">
                <a:latin typeface="Corbel"/>
                <a:cs typeface="Corbel"/>
              </a:rPr>
              <a:t> </a:t>
            </a:r>
            <a:r>
              <a:rPr sz="1800" dirty="0">
                <a:latin typeface="Corbel"/>
                <a:cs typeface="Corbel"/>
              </a:rPr>
              <a:t>are</a:t>
            </a:r>
            <a:r>
              <a:rPr sz="1800" spc="-25" dirty="0">
                <a:latin typeface="Corbel"/>
                <a:cs typeface="Corbel"/>
              </a:rPr>
              <a:t> </a:t>
            </a:r>
            <a:r>
              <a:rPr sz="1800" dirty="0">
                <a:latin typeface="Corbel"/>
                <a:cs typeface="Corbel"/>
              </a:rPr>
              <a:t>required</a:t>
            </a:r>
            <a:r>
              <a:rPr sz="1800" spc="-30" dirty="0">
                <a:latin typeface="Corbel"/>
                <a:cs typeface="Corbel"/>
              </a:rPr>
              <a:t> </a:t>
            </a:r>
            <a:r>
              <a:rPr sz="1800" dirty="0">
                <a:latin typeface="Corbel"/>
                <a:cs typeface="Corbel"/>
              </a:rPr>
              <a:t>for</a:t>
            </a:r>
            <a:r>
              <a:rPr sz="1800" spc="-30" dirty="0">
                <a:latin typeface="Corbel"/>
                <a:cs typeface="Corbel"/>
              </a:rPr>
              <a:t> </a:t>
            </a:r>
            <a:r>
              <a:rPr sz="1800" b="1" dirty="0">
                <a:latin typeface="Corbel"/>
                <a:cs typeface="Corbel"/>
              </a:rPr>
              <a:t>Activity</a:t>
            </a:r>
            <a:r>
              <a:rPr sz="1800" b="1" spc="-40" dirty="0">
                <a:latin typeface="Corbel"/>
                <a:cs typeface="Corbel"/>
              </a:rPr>
              <a:t> </a:t>
            </a:r>
            <a:r>
              <a:rPr sz="1800" b="1" spc="-10" dirty="0">
                <a:latin typeface="Corbel"/>
                <a:cs typeface="Corbel"/>
              </a:rPr>
              <a:t>Permit</a:t>
            </a:r>
            <a:r>
              <a:rPr sz="1800" b="1" spc="-40" dirty="0">
                <a:latin typeface="Corbel"/>
                <a:cs typeface="Corbel"/>
              </a:rPr>
              <a:t> </a:t>
            </a:r>
            <a:r>
              <a:rPr sz="1800" b="1" dirty="0">
                <a:latin typeface="Corbel"/>
                <a:cs typeface="Corbel"/>
              </a:rPr>
              <a:t>(AP1</a:t>
            </a:r>
            <a:r>
              <a:rPr sz="1800" b="1" spc="-30" dirty="0">
                <a:latin typeface="Corbel"/>
                <a:cs typeface="Corbel"/>
              </a:rPr>
              <a:t> </a:t>
            </a:r>
            <a:r>
              <a:rPr sz="1800" b="1" spc="-10" dirty="0">
                <a:latin typeface="Corbel"/>
                <a:cs typeface="Corbel"/>
              </a:rPr>
              <a:t>and</a:t>
            </a:r>
            <a:r>
              <a:rPr sz="1800" b="1" spc="-85" dirty="0">
                <a:latin typeface="Corbel"/>
                <a:cs typeface="Corbel"/>
              </a:rPr>
              <a:t> </a:t>
            </a:r>
            <a:r>
              <a:rPr sz="1800" b="1" dirty="0">
                <a:latin typeface="Corbel"/>
                <a:cs typeface="Corbel"/>
              </a:rPr>
              <a:t>AP2)</a:t>
            </a:r>
            <a:r>
              <a:rPr sz="1800" b="1" spc="-30" dirty="0">
                <a:latin typeface="Corbel"/>
                <a:cs typeface="Corbel"/>
              </a:rPr>
              <a:t> </a:t>
            </a:r>
            <a:r>
              <a:rPr sz="1800" b="1" spc="-10" dirty="0">
                <a:latin typeface="Corbel"/>
                <a:cs typeface="Corbel"/>
              </a:rPr>
              <a:t>applications</a:t>
            </a:r>
            <a:r>
              <a:rPr sz="1800" spc="-10" dirty="0">
                <a:latin typeface="Corbel"/>
                <a:cs typeface="Corbel"/>
              </a:rPr>
              <a:t>:</a:t>
            </a:r>
            <a:endParaRPr sz="1800">
              <a:latin typeface="Corbel"/>
              <a:cs typeface="Corbel"/>
            </a:endParaRPr>
          </a:p>
          <a:p>
            <a:pPr>
              <a:lnSpc>
                <a:spcPct val="100000"/>
              </a:lnSpc>
              <a:spcBef>
                <a:spcPts val="385"/>
              </a:spcBef>
            </a:pPr>
            <a:endParaRPr sz="1800">
              <a:latin typeface="Corbel"/>
              <a:cs typeface="Corbel"/>
            </a:endParaRPr>
          </a:p>
          <a:p>
            <a:pPr marL="469900" marR="5080" indent="-457200">
              <a:lnSpc>
                <a:spcPts val="1900"/>
              </a:lnSpc>
              <a:buAutoNum type="arabicPeriod"/>
              <a:tabLst>
                <a:tab pos="469900" algn="l"/>
              </a:tabLst>
            </a:pPr>
            <a:r>
              <a:rPr sz="1600" dirty="0">
                <a:latin typeface="Corbel"/>
                <a:cs typeface="Corbel"/>
              </a:rPr>
              <a:t>In</a:t>
            </a:r>
            <a:r>
              <a:rPr sz="1600" spc="-35" dirty="0">
                <a:latin typeface="Corbel"/>
                <a:cs typeface="Corbel"/>
              </a:rPr>
              <a:t> </a:t>
            </a:r>
            <a:r>
              <a:rPr sz="1600" dirty="0">
                <a:latin typeface="Corbel"/>
                <a:cs typeface="Corbel"/>
              </a:rPr>
              <a:t>addition</a:t>
            </a:r>
            <a:r>
              <a:rPr sz="1600" spc="-15" dirty="0">
                <a:latin typeface="Corbel"/>
                <a:cs typeface="Corbel"/>
              </a:rPr>
              <a:t> </a:t>
            </a:r>
            <a:r>
              <a:rPr sz="1600" dirty="0">
                <a:latin typeface="Corbel"/>
                <a:cs typeface="Corbel"/>
              </a:rPr>
              <a:t>to</a:t>
            </a:r>
            <a:r>
              <a:rPr sz="1600" spc="-2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information</a:t>
            </a:r>
            <a:r>
              <a:rPr sz="1600" spc="-15" dirty="0">
                <a:latin typeface="Corbel"/>
                <a:cs typeface="Corbel"/>
              </a:rPr>
              <a:t> </a:t>
            </a:r>
            <a:r>
              <a:rPr sz="1600" dirty="0">
                <a:latin typeface="Corbel"/>
                <a:cs typeface="Corbel"/>
              </a:rPr>
              <a:t>required</a:t>
            </a:r>
            <a:r>
              <a:rPr sz="1600" spc="-20" dirty="0">
                <a:latin typeface="Corbel"/>
                <a:cs typeface="Corbel"/>
              </a:rPr>
              <a:t> </a:t>
            </a:r>
            <a:r>
              <a:rPr sz="1600" dirty="0">
                <a:latin typeface="Corbel"/>
                <a:cs typeface="Corbel"/>
              </a:rPr>
              <a:t>in</a:t>
            </a:r>
            <a:r>
              <a:rPr sz="1600" spc="-15" dirty="0">
                <a:latin typeface="Corbel"/>
                <a:cs typeface="Corbel"/>
              </a:rPr>
              <a:t> </a:t>
            </a:r>
            <a:r>
              <a:rPr sz="1600" dirty="0">
                <a:latin typeface="Corbel"/>
                <a:cs typeface="Corbel"/>
              </a:rPr>
              <a:t>the</a:t>
            </a:r>
            <a:r>
              <a:rPr sz="1600" spc="-20" dirty="0">
                <a:latin typeface="Corbel"/>
                <a:cs typeface="Corbel"/>
              </a:rPr>
              <a:t> </a:t>
            </a:r>
            <a:r>
              <a:rPr sz="1600" spc="-10" dirty="0">
                <a:latin typeface="Corbel"/>
                <a:cs typeface="Corbel"/>
              </a:rPr>
              <a:t>eSOMS</a:t>
            </a:r>
            <a:r>
              <a:rPr sz="1600" spc="-70" dirty="0">
                <a:latin typeface="Corbel"/>
                <a:cs typeface="Corbel"/>
              </a:rPr>
              <a:t> </a:t>
            </a:r>
            <a:r>
              <a:rPr sz="1600" dirty="0">
                <a:latin typeface="Corbel"/>
                <a:cs typeface="Corbel"/>
              </a:rPr>
              <a:t>AP</a:t>
            </a:r>
            <a:r>
              <a:rPr sz="1600" spc="-30" dirty="0">
                <a:latin typeface="Corbel"/>
                <a:cs typeface="Corbel"/>
              </a:rPr>
              <a:t> </a:t>
            </a:r>
            <a:r>
              <a:rPr sz="1600" spc="-10" dirty="0">
                <a:latin typeface="Corbel"/>
                <a:cs typeface="Corbel"/>
              </a:rPr>
              <a:t>application,</a:t>
            </a:r>
            <a:r>
              <a:rPr sz="1600" spc="-20" dirty="0">
                <a:latin typeface="Corbel"/>
                <a:cs typeface="Corbel"/>
              </a:rPr>
              <a:t> </a:t>
            </a:r>
            <a:r>
              <a:rPr sz="1600" dirty="0">
                <a:latin typeface="Corbel"/>
                <a:cs typeface="Corbel"/>
              </a:rPr>
              <a:t>an</a:t>
            </a:r>
            <a:r>
              <a:rPr sz="1600" spc="-20" dirty="0">
                <a:latin typeface="Corbel"/>
                <a:cs typeface="Corbel"/>
              </a:rPr>
              <a:t> </a:t>
            </a:r>
            <a:r>
              <a:rPr sz="1600" dirty="0">
                <a:latin typeface="Corbel"/>
                <a:cs typeface="Corbel"/>
              </a:rPr>
              <a:t>illustration</a:t>
            </a:r>
            <a:r>
              <a:rPr sz="1600" spc="-15"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whole</a:t>
            </a:r>
            <a:r>
              <a:rPr sz="1600" spc="-20" dirty="0">
                <a:latin typeface="Corbel"/>
                <a:cs typeface="Corbel"/>
              </a:rPr>
              <a:t> </a:t>
            </a:r>
            <a:r>
              <a:rPr sz="1600" dirty="0">
                <a:latin typeface="Corbel"/>
                <a:cs typeface="Corbel"/>
              </a:rPr>
              <a:t>operation</a:t>
            </a:r>
            <a:r>
              <a:rPr sz="1600" spc="-20" dirty="0">
                <a:latin typeface="Corbel"/>
                <a:cs typeface="Corbel"/>
              </a:rPr>
              <a:t> </a:t>
            </a:r>
            <a:r>
              <a:rPr sz="1600" spc="-10" dirty="0">
                <a:latin typeface="Corbel"/>
                <a:cs typeface="Corbel"/>
              </a:rPr>
              <a:t>process </a:t>
            </a:r>
            <a:r>
              <a:rPr sz="1600" dirty="0">
                <a:latin typeface="Corbel"/>
                <a:cs typeface="Corbel"/>
              </a:rPr>
              <a:t>containing</a:t>
            </a:r>
            <a:r>
              <a:rPr sz="1600" spc="-35"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following</a:t>
            </a:r>
            <a:r>
              <a:rPr sz="1600" spc="-30" dirty="0">
                <a:latin typeface="Corbel"/>
                <a:cs typeface="Corbel"/>
              </a:rPr>
              <a:t> </a:t>
            </a:r>
            <a:r>
              <a:rPr sz="1600" dirty="0">
                <a:latin typeface="Corbel"/>
                <a:cs typeface="Corbel"/>
              </a:rPr>
              <a:t>points</a:t>
            </a:r>
            <a:r>
              <a:rPr sz="1600" spc="-35" dirty="0">
                <a:latin typeface="Corbel"/>
                <a:cs typeface="Corbel"/>
              </a:rPr>
              <a:t> </a:t>
            </a:r>
            <a:r>
              <a:rPr sz="1600" dirty="0">
                <a:latin typeface="Corbel"/>
                <a:cs typeface="Corbel"/>
              </a:rPr>
              <a:t>may</a:t>
            </a:r>
            <a:r>
              <a:rPr sz="1600" spc="-35" dirty="0">
                <a:latin typeface="Corbel"/>
                <a:cs typeface="Corbel"/>
              </a:rPr>
              <a:t> </a:t>
            </a:r>
            <a:r>
              <a:rPr sz="1600" dirty="0">
                <a:latin typeface="Corbel"/>
                <a:cs typeface="Corbel"/>
              </a:rPr>
              <a:t>be</a:t>
            </a:r>
            <a:r>
              <a:rPr sz="1600" spc="-30" dirty="0">
                <a:latin typeface="Corbel"/>
                <a:cs typeface="Corbel"/>
              </a:rPr>
              <a:t> </a:t>
            </a:r>
            <a:r>
              <a:rPr sz="1600" spc="-10" dirty="0">
                <a:latin typeface="Corbel"/>
                <a:cs typeface="Corbel"/>
              </a:rPr>
              <a:t>required:</a:t>
            </a:r>
            <a:endParaRPr sz="1600">
              <a:latin typeface="Corbel"/>
              <a:cs typeface="Corbel"/>
            </a:endParaRPr>
          </a:p>
          <a:p>
            <a:pPr>
              <a:lnSpc>
                <a:spcPct val="100000"/>
              </a:lnSpc>
              <a:spcBef>
                <a:spcPts val="55"/>
              </a:spcBef>
              <a:buFont typeface="Corbel"/>
              <a:buAutoNum type="arabicPeriod"/>
            </a:pPr>
            <a:endParaRPr sz="1600">
              <a:latin typeface="Corbel"/>
              <a:cs typeface="Corbel"/>
            </a:endParaRPr>
          </a:p>
          <a:p>
            <a:pPr marL="926465" marR="771525" lvl="1" indent="-456565">
              <a:lnSpc>
                <a:spcPts val="1900"/>
              </a:lnSpc>
              <a:buAutoNum type="alphaLcParenR"/>
              <a:tabLst>
                <a:tab pos="1384300" algn="l"/>
              </a:tabLst>
            </a:pPr>
            <a:r>
              <a:rPr sz="1600" dirty="0">
                <a:latin typeface="Corbel"/>
                <a:cs typeface="Corbel"/>
              </a:rPr>
              <a:t>Flight</a:t>
            </a:r>
            <a:r>
              <a:rPr sz="1600" spc="-35" dirty="0">
                <a:latin typeface="Corbel"/>
                <a:cs typeface="Corbel"/>
              </a:rPr>
              <a:t> </a:t>
            </a:r>
            <a:r>
              <a:rPr sz="1600" dirty="0">
                <a:latin typeface="Corbel"/>
                <a:cs typeface="Corbel"/>
              </a:rPr>
              <a:t>plan</a:t>
            </a:r>
            <a:r>
              <a:rPr sz="1600" spc="-25" dirty="0">
                <a:latin typeface="Corbel"/>
                <a:cs typeface="Corbel"/>
              </a:rPr>
              <a:t> </a:t>
            </a:r>
            <a:r>
              <a:rPr sz="1600" spc="-20" dirty="0">
                <a:latin typeface="Corbel"/>
                <a:cs typeface="Corbel"/>
              </a:rPr>
              <a:t>(take-</a:t>
            </a:r>
            <a:r>
              <a:rPr sz="1600" dirty="0">
                <a:latin typeface="Corbel"/>
                <a:cs typeface="Corbel"/>
              </a:rPr>
              <a:t>off/landing,</a:t>
            </a:r>
            <a:r>
              <a:rPr sz="1600" spc="-25" dirty="0">
                <a:latin typeface="Corbel"/>
                <a:cs typeface="Corbel"/>
              </a:rPr>
              <a:t> </a:t>
            </a:r>
            <a:r>
              <a:rPr sz="1600" dirty="0">
                <a:latin typeface="Corbel"/>
                <a:cs typeface="Corbel"/>
              </a:rPr>
              <a:t>hover/flight</a:t>
            </a:r>
            <a:r>
              <a:rPr sz="1600" spc="-30" dirty="0">
                <a:latin typeface="Corbel"/>
                <a:cs typeface="Corbel"/>
              </a:rPr>
              <a:t> </a:t>
            </a:r>
            <a:r>
              <a:rPr sz="1600" dirty="0">
                <a:latin typeface="Corbel"/>
                <a:cs typeface="Corbel"/>
              </a:rPr>
              <a:t>path,</a:t>
            </a:r>
            <a:r>
              <a:rPr sz="1600" spc="-25" dirty="0">
                <a:latin typeface="Corbel"/>
                <a:cs typeface="Corbel"/>
              </a:rPr>
              <a:t> </a:t>
            </a:r>
            <a:r>
              <a:rPr sz="1600" dirty="0">
                <a:latin typeface="Corbel"/>
                <a:cs typeface="Corbel"/>
              </a:rPr>
              <a:t>height,</a:t>
            </a:r>
            <a:r>
              <a:rPr sz="1600" spc="-25" dirty="0">
                <a:latin typeface="Corbel"/>
                <a:cs typeface="Corbel"/>
              </a:rPr>
              <a:t> </a:t>
            </a:r>
            <a:r>
              <a:rPr sz="1600" dirty="0">
                <a:latin typeface="Corbel"/>
                <a:cs typeface="Corbel"/>
              </a:rPr>
              <a:t>speed,</a:t>
            </a:r>
            <a:r>
              <a:rPr sz="1600" spc="-25" dirty="0">
                <a:latin typeface="Corbel"/>
                <a:cs typeface="Corbel"/>
              </a:rPr>
              <a:t> </a:t>
            </a:r>
            <a:r>
              <a:rPr sz="1600" dirty="0">
                <a:latin typeface="Corbel"/>
                <a:cs typeface="Corbel"/>
              </a:rPr>
              <a:t>how</a:t>
            </a:r>
            <a:r>
              <a:rPr sz="1600" spc="-30" dirty="0">
                <a:latin typeface="Corbel"/>
                <a:cs typeface="Corbel"/>
              </a:rPr>
              <a:t> </a:t>
            </a:r>
            <a:r>
              <a:rPr sz="1600" dirty="0">
                <a:latin typeface="Corbel"/>
                <a:cs typeface="Corbel"/>
              </a:rPr>
              <a:t>visual</a:t>
            </a:r>
            <a:r>
              <a:rPr sz="1600" spc="-25" dirty="0">
                <a:latin typeface="Corbel"/>
                <a:cs typeface="Corbel"/>
              </a:rPr>
              <a:t> </a:t>
            </a:r>
            <a:r>
              <a:rPr sz="1600" dirty="0">
                <a:latin typeface="Corbel"/>
                <a:cs typeface="Corbel"/>
              </a:rPr>
              <a:t>line</a:t>
            </a:r>
            <a:r>
              <a:rPr sz="1600" spc="-2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sight</a:t>
            </a:r>
            <a:r>
              <a:rPr sz="1600" spc="-30" dirty="0">
                <a:latin typeface="Corbel"/>
                <a:cs typeface="Corbel"/>
              </a:rPr>
              <a:t> </a:t>
            </a:r>
            <a:r>
              <a:rPr sz="1600" dirty="0">
                <a:latin typeface="Corbel"/>
                <a:cs typeface="Corbel"/>
              </a:rPr>
              <a:t>is</a:t>
            </a:r>
            <a:r>
              <a:rPr sz="1600" spc="155" dirty="0">
                <a:latin typeface="Corbel"/>
                <a:cs typeface="Corbel"/>
              </a:rPr>
              <a:t> </a:t>
            </a:r>
            <a:r>
              <a:rPr sz="1600" spc="-10" dirty="0">
                <a:latin typeface="Corbel"/>
                <a:cs typeface="Corbel"/>
              </a:rPr>
              <a:t>maintained, 	</a:t>
            </a:r>
            <a:r>
              <a:rPr sz="1600" dirty="0">
                <a:latin typeface="Corbel"/>
                <a:cs typeface="Corbel"/>
              </a:rPr>
              <a:t>number</a:t>
            </a:r>
            <a:r>
              <a:rPr sz="1600" spc="-30" dirty="0">
                <a:latin typeface="Corbel"/>
                <a:cs typeface="Corbel"/>
              </a:rPr>
              <a:t> </a:t>
            </a:r>
            <a:r>
              <a:rPr sz="1600" dirty="0">
                <a:latin typeface="Corbel"/>
                <a:cs typeface="Corbel"/>
              </a:rPr>
              <a:t>and</a:t>
            </a:r>
            <a:r>
              <a:rPr sz="1600" spc="-30" dirty="0">
                <a:latin typeface="Corbel"/>
                <a:cs typeface="Corbel"/>
              </a:rPr>
              <a:t> </a:t>
            </a:r>
            <a:r>
              <a:rPr sz="1600" dirty="0">
                <a:latin typeface="Corbel"/>
                <a:cs typeface="Corbel"/>
              </a:rPr>
              <a:t>position</a:t>
            </a:r>
            <a:r>
              <a:rPr sz="1600" spc="-2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pilots</a:t>
            </a:r>
            <a:r>
              <a:rPr sz="1600" spc="-30"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observers,</a:t>
            </a:r>
            <a:r>
              <a:rPr sz="1600" spc="-30" dirty="0">
                <a:latin typeface="Corbel"/>
                <a:cs typeface="Corbel"/>
              </a:rPr>
              <a:t> </a:t>
            </a:r>
            <a:r>
              <a:rPr sz="1600" spc="-10" dirty="0">
                <a:latin typeface="Corbel"/>
                <a:cs typeface="Corbel"/>
              </a:rPr>
              <a:t>etc);</a:t>
            </a:r>
            <a:endParaRPr sz="1600">
              <a:latin typeface="Corbel"/>
              <a:cs typeface="Corbel"/>
            </a:endParaRPr>
          </a:p>
          <a:p>
            <a:pPr marL="812800" marR="104775" lvl="1" indent="-342900">
              <a:lnSpc>
                <a:spcPts val="1900"/>
              </a:lnSpc>
              <a:spcBef>
                <a:spcPts val="1890"/>
              </a:spcBef>
              <a:buAutoNum type="alphaLcParenR"/>
              <a:tabLst>
                <a:tab pos="812800" algn="l"/>
                <a:tab pos="926465" algn="l"/>
              </a:tabLst>
            </a:pPr>
            <a:r>
              <a:rPr sz="1600" dirty="0">
                <a:latin typeface="Corbel"/>
                <a:cs typeface="Corbel"/>
              </a:rPr>
              <a:t>	A</a:t>
            </a:r>
            <a:r>
              <a:rPr sz="1600" spc="-55" dirty="0">
                <a:latin typeface="Corbel"/>
                <a:cs typeface="Corbel"/>
              </a:rPr>
              <a:t> </a:t>
            </a:r>
            <a:r>
              <a:rPr sz="1600" dirty="0">
                <a:latin typeface="Corbel"/>
                <a:cs typeface="Corbel"/>
              </a:rPr>
              <a:t>map</a:t>
            </a:r>
            <a:r>
              <a:rPr sz="1600" spc="-30"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floor</a:t>
            </a:r>
            <a:r>
              <a:rPr sz="1600" spc="-30" dirty="0">
                <a:latin typeface="Corbel"/>
                <a:cs typeface="Corbel"/>
              </a:rPr>
              <a:t> </a:t>
            </a:r>
            <a:r>
              <a:rPr sz="1600" dirty="0">
                <a:latin typeface="Corbel"/>
                <a:cs typeface="Corbel"/>
              </a:rPr>
              <a:t>plan</a:t>
            </a:r>
            <a:r>
              <a:rPr sz="1600" spc="-20" dirty="0">
                <a:latin typeface="Corbel"/>
                <a:cs typeface="Corbel"/>
              </a:rPr>
              <a:t> (e.g.</a:t>
            </a:r>
            <a:r>
              <a:rPr sz="1600" spc="-60" dirty="0">
                <a:latin typeface="Corbel"/>
                <a:cs typeface="Corbel"/>
              </a:rPr>
              <a:t> </a:t>
            </a:r>
            <a:r>
              <a:rPr sz="1600" dirty="0">
                <a:latin typeface="Corbel"/>
                <a:cs typeface="Corbel"/>
              </a:rPr>
              <a:t>Google</a:t>
            </a:r>
            <a:r>
              <a:rPr sz="1600" spc="-25" dirty="0">
                <a:latin typeface="Corbel"/>
                <a:cs typeface="Corbel"/>
              </a:rPr>
              <a:t> </a:t>
            </a:r>
            <a:r>
              <a:rPr sz="1600" dirty="0">
                <a:latin typeface="Corbel"/>
                <a:cs typeface="Corbel"/>
              </a:rPr>
              <a:t>satellite</a:t>
            </a:r>
            <a:r>
              <a:rPr sz="1600" spc="-25" dirty="0">
                <a:latin typeface="Corbel"/>
                <a:cs typeface="Corbel"/>
              </a:rPr>
              <a:t> </a:t>
            </a:r>
            <a:r>
              <a:rPr sz="1600" dirty="0">
                <a:latin typeface="Corbel"/>
                <a:cs typeface="Corbel"/>
              </a:rPr>
              <a:t>map</a:t>
            </a:r>
            <a:r>
              <a:rPr sz="1600" spc="-30" dirty="0">
                <a:latin typeface="Corbel"/>
                <a:cs typeface="Corbel"/>
              </a:rPr>
              <a:t> </a:t>
            </a:r>
            <a:r>
              <a:rPr sz="1600" dirty="0">
                <a:latin typeface="Corbel"/>
                <a:cs typeface="Corbel"/>
              </a:rPr>
              <a:t>at</a:t>
            </a:r>
            <a:r>
              <a:rPr sz="1600" spc="-3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appropriate</a:t>
            </a:r>
            <a:r>
              <a:rPr sz="1600" spc="-30" dirty="0">
                <a:latin typeface="Corbel"/>
                <a:cs typeface="Corbel"/>
              </a:rPr>
              <a:t> </a:t>
            </a:r>
            <a:r>
              <a:rPr sz="1600" dirty="0">
                <a:latin typeface="Corbel"/>
                <a:cs typeface="Corbel"/>
              </a:rPr>
              <a:t>scale)</a:t>
            </a:r>
            <a:r>
              <a:rPr sz="1600" spc="-35"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activity</a:t>
            </a:r>
            <a:r>
              <a:rPr sz="1600" spc="-35" dirty="0">
                <a:latin typeface="Corbel"/>
                <a:cs typeface="Corbel"/>
              </a:rPr>
              <a:t> </a:t>
            </a:r>
            <a:r>
              <a:rPr sz="1600" dirty="0">
                <a:latin typeface="Corbel"/>
                <a:cs typeface="Corbel"/>
              </a:rPr>
              <a:t>site</a:t>
            </a:r>
            <a:r>
              <a:rPr sz="1600" spc="-25"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annotation</a:t>
            </a:r>
            <a:r>
              <a:rPr sz="1600" spc="-20" dirty="0">
                <a:latin typeface="Corbel"/>
                <a:cs typeface="Corbel"/>
              </a:rPr>
              <a:t> </a:t>
            </a:r>
            <a:r>
              <a:rPr sz="1600" spc="-25" dirty="0">
                <a:latin typeface="Corbel"/>
                <a:cs typeface="Corbel"/>
              </a:rPr>
              <a:t>of </a:t>
            </a:r>
            <a:r>
              <a:rPr sz="1600" spc="-10" dirty="0">
                <a:latin typeface="Corbel"/>
                <a:cs typeface="Corbel"/>
              </a:rPr>
              <a:t>launch/recovery</a:t>
            </a:r>
            <a:r>
              <a:rPr sz="1600" spc="-20" dirty="0">
                <a:latin typeface="Corbel"/>
                <a:cs typeface="Corbel"/>
              </a:rPr>
              <a:t> </a:t>
            </a:r>
            <a:r>
              <a:rPr sz="1600" dirty="0">
                <a:latin typeface="Corbel"/>
                <a:cs typeface="Corbel"/>
              </a:rPr>
              <a:t>point(s)</a:t>
            </a:r>
            <a:r>
              <a:rPr sz="1600" spc="-25" dirty="0">
                <a:latin typeface="Corbel"/>
                <a:cs typeface="Corbel"/>
              </a:rPr>
              <a:t> </a:t>
            </a:r>
            <a:r>
              <a:rPr sz="1600" dirty="0">
                <a:latin typeface="Corbel"/>
                <a:cs typeface="Corbel"/>
              </a:rPr>
              <a:t>and</a:t>
            </a:r>
            <a:r>
              <a:rPr sz="1600" spc="-10" dirty="0">
                <a:latin typeface="Corbel"/>
                <a:cs typeface="Corbel"/>
              </a:rPr>
              <a:t> </a:t>
            </a:r>
            <a:r>
              <a:rPr sz="1600" dirty="0">
                <a:latin typeface="Corbel"/>
                <a:cs typeface="Corbel"/>
              </a:rPr>
              <a:t>any</a:t>
            </a:r>
            <a:r>
              <a:rPr sz="1600" spc="-20" dirty="0">
                <a:latin typeface="Corbel"/>
                <a:cs typeface="Corbel"/>
              </a:rPr>
              <a:t> </a:t>
            </a:r>
            <a:r>
              <a:rPr sz="1600" dirty="0">
                <a:latin typeface="Corbel"/>
                <a:cs typeface="Corbel"/>
              </a:rPr>
              <a:t>horizontal</a:t>
            </a:r>
            <a:r>
              <a:rPr sz="1600" spc="-15" dirty="0">
                <a:latin typeface="Corbel"/>
                <a:cs typeface="Corbel"/>
              </a:rPr>
              <a:t> </a:t>
            </a:r>
            <a:r>
              <a:rPr sz="1600" dirty="0">
                <a:latin typeface="Corbel"/>
                <a:cs typeface="Corbel"/>
              </a:rPr>
              <a:t>flight</a:t>
            </a:r>
            <a:r>
              <a:rPr sz="1600" spc="-25" dirty="0">
                <a:latin typeface="Corbel"/>
                <a:cs typeface="Corbel"/>
              </a:rPr>
              <a:t> </a:t>
            </a:r>
            <a:r>
              <a:rPr sz="1600" dirty="0">
                <a:latin typeface="Corbel"/>
                <a:cs typeface="Corbel"/>
              </a:rPr>
              <a:t>path</a:t>
            </a:r>
            <a:r>
              <a:rPr sz="1600" spc="-15" dirty="0">
                <a:latin typeface="Corbel"/>
                <a:cs typeface="Corbel"/>
              </a:rPr>
              <a:t> </a:t>
            </a:r>
            <a:r>
              <a:rPr sz="1600" dirty="0">
                <a:latin typeface="Corbel"/>
                <a:cs typeface="Corbel"/>
              </a:rPr>
              <a:t>of</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unmanned</a:t>
            </a:r>
            <a:r>
              <a:rPr sz="1600" spc="-10" dirty="0">
                <a:latin typeface="Corbel"/>
                <a:cs typeface="Corbel"/>
              </a:rPr>
              <a:t> aircraft;</a:t>
            </a:r>
            <a:endParaRPr sz="1600">
              <a:latin typeface="Corbel"/>
              <a:cs typeface="Corbel"/>
            </a:endParaRPr>
          </a:p>
          <a:p>
            <a:pPr lvl="1">
              <a:lnSpc>
                <a:spcPct val="100000"/>
              </a:lnSpc>
              <a:spcBef>
                <a:spcPts val="50"/>
              </a:spcBef>
              <a:buFont typeface="Corbel"/>
              <a:buAutoNum type="alphaLcParenR"/>
            </a:pPr>
            <a:endParaRPr sz="1600">
              <a:latin typeface="Corbel"/>
              <a:cs typeface="Corbel"/>
            </a:endParaRPr>
          </a:p>
          <a:p>
            <a:pPr marL="812800" marR="66040" lvl="1" indent="-342900">
              <a:lnSpc>
                <a:spcPts val="1900"/>
              </a:lnSpc>
              <a:spcBef>
                <a:spcPts val="5"/>
              </a:spcBef>
              <a:buAutoNum type="alphaLcParenR"/>
              <a:tabLst>
                <a:tab pos="812800" algn="l"/>
                <a:tab pos="926465" algn="l"/>
              </a:tabLst>
            </a:pPr>
            <a:r>
              <a:rPr sz="1600" dirty="0">
                <a:latin typeface="Corbel"/>
                <a:cs typeface="Corbel"/>
              </a:rPr>
              <a:t>	If</a:t>
            </a:r>
            <a:r>
              <a:rPr sz="1600" spc="-30" dirty="0">
                <a:latin typeface="Corbel"/>
                <a:cs typeface="Corbel"/>
              </a:rPr>
              <a:t> </a:t>
            </a:r>
            <a:r>
              <a:rPr sz="1600" dirty="0">
                <a:latin typeface="Corbel"/>
                <a:cs typeface="Corbel"/>
              </a:rPr>
              <a:t>applicable,</a:t>
            </a:r>
            <a:r>
              <a:rPr sz="1600" spc="-30" dirty="0">
                <a:latin typeface="Corbel"/>
                <a:cs typeface="Corbel"/>
              </a:rPr>
              <a:t> </a:t>
            </a:r>
            <a:r>
              <a:rPr sz="1600" dirty="0">
                <a:latin typeface="Corbel"/>
                <a:cs typeface="Corbel"/>
              </a:rPr>
              <a:t>indicate</a:t>
            </a:r>
            <a:r>
              <a:rPr sz="1600" spc="-30" dirty="0">
                <a:latin typeface="Corbel"/>
                <a:cs typeface="Corbel"/>
              </a:rPr>
              <a:t> </a:t>
            </a:r>
            <a:r>
              <a:rPr sz="1600" dirty="0">
                <a:latin typeface="Corbel"/>
                <a:cs typeface="Corbel"/>
              </a:rPr>
              <a:t>if</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activity</a:t>
            </a:r>
            <a:r>
              <a:rPr sz="1600" spc="-35" dirty="0">
                <a:latin typeface="Corbel"/>
                <a:cs typeface="Corbel"/>
              </a:rPr>
              <a:t> </a:t>
            </a:r>
            <a:r>
              <a:rPr sz="1600" dirty="0">
                <a:latin typeface="Corbel"/>
                <a:cs typeface="Corbel"/>
              </a:rPr>
              <a:t>is</a:t>
            </a:r>
            <a:r>
              <a:rPr sz="1600" spc="-30" dirty="0">
                <a:latin typeface="Corbel"/>
                <a:cs typeface="Corbel"/>
              </a:rPr>
              <a:t> </a:t>
            </a:r>
            <a:r>
              <a:rPr sz="1600" dirty="0">
                <a:latin typeface="Corbel"/>
                <a:cs typeface="Corbel"/>
              </a:rPr>
              <a:t>conducted</a:t>
            </a:r>
            <a:r>
              <a:rPr sz="1600" spc="-25" dirty="0">
                <a:latin typeface="Corbel"/>
                <a:cs typeface="Corbel"/>
              </a:rPr>
              <a:t> </a:t>
            </a:r>
            <a:r>
              <a:rPr sz="1600" spc="-10" dirty="0">
                <a:latin typeface="Corbel"/>
                <a:cs typeface="Corbel"/>
              </a:rPr>
              <a:t>for,</a:t>
            </a:r>
            <a:r>
              <a:rPr sz="1600" spc="-30" dirty="0">
                <a:latin typeface="Corbel"/>
                <a:cs typeface="Corbel"/>
              </a:rPr>
              <a:t> </a:t>
            </a:r>
            <a:r>
              <a:rPr sz="1600" dirty="0">
                <a:latin typeface="Corbel"/>
                <a:cs typeface="Corbel"/>
              </a:rPr>
              <a:t>or</a:t>
            </a:r>
            <a:r>
              <a:rPr sz="1600" spc="-30" dirty="0">
                <a:latin typeface="Corbel"/>
                <a:cs typeface="Corbel"/>
              </a:rPr>
              <a:t> </a:t>
            </a:r>
            <a:r>
              <a:rPr sz="1600" dirty="0">
                <a:latin typeface="Corbel"/>
                <a:cs typeface="Corbel"/>
              </a:rPr>
              <a:t>within</a:t>
            </a:r>
            <a:r>
              <a:rPr sz="1600" spc="-25" dirty="0">
                <a:latin typeface="Corbel"/>
                <a:cs typeface="Corbel"/>
              </a:rPr>
              <a:t> </a:t>
            </a:r>
            <a:r>
              <a:rPr sz="1600" dirty="0">
                <a:latin typeface="Corbel"/>
                <a:cs typeface="Corbel"/>
              </a:rPr>
              <a:t>proximity</a:t>
            </a:r>
            <a:r>
              <a:rPr sz="1600" spc="-3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an</a:t>
            </a:r>
            <a:r>
              <a:rPr sz="1600" spc="-25" dirty="0">
                <a:latin typeface="Corbel"/>
                <a:cs typeface="Corbel"/>
              </a:rPr>
              <a:t> </a:t>
            </a:r>
            <a:r>
              <a:rPr sz="1600" dirty="0">
                <a:latin typeface="Corbel"/>
                <a:cs typeface="Corbel"/>
              </a:rPr>
              <a:t>organised</a:t>
            </a:r>
            <a:r>
              <a:rPr sz="1600" spc="-30" dirty="0">
                <a:latin typeface="Corbel"/>
                <a:cs typeface="Corbel"/>
              </a:rPr>
              <a:t> </a:t>
            </a:r>
            <a:r>
              <a:rPr sz="1600" dirty="0">
                <a:latin typeface="Corbel"/>
                <a:cs typeface="Corbel"/>
              </a:rPr>
              <a:t>event</a:t>
            </a:r>
            <a:r>
              <a:rPr sz="1600" spc="-35" dirty="0">
                <a:latin typeface="Corbel"/>
                <a:cs typeface="Corbel"/>
              </a:rPr>
              <a:t> </a:t>
            </a:r>
            <a:r>
              <a:rPr sz="1600" dirty="0">
                <a:latin typeface="Corbel"/>
                <a:cs typeface="Corbel"/>
              </a:rPr>
              <a:t>where</a:t>
            </a:r>
            <a:r>
              <a:rPr sz="1600" spc="-30" dirty="0">
                <a:latin typeface="Corbel"/>
                <a:cs typeface="Corbel"/>
              </a:rPr>
              <a:t> </a:t>
            </a:r>
            <a:r>
              <a:rPr sz="1600" spc="-10" dirty="0">
                <a:latin typeface="Corbel"/>
                <a:cs typeface="Corbel"/>
              </a:rPr>
              <a:t>crowds </a:t>
            </a:r>
            <a:r>
              <a:rPr sz="1600" dirty="0">
                <a:latin typeface="Corbel"/>
                <a:cs typeface="Corbel"/>
              </a:rPr>
              <a:t>are</a:t>
            </a:r>
            <a:r>
              <a:rPr sz="1600" spc="-55" dirty="0">
                <a:latin typeface="Corbel"/>
                <a:cs typeface="Corbel"/>
              </a:rPr>
              <a:t> </a:t>
            </a:r>
            <a:r>
              <a:rPr sz="1600" dirty="0">
                <a:latin typeface="Corbel"/>
                <a:cs typeface="Corbel"/>
              </a:rPr>
              <a:t>expected</a:t>
            </a:r>
            <a:r>
              <a:rPr sz="1600" spc="-45" dirty="0">
                <a:latin typeface="Corbel"/>
                <a:cs typeface="Corbel"/>
              </a:rPr>
              <a:t> </a:t>
            </a:r>
            <a:r>
              <a:rPr sz="1600" dirty="0">
                <a:latin typeface="Corbel"/>
                <a:cs typeface="Corbel"/>
              </a:rPr>
              <a:t>(marathon,</a:t>
            </a:r>
            <a:r>
              <a:rPr sz="1600" spc="-50" dirty="0">
                <a:latin typeface="Corbel"/>
                <a:cs typeface="Corbel"/>
              </a:rPr>
              <a:t> </a:t>
            </a:r>
            <a:r>
              <a:rPr sz="1600" dirty="0">
                <a:latin typeface="Corbel"/>
                <a:cs typeface="Corbel"/>
              </a:rPr>
              <a:t>festival,</a:t>
            </a:r>
            <a:r>
              <a:rPr sz="1600" spc="-55" dirty="0">
                <a:latin typeface="Corbel"/>
                <a:cs typeface="Corbel"/>
              </a:rPr>
              <a:t> </a:t>
            </a:r>
            <a:r>
              <a:rPr sz="1600" dirty="0">
                <a:latin typeface="Corbel"/>
                <a:cs typeface="Corbel"/>
              </a:rPr>
              <a:t>exhibition,</a:t>
            </a:r>
            <a:r>
              <a:rPr sz="1600" spc="-50" dirty="0">
                <a:latin typeface="Corbel"/>
                <a:cs typeface="Corbel"/>
              </a:rPr>
              <a:t> </a:t>
            </a:r>
            <a:r>
              <a:rPr sz="1600" dirty="0">
                <a:latin typeface="Corbel"/>
                <a:cs typeface="Corbel"/>
              </a:rPr>
              <a:t>parades,</a:t>
            </a:r>
            <a:r>
              <a:rPr sz="1600" spc="-50" dirty="0">
                <a:latin typeface="Corbel"/>
                <a:cs typeface="Corbel"/>
              </a:rPr>
              <a:t> </a:t>
            </a:r>
            <a:r>
              <a:rPr sz="1600" dirty="0">
                <a:latin typeface="Corbel"/>
                <a:cs typeface="Corbel"/>
              </a:rPr>
              <a:t>events,</a:t>
            </a:r>
            <a:r>
              <a:rPr sz="1600" spc="-50" dirty="0">
                <a:latin typeface="Corbel"/>
                <a:cs typeface="Corbel"/>
              </a:rPr>
              <a:t> </a:t>
            </a:r>
            <a:r>
              <a:rPr sz="1600" spc="-10" dirty="0">
                <a:latin typeface="Corbel"/>
                <a:cs typeface="Corbel"/>
              </a:rPr>
              <a:t>etc.).</a:t>
            </a:r>
            <a:endParaRPr sz="1600">
              <a:latin typeface="Corbel"/>
              <a:cs typeface="Corbel"/>
            </a:endParaRPr>
          </a:p>
          <a:p>
            <a:pPr marL="812800" marR="414655" lvl="1" indent="-342900">
              <a:lnSpc>
                <a:spcPct val="105000"/>
              </a:lnSpc>
              <a:spcBef>
                <a:spcPts val="1710"/>
              </a:spcBef>
              <a:buAutoNum type="alphaLcParenR"/>
              <a:tabLst>
                <a:tab pos="812800" algn="l"/>
              </a:tabLst>
            </a:pPr>
            <a:r>
              <a:rPr sz="1600" dirty="0">
                <a:latin typeface="Corbel"/>
                <a:cs typeface="Corbel"/>
              </a:rPr>
              <a:t>An</a:t>
            </a:r>
            <a:r>
              <a:rPr sz="1600" spc="-20" dirty="0">
                <a:latin typeface="Corbel"/>
                <a:cs typeface="Corbel"/>
              </a:rPr>
              <a:t> </a:t>
            </a:r>
            <a:r>
              <a:rPr sz="1600" spc="-10" dirty="0">
                <a:latin typeface="Corbel"/>
                <a:cs typeface="Corbel"/>
              </a:rPr>
              <a:t>illustration</a:t>
            </a:r>
            <a:r>
              <a:rPr sz="1600" spc="-2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how</a:t>
            </a:r>
            <a:r>
              <a:rPr sz="1600" spc="-20"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unmanned</a:t>
            </a:r>
            <a:r>
              <a:rPr sz="1600" spc="-20" dirty="0">
                <a:latin typeface="Corbel"/>
                <a:cs typeface="Corbel"/>
              </a:rPr>
              <a:t> </a:t>
            </a:r>
            <a:r>
              <a:rPr sz="1600" dirty="0">
                <a:latin typeface="Corbel"/>
                <a:cs typeface="Corbel"/>
              </a:rPr>
              <a:t>aircraft</a:t>
            </a:r>
            <a:r>
              <a:rPr sz="1600" spc="-25" dirty="0">
                <a:latin typeface="Corbel"/>
                <a:cs typeface="Corbel"/>
              </a:rPr>
              <a:t> </a:t>
            </a:r>
            <a:r>
              <a:rPr sz="1600" dirty="0">
                <a:latin typeface="Corbel"/>
                <a:cs typeface="Corbel"/>
              </a:rPr>
              <a:t>will</a:t>
            </a:r>
            <a:r>
              <a:rPr sz="1600" spc="-20" dirty="0">
                <a:latin typeface="Corbel"/>
                <a:cs typeface="Corbel"/>
              </a:rPr>
              <a:t> </a:t>
            </a:r>
            <a:r>
              <a:rPr sz="1600" dirty="0">
                <a:latin typeface="Corbel"/>
                <a:cs typeface="Corbel"/>
              </a:rPr>
              <a:t>drift</a:t>
            </a:r>
            <a:r>
              <a:rPr sz="1600" spc="-30" dirty="0">
                <a:latin typeface="Corbel"/>
                <a:cs typeface="Corbel"/>
              </a:rPr>
              <a:t> </a:t>
            </a:r>
            <a:r>
              <a:rPr sz="1600" dirty="0">
                <a:latin typeface="Corbel"/>
                <a:cs typeface="Corbel"/>
              </a:rPr>
              <a:t>in</a:t>
            </a:r>
            <a:r>
              <a:rPr sz="1600" spc="-1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event</a:t>
            </a:r>
            <a:r>
              <a:rPr sz="1600" spc="-30" dirty="0">
                <a:latin typeface="Corbel"/>
                <a:cs typeface="Corbel"/>
              </a:rPr>
              <a:t> </a:t>
            </a:r>
            <a:r>
              <a:rPr sz="1600" dirty="0">
                <a:latin typeface="Corbel"/>
                <a:cs typeface="Corbel"/>
              </a:rPr>
              <a:t>of</a:t>
            </a:r>
            <a:r>
              <a:rPr sz="1600" spc="-20" dirty="0">
                <a:latin typeface="Corbel"/>
                <a:cs typeface="Corbel"/>
              </a:rPr>
              <a:t> </a:t>
            </a:r>
            <a:r>
              <a:rPr sz="1600" dirty="0">
                <a:latin typeface="Corbel"/>
                <a:cs typeface="Corbel"/>
              </a:rPr>
              <a:t>power</a:t>
            </a:r>
            <a:r>
              <a:rPr sz="1600" spc="-15" dirty="0">
                <a:latin typeface="Corbel"/>
                <a:cs typeface="Corbel"/>
              </a:rPr>
              <a:t> </a:t>
            </a:r>
            <a:r>
              <a:rPr sz="1600" dirty="0">
                <a:latin typeface="Corbel"/>
                <a:cs typeface="Corbel"/>
              </a:rPr>
              <a:t>failure</a:t>
            </a:r>
            <a:r>
              <a:rPr sz="1600" spc="-20" dirty="0">
                <a:latin typeface="Corbel"/>
                <a:cs typeface="Corbel"/>
              </a:rPr>
              <a:t> </a:t>
            </a:r>
            <a:r>
              <a:rPr sz="1600" dirty="0">
                <a:latin typeface="Corbel"/>
                <a:cs typeface="Corbel"/>
              </a:rPr>
              <a:t>at</a:t>
            </a:r>
            <a:r>
              <a:rPr sz="1600" spc="-30" dirty="0">
                <a:latin typeface="Corbel"/>
                <a:cs typeface="Corbel"/>
              </a:rPr>
              <a:t> </a:t>
            </a:r>
            <a:r>
              <a:rPr sz="1600" dirty="0">
                <a:latin typeface="Corbel"/>
                <a:cs typeface="Corbel"/>
              </a:rPr>
              <a:t>maximum</a:t>
            </a:r>
            <a:r>
              <a:rPr sz="1600" spc="-20" dirty="0">
                <a:latin typeface="Corbel"/>
                <a:cs typeface="Corbel"/>
              </a:rPr>
              <a:t> </a:t>
            </a:r>
            <a:r>
              <a:rPr sz="1600" spc="-10" dirty="0">
                <a:latin typeface="Corbel"/>
                <a:cs typeface="Corbel"/>
              </a:rPr>
              <a:t>operating height.</a:t>
            </a:r>
            <a:endParaRPr sz="1600">
              <a:latin typeface="Corbel"/>
              <a:cs typeface="Corbe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8308" rIns="0" bIns="0" rtlCol="0">
            <a:spAutoFit/>
          </a:bodyPr>
          <a:lstStyle/>
          <a:p>
            <a:pPr marL="12700">
              <a:lnSpc>
                <a:spcPct val="100000"/>
              </a:lnSpc>
              <a:spcBef>
                <a:spcPts val="100"/>
              </a:spcBef>
            </a:pPr>
            <a:r>
              <a:rPr sz="1800" b="1" u="sng" dirty="0">
                <a:uFill>
                  <a:solidFill>
                    <a:srgbClr val="000000"/>
                  </a:solidFill>
                </a:uFill>
                <a:latin typeface="Corbel"/>
                <a:cs typeface="Corbel"/>
              </a:rPr>
              <a:t>Other</a:t>
            </a:r>
            <a:r>
              <a:rPr sz="1800" b="1" u="sng" spc="-45" dirty="0">
                <a:uFill>
                  <a:solidFill>
                    <a:srgbClr val="000000"/>
                  </a:solidFill>
                </a:uFill>
                <a:latin typeface="Corbel"/>
                <a:cs typeface="Corbel"/>
              </a:rPr>
              <a:t> </a:t>
            </a:r>
            <a:r>
              <a:rPr sz="1800" b="1" u="sng" spc="-10" dirty="0">
                <a:uFill>
                  <a:solidFill>
                    <a:srgbClr val="000000"/>
                  </a:solidFill>
                </a:uFill>
                <a:latin typeface="Corbel"/>
                <a:cs typeface="Corbel"/>
              </a:rPr>
              <a:t>Permits</a:t>
            </a:r>
            <a:endParaRPr sz="1800">
              <a:latin typeface="Corbel"/>
              <a:cs typeface="Corbel"/>
            </a:endParaRPr>
          </a:p>
        </p:txBody>
      </p:sp>
      <p:sp>
        <p:nvSpPr>
          <p:cNvPr id="3" name="object 3"/>
          <p:cNvSpPr txBox="1"/>
          <p:nvPr/>
        </p:nvSpPr>
        <p:spPr>
          <a:xfrm>
            <a:off x="1563049" y="1274571"/>
            <a:ext cx="9860280" cy="1970405"/>
          </a:xfrm>
          <a:prstGeom prst="rect">
            <a:avLst/>
          </a:prstGeom>
        </p:spPr>
        <p:txBody>
          <a:bodyPr vert="horz" wrap="square" lIns="0" tIns="12700" rIns="0" bIns="0" rtlCol="0">
            <a:spAutoFit/>
          </a:bodyPr>
          <a:lstStyle/>
          <a:p>
            <a:pPr marL="12700">
              <a:lnSpc>
                <a:spcPts val="1910"/>
              </a:lnSpc>
              <a:spcBef>
                <a:spcPts val="100"/>
              </a:spcBef>
            </a:pPr>
            <a:r>
              <a:rPr sz="1600" dirty="0">
                <a:latin typeface="Corbel"/>
                <a:cs typeface="Corbel"/>
              </a:rPr>
              <a:t>Where</a:t>
            </a:r>
            <a:r>
              <a:rPr sz="1600" spc="-25" dirty="0">
                <a:latin typeface="Corbel"/>
                <a:cs typeface="Corbel"/>
              </a:rPr>
              <a:t> </a:t>
            </a:r>
            <a:r>
              <a:rPr sz="1600" spc="-10" dirty="0">
                <a:latin typeface="Corbel"/>
                <a:cs typeface="Corbel"/>
              </a:rPr>
              <a:t>necessary,</a:t>
            </a:r>
            <a:r>
              <a:rPr sz="1600" spc="-25" dirty="0">
                <a:latin typeface="Corbel"/>
                <a:cs typeface="Corbel"/>
              </a:rPr>
              <a:t> </a:t>
            </a:r>
            <a:r>
              <a:rPr sz="1600" dirty="0">
                <a:latin typeface="Corbel"/>
                <a:cs typeface="Corbel"/>
              </a:rPr>
              <a:t>any</a:t>
            </a:r>
            <a:r>
              <a:rPr sz="1600" spc="-25" dirty="0">
                <a:latin typeface="Corbel"/>
                <a:cs typeface="Corbel"/>
              </a:rPr>
              <a:t> </a:t>
            </a:r>
            <a:r>
              <a:rPr sz="1600" dirty="0">
                <a:latin typeface="Corbel"/>
                <a:cs typeface="Corbel"/>
              </a:rPr>
              <a:t>one</a:t>
            </a:r>
            <a:r>
              <a:rPr sz="1600" spc="-25" dirty="0">
                <a:latin typeface="Corbel"/>
                <a:cs typeface="Corbel"/>
              </a:rPr>
              <a:t> </a:t>
            </a:r>
            <a:r>
              <a:rPr sz="1600" dirty="0">
                <a:latin typeface="Corbel"/>
                <a:cs typeface="Corbel"/>
              </a:rPr>
              <a:t>or</a:t>
            </a:r>
            <a:r>
              <a:rPr sz="1600" spc="-25" dirty="0">
                <a:latin typeface="Corbel"/>
                <a:cs typeface="Corbel"/>
              </a:rPr>
              <a:t> </a:t>
            </a:r>
            <a:r>
              <a:rPr sz="1600" dirty="0">
                <a:latin typeface="Corbel"/>
                <a:cs typeface="Corbel"/>
              </a:rPr>
              <a:t>more</a:t>
            </a:r>
            <a:r>
              <a:rPr sz="1600" spc="-20" dirty="0">
                <a:latin typeface="Corbel"/>
                <a:cs typeface="Corbel"/>
              </a:rPr>
              <a:t> </a:t>
            </a:r>
            <a:r>
              <a:rPr sz="1600" dirty="0">
                <a:latin typeface="Corbel"/>
                <a:cs typeface="Corbel"/>
              </a:rPr>
              <a:t>of</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following</a:t>
            </a:r>
            <a:r>
              <a:rPr sz="1600" spc="-25" dirty="0">
                <a:latin typeface="Corbel"/>
                <a:cs typeface="Corbel"/>
              </a:rPr>
              <a:t> </a:t>
            </a:r>
            <a:r>
              <a:rPr sz="1600" dirty="0">
                <a:latin typeface="Corbel"/>
                <a:cs typeface="Corbel"/>
              </a:rPr>
              <a:t>permits</a:t>
            </a:r>
            <a:r>
              <a:rPr sz="1600" spc="-20" dirty="0">
                <a:latin typeface="Corbel"/>
                <a:cs typeface="Corbel"/>
              </a:rPr>
              <a:t> </a:t>
            </a:r>
            <a:r>
              <a:rPr sz="1600" dirty="0">
                <a:latin typeface="Corbel"/>
                <a:cs typeface="Corbel"/>
              </a:rPr>
              <a:t>may</a:t>
            </a:r>
            <a:r>
              <a:rPr sz="1600" spc="-30" dirty="0">
                <a:latin typeface="Corbel"/>
                <a:cs typeface="Corbel"/>
              </a:rPr>
              <a:t> </a:t>
            </a:r>
            <a:r>
              <a:rPr sz="1600" dirty="0">
                <a:latin typeface="Corbel"/>
                <a:cs typeface="Corbel"/>
              </a:rPr>
              <a:t>also</a:t>
            </a:r>
            <a:r>
              <a:rPr sz="1600" spc="-25" dirty="0">
                <a:latin typeface="Corbel"/>
                <a:cs typeface="Corbel"/>
              </a:rPr>
              <a:t> </a:t>
            </a:r>
            <a:r>
              <a:rPr sz="1600" dirty="0">
                <a:latin typeface="Corbel"/>
                <a:cs typeface="Corbel"/>
              </a:rPr>
              <a:t>be</a:t>
            </a:r>
            <a:r>
              <a:rPr sz="1600" spc="-25" dirty="0">
                <a:latin typeface="Corbel"/>
                <a:cs typeface="Corbel"/>
              </a:rPr>
              <a:t> </a:t>
            </a:r>
            <a:r>
              <a:rPr sz="1600" dirty="0">
                <a:latin typeface="Corbel"/>
                <a:cs typeface="Corbel"/>
              </a:rPr>
              <a:t>granted</a:t>
            </a:r>
            <a:r>
              <a:rPr sz="1600" spc="-20" dirty="0">
                <a:latin typeface="Corbel"/>
                <a:cs typeface="Corbel"/>
              </a:rPr>
              <a:t> </a:t>
            </a:r>
            <a:r>
              <a:rPr sz="1600" dirty="0">
                <a:latin typeface="Corbel"/>
                <a:cs typeface="Corbel"/>
              </a:rPr>
              <a:t>by</a:t>
            </a:r>
            <a:r>
              <a:rPr sz="1600" spc="-2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respective</a:t>
            </a:r>
            <a:r>
              <a:rPr sz="1600" spc="-25" dirty="0">
                <a:latin typeface="Corbel"/>
                <a:cs typeface="Corbel"/>
              </a:rPr>
              <a:t> </a:t>
            </a:r>
            <a:r>
              <a:rPr sz="1600" spc="-10" dirty="0">
                <a:latin typeface="Corbel"/>
                <a:cs typeface="Corbel"/>
              </a:rPr>
              <a:t>agencies:</a:t>
            </a:r>
            <a:endParaRPr sz="1600">
              <a:latin typeface="Corbel"/>
              <a:cs typeface="Corbel"/>
            </a:endParaRPr>
          </a:p>
          <a:p>
            <a:pPr marL="812800" marR="5080" indent="-342900">
              <a:lnSpc>
                <a:spcPts val="1900"/>
              </a:lnSpc>
              <a:spcBef>
                <a:spcPts val="65"/>
              </a:spcBef>
              <a:buAutoNum type="alphaLcParenR"/>
              <a:tabLst>
                <a:tab pos="812800" algn="l"/>
              </a:tabLst>
            </a:pPr>
            <a:r>
              <a:rPr sz="1600" dirty="0">
                <a:solidFill>
                  <a:srgbClr val="335B74"/>
                </a:solidFill>
                <a:latin typeface="Corbel"/>
                <a:cs typeface="Corbel"/>
              </a:rPr>
              <a:t>A</a:t>
            </a:r>
            <a:r>
              <a:rPr sz="1600" spc="365" dirty="0">
                <a:solidFill>
                  <a:srgbClr val="335B74"/>
                </a:solidFill>
                <a:latin typeface="Corbel"/>
                <a:cs typeface="Corbel"/>
              </a:rPr>
              <a:t> </a:t>
            </a:r>
            <a:r>
              <a:rPr sz="1600" dirty="0">
                <a:solidFill>
                  <a:srgbClr val="335B74"/>
                </a:solidFill>
                <a:latin typeface="Corbel"/>
                <a:cs typeface="Corbel"/>
              </a:rPr>
              <a:t>permit</a:t>
            </a:r>
            <a:r>
              <a:rPr sz="1600" spc="370" dirty="0">
                <a:solidFill>
                  <a:srgbClr val="335B74"/>
                </a:solidFill>
                <a:latin typeface="Corbel"/>
                <a:cs typeface="Corbel"/>
              </a:rPr>
              <a:t> </a:t>
            </a:r>
            <a:r>
              <a:rPr sz="1600" dirty="0">
                <a:solidFill>
                  <a:srgbClr val="335B74"/>
                </a:solidFill>
                <a:latin typeface="Corbel"/>
                <a:cs typeface="Corbel"/>
              </a:rPr>
              <a:t>granted</a:t>
            </a:r>
            <a:r>
              <a:rPr sz="1600" spc="375" dirty="0">
                <a:solidFill>
                  <a:srgbClr val="335B74"/>
                </a:solidFill>
                <a:latin typeface="Corbel"/>
                <a:cs typeface="Corbel"/>
              </a:rPr>
              <a:t> </a:t>
            </a:r>
            <a:r>
              <a:rPr sz="1600" dirty="0">
                <a:solidFill>
                  <a:srgbClr val="335B74"/>
                </a:solidFill>
                <a:latin typeface="Corbel"/>
                <a:cs typeface="Corbel"/>
              </a:rPr>
              <a:t>by</a:t>
            </a:r>
            <a:r>
              <a:rPr sz="1600" spc="370" dirty="0">
                <a:solidFill>
                  <a:srgbClr val="335B74"/>
                </a:solidFill>
                <a:latin typeface="Corbel"/>
                <a:cs typeface="Corbel"/>
              </a:rPr>
              <a:t> </a:t>
            </a:r>
            <a:r>
              <a:rPr sz="1600" dirty="0">
                <a:solidFill>
                  <a:srgbClr val="335B74"/>
                </a:solidFill>
                <a:latin typeface="Corbel"/>
                <a:cs typeface="Corbel"/>
              </a:rPr>
              <a:t>the</a:t>
            </a:r>
            <a:r>
              <a:rPr sz="1600" spc="375" dirty="0">
                <a:solidFill>
                  <a:srgbClr val="335B74"/>
                </a:solidFill>
                <a:latin typeface="Corbel"/>
                <a:cs typeface="Corbel"/>
              </a:rPr>
              <a:t> </a:t>
            </a:r>
            <a:r>
              <a:rPr sz="1600" dirty="0">
                <a:solidFill>
                  <a:srgbClr val="335B74"/>
                </a:solidFill>
                <a:latin typeface="Corbel"/>
                <a:cs typeface="Corbel"/>
              </a:rPr>
              <a:t>Singapore</a:t>
            </a:r>
            <a:r>
              <a:rPr sz="1600" spc="380" dirty="0">
                <a:solidFill>
                  <a:srgbClr val="335B74"/>
                </a:solidFill>
                <a:latin typeface="Corbel"/>
                <a:cs typeface="Corbel"/>
              </a:rPr>
              <a:t> </a:t>
            </a:r>
            <a:r>
              <a:rPr sz="1600" dirty="0">
                <a:solidFill>
                  <a:srgbClr val="335B74"/>
                </a:solidFill>
                <a:latin typeface="Corbel"/>
                <a:cs typeface="Corbel"/>
              </a:rPr>
              <a:t>Police</a:t>
            </a:r>
            <a:r>
              <a:rPr sz="1600" spc="375" dirty="0">
                <a:solidFill>
                  <a:srgbClr val="335B74"/>
                </a:solidFill>
                <a:latin typeface="Corbel"/>
                <a:cs typeface="Corbel"/>
              </a:rPr>
              <a:t> </a:t>
            </a:r>
            <a:r>
              <a:rPr sz="1600" dirty="0">
                <a:solidFill>
                  <a:srgbClr val="335B74"/>
                </a:solidFill>
                <a:latin typeface="Corbel"/>
                <a:cs typeface="Corbel"/>
              </a:rPr>
              <a:t>Force</a:t>
            </a:r>
            <a:r>
              <a:rPr sz="1600" spc="375" dirty="0">
                <a:solidFill>
                  <a:srgbClr val="335B74"/>
                </a:solidFill>
                <a:latin typeface="Corbel"/>
                <a:cs typeface="Corbel"/>
              </a:rPr>
              <a:t> </a:t>
            </a:r>
            <a:r>
              <a:rPr sz="1600" dirty="0">
                <a:solidFill>
                  <a:srgbClr val="335B74"/>
                </a:solidFill>
                <a:latin typeface="Corbel"/>
                <a:cs typeface="Corbel"/>
              </a:rPr>
              <a:t>(SPF)</a:t>
            </a:r>
            <a:r>
              <a:rPr sz="1600" spc="370" dirty="0">
                <a:solidFill>
                  <a:srgbClr val="335B74"/>
                </a:solidFill>
                <a:latin typeface="Corbel"/>
                <a:cs typeface="Corbel"/>
              </a:rPr>
              <a:t> </a:t>
            </a:r>
            <a:r>
              <a:rPr sz="1600" dirty="0">
                <a:solidFill>
                  <a:srgbClr val="335B74"/>
                </a:solidFill>
                <a:latin typeface="Corbel"/>
                <a:cs typeface="Corbel"/>
              </a:rPr>
              <a:t>pursuant</a:t>
            </a:r>
            <a:r>
              <a:rPr sz="1600" spc="370" dirty="0">
                <a:solidFill>
                  <a:srgbClr val="335B74"/>
                </a:solidFill>
                <a:latin typeface="Corbel"/>
                <a:cs typeface="Corbel"/>
              </a:rPr>
              <a:t> </a:t>
            </a:r>
            <a:r>
              <a:rPr sz="1600" dirty="0">
                <a:solidFill>
                  <a:srgbClr val="335B74"/>
                </a:solidFill>
                <a:latin typeface="Corbel"/>
                <a:cs typeface="Corbel"/>
              </a:rPr>
              <a:t>to</a:t>
            </a:r>
            <a:r>
              <a:rPr sz="1600" spc="365" dirty="0">
                <a:solidFill>
                  <a:srgbClr val="335B74"/>
                </a:solidFill>
                <a:latin typeface="Corbel"/>
                <a:cs typeface="Corbel"/>
              </a:rPr>
              <a:t> </a:t>
            </a:r>
            <a:r>
              <a:rPr sz="1600" dirty="0">
                <a:solidFill>
                  <a:srgbClr val="335B74"/>
                </a:solidFill>
                <a:latin typeface="Corbel"/>
                <a:cs typeface="Corbel"/>
              </a:rPr>
              <a:t>section</a:t>
            </a:r>
            <a:r>
              <a:rPr sz="1600" spc="385" dirty="0">
                <a:solidFill>
                  <a:srgbClr val="335B74"/>
                </a:solidFill>
                <a:latin typeface="Corbel"/>
                <a:cs typeface="Corbel"/>
              </a:rPr>
              <a:t> </a:t>
            </a:r>
            <a:r>
              <a:rPr sz="1600" dirty="0">
                <a:solidFill>
                  <a:srgbClr val="335B74"/>
                </a:solidFill>
                <a:latin typeface="Corbel"/>
                <a:cs typeface="Corbel"/>
              </a:rPr>
              <a:t>32</a:t>
            </a:r>
            <a:r>
              <a:rPr sz="1600" spc="365" dirty="0">
                <a:solidFill>
                  <a:srgbClr val="335B74"/>
                </a:solidFill>
                <a:latin typeface="Corbel"/>
                <a:cs typeface="Corbel"/>
              </a:rPr>
              <a:t> </a:t>
            </a:r>
            <a:r>
              <a:rPr sz="1600" dirty="0">
                <a:solidFill>
                  <a:srgbClr val="335B74"/>
                </a:solidFill>
                <a:latin typeface="Corbel"/>
                <a:cs typeface="Corbel"/>
              </a:rPr>
              <a:t>of</a:t>
            </a:r>
            <a:r>
              <a:rPr sz="1600" spc="380" dirty="0">
                <a:solidFill>
                  <a:srgbClr val="335B74"/>
                </a:solidFill>
                <a:latin typeface="Corbel"/>
                <a:cs typeface="Corbel"/>
              </a:rPr>
              <a:t> </a:t>
            </a:r>
            <a:r>
              <a:rPr sz="1600" dirty="0">
                <a:solidFill>
                  <a:srgbClr val="335B74"/>
                </a:solidFill>
                <a:latin typeface="Corbel"/>
                <a:cs typeface="Corbel"/>
              </a:rPr>
              <a:t>the</a:t>
            </a:r>
            <a:r>
              <a:rPr sz="1600" spc="375" dirty="0">
                <a:solidFill>
                  <a:srgbClr val="335B74"/>
                </a:solidFill>
                <a:latin typeface="Corbel"/>
                <a:cs typeface="Corbel"/>
              </a:rPr>
              <a:t> </a:t>
            </a:r>
            <a:r>
              <a:rPr sz="1600" dirty="0">
                <a:solidFill>
                  <a:srgbClr val="335B74"/>
                </a:solidFill>
                <a:latin typeface="Corbel"/>
                <a:cs typeface="Corbel"/>
              </a:rPr>
              <a:t>ANA</a:t>
            </a:r>
            <a:r>
              <a:rPr sz="1600" spc="370" dirty="0">
                <a:solidFill>
                  <a:srgbClr val="335B74"/>
                </a:solidFill>
                <a:latin typeface="Corbel"/>
                <a:cs typeface="Corbel"/>
              </a:rPr>
              <a:t> </a:t>
            </a:r>
            <a:r>
              <a:rPr sz="1600" dirty="0">
                <a:solidFill>
                  <a:srgbClr val="335B74"/>
                </a:solidFill>
                <a:latin typeface="Corbel"/>
                <a:cs typeface="Corbel"/>
              </a:rPr>
              <a:t>for</a:t>
            </a:r>
            <a:r>
              <a:rPr sz="1600" spc="370" dirty="0">
                <a:solidFill>
                  <a:srgbClr val="335B74"/>
                </a:solidFill>
                <a:latin typeface="Corbel"/>
                <a:cs typeface="Corbel"/>
              </a:rPr>
              <a:t> </a:t>
            </a:r>
            <a:r>
              <a:rPr sz="1600" spc="-10" dirty="0">
                <a:solidFill>
                  <a:srgbClr val="335B74"/>
                </a:solidFill>
                <a:latin typeface="Corbel"/>
                <a:cs typeface="Corbel"/>
              </a:rPr>
              <a:t>taking </a:t>
            </a:r>
            <a:r>
              <a:rPr sz="1600" dirty="0">
                <a:solidFill>
                  <a:srgbClr val="335B74"/>
                </a:solidFill>
                <a:latin typeface="Corbel"/>
                <a:cs typeface="Corbel"/>
              </a:rPr>
              <a:t>photographs</a:t>
            </a:r>
            <a:r>
              <a:rPr sz="1600" spc="-30" dirty="0">
                <a:solidFill>
                  <a:srgbClr val="335B74"/>
                </a:solidFill>
                <a:latin typeface="Corbel"/>
                <a:cs typeface="Corbel"/>
              </a:rPr>
              <a:t> </a:t>
            </a:r>
            <a:r>
              <a:rPr sz="1600" dirty="0">
                <a:solidFill>
                  <a:srgbClr val="335B74"/>
                </a:solidFill>
                <a:latin typeface="Corbel"/>
                <a:cs typeface="Corbel"/>
              </a:rPr>
              <a:t>of</a:t>
            </a:r>
            <a:r>
              <a:rPr sz="1600" spc="-30" dirty="0">
                <a:solidFill>
                  <a:srgbClr val="335B74"/>
                </a:solidFill>
                <a:latin typeface="Corbel"/>
                <a:cs typeface="Corbel"/>
              </a:rPr>
              <a:t> </a:t>
            </a:r>
            <a:r>
              <a:rPr sz="1600" dirty="0">
                <a:solidFill>
                  <a:srgbClr val="335B74"/>
                </a:solidFill>
                <a:latin typeface="Corbel"/>
                <a:cs typeface="Corbel"/>
              </a:rPr>
              <a:t>a</a:t>
            </a:r>
            <a:r>
              <a:rPr sz="1600" spc="-35" dirty="0">
                <a:solidFill>
                  <a:srgbClr val="335B74"/>
                </a:solidFill>
                <a:latin typeface="Corbel"/>
                <a:cs typeface="Corbel"/>
              </a:rPr>
              <a:t> </a:t>
            </a:r>
            <a:r>
              <a:rPr sz="1600" dirty="0">
                <a:solidFill>
                  <a:srgbClr val="335B74"/>
                </a:solidFill>
                <a:latin typeface="Corbel"/>
                <a:cs typeface="Corbel"/>
              </a:rPr>
              <a:t>protected</a:t>
            </a:r>
            <a:r>
              <a:rPr sz="1600" spc="-25" dirty="0">
                <a:solidFill>
                  <a:srgbClr val="335B74"/>
                </a:solidFill>
                <a:latin typeface="Corbel"/>
                <a:cs typeface="Corbel"/>
              </a:rPr>
              <a:t> </a:t>
            </a:r>
            <a:r>
              <a:rPr sz="1600" spc="-20" dirty="0">
                <a:solidFill>
                  <a:srgbClr val="335B74"/>
                </a:solidFill>
                <a:latin typeface="Corbel"/>
                <a:cs typeface="Corbel"/>
              </a:rPr>
              <a:t>area;</a:t>
            </a:r>
            <a:endParaRPr sz="1600">
              <a:latin typeface="Corbel"/>
              <a:cs typeface="Corbel"/>
            </a:endParaRPr>
          </a:p>
          <a:p>
            <a:pPr marL="812165" indent="-342265">
              <a:lnSpc>
                <a:spcPts val="1910"/>
              </a:lnSpc>
              <a:spcBef>
                <a:spcPts val="35"/>
              </a:spcBef>
              <a:buAutoNum type="alphaLcParenR"/>
              <a:tabLst>
                <a:tab pos="812165" algn="l"/>
              </a:tabLst>
            </a:pPr>
            <a:r>
              <a:rPr sz="1600" dirty="0">
                <a:solidFill>
                  <a:srgbClr val="335B74"/>
                </a:solidFill>
                <a:latin typeface="Corbel"/>
                <a:cs typeface="Corbel"/>
              </a:rPr>
              <a:t>A</a:t>
            </a:r>
            <a:r>
              <a:rPr sz="1600" spc="-45" dirty="0">
                <a:solidFill>
                  <a:srgbClr val="335B74"/>
                </a:solidFill>
                <a:latin typeface="Corbel"/>
                <a:cs typeface="Corbel"/>
              </a:rPr>
              <a:t> </a:t>
            </a:r>
            <a:r>
              <a:rPr sz="1600" dirty="0">
                <a:solidFill>
                  <a:srgbClr val="335B74"/>
                </a:solidFill>
                <a:latin typeface="Corbel"/>
                <a:cs typeface="Corbel"/>
              </a:rPr>
              <a:t>permit</a:t>
            </a:r>
            <a:r>
              <a:rPr sz="1600" spc="-30" dirty="0">
                <a:solidFill>
                  <a:srgbClr val="335B74"/>
                </a:solidFill>
                <a:latin typeface="Corbel"/>
                <a:cs typeface="Corbel"/>
              </a:rPr>
              <a:t> </a:t>
            </a:r>
            <a:r>
              <a:rPr sz="1600" dirty="0">
                <a:solidFill>
                  <a:srgbClr val="335B74"/>
                </a:solidFill>
                <a:latin typeface="Corbel"/>
                <a:cs typeface="Corbel"/>
              </a:rPr>
              <a:t>granted</a:t>
            </a:r>
            <a:r>
              <a:rPr sz="1600" spc="-15" dirty="0">
                <a:solidFill>
                  <a:srgbClr val="335B74"/>
                </a:solidFill>
                <a:latin typeface="Corbel"/>
                <a:cs typeface="Corbel"/>
              </a:rPr>
              <a:t> </a:t>
            </a:r>
            <a:r>
              <a:rPr sz="1600" dirty="0">
                <a:solidFill>
                  <a:srgbClr val="335B74"/>
                </a:solidFill>
                <a:latin typeface="Corbel"/>
                <a:cs typeface="Corbel"/>
              </a:rPr>
              <a:t>by</a:t>
            </a:r>
            <a:r>
              <a:rPr sz="1600" spc="-65" dirty="0">
                <a:solidFill>
                  <a:srgbClr val="335B74"/>
                </a:solidFill>
                <a:latin typeface="Corbel"/>
                <a:cs typeface="Corbel"/>
              </a:rPr>
              <a:t> </a:t>
            </a:r>
            <a:r>
              <a:rPr sz="1600" dirty="0">
                <a:solidFill>
                  <a:srgbClr val="335B74"/>
                </a:solidFill>
                <a:latin typeface="Corbel"/>
                <a:cs typeface="Corbel"/>
              </a:rPr>
              <a:t>SPF</a:t>
            </a:r>
            <a:r>
              <a:rPr sz="1600" spc="-15" dirty="0">
                <a:solidFill>
                  <a:srgbClr val="335B74"/>
                </a:solidFill>
                <a:latin typeface="Corbel"/>
                <a:cs typeface="Corbel"/>
              </a:rPr>
              <a:t> </a:t>
            </a:r>
            <a:r>
              <a:rPr sz="1600" dirty="0">
                <a:solidFill>
                  <a:srgbClr val="335B74"/>
                </a:solidFill>
                <a:latin typeface="Corbel"/>
                <a:cs typeface="Corbel"/>
              </a:rPr>
              <a:t>pursuant</a:t>
            </a:r>
            <a:r>
              <a:rPr sz="1600" spc="-30" dirty="0">
                <a:solidFill>
                  <a:srgbClr val="335B74"/>
                </a:solidFill>
                <a:latin typeface="Corbel"/>
                <a:cs typeface="Corbel"/>
              </a:rPr>
              <a:t> </a:t>
            </a:r>
            <a:r>
              <a:rPr sz="1600" dirty="0">
                <a:solidFill>
                  <a:srgbClr val="335B74"/>
                </a:solidFill>
                <a:latin typeface="Corbel"/>
                <a:cs typeface="Corbel"/>
              </a:rPr>
              <a:t>to</a:t>
            </a:r>
            <a:r>
              <a:rPr sz="1600" spc="-25" dirty="0">
                <a:solidFill>
                  <a:srgbClr val="335B74"/>
                </a:solidFill>
                <a:latin typeface="Corbel"/>
                <a:cs typeface="Corbel"/>
              </a:rPr>
              <a:t> </a:t>
            </a:r>
            <a:r>
              <a:rPr sz="1600" dirty="0">
                <a:solidFill>
                  <a:srgbClr val="335B74"/>
                </a:solidFill>
                <a:latin typeface="Corbel"/>
                <a:cs typeface="Corbel"/>
              </a:rPr>
              <a:t>section</a:t>
            </a:r>
            <a:r>
              <a:rPr sz="1600" spc="-15" dirty="0">
                <a:solidFill>
                  <a:srgbClr val="335B74"/>
                </a:solidFill>
                <a:latin typeface="Corbel"/>
                <a:cs typeface="Corbel"/>
              </a:rPr>
              <a:t> </a:t>
            </a:r>
            <a:r>
              <a:rPr sz="1600" dirty="0">
                <a:solidFill>
                  <a:srgbClr val="335B74"/>
                </a:solidFill>
                <a:latin typeface="Corbel"/>
                <a:cs typeface="Corbel"/>
              </a:rPr>
              <a:t>33</a:t>
            </a:r>
            <a:r>
              <a:rPr sz="1600" spc="-30" dirty="0">
                <a:solidFill>
                  <a:srgbClr val="335B74"/>
                </a:solidFill>
                <a:latin typeface="Corbel"/>
                <a:cs typeface="Corbel"/>
              </a:rPr>
              <a:t> </a:t>
            </a:r>
            <a:r>
              <a:rPr sz="1600" dirty="0">
                <a:solidFill>
                  <a:srgbClr val="335B74"/>
                </a:solidFill>
                <a:latin typeface="Corbel"/>
                <a:cs typeface="Corbel"/>
              </a:rPr>
              <a:t>of</a:t>
            </a:r>
            <a:r>
              <a:rPr sz="1600" spc="-20" dirty="0">
                <a:solidFill>
                  <a:srgbClr val="335B74"/>
                </a:solidFill>
                <a:latin typeface="Corbel"/>
                <a:cs typeface="Corbel"/>
              </a:rPr>
              <a:t> </a:t>
            </a:r>
            <a:r>
              <a:rPr sz="1600" spc="-10" dirty="0">
                <a:solidFill>
                  <a:srgbClr val="335B74"/>
                </a:solidFill>
                <a:latin typeface="Corbel"/>
                <a:cs typeface="Corbel"/>
              </a:rPr>
              <a:t>the</a:t>
            </a:r>
            <a:r>
              <a:rPr sz="1600" spc="-70" dirty="0">
                <a:solidFill>
                  <a:srgbClr val="335B74"/>
                </a:solidFill>
                <a:latin typeface="Corbel"/>
                <a:cs typeface="Corbel"/>
              </a:rPr>
              <a:t> </a:t>
            </a:r>
            <a:r>
              <a:rPr sz="1600" dirty="0">
                <a:solidFill>
                  <a:srgbClr val="335B74"/>
                </a:solidFill>
                <a:latin typeface="Corbel"/>
                <a:cs typeface="Corbel"/>
              </a:rPr>
              <a:t>ANA</a:t>
            </a:r>
            <a:r>
              <a:rPr sz="1600" spc="-25" dirty="0">
                <a:solidFill>
                  <a:srgbClr val="335B74"/>
                </a:solidFill>
                <a:latin typeface="Corbel"/>
                <a:cs typeface="Corbel"/>
              </a:rPr>
              <a:t> </a:t>
            </a:r>
            <a:r>
              <a:rPr sz="1600" dirty="0">
                <a:solidFill>
                  <a:srgbClr val="335B74"/>
                </a:solidFill>
                <a:latin typeface="Corbel"/>
                <a:cs typeface="Corbel"/>
              </a:rPr>
              <a:t>for</a:t>
            </a:r>
            <a:r>
              <a:rPr sz="1600" spc="-25" dirty="0">
                <a:solidFill>
                  <a:srgbClr val="335B74"/>
                </a:solidFill>
                <a:latin typeface="Corbel"/>
                <a:cs typeface="Corbel"/>
              </a:rPr>
              <a:t> </a:t>
            </a:r>
            <a:r>
              <a:rPr sz="1600" dirty="0">
                <a:solidFill>
                  <a:srgbClr val="335B74"/>
                </a:solidFill>
                <a:latin typeface="Corbel"/>
                <a:cs typeface="Corbel"/>
              </a:rPr>
              <a:t>overflying</a:t>
            </a:r>
            <a:r>
              <a:rPr sz="1600" spc="-20" dirty="0">
                <a:solidFill>
                  <a:srgbClr val="335B74"/>
                </a:solidFill>
                <a:latin typeface="Corbel"/>
                <a:cs typeface="Corbel"/>
              </a:rPr>
              <a:t> </a:t>
            </a:r>
            <a:r>
              <a:rPr sz="1600" dirty="0">
                <a:solidFill>
                  <a:srgbClr val="335B74"/>
                </a:solidFill>
                <a:latin typeface="Corbel"/>
                <a:cs typeface="Corbel"/>
              </a:rPr>
              <a:t>a</a:t>
            </a:r>
            <a:r>
              <a:rPr sz="1600" spc="-20" dirty="0">
                <a:solidFill>
                  <a:srgbClr val="335B74"/>
                </a:solidFill>
                <a:latin typeface="Corbel"/>
                <a:cs typeface="Corbel"/>
              </a:rPr>
              <a:t> </a:t>
            </a:r>
            <a:r>
              <a:rPr sz="1600" dirty="0">
                <a:solidFill>
                  <a:srgbClr val="335B74"/>
                </a:solidFill>
                <a:latin typeface="Corbel"/>
                <a:cs typeface="Corbel"/>
              </a:rPr>
              <a:t>protected</a:t>
            </a:r>
            <a:r>
              <a:rPr sz="1600" spc="-20" dirty="0">
                <a:solidFill>
                  <a:srgbClr val="335B74"/>
                </a:solidFill>
                <a:latin typeface="Corbel"/>
                <a:cs typeface="Corbel"/>
              </a:rPr>
              <a:t> </a:t>
            </a:r>
            <a:r>
              <a:rPr sz="1600" spc="-10" dirty="0">
                <a:solidFill>
                  <a:srgbClr val="335B74"/>
                </a:solidFill>
                <a:latin typeface="Corbel"/>
                <a:cs typeface="Corbel"/>
              </a:rPr>
              <a:t>area;</a:t>
            </a:r>
            <a:endParaRPr sz="1600">
              <a:latin typeface="Corbel"/>
              <a:cs typeface="Corbel"/>
            </a:endParaRPr>
          </a:p>
          <a:p>
            <a:pPr marL="812165" indent="-342265">
              <a:lnSpc>
                <a:spcPts val="1895"/>
              </a:lnSpc>
              <a:buAutoNum type="alphaLcParenR"/>
              <a:tabLst>
                <a:tab pos="812165" algn="l"/>
              </a:tabLst>
            </a:pPr>
            <a:r>
              <a:rPr sz="1600" dirty="0">
                <a:solidFill>
                  <a:srgbClr val="335B74"/>
                </a:solidFill>
                <a:latin typeface="Corbel"/>
                <a:cs typeface="Corbel"/>
              </a:rPr>
              <a:t>A</a:t>
            </a:r>
            <a:r>
              <a:rPr sz="1600" spc="-30" dirty="0">
                <a:solidFill>
                  <a:srgbClr val="335B74"/>
                </a:solidFill>
                <a:latin typeface="Corbel"/>
                <a:cs typeface="Corbel"/>
              </a:rPr>
              <a:t> </a:t>
            </a:r>
            <a:r>
              <a:rPr sz="1600" dirty="0">
                <a:solidFill>
                  <a:srgbClr val="335B74"/>
                </a:solidFill>
                <a:latin typeface="Corbel"/>
                <a:cs typeface="Corbel"/>
              </a:rPr>
              <a:t>permit</a:t>
            </a:r>
            <a:r>
              <a:rPr sz="1600" spc="-25" dirty="0">
                <a:solidFill>
                  <a:srgbClr val="335B74"/>
                </a:solidFill>
                <a:latin typeface="Corbel"/>
                <a:cs typeface="Corbel"/>
              </a:rPr>
              <a:t> </a:t>
            </a:r>
            <a:r>
              <a:rPr sz="1600" dirty="0">
                <a:solidFill>
                  <a:srgbClr val="335B74"/>
                </a:solidFill>
                <a:latin typeface="Corbel"/>
                <a:cs typeface="Corbel"/>
              </a:rPr>
              <a:t>granted</a:t>
            </a:r>
            <a:r>
              <a:rPr sz="1600" spc="-20" dirty="0">
                <a:solidFill>
                  <a:srgbClr val="335B74"/>
                </a:solidFill>
                <a:latin typeface="Corbel"/>
                <a:cs typeface="Corbel"/>
              </a:rPr>
              <a:t> </a:t>
            </a:r>
            <a:r>
              <a:rPr sz="1600" dirty="0">
                <a:solidFill>
                  <a:srgbClr val="335B74"/>
                </a:solidFill>
                <a:latin typeface="Corbel"/>
                <a:cs typeface="Corbel"/>
              </a:rPr>
              <a:t>by</a:t>
            </a:r>
            <a:r>
              <a:rPr sz="1600" spc="-60" dirty="0">
                <a:solidFill>
                  <a:srgbClr val="335B74"/>
                </a:solidFill>
                <a:latin typeface="Corbel"/>
                <a:cs typeface="Corbel"/>
              </a:rPr>
              <a:t> </a:t>
            </a:r>
            <a:r>
              <a:rPr sz="1600" dirty="0">
                <a:solidFill>
                  <a:srgbClr val="335B74"/>
                </a:solidFill>
                <a:latin typeface="Corbel"/>
                <a:cs typeface="Corbel"/>
              </a:rPr>
              <a:t>SPF</a:t>
            </a:r>
            <a:r>
              <a:rPr sz="1600" spc="-15" dirty="0">
                <a:solidFill>
                  <a:srgbClr val="335B74"/>
                </a:solidFill>
                <a:latin typeface="Corbel"/>
                <a:cs typeface="Corbel"/>
              </a:rPr>
              <a:t> </a:t>
            </a:r>
            <a:r>
              <a:rPr sz="1600" dirty="0">
                <a:solidFill>
                  <a:srgbClr val="335B74"/>
                </a:solidFill>
                <a:latin typeface="Corbel"/>
                <a:cs typeface="Corbel"/>
              </a:rPr>
              <a:t>pursuant</a:t>
            </a:r>
            <a:r>
              <a:rPr sz="1600" spc="-25" dirty="0">
                <a:solidFill>
                  <a:srgbClr val="335B74"/>
                </a:solidFill>
                <a:latin typeface="Corbel"/>
                <a:cs typeface="Corbel"/>
              </a:rPr>
              <a:t> </a:t>
            </a:r>
            <a:r>
              <a:rPr sz="1600" dirty="0">
                <a:solidFill>
                  <a:srgbClr val="335B74"/>
                </a:solidFill>
                <a:latin typeface="Corbel"/>
                <a:cs typeface="Corbel"/>
              </a:rPr>
              <a:t>to</a:t>
            </a:r>
            <a:r>
              <a:rPr sz="1600" spc="-25" dirty="0">
                <a:solidFill>
                  <a:srgbClr val="335B74"/>
                </a:solidFill>
                <a:latin typeface="Corbel"/>
                <a:cs typeface="Corbel"/>
              </a:rPr>
              <a:t> </a:t>
            </a:r>
            <a:r>
              <a:rPr sz="1600" dirty="0">
                <a:solidFill>
                  <a:srgbClr val="335B74"/>
                </a:solidFill>
                <a:latin typeface="Corbel"/>
                <a:cs typeface="Corbel"/>
              </a:rPr>
              <a:t>section</a:t>
            </a:r>
            <a:r>
              <a:rPr sz="1600" spc="-20" dirty="0">
                <a:solidFill>
                  <a:srgbClr val="335B74"/>
                </a:solidFill>
                <a:latin typeface="Corbel"/>
                <a:cs typeface="Corbel"/>
              </a:rPr>
              <a:t> </a:t>
            </a:r>
            <a:r>
              <a:rPr sz="1600" dirty="0">
                <a:solidFill>
                  <a:srgbClr val="335B74"/>
                </a:solidFill>
                <a:latin typeface="Corbel"/>
                <a:cs typeface="Corbel"/>
              </a:rPr>
              <a:t>26</a:t>
            </a:r>
            <a:r>
              <a:rPr sz="1600" spc="-25" dirty="0">
                <a:solidFill>
                  <a:srgbClr val="335B74"/>
                </a:solidFill>
                <a:latin typeface="Corbel"/>
                <a:cs typeface="Corbel"/>
              </a:rPr>
              <a:t> </a:t>
            </a:r>
            <a:r>
              <a:rPr sz="1600" dirty="0">
                <a:solidFill>
                  <a:srgbClr val="335B74"/>
                </a:solidFill>
                <a:latin typeface="Corbel"/>
                <a:cs typeface="Corbel"/>
              </a:rPr>
              <a:t>of</a:t>
            </a:r>
            <a:r>
              <a:rPr sz="1600" spc="-20" dirty="0">
                <a:solidFill>
                  <a:srgbClr val="335B74"/>
                </a:solidFill>
                <a:latin typeface="Corbel"/>
                <a:cs typeface="Corbel"/>
              </a:rPr>
              <a:t> </a:t>
            </a:r>
            <a:r>
              <a:rPr sz="1600" dirty="0">
                <a:solidFill>
                  <a:srgbClr val="335B74"/>
                </a:solidFill>
                <a:latin typeface="Corbel"/>
                <a:cs typeface="Corbel"/>
              </a:rPr>
              <a:t>the</a:t>
            </a:r>
            <a:r>
              <a:rPr sz="1600" spc="-20" dirty="0">
                <a:solidFill>
                  <a:srgbClr val="335B74"/>
                </a:solidFill>
                <a:latin typeface="Corbel"/>
                <a:cs typeface="Corbel"/>
              </a:rPr>
              <a:t> </a:t>
            </a:r>
            <a:r>
              <a:rPr sz="1600" dirty="0">
                <a:solidFill>
                  <a:srgbClr val="335B74"/>
                </a:solidFill>
                <a:latin typeface="Corbel"/>
                <a:cs typeface="Corbel"/>
              </a:rPr>
              <a:t>POA</a:t>
            </a:r>
            <a:r>
              <a:rPr sz="1600" spc="-25" dirty="0">
                <a:solidFill>
                  <a:srgbClr val="335B74"/>
                </a:solidFill>
                <a:latin typeface="Corbel"/>
                <a:cs typeface="Corbel"/>
              </a:rPr>
              <a:t> </a:t>
            </a:r>
            <a:r>
              <a:rPr sz="1600" dirty="0">
                <a:solidFill>
                  <a:srgbClr val="335B74"/>
                </a:solidFill>
                <a:latin typeface="Corbel"/>
                <a:cs typeface="Corbel"/>
              </a:rPr>
              <a:t>for</a:t>
            </a:r>
            <a:r>
              <a:rPr sz="1600" spc="-20" dirty="0">
                <a:solidFill>
                  <a:srgbClr val="335B74"/>
                </a:solidFill>
                <a:latin typeface="Corbel"/>
                <a:cs typeface="Corbel"/>
              </a:rPr>
              <a:t> </a:t>
            </a:r>
            <a:r>
              <a:rPr sz="1600" dirty="0">
                <a:solidFill>
                  <a:srgbClr val="335B74"/>
                </a:solidFill>
                <a:latin typeface="Corbel"/>
                <a:cs typeface="Corbel"/>
              </a:rPr>
              <a:t>using</a:t>
            </a:r>
            <a:r>
              <a:rPr sz="1600" spc="-65" dirty="0">
                <a:solidFill>
                  <a:srgbClr val="335B74"/>
                </a:solidFill>
                <a:latin typeface="Corbel"/>
                <a:cs typeface="Corbel"/>
              </a:rPr>
              <a:t> </a:t>
            </a:r>
            <a:r>
              <a:rPr sz="1600" dirty="0">
                <a:solidFill>
                  <a:srgbClr val="335B74"/>
                </a:solidFill>
                <a:latin typeface="Corbel"/>
                <a:cs typeface="Corbel"/>
              </a:rPr>
              <a:t>UA</a:t>
            </a:r>
            <a:r>
              <a:rPr sz="1600" spc="-25" dirty="0">
                <a:solidFill>
                  <a:srgbClr val="335B74"/>
                </a:solidFill>
                <a:latin typeface="Corbel"/>
                <a:cs typeface="Corbel"/>
              </a:rPr>
              <a:t> </a:t>
            </a:r>
            <a:r>
              <a:rPr sz="1600" dirty="0">
                <a:solidFill>
                  <a:srgbClr val="335B74"/>
                </a:solidFill>
                <a:latin typeface="Corbel"/>
                <a:cs typeface="Corbel"/>
              </a:rPr>
              <a:t>in</a:t>
            </a:r>
            <a:r>
              <a:rPr sz="1600" spc="-20" dirty="0">
                <a:solidFill>
                  <a:srgbClr val="335B74"/>
                </a:solidFill>
                <a:latin typeface="Corbel"/>
                <a:cs typeface="Corbel"/>
              </a:rPr>
              <a:t> </a:t>
            </a:r>
            <a:r>
              <a:rPr sz="1600" dirty="0">
                <a:solidFill>
                  <a:srgbClr val="335B74"/>
                </a:solidFill>
                <a:latin typeface="Corbel"/>
                <a:cs typeface="Corbel"/>
              </a:rPr>
              <a:t>a</a:t>
            </a:r>
            <a:r>
              <a:rPr sz="1600" spc="-20" dirty="0">
                <a:solidFill>
                  <a:srgbClr val="335B74"/>
                </a:solidFill>
                <a:latin typeface="Corbel"/>
                <a:cs typeface="Corbel"/>
              </a:rPr>
              <a:t> </a:t>
            </a:r>
            <a:r>
              <a:rPr sz="1600" dirty="0">
                <a:solidFill>
                  <a:srgbClr val="335B74"/>
                </a:solidFill>
                <a:latin typeface="Corbel"/>
                <a:cs typeface="Corbel"/>
              </a:rPr>
              <a:t>special</a:t>
            </a:r>
            <a:r>
              <a:rPr sz="1600" spc="-15" dirty="0">
                <a:solidFill>
                  <a:srgbClr val="335B74"/>
                </a:solidFill>
                <a:latin typeface="Corbel"/>
                <a:cs typeface="Corbel"/>
              </a:rPr>
              <a:t> </a:t>
            </a:r>
            <a:r>
              <a:rPr sz="1600" dirty="0">
                <a:solidFill>
                  <a:srgbClr val="335B74"/>
                </a:solidFill>
                <a:latin typeface="Corbel"/>
                <a:cs typeface="Corbel"/>
              </a:rPr>
              <a:t>event</a:t>
            </a:r>
            <a:r>
              <a:rPr sz="1600" spc="-25" dirty="0">
                <a:solidFill>
                  <a:srgbClr val="335B74"/>
                </a:solidFill>
                <a:latin typeface="Corbel"/>
                <a:cs typeface="Corbel"/>
              </a:rPr>
              <a:t> </a:t>
            </a:r>
            <a:r>
              <a:rPr sz="1600" spc="-10" dirty="0">
                <a:solidFill>
                  <a:srgbClr val="335B74"/>
                </a:solidFill>
                <a:latin typeface="Corbel"/>
                <a:cs typeface="Corbel"/>
              </a:rPr>
              <a:t>area;</a:t>
            </a:r>
            <a:endParaRPr sz="1600">
              <a:latin typeface="Corbel"/>
              <a:cs typeface="Corbel"/>
            </a:endParaRPr>
          </a:p>
          <a:p>
            <a:pPr marL="812800" marR="5080" indent="-342900" algn="just">
              <a:lnSpc>
                <a:spcPts val="1900"/>
              </a:lnSpc>
              <a:spcBef>
                <a:spcPts val="65"/>
              </a:spcBef>
              <a:buAutoNum type="alphaLcParenR"/>
              <a:tabLst>
                <a:tab pos="812800" algn="l"/>
                <a:tab pos="814705" algn="l"/>
              </a:tabLst>
            </a:pPr>
            <a:r>
              <a:rPr sz="1600" dirty="0">
                <a:solidFill>
                  <a:srgbClr val="335B74"/>
                </a:solidFill>
                <a:latin typeface="Corbel"/>
                <a:cs typeface="Corbel"/>
              </a:rPr>
              <a:t>	A</a:t>
            </a:r>
            <a:r>
              <a:rPr sz="1600" spc="45" dirty="0">
                <a:solidFill>
                  <a:srgbClr val="335B74"/>
                </a:solidFill>
                <a:latin typeface="Corbel"/>
                <a:cs typeface="Corbel"/>
              </a:rPr>
              <a:t> </a:t>
            </a:r>
            <a:r>
              <a:rPr sz="1600" dirty="0">
                <a:solidFill>
                  <a:srgbClr val="335B74"/>
                </a:solidFill>
                <a:latin typeface="Corbel"/>
                <a:cs typeface="Corbel"/>
              </a:rPr>
              <a:t>permit</a:t>
            </a:r>
            <a:r>
              <a:rPr sz="1600" spc="50" dirty="0">
                <a:solidFill>
                  <a:srgbClr val="335B74"/>
                </a:solidFill>
                <a:latin typeface="Corbel"/>
                <a:cs typeface="Corbel"/>
              </a:rPr>
              <a:t> </a:t>
            </a:r>
            <a:r>
              <a:rPr sz="1600" dirty="0">
                <a:solidFill>
                  <a:srgbClr val="335B74"/>
                </a:solidFill>
                <a:latin typeface="Corbel"/>
                <a:cs typeface="Corbel"/>
              </a:rPr>
              <a:t>for</a:t>
            </a:r>
            <a:r>
              <a:rPr sz="1600" spc="55" dirty="0">
                <a:solidFill>
                  <a:srgbClr val="335B74"/>
                </a:solidFill>
                <a:latin typeface="Corbel"/>
                <a:cs typeface="Corbel"/>
              </a:rPr>
              <a:t> </a:t>
            </a:r>
            <a:r>
              <a:rPr sz="1600" dirty="0">
                <a:solidFill>
                  <a:srgbClr val="335B74"/>
                </a:solidFill>
                <a:latin typeface="Corbel"/>
                <a:cs typeface="Corbel"/>
              </a:rPr>
              <a:t>use</a:t>
            </a:r>
            <a:r>
              <a:rPr sz="1600" spc="60" dirty="0">
                <a:solidFill>
                  <a:srgbClr val="335B74"/>
                </a:solidFill>
                <a:latin typeface="Corbel"/>
                <a:cs typeface="Corbel"/>
              </a:rPr>
              <a:t> </a:t>
            </a:r>
            <a:r>
              <a:rPr sz="1600" dirty="0">
                <a:solidFill>
                  <a:srgbClr val="335B74"/>
                </a:solidFill>
                <a:latin typeface="Corbel"/>
                <a:cs typeface="Corbel"/>
              </a:rPr>
              <a:t>of</a:t>
            </a:r>
            <a:r>
              <a:rPr sz="1600" spc="60" dirty="0">
                <a:solidFill>
                  <a:srgbClr val="335B74"/>
                </a:solidFill>
                <a:latin typeface="Corbel"/>
                <a:cs typeface="Corbel"/>
              </a:rPr>
              <a:t> </a:t>
            </a:r>
            <a:r>
              <a:rPr sz="1600" dirty="0">
                <a:solidFill>
                  <a:srgbClr val="335B74"/>
                </a:solidFill>
                <a:latin typeface="Corbel"/>
                <a:cs typeface="Corbel"/>
              </a:rPr>
              <a:t>radio</a:t>
            </a:r>
            <a:r>
              <a:rPr sz="1600" spc="50" dirty="0">
                <a:solidFill>
                  <a:srgbClr val="335B74"/>
                </a:solidFill>
                <a:latin typeface="Corbel"/>
                <a:cs typeface="Corbel"/>
              </a:rPr>
              <a:t> </a:t>
            </a:r>
            <a:r>
              <a:rPr sz="1600" dirty="0">
                <a:solidFill>
                  <a:srgbClr val="335B74"/>
                </a:solidFill>
                <a:latin typeface="Corbel"/>
                <a:cs typeface="Corbel"/>
              </a:rPr>
              <a:t>frequencies</a:t>
            </a:r>
            <a:r>
              <a:rPr sz="1600" spc="60" dirty="0">
                <a:solidFill>
                  <a:srgbClr val="335B74"/>
                </a:solidFill>
                <a:latin typeface="Corbel"/>
                <a:cs typeface="Corbel"/>
              </a:rPr>
              <a:t> </a:t>
            </a:r>
            <a:r>
              <a:rPr sz="1600" dirty="0">
                <a:solidFill>
                  <a:srgbClr val="335B74"/>
                </a:solidFill>
                <a:latin typeface="Corbel"/>
                <a:cs typeface="Corbel"/>
              </a:rPr>
              <a:t>and</a:t>
            </a:r>
            <a:r>
              <a:rPr sz="1600" spc="60" dirty="0">
                <a:solidFill>
                  <a:srgbClr val="335B74"/>
                </a:solidFill>
                <a:latin typeface="Corbel"/>
                <a:cs typeface="Corbel"/>
              </a:rPr>
              <a:t> </a:t>
            </a:r>
            <a:r>
              <a:rPr sz="1600" dirty="0">
                <a:solidFill>
                  <a:srgbClr val="335B74"/>
                </a:solidFill>
                <a:latin typeface="Corbel"/>
                <a:cs typeface="Corbel"/>
              </a:rPr>
              <a:t>power</a:t>
            </a:r>
            <a:r>
              <a:rPr sz="1600" spc="55" dirty="0">
                <a:solidFill>
                  <a:srgbClr val="335B74"/>
                </a:solidFill>
                <a:latin typeface="Corbel"/>
                <a:cs typeface="Corbel"/>
              </a:rPr>
              <a:t> </a:t>
            </a:r>
            <a:r>
              <a:rPr sz="1600" dirty="0">
                <a:solidFill>
                  <a:srgbClr val="335B74"/>
                </a:solidFill>
                <a:latin typeface="Corbel"/>
                <a:cs typeface="Corbel"/>
              </a:rPr>
              <a:t>limits</a:t>
            </a:r>
            <a:r>
              <a:rPr sz="1600" spc="60" dirty="0">
                <a:solidFill>
                  <a:srgbClr val="335B74"/>
                </a:solidFill>
                <a:latin typeface="Corbel"/>
                <a:cs typeface="Corbel"/>
              </a:rPr>
              <a:t> </a:t>
            </a:r>
            <a:r>
              <a:rPr sz="1600" dirty="0">
                <a:solidFill>
                  <a:srgbClr val="335B74"/>
                </a:solidFill>
                <a:latin typeface="Corbel"/>
                <a:cs typeface="Corbel"/>
              </a:rPr>
              <a:t>that</a:t>
            </a:r>
            <a:r>
              <a:rPr sz="1600" spc="50" dirty="0">
                <a:solidFill>
                  <a:srgbClr val="335B74"/>
                </a:solidFill>
                <a:latin typeface="Corbel"/>
                <a:cs typeface="Corbel"/>
              </a:rPr>
              <a:t> </a:t>
            </a:r>
            <a:r>
              <a:rPr sz="1600" dirty="0">
                <a:solidFill>
                  <a:srgbClr val="335B74"/>
                </a:solidFill>
                <a:latin typeface="Corbel"/>
                <a:cs typeface="Corbel"/>
              </a:rPr>
              <a:t>does</a:t>
            </a:r>
            <a:r>
              <a:rPr sz="1600" spc="55" dirty="0">
                <a:solidFill>
                  <a:srgbClr val="335B74"/>
                </a:solidFill>
                <a:latin typeface="Corbel"/>
                <a:cs typeface="Corbel"/>
              </a:rPr>
              <a:t> </a:t>
            </a:r>
            <a:r>
              <a:rPr sz="1600" dirty="0">
                <a:solidFill>
                  <a:srgbClr val="335B74"/>
                </a:solidFill>
                <a:latin typeface="Corbel"/>
                <a:cs typeface="Corbel"/>
              </a:rPr>
              <a:t>not</a:t>
            </a:r>
            <a:r>
              <a:rPr sz="1600" spc="50" dirty="0">
                <a:solidFill>
                  <a:srgbClr val="335B74"/>
                </a:solidFill>
                <a:latin typeface="Corbel"/>
                <a:cs typeface="Corbel"/>
              </a:rPr>
              <a:t> </a:t>
            </a:r>
            <a:r>
              <a:rPr sz="1600" dirty="0">
                <a:solidFill>
                  <a:srgbClr val="335B74"/>
                </a:solidFill>
                <a:latin typeface="Corbel"/>
                <a:cs typeface="Corbel"/>
              </a:rPr>
              <a:t>comply</a:t>
            </a:r>
            <a:r>
              <a:rPr sz="1600" spc="50" dirty="0">
                <a:solidFill>
                  <a:srgbClr val="335B74"/>
                </a:solidFill>
                <a:latin typeface="Corbel"/>
                <a:cs typeface="Corbel"/>
              </a:rPr>
              <a:t> </a:t>
            </a:r>
            <a:r>
              <a:rPr sz="1600" dirty="0">
                <a:solidFill>
                  <a:srgbClr val="335B74"/>
                </a:solidFill>
                <a:latin typeface="Corbel"/>
                <a:cs typeface="Corbel"/>
              </a:rPr>
              <a:t>with</a:t>
            </a:r>
            <a:r>
              <a:rPr sz="1600" spc="55" dirty="0">
                <a:solidFill>
                  <a:srgbClr val="335B74"/>
                </a:solidFill>
                <a:latin typeface="Corbel"/>
                <a:cs typeface="Corbel"/>
              </a:rPr>
              <a:t> </a:t>
            </a:r>
            <a:r>
              <a:rPr sz="1600" dirty="0">
                <a:solidFill>
                  <a:srgbClr val="335B74"/>
                </a:solidFill>
                <a:latin typeface="Corbel"/>
                <a:cs typeface="Corbel"/>
              </a:rPr>
              <a:t>the</a:t>
            </a:r>
            <a:r>
              <a:rPr sz="1600" spc="60" dirty="0">
                <a:solidFill>
                  <a:srgbClr val="335B74"/>
                </a:solidFill>
                <a:latin typeface="Corbel"/>
                <a:cs typeface="Corbel"/>
              </a:rPr>
              <a:t> </a:t>
            </a:r>
            <a:r>
              <a:rPr sz="1600" spc="-10" dirty="0">
                <a:solidFill>
                  <a:srgbClr val="335B74"/>
                </a:solidFill>
                <a:latin typeface="Corbel"/>
                <a:cs typeface="Corbel"/>
              </a:rPr>
              <a:t>Info-communications </a:t>
            </a:r>
            <a:r>
              <a:rPr sz="1600" dirty="0">
                <a:solidFill>
                  <a:srgbClr val="335B74"/>
                </a:solidFill>
                <a:latin typeface="Corbel"/>
                <a:cs typeface="Corbel"/>
              </a:rPr>
              <a:t>Media</a:t>
            </a:r>
            <a:r>
              <a:rPr sz="1600" spc="180" dirty="0">
                <a:solidFill>
                  <a:srgbClr val="335B74"/>
                </a:solidFill>
                <a:latin typeface="Corbel"/>
                <a:cs typeface="Corbel"/>
              </a:rPr>
              <a:t> </a:t>
            </a:r>
            <a:r>
              <a:rPr sz="1600" dirty="0">
                <a:solidFill>
                  <a:srgbClr val="335B74"/>
                </a:solidFill>
                <a:latin typeface="Corbel"/>
                <a:cs typeface="Corbel"/>
              </a:rPr>
              <a:t>Development</a:t>
            </a:r>
            <a:r>
              <a:rPr sz="1600" spc="175" dirty="0">
                <a:solidFill>
                  <a:srgbClr val="335B74"/>
                </a:solidFill>
                <a:latin typeface="Corbel"/>
                <a:cs typeface="Corbel"/>
              </a:rPr>
              <a:t> </a:t>
            </a:r>
            <a:r>
              <a:rPr sz="1600" dirty="0">
                <a:solidFill>
                  <a:srgbClr val="335B74"/>
                </a:solidFill>
                <a:latin typeface="Corbel"/>
                <a:cs typeface="Corbel"/>
              </a:rPr>
              <a:t>Authority</a:t>
            </a:r>
            <a:r>
              <a:rPr sz="1600" spc="170" dirty="0">
                <a:solidFill>
                  <a:srgbClr val="335B74"/>
                </a:solidFill>
                <a:latin typeface="Corbel"/>
                <a:cs typeface="Corbel"/>
              </a:rPr>
              <a:t> </a:t>
            </a:r>
            <a:r>
              <a:rPr sz="1600" dirty="0">
                <a:solidFill>
                  <a:srgbClr val="335B74"/>
                </a:solidFill>
                <a:latin typeface="Corbel"/>
                <a:cs typeface="Corbel"/>
              </a:rPr>
              <a:t>of</a:t>
            </a:r>
            <a:r>
              <a:rPr sz="1600" spc="185" dirty="0">
                <a:solidFill>
                  <a:srgbClr val="335B74"/>
                </a:solidFill>
                <a:latin typeface="Corbel"/>
                <a:cs typeface="Corbel"/>
              </a:rPr>
              <a:t> </a:t>
            </a:r>
            <a:r>
              <a:rPr sz="1600" dirty="0">
                <a:solidFill>
                  <a:srgbClr val="335B74"/>
                </a:solidFill>
                <a:latin typeface="Corbel"/>
                <a:cs typeface="Corbel"/>
              </a:rPr>
              <a:t>Singapore</a:t>
            </a:r>
            <a:r>
              <a:rPr sz="1600" spc="185" dirty="0">
                <a:solidFill>
                  <a:srgbClr val="335B74"/>
                </a:solidFill>
                <a:latin typeface="Corbel"/>
                <a:cs typeface="Corbel"/>
              </a:rPr>
              <a:t> </a:t>
            </a:r>
            <a:r>
              <a:rPr sz="1600" dirty="0">
                <a:solidFill>
                  <a:srgbClr val="335B74"/>
                </a:solidFill>
                <a:latin typeface="Corbel"/>
                <a:cs typeface="Corbel"/>
              </a:rPr>
              <a:t>(IMDA)</a:t>
            </a:r>
            <a:r>
              <a:rPr sz="1600" spc="175" dirty="0">
                <a:solidFill>
                  <a:srgbClr val="335B74"/>
                </a:solidFill>
                <a:latin typeface="Corbel"/>
                <a:cs typeface="Corbel"/>
              </a:rPr>
              <a:t> </a:t>
            </a:r>
            <a:r>
              <a:rPr sz="1600" dirty="0">
                <a:solidFill>
                  <a:srgbClr val="335B74"/>
                </a:solidFill>
                <a:latin typeface="Corbel"/>
                <a:cs typeface="Corbel"/>
              </a:rPr>
              <a:t>guidelines</a:t>
            </a:r>
            <a:r>
              <a:rPr sz="1600" spc="185" dirty="0">
                <a:solidFill>
                  <a:srgbClr val="335B74"/>
                </a:solidFill>
                <a:latin typeface="Corbel"/>
                <a:cs typeface="Corbel"/>
              </a:rPr>
              <a:t> </a:t>
            </a:r>
            <a:r>
              <a:rPr sz="1600" dirty="0">
                <a:solidFill>
                  <a:srgbClr val="335B74"/>
                </a:solidFill>
                <a:latin typeface="Corbel"/>
                <a:cs typeface="Corbel"/>
              </a:rPr>
              <a:t>on</a:t>
            </a:r>
            <a:r>
              <a:rPr sz="1600" spc="180" dirty="0">
                <a:solidFill>
                  <a:srgbClr val="335B74"/>
                </a:solidFill>
                <a:latin typeface="Corbel"/>
                <a:cs typeface="Corbel"/>
              </a:rPr>
              <a:t> </a:t>
            </a:r>
            <a:r>
              <a:rPr sz="1600" dirty="0">
                <a:solidFill>
                  <a:srgbClr val="335B74"/>
                </a:solidFill>
                <a:latin typeface="Corbel"/>
                <a:cs typeface="Corbel"/>
              </a:rPr>
              <a:t>radio</a:t>
            </a:r>
            <a:r>
              <a:rPr sz="1600" spc="175" dirty="0">
                <a:solidFill>
                  <a:srgbClr val="335B74"/>
                </a:solidFill>
                <a:latin typeface="Corbel"/>
                <a:cs typeface="Corbel"/>
              </a:rPr>
              <a:t> </a:t>
            </a:r>
            <a:r>
              <a:rPr sz="1600" dirty="0">
                <a:solidFill>
                  <a:srgbClr val="335B74"/>
                </a:solidFill>
                <a:latin typeface="Corbel"/>
                <a:cs typeface="Corbel"/>
              </a:rPr>
              <a:t>frequencies</a:t>
            </a:r>
            <a:r>
              <a:rPr sz="1600" spc="185" dirty="0">
                <a:solidFill>
                  <a:srgbClr val="335B74"/>
                </a:solidFill>
                <a:latin typeface="Corbel"/>
                <a:cs typeface="Corbel"/>
              </a:rPr>
              <a:t> </a:t>
            </a:r>
            <a:r>
              <a:rPr sz="1600" dirty="0">
                <a:solidFill>
                  <a:srgbClr val="335B74"/>
                </a:solidFill>
                <a:latin typeface="Corbel"/>
                <a:cs typeface="Corbel"/>
              </a:rPr>
              <a:t>and</a:t>
            </a:r>
            <a:r>
              <a:rPr sz="1600" spc="185" dirty="0">
                <a:solidFill>
                  <a:srgbClr val="335B74"/>
                </a:solidFill>
                <a:latin typeface="Corbel"/>
                <a:cs typeface="Corbel"/>
              </a:rPr>
              <a:t> </a:t>
            </a:r>
            <a:r>
              <a:rPr sz="1600" dirty="0">
                <a:solidFill>
                  <a:srgbClr val="335B74"/>
                </a:solidFill>
                <a:latin typeface="Corbel"/>
                <a:cs typeface="Corbel"/>
              </a:rPr>
              <a:t>power</a:t>
            </a:r>
            <a:r>
              <a:rPr sz="1600" spc="180" dirty="0">
                <a:solidFill>
                  <a:srgbClr val="335B74"/>
                </a:solidFill>
                <a:latin typeface="Corbel"/>
                <a:cs typeface="Corbel"/>
              </a:rPr>
              <a:t> </a:t>
            </a:r>
            <a:r>
              <a:rPr sz="1600" dirty="0">
                <a:solidFill>
                  <a:srgbClr val="335B74"/>
                </a:solidFill>
                <a:latin typeface="Corbel"/>
                <a:cs typeface="Corbel"/>
              </a:rPr>
              <a:t>limits</a:t>
            </a:r>
            <a:r>
              <a:rPr sz="1600" spc="185" dirty="0">
                <a:solidFill>
                  <a:srgbClr val="335B74"/>
                </a:solidFill>
                <a:latin typeface="Corbel"/>
                <a:cs typeface="Corbel"/>
              </a:rPr>
              <a:t> </a:t>
            </a:r>
            <a:r>
              <a:rPr sz="1600" spc="-25" dirty="0">
                <a:solidFill>
                  <a:srgbClr val="335B74"/>
                </a:solidFill>
                <a:latin typeface="Corbel"/>
                <a:cs typeface="Corbel"/>
              </a:rPr>
              <a:t>for </a:t>
            </a:r>
            <a:r>
              <a:rPr sz="1600" dirty="0">
                <a:solidFill>
                  <a:srgbClr val="335B74"/>
                </a:solidFill>
                <a:latin typeface="Corbel"/>
                <a:cs typeface="Corbel"/>
              </a:rPr>
              <a:t>short</a:t>
            </a:r>
            <a:r>
              <a:rPr sz="1600" spc="-40" dirty="0">
                <a:solidFill>
                  <a:srgbClr val="335B74"/>
                </a:solidFill>
                <a:latin typeface="Corbel"/>
                <a:cs typeface="Corbel"/>
              </a:rPr>
              <a:t> </a:t>
            </a:r>
            <a:r>
              <a:rPr sz="1600" dirty="0">
                <a:solidFill>
                  <a:srgbClr val="335B74"/>
                </a:solidFill>
                <a:latin typeface="Corbel"/>
                <a:cs typeface="Corbel"/>
              </a:rPr>
              <a:t>range</a:t>
            </a:r>
            <a:r>
              <a:rPr sz="1600" spc="-25" dirty="0">
                <a:solidFill>
                  <a:srgbClr val="335B74"/>
                </a:solidFill>
                <a:latin typeface="Corbel"/>
                <a:cs typeface="Corbel"/>
              </a:rPr>
              <a:t> </a:t>
            </a:r>
            <a:r>
              <a:rPr sz="1600" spc="-10" dirty="0">
                <a:solidFill>
                  <a:srgbClr val="335B74"/>
                </a:solidFill>
                <a:latin typeface="Corbel"/>
                <a:cs typeface="Corbel"/>
              </a:rPr>
              <a:t>devices.</a:t>
            </a:r>
            <a:endParaRPr sz="1600">
              <a:latin typeface="Corbel"/>
              <a:cs typeface="Corbe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4200525" cy="878205"/>
            <a:chOff x="1417319" y="414527"/>
            <a:chExt cx="4200525"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4200144"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7" name="object 7"/>
          <p:cNvSpPr txBox="1"/>
          <p:nvPr/>
        </p:nvSpPr>
        <p:spPr>
          <a:xfrm>
            <a:off x="1563047" y="1553971"/>
            <a:ext cx="10300970" cy="235140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orbel"/>
                <a:cs typeface="Corbel"/>
              </a:rPr>
              <a:t>Permit</a:t>
            </a:r>
            <a:r>
              <a:rPr sz="1800" spc="-45" dirty="0">
                <a:latin typeface="Corbel"/>
                <a:cs typeface="Corbel"/>
              </a:rPr>
              <a:t> </a:t>
            </a:r>
            <a:r>
              <a:rPr sz="1800" dirty="0">
                <a:latin typeface="Corbel"/>
                <a:cs typeface="Corbel"/>
              </a:rPr>
              <a:t>applications</a:t>
            </a:r>
            <a:r>
              <a:rPr sz="1800" spc="-45" dirty="0">
                <a:latin typeface="Corbel"/>
                <a:cs typeface="Corbel"/>
              </a:rPr>
              <a:t> </a:t>
            </a:r>
            <a:r>
              <a:rPr sz="1800" dirty="0">
                <a:latin typeface="Corbel"/>
                <a:cs typeface="Corbel"/>
              </a:rPr>
              <a:t>should</a:t>
            </a:r>
            <a:r>
              <a:rPr sz="1800" spc="-40" dirty="0">
                <a:latin typeface="Corbel"/>
                <a:cs typeface="Corbel"/>
              </a:rPr>
              <a:t> </a:t>
            </a:r>
            <a:r>
              <a:rPr sz="1800" dirty="0">
                <a:latin typeface="Corbel"/>
                <a:cs typeface="Corbel"/>
              </a:rPr>
              <a:t>be</a:t>
            </a:r>
            <a:r>
              <a:rPr sz="1800" spc="-35" dirty="0">
                <a:latin typeface="Corbel"/>
                <a:cs typeface="Corbel"/>
              </a:rPr>
              <a:t> </a:t>
            </a:r>
            <a:r>
              <a:rPr sz="1800" dirty="0">
                <a:latin typeface="Corbel"/>
                <a:cs typeface="Corbel"/>
              </a:rPr>
              <a:t>submitted</a:t>
            </a:r>
            <a:r>
              <a:rPr sz="1800" spc="-40" dirty="0">
                <a:latin typeface="Corbel"/>
                <a:cs typeface="Corbel"/>
              </a:rPr>
              <a:t> </a:t>
            </a:r>
            <a:r>
              <a:rPr sz="1800" dirty="0">
                <a:latin typeface="Corbel"/>
                <a:cs typeface="Corbel"/>
              </a:rPr>
              <a:t>through</a:t>
            </a:r>
            <a:r>
              <a:rPr sz="1800" spc="-40" dirty="0">
                <a:latin typeface="Corbel"/>
                <a:cs typeface="Corbel"/>
              </a:rPr>
              <a:t> </a:t>
            </a:r>
            <a:r>
              <a:rPr sz="1800" dirty="0">
                <a:latin typeface="Corbel"/>
                <a:cs typeface="Corbel"/>
              </a:rPr>
              <a:t>the</a:t>
            </a:r>
            <a:r>
              <a:rPr sz="1800" spc="-45" dirty="0">
                <a:latin typeface="Corbel"/>
                <a:cs typeface="Corbel"/>
              </a:rPr>
              <a:t> </a:t>
            </a:r>
            <a:r>
              <a:rPr sz="1800" b="1" i="1" dirty="0">
                <a:latin typeface="Corbel"/>
                <a:cs typeface="Corbel"/>
              </a:rPr>
              <a:t>eSOMS</a:t>
            </a:r>
            <a:r>
              <a:rPr sz="1800" b="1" i="1" spc="-50" dirty="0">
                <a:latin typeface="Corbel"/>
                <a:cs typeface="Corbel"/>
              </a:rPr>
              <a:t> </a:t>
            </a:r>
            <a:r>
              <a:rPr sz="1800" i="1" spc="-10" dirty="0">
                <a:latin typeface="Corbel"/>
                <a:cs typeface="Corbel"/>
              </a:rPr>
              <a:t>(https://esoms.caas.gov.sg):</a:t>
            </a:r>
            <a:endParaRPr sz="1800">
              <a:latin typeface="Corbel"/>
              <a:cs typeface="Corbel"/>
            </a:endParaRPr>
          </a:p>
          <a:p>
            <a:pPr>
              <a:lnSpc>
                <a:spcPct val="100000"/>
              </a:lnSpc>
              <a:spcBef>
                <a:spcPts val="1560"/>
              </a:spcBef>
            </a:pPr>
            <a:endParaRPr sz="1800">
              <a:latin typeface="Corbel"/>
              <a:cs typeface="Corbel"/>
            </a:endParaRPr>
          </a:p>
          <a:p>
            <a:pPr marL="355600" marR="286385" indent="-342900">
              <a:lnSpc>
                <a:spcPts val="2110"/>
              </a:lnSpc>
              <a:buAutoNum type="alphaLcParenR"/>
              <a:tabLst>
                <a:tab pos="355600" algn="l"/>
              </a:tabLst>
            </a:pPr>
            <a:r>
              <a:rPr sz="1800" dirty="0">
                <a:latin typeface="Corbel"/>
                <a:cs typeface="Corbel"/>
              </a:rPr>
              <a:t>at</a:t>
            </a:r>
            <a:r>
              <a:rPr sz="1800" spc="-95" dirty="0">
                <a:latin typeface="Corbel"/>
                <a:cs typeface="Corbel"/>
              </a:rPr>
              <a:t> </a:t>
            </a:r>
            <a:r>
              <a:rPr sz="1800" dirty="0">
                <a:latin typeface="Corbel"/>
                <a:cs typeface="Corbel"/>
              </a:rPr>
              <a:t>least</a:t>
            </a:r>
            <a:r>
              <a:rPr sz="1800" spc="-35" dirty="0">
                <a:latin typeface="Corbel"/>
                <a:cs typeface="Corbel"/>
              </a:rPr>
              <a:t> </a:t>
            </a:r>
            <a:r>
              <a:rPr sz="1800" dirty="0">
                <a:latin typeface="Corbel"/>
                <a:cs typeface="Corbel"/>
              </a:rPr>
              <a:t>1</a:t>
            </a:r>
            <a:r>
              <a:rPr sz="1800" spc="-30" dirty="0">
                <a:latin typeface="Corbel"/>
                <a:cs typeface="Corbel"/>
              </a:rPr>
              <a:t> </a:t>
            </a:r>
            <a:r>
              <a:rPr sz="1800" dirty="0">
                <a:latin typeface="Corbel"/>
                <a:cs typeface="Corbel"/>
              </a:rPr>
              <a:t>month</a:t>
            </a:r>
            <a:r>
              <a:rPr sz="1800" spc="-30" dirty="0">
                <a:latin typeface="Corbel"/>
                <a:cs typeface="Corbel"/>
              </a:rPr>
              <a:t> </a:t>
            </a:r>
            <a:r>
              <a:rPr sz="1800" dirty="0">
                <a:latin typeface="Corbel"/>
                <a:cs typeface="Corbel"/>
              </a:rPr>
              <a:t>before</a:t>
            </a:r>
            <a:r>
              <a:rPr sz="1800" spc="-30" dirty="0">
                <a:latin typeface="Corbel"/>
                <a:cs typeface="Corbel"/>
              </a:rPr>
              <a:t> </a:t>
            </a:r>
            <a:r>
              <a:rPr sz="1800" dirty="0">
                <a:latin typeface="Corbel"/>
                <a:cs typeface="Corbel"/>
              </a:rPr>
              <a:t>the</a:t>
            </a:r>
            <a:r>
              <a:rPr sz="1800" spc="-30" dirty="0">
                <a:latin typeface="Corbel"/>
                <a:cs typeface="Corbel"/>
              </a:rPr>
              <a:t> </a:t>
            </a:r>
            <a:r>
              <a:rPr sz="1800" dirty="0">
                <a:latin typeface="Corbel"/>
                <a:cs typeface="Corbel"/>
              </a:rPr>
              <a:t>intended</a:t>
            </a:r>
            <a:r>
              <a:rPr sz="1800" spc="-35" dirty="0">
                <a:latin typeface="Corbel"/>
                <a:cs typeface="Corbel"/>
              </a:rPr>
              <a:t> </a:t>
            </a:r>
            <a:r>
              <a:rPr sz="1800" dirty="0">
                <a:latin typeface="Corbel"/>
                <a:cs typeface="Corbel"/>
              </a:rPr>
              <a:t>activity</a:t>
            </a:r>
            <a:r>
              <a:rPr sz="1800" spc="-35" dirty="0">
                <a:latin typeface="Corbel"/>
                <a:cs typeface="Corbel"/>
              </a:rPr>
              <a:t> </a:t>
            </a:r>
            <a:r>
              <a:rPr sz="1800" dirty="0">
                <a:latin typeface="Corbel"/>
                <a:cs typeface="Corbel"/>
              </a:rPr>
              <a:t>date/time</a:t>
            </a:r>
            <a:r>
              <a:rPr sz="1800" spc="-35" dirty="0">
                <a:latin typeface="Corbel"/>
                <a:cs typeface="Corbel"/>
              </a:rPr>
              <a:t> </a:t>
            </a:r>
            <a:r>
              <a:rPr sz="1800" dirty="0">
                <a:latin typeface="Corbel"/>
                <a:cs typeface="Corbel"/>
              </a:rPr>
              <a:t>for</a:t>
            </a:r>
            <a:r>
              <a:rPr sz="1800" spc="-85" dirty="0">
                <a:latin typeface="Corbel"/>
                <a:cs typeface="Corbel"/>
              </a:rPr>
              <a:t> </a:t>
            </a:r>
            <a:r>
              <a:rPr sz="1800" dirty="0">
                <a:latin typeface="Corbel"/>
                <a:cs typeface="Corbel"/>
              </a:rPr>
              <a:t>UA</a:t>
            </a:r>
            <a:r>
              <a:rPr sz="1800" spc="-90" dirty="0">
                <a:latin typeface="Corbel"/>
                <a:cs typeface="Corbel"/>
              </a:rPr>
              <a:t> </a:t>
            </a:r>
            <a:r>
              <a:rPr sz="1800" spc="-75" dirty="0">
                <a:latin typeface="Corbel"/>
                <a:cs typeface="Corbel"/>
              </a:rPr>
              <a:t>OP.</a:t>
            </a:r>
            <a:r>
              <a:rPr sz="1800" spc="-55" dirty="0">
                <a:latin typeface="Corbel"/>
                <a:cs typeface="Corbel"/>
              </a:rPr>
              <a:t> </a:t>
            </a:r>
            <a:r>
              <a:rPr sz="1800" dirty="0">
                <a:latin typeface="Corbel"/>
                <a:cs typeface="Corbel"/>
              </a:rPr>
              <a:t>UA</a:t>
            </a:r>
            <a:r>
              <a:rPr sz="1800" spc="-90" dirty="0">
                <a:latin typeface="Corbel"/>
                <a:cs typeface="Corbel"/>
              </a:rPr>
              <a:t> </a:t>
            </a:r>
            <a:r>
              <a:rPr sz="1800" dirty="0">
                <a:latin typeface="Corbel"/>
                <a:cs typeface="Corbel"/>
              </a:rPr>
              <a:t>OP</a:t>
            </a:r>
            <a:r>
              <a:rPr sz="1800" spc="-40" dirty="0">
                <a:latin typeface="Corbel"/>
                <a:cs typeface="Corbel"/>
              </a:rPr>
              <a:t> </a:t>
            </a:r>
            <a:r>
              <a:rPr sz="1800" dirty="0">
                <a:latin typeface="Corbel"/>
                <a:cs typeface="Corbel"/>
              </a:rPr>
              <a:t>applications</a:t>
            </a:r>
            <a:r>
              <a:rPr sz="1800" spc="-40" dirty="0">
                <a:latin typeface="Corbel"/>
                <a:cs typeface="Corbel"/>
              </a:rPr>
              <a:t> </a:t>
            </a:r>
            <a:r>
              <a:rPr sz="1800" dirty="0">
                <a:latin typeface="Corbel"/>
                <a:cs typeface="Corbel"/>
              </a:rPr>
              <a:t>involving</a:t>
            </a:r>
            <a:r>
              <a:rPr sz="1800" spc="-40" dirty="0">
                <a:latin typeface="Corbel"/>
                <a:cs typeface="Corbel"/>
              </a:rPr>
              <a:t> </a:t>
            </a:r>
            <a:r>
              <a:rPr sz="1800" spc="-10" dirty="0">
                <a:latin typeface="Corbel"/>
                <a:cs typeface="Corbel"/>
              </a:rPr>
              <a:t>BVLOS </a:t>
            </a:r>
            <a:r>
              <a:rPr sz="1800" dirty="0">
                <a:latin typeface="Corbel"/>
                <a:cs typeface="Corbel"/>
              </a:rPr>
              <a:t>operations</a:t>
            </a:r>
            <a:r>
              <a:rPr sz="1800" spc="-40" dirty="0">
                <a:latin typeface="Corbel"/>
                <a:cs typeface="Corbel"/>
              </a:rPr>
              <a:t> </a:t>
            </a:r>
            <a:r>
              <a:rPr sz="1800" dirty="0">
                <a:latin typeface="Corbel"/>
                <a:cs typeface="Corbel"/>
              </a:rPr>
              <a:t>should</a:t>
            </a:r>
            <a:r>
              <a:rPr sz="1800" spc="-30" dirty="0">
                <a:latin typeface="Corbel"/>
                <a:cs typeface="Corbel"/>
              </a:rPr>
              <a:t> </a:t>
            </a:r>
            <a:r>
              <a:rPr sz="1800" dirty="0">
                <a:latin typeface="Corbel"/>
                <a:cs typeface="Corbel"/>
              </a:rPr>
              <a:t>be</a:t>
            </a:r>
            <a:r>
              <a:rPr sz="1800" spc="-30" dirty="0">
                <a:latin typeface="Corbel"/>
                <a:cs typeface="Corbel"/>
              </a:rPr>
              <a:t> </a:t>
            </a:r>
            <a:r>
              <a:rPr sz="1800" dirty="0">
                <a:latin typeface="Corbel"/>
                <a:cs typeface="Corbel"/>
              </a:rPr>
              <a:t>submitted</a:t>
            </a:r>
            <a:r>
              <a:rPr sz="1800" spc="-30" dirty="0">
                <a:latin typeface="Corbel"/>
                <a:cs typeface="Corbel"/>
              </a:rPr>
              <a:t> </a:t>
            </a:r>
            <a:r>
              <a:rPr sz="1800" dirty="0">
                <a:latin typeface="Corbel"/>
                <a:cs typeface="Corbel"/>
              </a:rPr>
              <a:t>at</a:t>
            </a:r>
            <a:r>
              <a:rPr sz="1800" spc="-30" dirty="0">
                <a:latin typeface="Corbel"/>
                <a:cs typeface="Corbel"/>
              </a:rPr>
              <a:t> </a:t>
            </a:r>
            <a:r>
              <a:rPr sz="1800" dirty="0">
                <a:latin typeface="Corbel"/>
                <a:cs typeface="Corbel"/>
              </a:rPr>
              <a:t>least</a:t>
            </a:r>
            <a:r>
              <a:rPr sz="1800" spc="-35" dirty="0">
                <a:latin typeface="Corbel"/>
                <a:cs typeface="Corbel"/>
              </a:rPr>
              <a:t> </a:t>
            </a:r>
            <a:r>
              <a:rPr sz="1800" dirty="0">
                <a:latin typeface="Corbel"/>
                <a:cs typeface="Corbel"/>
              </a:rPr>
              <a:t>3</a:t>
            </a:r>
            <a:r>
              <a:rPr sz="1800" spc="-30" dirty="0">
                <a:latin typeface="Corbel"/>
                <a:cs typeface="Corbel"/>
              </a:rPr>
              <a:t> </a:t>
            </a:r>
            <a:r>
              <a:rPr sz="1800" dirty="0">
                <a:latin typeface="Corbel"/>
                <a:cs typeface="Corbel"/>
              </a:rPr>
              <a:t>months</a:t>
            </a:r>
            <a:r>
              <a:rPr sz="1800" spc="-35" dirty="0">
                <a:latin typeface="Corbel"/>
                <a:cs typeface="Corbel"/>
              </a:rPr>
              <a:t> </a:t>
            </a:r>
            <a:r>
              <a:rPr sz="1800" dirty="0">
                <a:latin typeface="Corbel"/>
                <a:cs typeface="Corbel"/>
              </a:rPr>
              <a:t>in</a:t>
            </a:r>
            <a:r>
              <a:rPr sz="1800" spc="-35" dirty="0">
                <a:latin typeface="Corbel"/>
                <a:cs typeface="Corbel"/>
              </a:rPr>
              <a:t> </a:t>
            </a:r>
            <a:r>
              <a:rPr sz="1800" spc="-10" dirty="0">
                <a:latin typeface="Corbel"/>
                <a:cs typeface="Corbel"/>
              </a:rPr>
              <a:t>advance;</a:t>
            </a:r>
            <a:endParaRPr sz="1800">
              <a:latin typeface="Corbel"/>
              <a:cs typeface="Corbel"/>
            </a:endParaRPr>
          </a:p>
          <a:p>
            <a:pPr marL="355600" marR="5080" indent="-342900">
              <a:lnSpc>
                <a:spcPct val="100000"/>
              </a:lnSpc>
              <a:spcBef>
                <a:spcPts val="1695"/>
              </a:spcBef>
              <a:buAutoNum type="alphaLcParenR"/>
              <a:tabLst>
                <a:tab pos="355600" algn="l"/>
              </a:tabLst>
            </a:pPr>
            <a:r>
              <a:rPr sz="1800" dirty="0">
                <a:latin typeface="Corbel"/>
                <a:cs typeface="Corbel"/>
              </a:rPr>
              <a:t>at</a:t>
            </a:r>
            <a:r>
              <a:rPr sz="1800" spc="-75" dirty="0">
                <a:latin typeface="Corbel"/>
                <a:cs typeface="Corbel"/>
              </a:rPr>
              <a:t> </a:t>
            </a:r>
            <a:r>
              <a:rPr sz="1800" dirty="0">
                <a:latin typeface="Corbel"/>
                <a:cs typeface="Corbel"/>
              </a:rPr>
              <a:t>least</a:t>
            </a:r>
            <a:r>
              <a:rPr sz="1800" spc="-30" dirty="0">
                <a:latin typeface="Corbel"/>
                <a:cs typeface="Corbel"/>
              </a:rPr>
              <a:t> </a:t>
            </a:r>
            <a:r>
              <a:rPr sz="1800" dirty="0">
                <a:latin typeface="Corbel"/>
                <a:cs typeface="Corbel"/>
              </a:rPr>
              <a:t>1</a:t>
            </a:r>
            <a:r>
              <a:rPr sz="1800" spc="-25" dirty="0">
                <a:latin typeface="Corbel"/>
                <a:cs typeface="Corbel"/>
              </a:rPr>
              <a:t> </a:t>
            </a:r>
            <a:r>
              <a:rPr sz="1800" dirty="0">
                <a:latin typeface="Corbel"/>
                <a:cs typeface="Corbel"/>
              </a:rPr>
              <a:t>week</a:t>
            </a:r>
            <a:r>
              <a:rPr sz="1800" spc="-30" dirty="0">
                <a:latin typeface="Corbel"/>
                <a:cs typeface="Corbel"/>
              </a:rPr>
              <a:t> </a:t>
            </a:r>
            <a:r>
              <a:rPr sz="1800" dirty="0">
                <a:latin typeface="Corbel"/>
                <a:cs typeface="Corbel"/>
              </a:rPr>
              <a:t>prior</a:t>
            </a:r>
            <a:r>
              <a:rPr sz="1800" spc="-35" dirty="0">
                <a:latin typeface="Corbel"/>
                <a:cs typeface="Corbel"/>
              </a:rPr>
              <a:t> </a:t>
            </a:r>
            <a:r>
              <a:rPr sz="1800" dirty="0">
                <a:latin typeface="Corbel"/>
                <a:cs typeface="Corbel"/>
              </a:rPr>
              <a:t>to</a:t>
            </a:r>
            <a:r>
              <a:rPr sz="1800" spc="-20" dirty="0">
                <a:latin typeface="Corbel"/>
                <a:cs typeface="Corbel"/>
              </a:rPr>
              <a:t> </a:t>
            </a:r>
            <a:r>
              <a:rPr sz="1800" dirty="0">
                <a:latin typeface="Corbel"/>
                <a:cs typeface="Corbel"/>
              </a:rPr>
              <a:t>the</a:t>
            </a:r>
            <a:r>
              <a:rPr sz="1800" spc="-25" dirty="0">
                <a:latin typeface="Corbel"/>
                <a:cs typeface="Corbel"/>
              </a:rPr>
              <a:t> </a:t>
            </a:r>
            <a:r>
              <a:rPr sz="1800" dirty="0">
                <a:latin typeface="Corbel"/>
                <a:cs typeface="Corbel"/>
              </a:rPr>
              <a:t>intended</a:t>
            </a:r>
            <a:r>
              <a:rPr sz="1800" spc="-30" dirty="0">
                <a:latin typeface="Corbel"/>
                <a:cs typeface="Corbel"/>
              </a:rPr>
              <a:t> </a:t>
            </a:r>
            <a:r>
              <a:rPr sz="1800" dirty="0">
                <a:latin typeface="Corbel"/>
                <a:cs typeface="Corbel"/>
              </a:rPr>
              <a:t>activity</a:t>
            </a:r>
            <a:r>
              <a:rPr sz="1800" spc="-30" dirty="0">
                <a:latin typeface="Corbel"/>
                <a:cs typeface="Corbel"/>
              </a:rPr>
              <a:t> </a:t>
            </a:r>
            <a:r>
              <a:rPr sz="1800" dirty="0">
                <a:latin typeface="Corbel"/>
                <a:cs typeface="Corbel"/>
              </a:rPr>
              <a:t>date/time</a:t>
            </a:r>
            <a:r>
              <a:rPr sz="1800" spc="-25" dirty="0">
                <a:latin typeface="Corbel"/>
                <a:cs typeface="Corbel"/>
              </a:rPr>
              <a:t> </a:t>
            </a:r>
            <a:r>
              <a:rPr sz="1800" spc="-10" dirty="0">
                <a:latin typeface="Corbel"/>
                <a:cs typeface="Corbel"/>
              </a:rPr>
              <a:t>for</a:t>
            </a:r>
            <a:r>
              <a:rPr sz="1800" spc="-85" dirty="0">
                <a:latin typeface="Corbel"/>
                <a:cs typeface="Corbel"/>
              </a:rPr>
              <a:t> </a:t>
            </a:r>
            <a:r>
              <a:rPr sz="1800" dirty="0">
                <a:latin typeface="Corbel"/>
                <a:cs typeface="Corbel"/>
              </a:rPr>
              <a:t>AP</a:t>
            </a:r>
            <a:r>
              <a:rPr sz="1800" spc="-35" dirty="0">
                <a:latin typeface="Corbel"/>
                <a:cs typeface="Corbel"/>
              </a:rPr>
              <a:t> </a:t>
            </a:r>
            <a:r>
              <a:rPr sz="1800" dirty="0">
                <a:latin typeface="Corbel"/>
                <a:cs typeface="Corbel"/>
              </a:rPr>
              <a:t>initial</a:t>
            </a:r>
            <a:r>
              <a:rPr sz="1800" spc="-30" dirty="0">
                <a:latin typeface="Corbel"/>
                <a:cs typeface="Corbel"/>
              </a:rPr>
              <a:t> </a:t>
            </a:r>
            <a:r>
              <a:rPr sz="1800" dirty="0">
                <a:latin typeface="Corbel"/>
                <a:cs typeface="Corbel"/>
              </a:rPr>
              <a:t>approvals,</a:t>
            </a:r>
            <a:r>
              <a:rPr sz="1800" spc="-30" dirty="0">
                <a:latin typeface="Corbel"/>
                <a:cs typeface="Corbel"/>
              </a:rPr>
              <a:t> </a:t>
            </a:r>
            <a:r>
              <a:rPr sz="1800" dirty="0">
                <a:latin typeface="Corbel"/>
                <a:cs typeface="Corbel"/>
              </a:rPr>
              <a:t>variations</a:t>
            </a:r>
            <a:r>
              <a:rPr sz="1800" spc="-35" dirty="0">
                <a:latin typeface="Corbel"/>
                <a:cs typeface="Corbel"/>
              </a:rPr>
              <a:t> </a:t>
            </a:r>
            <a:r>
              <a:rPr sz="1800" dirty="0">
                <a:latin typeface="Corbel"/>
                <a:cs typeface="Corbel"/>
              </a:rPr>
              <a:t>and</a:t>
            </a:r>
            <a:r>
              <a:rPr sz="1800" spc="-30" dirty="0">
                <a:latin typeface="Corbel"/>
                <a:cs typeface="Corbel"/>
              </a:rPr>
              <a:t> </a:t>
            </a:r>
            <a:r>
              <a:rPr sz="1800" spc="-20" dirty="0">
                <a:latin typeface="Corbel"/>
                <a:cs typeface="Corbel"/>
              </a:rPr>
              <a:t>“repeats”.</a:t>
            </a:r>
            <a:r>
              <a:rPr sz="1800" spc="-80" dirty="0">
                <a:latin typeface="Corbel"/>
                <a:cs typeface="Corbel"/>
              </a:rPr>
              <a:t> </a:t>
            </a:r>
            <a:r>
              <a:rPr sz="1800" spc="-25" dirty="0">
                <a:latin typeface="Corbel"/>
                <a:cs typeface="Corbel"/>
              </a:rPr>
              <a:t>At </a:t>
            </a:r>
            <a:r>
              <a:rPr sz="1800" dirty="0">
                <a:latin typeface="Corbel"/>
                <a:cs typeface="Corbel"/>
              </a:rPr>
              <a:t>least</a:t>
            </a:r>
            <a:r>
              <a:rPr sz="1800" spc="-40" dirty="0">
                <a:latin typeface="Corbel"/>
                <a:cs typeface="Corbel"/>
              </a:rPr>
              <a:t> </a:t>
            </a:r>
            <a:r>
              <a:rPr sz="1800" dirty="0">
                <a:latin typeface="Corbel"/>
                <a:cs typeface="Corbel"/>
              </a:rPr>
              <a:t>1</a:t>
            </a:r>
            <a:r>
              <a:rPr sz="1800" spc="-15" dirty="0">
                <a:latin typeface="Corbel"/>
                <a:cs typeface="Corbel"/>
              </a:rPr>
              <a:t> </a:t>
            </a:r>
            <a:r>
              <a:rPr sz="1800" dirty="0">
                <a:latin typeface="Corbel"/>
                <a:cs typeface="Corbel"/>
              </a:rPr>
              <a:t>month</a:t>
            </a:r>
            <a:r>
              <a:rPr sz="1800" spc="-20" dirty="0">
                <a:latin typeface="Corbel"/>
                <a:cs typeface="Corbel"/>
              </a:rPr>
              <a:t> </a:t>
            </a:r>
            <a:r>
              <a:rPr sz="1800" dirty="0">
                <a:latin typeface="Corbel"/>
                <a:cs typeface="Corbel"/>
              </a:rPr>
              <a:t>in</a:t>
            </a:r>
            <a:r>
              <a:rPr sz="1800" spc="-20" dirty="0">
                <a:latin typeface="Corbel"/>
                <a:cs typeface="Corbel"/>
              </a:rPr>
              <a:t> </a:t>
            </a:r>
            <a:r>
              <a:rPr sz="1800" dirty="0">
                <a:latin typeface="Corbel"/>
                <a:cs typeface="Corbel"/>
              </a:rPr>
              <a:t>advance</a:t>
            </a:r>
            <a:r>
              <a:rPr sz="1800" spc="-15" dirty="0">
                <a:latin typeface="Corbel"/>
                <a:cs typeface="Corbel"/>
              </a:rPr>
              <a:t> </a:t>
            </a:r>
            <a:r>
              <a:rPr sz="1800" spc="-10" dirty="0">
                <a:latin typeface="Corbel"/>
                <a:cs typeface="Corbel"/>
              </a:rPr>
              <a:t>for</a:t>
            </a:r>
            <a:r>
              <a:rPr sz="1800" spc="-85" dirty="0">
                <a:latin typeface="Corbel"/>
                <a:cs typeface="Corbel"/>
              </a:rPr>
              <a:t> </a:t>
            </a:r>
            <a:r>
              <a:rPr sz="1800" dirty="0">
                <a:latin typeface="Corbel"/>
                <a:cs typeface="Corbel"/>
              </a:rPr>
              <a:t>AP</a:t>
            </a:r>
            <a:r>
              <a:rPr sz="1800" spc="-30" dirty="0">
                <a:latin typeface="Corbel"/>
                <a:cs typeface="Corbel"/>
              </a:rPr>
              <a:t> </a:t>
            </a:r>
            <a:r>
              <a:rPr sz="1800" dirty="0">
                <a:latin typeface="Corbel"/>
                <a:cs typeface="Corbel"/>
              </a:rPr>
              <a:t>applications</a:t>
            </a:r>
            <a:r>
              <a:rPr sz="1800" spc="-25" dirty="0">
                <a:latin typeface="Corbel"/>
                <a:cs typeface="Corbel"/>
              </a:rPr>
              <a:t> </a:t>
            </a:r>
            <a:r>
              <a:rPr sz="1800" dirty="0">
                <a:latin typeface="Corbel"/>
                <a:cs typeface="Corbel"/>
              </a:rPr>
              <a:t>involving</a:t>
            </a:r>
            <a:r>
              <a:rPr sz="1800" spc="-25" dirty="0">
                <a:latin typeface="Corbel"/>
                <a:cs typeface="Corbel"/>
              </a:rPr>
              <a:t> </a:t>
            </a:r>
            <a:r>
              <a:rPr sz="1800" spc="-10" dirty="0">
                <a:latin typeface="Corbel"/>
                <a:cs typeface="Corbel"/>
              </a:rPr>
              <a:t>multiple</a:t>
            </a:r>
            <a:r>
              <a:rPr sz="1800" spc="-70" dirty="0">
                <a:latin typeface="Corbel"/>
                <a:cs typeface="Corbel"/>
              </a:rPr>
              <a:t> </a:t>
            </a:r>
            <a:r>
              <a:rPr sz="1800" dirty="0">
                <a:latin typeface="Corbel"/>
                <a:cs typeface="Corbel"/>
              </a:rPr>
              <a:t>UA,</a:t>
            </a:r>
            <a:r>
              <a:rPr sz="1800" spc="-20" dirty="0">
                <a:latin typeface="Corbel"/>
                <a:cs typeface="Corbel"/>
              </a:rPr>
              <a:t> </a:t>
            </a:r>
            <a:r>
              <a:rPr sz="1800" dirty="0">
                <a:latin typeface="Corbel"/>
                <a:cs typeface="Corbel"/>
              </a:rPr>
              <a:t>such</a:t>
            </a:r>
            <a:r>
              <a:rPr sz="1800" spc="-15" dirty="0">
                <a:latin typeface="Corbel"/>
                <a:cs typeface="Corbel"/>
              </a:rPr>
              <a:t> </a:t>
            </a:r>
            <a:r>
              <a:rPr sz="1800" dirty="0">
                <a:latin typeface="Corbel"/>
                <a:cs typeface="Corbel"/>
              </a:rPr>
              <a:t>as</a:t>
            </a:r>
            <a:r>
              <a:rPr sz="1800" spc="-30" dirty="0">
                <a:latin typeface="Corbel"/>
                <a:cs typeface="Corbel"/>
              </a:rPr>
              <a:t> </a:t>
            </a:r>
            <a:r>
              <a:rPr sz="1800" dirty="0">
                <a:latin typeface="Corbel"/>
                <a:cs typeface="Corbel"/>
              </a:rPr>
              <a:t>light</a:t>
            </a:r>
            <a:r>
              <a:rPr sz="1800" spc="-20" dirty="0">
                <a:latin typeface="Corbel"/>
                <a:cs typeface="Corbel"/>
              </a:rPr>
              <a:t> </a:t>
            </a:r>
            <a:r>
              <a:rPr sz="1800" dirty="0">
                <a:latin typeface="Corbel"/>
                <a:cs typeface="Corbel"/>
              </a:rPr>
              <a:t>shows</a:t>
            </a:r>
            <a:r>
              <a:rPr sz="1800" spc="-25" dirty="0">
                <a:latin typeface="Corbel"/>
                <a:cs typeface="Corbel"/>
              </a:rPr>
              <a:t> </a:t>
            </a:r>
            <a:r>
              <a:rPr sz="1800" dirty="0">
                <a:latin typeface="Corbel"/>
                <a:cs typeface="Corbel"/>
              </a:rPr>
              <a:t>and</a:t>
            </a:r>
            <a:r>
              <a:rPr sz="1800" spc="-25" dirty="0">
                <a:latin typeface="Corbel"/>
                <a:cs typeface="Corbel"/>
              </a:rPr>
              <a:t> </a:t>
            </a:r>
            <a:r>
              <a:rPr sz="1800" dirty="0">
                <a:latin typeface="Corbel"/>
                <a:cs typeface="Corbel"/>
              </a:rPr>
              <a:t>drone</a:t>
            </a:r>
            <a:r>
              <a:rPr sz="1800" spc="-20" dirty="0">
                <a:latin typeface="Corbel"/>
                <a:cs typeface="Corbel"/>
              </a:rPr>
              <a:t> </a:t>
            </a:r>
            <a:r>
              <a:rPr sz="1800" spc="-10" dirty="0">
                <a:latin typeface="Corbel"/>
                <a:cs typeface="Corbel"/>
              </a:rPr>
              <a:t>racing events.</a:t>
            </a:r>
            <a:endParaRPr sz="1800">
              <a:latin typeface="Corbel"/>
              <a:cs typeface="Corbe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2">
            <a:extLst>
              <a:ext uri="{FF2B5EF4-FFF2-40B4-BE49-F238E27FC236}">
                <a16:creationId xmlns:a16="http://schemas.microsoft.com/office/drawing/2014/main" id="{153F3A2C-7C78-1C3D-2DBB-2134D841490F}"/>
              </a:ext>
            </a:extLst>
          </p:cNvPr>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19" name="object 3">
            <a:extLst>
              <a:ext uri="{FF2B5EF4-FFF2-40B4-BE49-F238E27FC236}">
                <a16:creationId xmlns:a16="http://schemas.microsoft.com/office/drawing/2014/main" id="{FB28D627-3A76-CD63-21EE-F992EA2BCDB4}"/>
              </a:ext>
            </a:extLst>
          </p:cNvPr>
          <p:cNvGrpSpPr/>
          <p:nvPr/>
        </p:nvGrpSpPr>
        <p:grpSpPr>
          <a:xfrm>
            <a:off x="1417319" y="414527"/>
            <a:ext cx="4200525" cy="878205"/>
            <a:chOff x="1417319" y="414527"/>
            <a:chExt cx="4200525" cy="878205"/>
          </a:xfrm>
        </p:grpSpPr>
        <p:pic>
          <p:nvPicPr>
            <p:cNvPr id="20" name="object 4">
              <a:extLst>
                <a:ext uri="{FF2B5EF4-FFF2-40B4-BE49-F238E27FC236}">
                  <a16:creationId xmlns:a16="http://schemas.microsoft.com/office/drawing/2014/main" id="{0E449040-405B-0266-C50D-AF7955722BBD}"/>
                </a:ext>
              </a:extLst>
            </p:cNvPr>
            <p:cNvPicPr/>
            <p:nvPr/>
          </p:nvPicPr>
          <p:blipFill>
            <a:blip r:embed="rId2" cstate="print"/>
            <a:stretch>
              <a:fillRect/>
            </a:stretch>
          </p:blipFill>
          <p:spPr>
            <a:xfrm>
              <a:off x="1417319" y="414527"/>
              <a:ext cx="2313432" cy="573024"/>
            </a:xfrm>
            <a:prstGeom prst="rect">
              <a:avLst/>
            </a:prstGeom>
          </p:spPr>
        </p:pic>
        <p:pic>
          <p:nvPicPr>
            <p:cNvPr id="21" name="object 5">
              <a:extLst>
                <a:ext uri="{FF2B5EF4-FFF2-40B4-BE49-F238E27FC236}">
                  <a16:creationId xmlns:a16="http://schemas.microsoft.com/office/drawing/2014/main" id="{88037BD4-BE3D-ABF9-55D1-081C59C19A3C}"/>
                </a:ext>
              </a:extLst>
            </p:cNvPr>
            <p:cNvPicPr/>
            <p:nvPr/>
          </p:nvPicPr>
          <p:blipFill>
            <a:blip r:embed="rId3" cstate="print"/>
            <a:stretch>
              <a:fillRect/>
            </a:stretch>
          </p:blipFill>
          <p:spPr>
            <a:xfrm>
              <a:off x="1417319" y="719327"/>
              <a:ext cx="4200144" cy="573024"/>
            </a:xfrm>
            <a:prstGeom prst="rect">
              <a:avLst/>
            </a:prstGeom>
          </p:spPr>
        </p:pic>
      </p:grpSp>
      <p:sp>
        <p:nvSpPr>
          <p:cNvPr id="22" name="object 6">
            <a:extLst>
              <a:ext uri="{FF2B5EF4-FFF2-40B4-BE49-F238E27FC236}">
                <a16:creationId xmlns:a16="http://schemas.microsoft.com/office/drawing/2014/main" id="{75316BD1-4B84-5637-3EF3-DD1A6ADC8682}"/>
              </a:ext>
            </a:extLst>
          </p:cNvPr>
          <p:cNvSpPr txBox="1">
            <a:spLocks noGrp="1"/>
          </p:cNvSpPr>
          <p:nvPr>
            <p:ph type="title"/>
          </p:nvPr>
        </p:nvSpPr>
        <p:spPr>
          <a:xfrm>
            <a:off x="1563049" y="473963"/>
            <a:ext cx="9653905" cy="635000"/>
          </a:xfrm>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50" dirty="0"/>
              <a:t> </a:t>
            </a:r>
            <a:r>
              <a:rPr dirty="0"/>
              <a:t>05</a:t>
            </a:r>
            <a:r>
              <a:rPr spc="-40" dirty="0"/>
              <a:t> </a:t>
            </a:r>
            <a:r>
              <a:rPr dirty="0"/>
              <a:t>01:</a:t>
            </a:r>
            <a:r>
              <a:rPr spc="-45" dirty="0"/>
              <a:t> </a:t>
            </a:r>
            <a:r>
              <a:rPr spc="-10" dirty="0"/>
              <a:t>Permit</a:t>
            </a:r>
            <a:r>
              <a:rPr spc="-40" dirty="0"/>
              <a:t> </a:t>
            </a:r>
            <a:r>
              <a:rPr dirty="0"/>
              <a:t>application</a:t>
            </a:r>
            <a:r>
              <a:rPr spc="-50" dirty="0"/>
              <a:t> </a:t>
            </a:r>
            <a:r>
              <a:rPr spc="-10" dirty="0"/>
              <a:t>process</a:t>
            </a:r>
          </a:p>
        </p:txBody>
      </p:sp>
      <p:sp>
        <p:nvSpPr>
          <p:cNvPr id="23" name="object 8">
            <a:extLst>
              <a:ext uri="{FF2B5EF4-FFF2-40B4-BE49-F238E27FC236}">
                <a16:creationId xmlns:a16="http://schemas.microsoft.com/office/drawing/2014/main" id="{A2CD428B-E53E-F7B7-5437-A8F07CF061CD}"/>
              </a:ext>
            </a:extLst>
          </p:cNvPr>
          <p:cNvSpPr txBox="1"/>
          <p:nvPr/>
        </p:nvSpPr>
        <p:spPr>
          <a:xfrm>
            <a:off x="1563049" y="1409700"/>
            <a:ext cx="294322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Corbel"/>
                <a:cs typeface="Corbel"/>
              </a:rPr>
              <a:t>The</a:t>
            </a:r>
            <a:r>
              <a:rPr sz="1400" spc="-20" dirty="0">
                <a:latin typeface="Corbel"/>
                <a:cs typeface="Corbel"/>
              </a:rPr>
              <a:t> </a:t>
            </a:r>
            <a:r>
              <a:rPr sz="1400" spc="-10" dirty="0">
                <a:latin typeface="Corbel"/>
                <a:cs typeface="Corbel"/>
              </a:rPr>
              <a:t>applicable</a:t>
            </a:r>
            <a:r>
              <a:rPr sz="1400" spc="-15" dirty="0">
                <a:latin typeface="Corbel"/>
                <a:cs typeface="Corbel"/>
              </a:rPr>
              <a:t> </a:t>
            </a:r>
            <a:r>
              <a:rPr sz="1400" dirty="0">
                <a:latin typeface="Corbel"/>
                <a:cs typeface="Corbel"/>
              </a:rPr>
              <a:t>fees</a:t>
            </a:r>
            <a:r>
              <a:rPr sz="1400" spc="-20" dirty="0">
                <a:latin typeface="Corbel"/>
                <a:cs typeface="Corbel"/>
              </a:rPr>
              <a:t> </a:t>
            </a:r>
            <a:r>
              <a:rPr sz="1400" dirty="0">
                <a:latin typeface="Corbel"/>
                <a:cs typeface="Corbel"/>
              </a:rPr>
              <a:t>are</a:t>
            </a:r>
            <a:r>
              <a:rPr sz="1400" spc="-20" dirty="0">
                <a:latin typeface="Corbel"/>
                <a:cs typeface="Corbel"/>
              </a:rPr>
              <a:t> </a:t>
            </a:r>
            <a:r>
              <a:rPr sz="1400" dirty="0">
                <a:latin typeface="Corbel"/>
                <a:cs typeface="Corbel"/>
              </a:rPr>
              <a:t>listed</a:t>
            </a:r>
            <a:r>
              <a:rPr sz="1400" spc="-20" dirty="0">
                <a:latin typeface="Corbel"/>
                <a:cs typeface="Corbel"/>
              </a:rPr>
              <a:t> </a:t>
            </a:r>
            <a:r>
              <a:rPr sz="1400" dirty="0">
                <a:latin typeface="Corbel"/>
                <a:cs typeface="Corbel"/>
              </a:rPr>
              <a:t>as</a:t>
            </a:r>
            <a:r>
              <a:rPr sz="1400" spc="-20" dirty="0">
                <a:latin typeface="Corbel"/>
                <a:cs typeface="Corbel"/>
              </a:rPr>
              <a:t> </a:t>
            </a:r>
            <a:r>
              <a:rPr sz="1400" spc="-10" dirty="0">
                <a:latin typeface="Corbel"/>
                <a:cs typeface="Corbel"/>
              </a:rPr>
              <a:t>follows:</a:t>
            </a:r>
            <a:endParaRPr sz="1400">
              <a:latin typeface="Corbel"/>
              <a:cs typeface="Corbel"/>
            </a:endParaRPr>
          </a:p>
        </p:txBody>
      </p:sp>
      <p:pic>
        <p:nvPicPr>
          <p:cNvPr id="24" name="Picture 23">
            <a:extLst>
              <a:ext uri="{FF2B5EF4-FFF2-40B4-BE49-F238E27FC236}">
                <a16:creationId xmlns:a16="http://schemas.microsoft.com/office/drawing/2014/main" id="{BF60CD52-2B8D-24AD-42EC-37E9D58DDD51}"/>
              </a:ext>
            </a:extLst>
          </p:cNvPr>
          <p:cNvPicPr>
            <a:picLocks noChangeAspect="1"/>
          </p:cNvPicPr>
          <p:nvPr/>
        </p:nvPicPr>
        <p:blipFill>
          <a:blip r:embed="rId4"/>
          <a:stretch>
            <a:fillRect/>
          </a:stretch>
        </p:blipFill>
        <p:spPr>
          <a:xfrm>
            <a:off x="5804811" y="773070"/>
            <a:ext cx="4816257" cy="591363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9927590" cy="878205"/>
            <a:chOff x="1417319" y="414527"/>
            <a:chExt cx="9927590"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9927336"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90" dirty="0"/>
              <a:t> </a:t>
            </a:r>
            <a:r>
              <a:rPr dirty="0"/>
              <a:t>05</a:t>
            </a:r>
            <a:r>
              <a:rPr spc="-35" dirty="0"/>
              <a:t> </a:t>
            </a:r>
            <a:r>
              <a:rPr spc="-20" dirty="0"/>
              <a:t>02:</a:t>
            </a:r>
            <a:r>
              <a:rPr spc="-85" dirty="0"/>
              <a:t> </a:t>
            </a:r>
            <a:r>
              <a:rPr dirty="0"/>
              <a:t>Operator</a:t>
            </a:r>
            <a:r>
              <a:rPr spc="-35" dirty="0"/>
              <a:t> </a:t>
            </a:r>
            <a:r>
              <a:rPr spc="-10" dirty="0"/>
              <a:t>Permit</a:t>
            </a:r>
            <a:r>
              <a:rPr spc="-30" dirty="0"/>
              <a:t> </a:t>
            </a:r>
            <a:r>
              <a:rPr spc="-10" dirty="0"/>
              <a:t>and</a:t>
            </a:r>
            <a:r>
              <a:rPr spc="-90" dirty="0"/>
              <a:t> </a:t>
            </a:r>
            <a:r>
              <a:rPr dirty="0"/>
              <a:t>Activity</a:t>
            </a:r>
            <a:r>
              <a:rPr spc="-35" dirty="0"/>
              <a:t> </a:t>
            </a:r>
            <a:r>
              <a:rPr spc="-10" dirty="0"/>
              <a:t>Permit</a:t>
            </a:r>
            <a:r>
              <a:rPr spc="-30" dirty="0"/>
              <a:t> </a:t>
            </a:r>
            <a:r>
              <a:rPr dirty="0"/>
              <a:t>conditions</a:t>
            </a:r>
            <a:r>
              <a:rPr spc="-35" dirty="0"/>
              <a:t> </a:t>
            </a:r>
            <a:r>
              <a:rPr dirty="0"/>
              <a:t>that</a:t>
            </a:r>
            <a:r>
              <a:rPr spc="-30" dirty="0"/>
              <a:t> </a:t>
            </a:r>
            <a:r>
              <a:rPr dirty="0"/>
              <a:t>are</a:t>
            </a:r>
            <a:r>
              <a:rPr spc="-30" dirty="0"/>
              <a:t> </a:t>
            </a:r>
            <a:r>
              <a:rPr dirty="0"/>
              <a:t>applicable</a:t>
            </a:r>
            <a:r>
              <a:rPr spc="-35" dirty="0"/>
              <a:t> </a:t>
            </a:r>
            <a:r>
              <a:rPr dirty="0"/>
              <a:t>to</a:t>
            </a:r>
            <a:r>
              <a:rPr spc="-40" dirty="0"/>
              <a:t> </a:t>
            </a:r>
            <a:r>
              <a:rPr dirty="0"/>
              <a:t>the</a:t>
            </a:r>
            <a:r>
              <a:rPr spc="-85" dirty="0"/>
              <a:t> </a:t>
            </a:r>
            <a:r>
              <a:rPr dirty="0"/>
              <a:t>UA</a:t>
            </a:r>
            <a:r>
              <a:rPr spc="-35" dirty="0"/>
              <a:t> </a:t>
            </a:r>
            <a:r>
              <a:rPr spc="-10" dirty="0"/>
              <a:t>Pilot</a:t>
            </a:r>
          </a:p>
        </p:txBody>
      </p:sp>
      <p:pic>
        <p:nvPicPr>
          <p:cNvPr id="7" name="object 7"/>
          <p:cNvPicPr/>
          <p:nvPr/>
        </p:nvPicPr>
        <p:blipFill>
          <a:blip r:embed="rId4" cstate="print"/>
          <a:stretch>
            <a:fillRect/>
          </a:stretch>
        </p:blipFill>
        <p:spPr>
          <a:xfrm>
            <a:off x="1417319" y="1414272"/>
            <a:ext cx="3236976" cy="573024"/>
          </a:xfrm>
          <a:prstGeom prst="rect">
            <a:avLst/>
          </a:prstGeom>
        </p:spPr>
      </p:pic>
      <p:sp>
        <p:nvSpPr>
          <p:cNvPr id="8" name="object 8"/>
          <p:cNvSpPr txBox="1"/>
          <p:nvPr/>
        </p:nvSpPr>
        <p:spPr>
          <a:xfrm>
            <a:off x="1563048" y="1391646"/>
            <a:ext cx="10357485" cy="4446270"/>
          </a:xfrm>
          <a:prstGeom prst="rect">
            <a:avLst/>
          </a:prstGeom>
        </p:spPr>
        <p:txBody>
          <a:bodyPr vert="horz" wrap="square" lIns="0" tIns="94615" rIns="0" bIns="0" rtlCol="0">
            <a:spAutoFit/>
          </a:bodyPr>
          <a:lstStyle/>
          <a:p>
            <a:pPr marL="12700">
              <a:lnSpc>
                <a:spcPct val="100000"/>
              </a:lnSpc>
              <a:spcBef>
                <a:spcPts val="745"/>
              </a:spcBef>
            </a:pPr>
            <a:r>
              <a:rPr sz="2000" dirty="0">
                <a:latin typeface="Corbel"/>
                <a:cs typeface="Corbel"/>
              </a:rPr>
              <a:t>Operator</a:t>
            </a:r>
            <a:r>
              <a:rPr sz="2000" spc="-40" dirty="0">
                <a:latin typeface="Corbel"/>
                <a:cs typeface="Corbel"/>
              </a:rPr>
              <a:t> </a:t>
            </a:r>
            <a:r>
              <a:rPr sz="2000" spc="-25" dirty="0">
                <a:latin typeface="Corbel"/>
                <a:cs typeface="Corbel"/>
              </a:rPr>
              <a:t>Permit</a:t>
            </a:r>
            <a:r>
              <a:rPr sz="2000" spc="-75" dirty="0">
                <a:latin typeface="Corbel"/>
                <a:cs typeface="Corbel"/>
              </a:rPr>
              <a:t> </a:t>
            </a:r>
            <a:r>
              <a:rPr sz="2000" spc="-10" dirty="0">
                <a:latin typeface="Corbel"/>
                <a:cs typeface="Corbel"/>
              </a:rPr>
              <a:t>Conditions</a:t>
            </a:r>
            <a:endParaRPr sz="2000">
              <a:latin typeface="Corbel"/>
              <a:cs typeface="Corbel"/>
            </a:endParaRPr>
          </a:p>
          <a:p>
            <a:pPr marL="297815" indent="-285115">
              <a:lnSpc>
                <a:spcPct val="100000"/>
              </a:lnSpc>
              <a:spcBef>
                <a:spcPts val="1639"/>
              </a:spcBef>
              <a:buClr>
                <a:srgbClr val="1482AC"/>
              </a:buClr>
              <a:buSzPct val="144444"/>
              <a:buFont typeface="Arial MT"/>
              <a:buChar char="•"/>
              <a:tabLst>
                <a:tab pos="297815" algn="l"/>
              </a:tabLst>
            </a:pPr>
            <a:r>
              <a:rPr sz="1800" i="1" spc="-10" dirty="0">
                <a:latin typeface="Corbel"/>
                <a:cs typeface="Corbel"/>
              </a:rPr>
              <a:t>The</a:t>
            </a:r>
            <a:r>
              <a:rPr sz="1800" i="1" spc="-85" dirty="0">
                <a:latin typeface="Corbel"/>
                <a:cs typeface="Corbel"/>
              </a:rPr>
              <a:t> </a:t>
            </a:r>
            <a:r>
              <a:rPr sz="1800" i="1" dirty="0">
                <a:latin typeface="Corbel"/>
                <a:cs typeface="Corbel"/>
              </a:rPr>
              <a:t>UOP</a:t>
            </a:r>
            <a:r>
              <a:rPr sz="1800" i="1" spc="-60" dirty="0">
                <a:latin typeface="Corbel"/>
                <a:cs typeface="Corbel"/>
              </a:rPr>
              <a:t> </a:t>
            </a:r>
            <a:r>
              <a:rPr sz="1800" i="1" dirty="0">
                <a:latin typeface="Corbel"/>
                <a:cs typeface="Corbel"/>
              </a:rPr>
              <a:t>Holder</a:t>
            </a:r>
            <a:r>
              <a:rPr sz="1800" i="1" spc="-25" dirty="0">
                <a:latin typeface="Corbel"/>
                <a:cs typeface="Corbel"/>
              </a:rPr>
              <a:t> </a:t>
            </a:r>
            <a:r>
              <a:rPr sz="1800" i="1" dirty="0">
                <a:latin typeface="Corbel"/>
                <a:cs typeface="Corbel"/>
              </a:rPr>
              <a:t>shall</a:t>
            </a:r>
            <a:r>
              <a:rPr sz="1800" i="1" spc="-25" dirty="0">
                <a:latin typeface="Corbel"/>
                <a:cs typeface="Corbel"/>
              </a:rPr>
              <a:t> </a:t>
            </a:r>
            <a:r>
              <a:rPr sz="1800" i="1" dirty="0">
                <a:latin typeface="Corbel"/>
                <a:cs typeface="Corbel"/>
              </a:rPr>
              <a:t>ensure</a:t>
            </a:r>
            <a:r>
              <a:rPr sz="1800" i="1" spc="-25" dirty="0">
                <a:latin typeface="Corbel"/>
                <a:cs typeface="Corbel"/>
              </a:rPr>
              <a:t> </a:t>
            </a:r>
            <a:r>
              <a:rPr sz="1800" i="1" dirty="0">
                <a:latin typeface="Corbel"/>
                <a:cs typeface="Corbel"/>
              </a:rPr>
              <a:t>safe</a:t>
            </a:r>
            <a:r>
              <a:rPr sz="1800" i="1" spc="-25" dirty="0">
                <a:latin typeface="Corbel"/>
                <a:cs typeface="Corbel"/>
              </a:rPr>
              <a:t> </a:t>
            </a:r>
            <a:r>
              <a:rPr sz="1800" i="1" dirty="0">
                <a:latin typeface="Corbel"/>
                <a:cs typeface="Corbel"/>
              </a:rPr>
              <a:t>operations</a:t>
            </a:r>
            <a:r>
              <a:rPr sz="1800" i="1" spc="-30" dirty="0">
                <a:latin typeface="Corbel"/>
                <a:cs typeface="Corbel"/>
              </a:rPr>
              <a:t> </a:t>
            </a:r>
            <a:r>
              <a:rPr sz="1800" i="1" dirty="0">
                <a:latin typeface="Corbel"/>
                <a:cs typeface="Corbel"/>
              </a:rPr>
              <a:t>of</a:t>
            </a:r>
            <a:r>
              <a:rPr sz="1800" i="1" spc="-35"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types</a:t>
            </a:r>
            <a:r>
              <a:rPr sz="1800" i="1" spc="-35" dirty="0">
                <a:latin typeface="Corbel"/>
                <a:cs typeface="Corbel"/>
              </a:rPr>
              <a:t> </a:t>
            </a:r>
            <a:r>
              <a:rPr sz="1800" i="1" dirty="0">
                <a:latin typeface="Corbel"/>
                <a:cs typeface="Corbel"/>
              </a:rPr>
              <a:t>of</a:t>
            </a:r>
            <a:r>
              <a:rPr sz="1800" i="1" spc="-90" dirty="0">
                <a:latin typeface="Corbel"/>
                <a:cs typeface="Corbel"/>
              </a:rPr>
              <a:t> </a:t>
            </a:r>
            <a:r>
              <a:rPr sz="1800" i="1" dirty="0">
                <a:latin typeface="Corbel"/>
                <a:cs typeface="Corbel"/>
              </a:rPr>
              <a:t>UA</a:t>
            </a:r>
            <a:r>
              <a:rPr sz="1800" i="1" spc="-30" dirty="0">
                <a:latin typeface="Corbel"/>
                <a:cs typeface="Corbel"/>
              </a:rPr>
              <a:t> </a:t>
            </a:r>
            <a:r>
              <a:rPr sz="1800" i="1" dirty="0">
                <a:latin typeface="Corbel"/>
                <a:cs typeface="Corbel"/>
              </a:rPr>
              <a:t>specified</a:t>
            </a:r>
            <a:r>
              <a:rPr sz="1800" i="1" spc="-25" dirty="0">
                <a:latin typeface="Corbel"/>
                <a:cs typeface="Corbel"/>
              </a:rPr>
              <a:t> </a:t>
            </a:r>
            <a:r>
              <a:rPr sz="1800" i="1" dirty="0">
                <a:latin typeface="Corbel"/>
                <a:cs typeface="Corbel"/>
              </a:rPr>
              <a:t>in</a:t>
            </a:r>
            <a:r>
              <a:rPr sz="1800" i="1" spc="-25"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operator</a:t>
            </a:r>
            <a:r>
              <a:rPr sz="1800" i="1" spc="-25" dirty="0">
                <a:latin typeface="Corbel"/>
                <a:cs typeface="Corbel"/>
              </a:rPr>
              <a:t> </a:t>
            </a:r>
            <a:r>
              <a:rPr sz="1800" i="1" spc="-10" dirty="0">
                <a:latin typeface="Corbel"/>
                <a:cs typeface="Corbel"/>
              </a:rPr>
              <a:t>Permit.</a:t>
            </a:r>
            <a:endParaRPr sz="1800">
              <a:latin typeface="Corbel"/>
              <a:cs typeface="Corbel"/>
            </a:endParaRPr>
          </a:p>
          <a:p>
            <a:pPr marL="297815" indent="-285115">
              <a:lnSpc>
                <a:spcPct val="100000"/>
              </a:lnSpc>
              <a:spcBef>
                <a:spcPts val="1055"/>
              </a:spcBef>
              <a:buClr>
                <a:srgbClr val="1482AC"/>
              </a:buClr>
              <a:buSzPct val="144444"/>
              <a:buFont typeface="Arial MT"/>
              <a:buChar char="•"/>
              <a:tabLst>
                <a:tab pos="297815" algn="l"/>
              </a:tabLst>
            </a:pPr>
            <a:r>
              <a:rPr sz="1800" i="1" spc="-10" dirty="0">
                <a:latin typeface="Corbel"/>
                <a:cs typeface="Corbel"/>
              </a:rPr>
              <a:t>The</a:t>
            </a:r>
            <a:r>
              <a:rPr sz="1800" i="1" spc="-85" dirty="0">
                <a:latin typeface="Corbel"/>
                <a:cs typeface="Corbel"/>
              </a:rPr>
              <a:t> </a:t>
            </a:r>
            <a:r>
              <a:rPr sz="1800" i="1" dirty="0">
                <a:latin typeface="Corbel"/>
                <a:cs typeface="Corbel"/>
              </a:rPr>
              <a:t>UOP</a:t>
            </a:r>
            <a:r>
              <a:rPr sz="1800" i="1" spc="-60" dirty="0">
                <a:latin typeface="Corbel"/>
                <a:cs typeface="Corbel"/>
              </a:rPr>
              <a:t> </a:t>
            </a:r>
            <a:r>
              <a:rPr sz="1800" i="1" dirty="0">
                <a:latin typeface="Corbel"/>
                <a:cs typeface="Corbel"/>
              </a:rPr>
              <a:t>holder</a:t>
            </a:r>
            <a:r>
              <a:rPr sz="1800" i="1" spc="-25" dirty="0">
                <a:latin typeface="Corbel"/>
                <a:cs typeface="Corbel"/>
              </a:rPr>
              <a:t> </a:t>
            </a:r>
            <a:r>
              <a:rPr sz="1800" i="1" dirty="0">
                <a:latin typeface="Corbel"/>
                <a:cs typeface="Corbel"/>
              </a:rPr>
              <a:t>shall</a:t>
            </a:r>
            <a:r>
              <a:rPr sz="1800" i="1" spc="-20" dirty="0">
                <a:latin typeface="Corbel"/>
                <a:cs typeface="Corbel"/>
              </a:rPr>
              <a:t> </a:t>
            </a:r>
            <a:r>
              <a:rPr sz="1800" i="1" dirty="0">
                <a:latin typeface="Corbel"/>
                <a:cs typeface="Corbel"/>
              </a:rPr>
              <a:t>conduct</a:t>
            </a:r>
            <a:r>
              <a:rPr sz="1800" i="1" spc="-30" dirty="0">
                <a:latin typeface="Corbel"/>
                <a:cs typeface="Corbel"/>
              </a:rPr>
              <a:t> </a:t>
            </a:r>
            <a:r>
              <a:rPr sz="1800" i="1" dirty="0">
                <a:latin typeface="Corbel"/>
                <a:cs typeface="Corbel"/>
              </a:rPr>
              <a:t>its</a:t>
            </a:r>
            <a:r>
              <a:rPr sz="1800" i="1" spc="-30" dirty="0">
                <a:latin typeface="Corbel"/>
                <a:cs typeface="Corbel"/>
              </a:rPr>
              <a:t> </a:t>
            </a:r>
            <a:r>
              <a:rPr sz="1800" i="1" dirty="0">
                <a:latin typeface="Corbel"/>
                <a:cs typeface="Corbel"/>
              </a:rPr>
              <a:t>operation</a:t>
            </a:r>
            <a:r>
              <a:rPr sz="1800" i="1" spc="-20" dirty="0">
                <a:latin typeface="Corbel"/>
                <a:cs typeface="Corbel"/>
              </a:rPr>
              <a:t> </a:t>
            </a:r>
            <a:r>
              <a:rPr sz="1800" i="1" dirty="0">
                <a:latin typeface="Corbel"/>
                <a:cs typeface="Corbel"/>
              </a:rPr>
              <a:t>in</a:t>
            </a:r>
            <a:r>
              <a:rPr sz="1800" i="1" spc="-20" dirty="0">
                <a:latin typeface="Corbel"/>
                <a:cs typeface="Corbel"/>
              </a:rPr>
              <a:t> </a:t>
            </a:r>
            <a:r>
              <a:rPr sz="1800" i="1" spc="-10" dirty="0">
                <a:latin typeface="Corbel"/>
                <a:cs typeface="Corbel"/>
              </a:rPr>
              <a:t>accordance</a:t>
            </a:r>
            <a:r>
              <a:rPr sz="1800" i="1" spc="-30" dirty="0">
                <a:latin typeface="Corbel"/>
                <a:cs typeface="Corbel"/>
              </a:rPr>
              <a:t> </a:t>
            </a:r>
            <a:r>
              <a:rPr sz="1800" i="1" dirty="0">
                <a:latin typeface="Corbel"/>
                <a:cs typeface="Corbel"/>
              </a:rPr>
              <a:t>with</a:t>
            </a:r>
            <a:r>
              <a:rPr sz="1800" i="1" spc="-30" dirty="0">
                <a:latin typeface="Corbel"/>
                <a:cs typeface="Corbel"/>
              </a:rPr>
              <a:t> </a:t>
            </a:r>
            <a:r>
              <a:rPr sz="1800" i="1" spc="-10" dirty="0">
                <a:latin typeface="Corbel"/>
                <a:cs typeface="Corbel"/>
              </a:rPr>
              <a:t>its</a:t>
            </a:r>
            <a:r>
              <a:rPr sz="1800" i="1" spc="-80" dirty="0">
                <a:latin typeface="Corbel"/>
                <a:cs typeface="Corbel"/>
              </a:rPr>
              <a:t> </a:t>
            </a:r>
            <a:r>
              <a:rPr sz="1800" i="1" dirty="0">
                <a:latin typeface="Corbel"/>
                <a:cs typeface="Corbel"/>
              </a:rPr>
              <a:t>Operations</a:t>
            </a:r>
            <a:r>
              <a:rPr sz="1800" i="1" spc="-30" dirty="0">
                <a:latin typeface="Corbel"/>
                <a:cs typeface="Corbel"/>
              </a:rPr>
              <a:t> </a:t>
            </a:r>
            <a:r>
              <a:rPr sz="1800" i="1" spc="-10" dirty="0">
                <a:latin typeface="Corbel"/>
                <a:cs typeface="Corbel"/>
              </a:rPr>
              <a:t>Manual.</a:t>
            </a:r>
            <a:endParaRPr sz="1800">
              <a:latin typeface="Corbel"/>
              <a:cs typeface="Corbel"/>
            </a:endParaRPr>
          </a:p>
          <a:p>
            <a:pPr marL="297815" indent="-285115">
              <a:lnSpc>
                <a:spcPct val="100000"/>
              </a:lnSpc>
              <a:spcBef>
                <a:spcPts val="1035"/>
              </a:spcBef>
              <a:buClr>
                <a:srgbClr val="1482AC"/>
              </a:buClr>
              <a:buSzPct val="144444"/>
              <a:buFont typeface="Arial MT"/>
              <a:buChar char="•"/>
              <a:tabLst>
                <a:tab pos="297815" algn="l"/>
              </a:tabLst>
            </a:pPr>
            <a:r>
              <a:rPr sz="1800" i="1" dirty="0">
                <a:latin typeface="Corbel"/>
                <a:cs typeface="Corbel"/>
              </a:rPr>
              <a:t>The</a:t>
            </a:r>
            <a:r>
              <a:rPr sz="1800" i="1" spc="-50" dirty="0">
                <a:latin typeface="Corbel"/>
                <a:cs typeface="Corbel"/>
              </a:rPr>
              <a:t> </a:t>
            </a:r>
            <a:r>
              <a:rPr sz="1800" i="1" dirty="0">
                <a:latin typeface="Corbel"/>
                <a:cs typeface="Corbel"/>
              </a:rPr>
              <a:t>operation</a:t>
            </a:r>
            <a:r>
              <a:rPr sz="1800" i="1" spc="-25" dirty="0">
                <a:latin typeface="Corbel"/>
                <a:cs typeface="Corbel"/>
              </a:rPr>
              <a:t> </a:t>
            </a:r>
            <a:r>
              <a:rPr sz="1800" i="1" dirty="0">
                <a:latin typeface="Corbel"/>
                <a:cs typeface="Corbel"/>
              </a:rPr>
              <a:t>of</a:t>
            </a:r>
            <a:r>
              <a:rPr sz="1800" i="1" spc="-35" dirty="0">
                <a:latin typeface="Corbel"/>
                <a:cs typeface="Corbel"/>
              </a:rPr>
              <a:t> </a:t>
            </a:r>
            <a:r>
              <a:rPr sz="1800" i="1" spc="-10" dirty="0">
                <a:latin typeface="Corbel"/>
                <a:cs typeface="Corbel"/>
              </a:rPr>
              <a:t>the</a:t>
            </a:r>
            <a:r>
              <a:rPr sz="1800" i="1" spc="-85" dirty="0">
                <a:latin typeface="Corbel"/>
                <a:cs typeface="Corbel"/>
              </a:rPr>
              <a:t> </a:t>
            </a:r>
            <a:r>
              <a:rPr sz="1800" i="1" dirty="0">
                <a:latin typeface="Corbel"/>
                <a:cs typeface="Corbel"/>
              </a:rPr>
              <a:t>UA</a:t>
            </a:r>
            <a:r>
              <a:rPr sz="1800" i="1" spc="-30" dirty="0">
                <a:latin typeface="Corbel"/>
                <a:cs typeface="Corbel"/>
              </a:rPr>
              <a:t> </a:t>
            </a:r>
            <a:r>
              <a:rPr sz="1800" i="1" dirty="0">
                <a:latin typeface="Corbel"/>
                <a:cs typeface="Corbel"/>
              </a:rPr>
              <a:t>shall</a:t>
            </a:r>
            <a:r>
              <a:rPr sz="1800" i="1" spc="-25" dirty="0">
                <a:latin typeface="Corbel"/>
                <a:cs typeface="Corbel"/>
              </a:rPr>
              <a:t> </a:t>
            </a:r>
            <a:r>
              <a:rPr sz="1800" i="1" dirty="0">
                <a:latin typeface="Corbel"/>
                <a:cs typeface="Corbel"/>
              </a:rPr>
              <a:t>not</a:t>
            </a:r>
            <a:r>
              <a:rPr sz="1800" i="1" spc="-35" dirty="0">
                <a:latin typeface="Corbel"/>
                <a:cs typeface="Corbel"/>
              </a:rPr>
              <a:t> </a:t>
            </a:r>
            <a:r>
              <a:rPr sz="1800" i="1" dirty="0">
                <a:latin typeface="Corbel"/>
                <a:cs typeface="Corbel"/>
              </a:rPr>
              <a:t>exceed</a:t>
            </a:r>
            <a:r>
              <a:rPr sz="1800" i="1" spc="-30"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flight</a:t>
            </a:r>
            <a:r>
              <a:rPr sz="1800" i="1" spc="-40" dirty="0">
                <a:latin typeface="Corbel"/>
                <a:cs typeface="Corbel"/>
              </a:rPr>
              <a:t> </a:t>
            </a:r>
            <a:r>
              <a:rPr sz="1800" i="1" dirty="0">
                <a:latin typeface="Corbel"/>
                <a:cs typeface="Corbel"/>
              </a:rPr>
              <a:t>duration,</a:t>
            </a:r>
            <a:r>
              <a:rPr sz="1800" i="1" spc="-30" dirty="0">
                <a:latin typeface="Corbel"/>
                <a:cs typeface="Corbel"/>
              </a:rPr>
              <a:t> </a:t>
            </a:r>
            <a:r>
              <a:rPr sz="1800" i="1" dirty="0">
                <a:latin typeface="Corbel"/>
                <a:cs typeface="Corbel"/>
              </a:rPr>
              <a:t>speed,</a:t>
            </a:r>
            <a:r>
              <a:rPr sz="1800" i="1" spc="-30" dirty="0">
                <a:latin typeface="Corbel"/>
                <a:cs typeface="Corbel"/>
              </a:rPr>
              <a:t> </a:t>
            </a:r>
            <a:r>
              <a:rPr sz="1800" i="1" dirty="0">
                <a:latin typeface="Corbel"/>
                <a:cs typeface="Corbel"/>
              </a:rPr>
              <a:t>and</a:t>
            </a:r>
            <a:r>
              <a:rPr sz="1800" i="1" spc="-35" dirty="0">
                <a:latin typeface="Corbel"/>
                <a:cs typeface="Corbel"/>
              </a:rPr>
              <a:t> </a:t>
            </a:r>
            <a:r>
              <a:rPr sz="1800" i="1" dirty="0">
                <a:latin typeface="Corbel"/>
                <a:cs typeface="Corbel"/>
              </a:rPr>
              <a:t>height</a:t>
            </a:r>
            <a:r>
              <a:rPr sz="1800" i="1" spc="-35" dirty="0">
                <a:latin typeface="Corbel"/>
                <a:cs typeface="Corbel"/>
              </a:rPr>
              <a:t> </a:t>
            </a:r>
            <a:r>
              <a:rPr sz="1800" i="1" spc="-10" dirty="0">
                <a:latin typeface="Corbel"/>
                <a:cs typeface="Corbel"/>
              </a:rPr>
              <a:t>capabilities</a:t>
            </a:r>
            <a:endParaRPr sz="1800">
              <a:latin typeface="Corbel"/>
              <a:cs typeface="Corbel"/>
            </a:endParaRPr>
          </a:p>
          <a:p>
            <a:pPr marL="298450" marR="5080" indent="-285750" algn="just">
              <a:lnSpc>
                <a:spcPts val="2110"/>
              </a:lnSpc>
              <a:spcBef>
                <a:spcPts val="1140"/>
              </a:spcBef>
              <a:buClr>
                <a:srgbClr val="1482AC"/>
              </a:buClr>
              <a:buSzPct val="144444"/>
              <a:buFont typeface="Arial MT"/>
              <a:buChar char="•"/>
              <a:tabLst>
                <a:tab pos="298450" algn="l"/>
              </a:tabLst>
            </a:pPr>
            <a:r>
              <a:rPr sz="1800" i="1" dirty="0">
                <a:latin typeface="Corbel"/>
                <a:cs typeface="Corbel"/>
              </a:rPr>
              <a:t>The</a:t>
            </a:r>
            <a:r>
              <a:rPr sz="1800" i="1" spc="85" dirty="0">
                <a:latin typeface="Corbel"/>
                <a:cs typeface="Corbel"/>
              </a:rPr>
              <a:t> </a:t>
            </a:r>
            <a:r>
              <a:rPr sz="1800" i="1" dirty="0">
                <a:latin typeface="Corbel"/>
                <a:cs typeface="Corbel"/>
              </a:rPr>
              <a:t>UOP</a:t>
            </a:r>
            <a:r>
              <a:rPr sz="1800" i="1" spc="80" dirty="0">
                <a:latin typeface="Corbel"/>
                <a:cs typeface="Corbel"/>
              </a:rPr>
              <a:t> </a:t>
            </a:r>
            <a:r>
              <a:rPr sz="1800" i="1" dirty="0">
                <a:latin typeface="Corbel"/>
                <a:cs typeface="Corbel"/>
              </a:rPr>
              <a:t>Holder</a:t>
            </a:r>
            <a:r>
              <a:rPr sz="1800" i="1" spc="85" dirty="0">
                <a:latin typeface="Corbel"/>
                <a:cs typeface="Corbel"/>
              </a:rPr>
              <a:t> </a:t>
            </a:r>
            <a:r>
              <a:rPr sz="1800" i="1" dirty="0">
                <a:latin typeface="Corbel"/>
                <a:cs typeface="Corbel"/>
              </a:rPr>
              <a:t>shall</a:t>
            </a:r>
            <a:r>
              <a:rPr sz="1800" i="1" spc="85" dirty="0">
                <a:latin typeface="Corbel"/>
                <a:cs typeface="Corbel"/>
              </a:rPr>
              <a:t> </a:t>
            </a:r>
            <a:r>
              <a:rPr sz="1800" i="1" dirty="0">
                <a:latin typeface="Corbel"/>
                <a:cs typeface="Corbel"/>
              </a:rPr>
              <a:t>conduct</a:t>
            </a:r>
            <a:r>
              <a:rPr sz="1800" i="1" spc="80" dirty="0">
                <a:latin typeface="Corbel"/>
                <a:cs typeface="Corbel"/>
              </a:rPr>
              <a:t> </a:t>
            </a:r>
            <a:r>
              <a:rPr sz="1800" i="1" dirty="0">
                <a:latin typeface="Corbel"/>
                <a:cs typeface="Corbel"/>
              </a:rPr>
              <a:t>its</a:t>
            </a:r>
            <a:r>
              <a:rPr sz="1800" i="1" spc="80" dirty="0">
                <a:latin typeface="Corbel"/>
                <a:cs typeface="Corbel"/>
              </a:rPr>
              <a:t> </a:t>
            </a:r>
            <a:r>
              <a:rPr sz="1800" i="1" dirty="0">
                <a:latin typeface="Corbel"/>
                <a:cs typeface="Corbel"/>
              </a:rPr>
              <a:t>operations</a:t>
            </a:r>
            <a:r>
              <a:rPr sz="1800" i="1" spc="75" dirty="0">
                <a:latin typeface="Corbel"/>
                <a:cs typeface="Corbel"/>
              </a:rPr>
              <a:t> </a:t>
            </a:r>
            <a:r>
              <a:rPr sz="1800" i="1" dirty="0">
                <a:latin typeface="Corbel"/>
                <a:cs typeface="Corbel"/>
              </a:rPr>
              <a:t>in</a:t>
            </a:r>
            <a:r>
              <a:rPr sz="1800" i="1" spc="85" dirty="0">
                <a:latin typeface="Corbel"/>
                <a:cs typeface="Corbel"/>
              </a:rPr>
              <a:t> </a:t>
            </a:r>
            <a:r>
              <a:rPr sz="1800" i="1" dirty="0">
                <a:latin typeface="Corbel"/>
                <a:cs typeface="Corbel"/>
              </a:rPr>
              <a:t>accordance</a:t>
            </a:r>
            <a:r>
              <a:rPr sz="1800" i="1" spc="85" dirty="0">
                <a:latin typeface="Corbel"/>
                <a:cs typeface="Corbel"/>
              </a:rPr>
              <a:t> </a:t>
            </a:r>
            <a:r>
              <a:rPr sz="1800" i="1" dirty="0">
                <a:latin typeface="Corbel"/>
                <a:cs typeface="Corbel"/>
              </a:rPr>
              <a:t>with</a:t>
            </a:r>
            <a:r>
              <a:rPr sz="1800" i="1" spc="75" dirty="0">
                <a:latin typeface="Corbel"/>
                <a:cs typeface="Corbel"/>
              </a:rPr>
              <a:t> </a:t>
            </a:r>
            <a:r>
              <a:rPr sz="1800" i="1" dirty="0">
                <a:latin typeface="Corbel"/>
                <a:cs typeface="Corbel"/>
              </a:rPr>
              <a:t>the</a:t>
            </a:r>
            <a:r>
              <a:rPr sz="1800" i="1" spc="90" dirty="0">
                <a:latin typeface="Corbel"/>
                <a:cs typeface="Corbel"/>
              </a:rPr>
              <a:t> </a:t>
            </a:r>
            <a:r>
              <a:rPr sz="1800" i="1" dirty="0">
                <a:latin typeface="Corbel"/>
                <a:cs typeface="Corbel"/>
              </a:rPr>
              <a:t>measures</a:t>
            </a:r>
            <a:r>
              <a:rPr sz="1800" i="1" spc="75" dirty="0">
                <a:latin typeface="Corbel"/>
                <a:cs typeface="Corbel"/>
              </a:rPr>
              <a:t> </a:t>
            </a:r>
            <a:r>
              <a:rPr sz="1800" i="1" dirty="0">
                <a:latin typeface="Corbel"/>
                <a:cs typeface="Corbel"/>
              </a:rPr>
              <a:t>and</a:t>
            </a:r>
            <a:r>
              <a:rPr sz="1800" i="1" spc="80" dirty="0">
                <a:latin typeface="Corbel"/>
                <a:cs typeface="Corbel"/>
              </a:rPr>
              <a:t> </a:t>
            </a:r>
            <a:r>
              <a:rPr sz="1800" i="1" dirty="0">
                <a:latin typeface="Corbel"/>
                <a:cs typeface="Corbel"/>
              </a:rPr>
              <a:t>procedures</a:t>
            </a:r>
            <a:r>
              <a:rPr sz="1800" i="1" spc="80" dirty="0">
                <a:latin typeface="Corbel"/>
                <a:cs typeface="Corbel"/>
              </a:rPr>
              <a:t> </a:t>
            </a:r>
            <a:r>
              <a:rPr sz="1800" i="1" dirty="0">
                <a:latin typeface="Corbel"/>
                <a:cs typeface="Corbel"/>
              </a:rPr>
              <a:t>as</a:t>
            </a:r>
            <a:r>
              <a:rPr sz="1800" i="1" spc="75" dirty="0">
                <a:latin typeface="Corbel"/>
                <a:cs typeface="Corbel"/>
              </a:rPr>
              <a:t> </a:t>
            </a:r>
            <a:r>
              <a:rPr sz="1800" i="1" dirty="0">
                <a:latin typeface="Corbel"/>
                <a:cs typeface="Corbel"/>
              </a:rPr>
              <a:t>specified</a:t>
            </a:r>
            <a:r>
              <a:rPr sz="1800" i="1" spc="90" dirty="0">
                <a:latin typeface="Corbel"/>
                <a:cs typeface="Corbel"/>
              </a:rPr>
              <a:t> </a:t>
            </a:r>
            <a:r>
              <a:rPr sz="1800" i="1" spc="-25" dirty="0">
                <a:latin typeface="Corbel"/>
                <a:cs typeface="Corbel"/>
              </a:rPr>
              <a:t>in </a:t>
            </a:r>
            <a:r>
              <a:rPr sz="1800" i="1" dirty="0">
                <a:latin typeface="Corbel"/>
                <a:cs typeface="Corbel"/>
              </a:rPr>
              <a:t>the</a:t>
            </a:r>
            <a:r>
              <a:rPr sz="1800" i="1" spc="-95" dirty="0">
                <a:latin typeface="Corbel"/>
                <a:cs typeface="Corbel"/>
              </a:rPr>
              <a:t> </a:t>
            </a:r>
            <a:r>
              <a:rPr sz="1800" i="1" dirty="0">
                <a:latin typeface="Corbel"/>
                <a:cs typeface="Corbel"/>
              </a:rPr>
              <a:t>Operations</a:t>
            </a:r>
            <a:r>
              <a:rPr sz="1800" i="1" spc="-55" dirty="0">
                <a:latin typeface="Corbel"/>
                <a:cs typeface="Corbel"/>
              </a:rPr>
              <a:t> </a:t>
            </a:r>
            <a:r>
              <a:rPr sz="1800" i="1" dirty="0">
                <a:latin typeface="Corbel"/>
                <a:cs typeface="Corbel"/>
              </a:rPr>
              <a:t>Manual,</a:t>
            </a:r>
            <a:r>
              <a:rPr sz="1800" i="1" spc="-40" dirty="0">
                <a:latin typeface="Corbel"/>
                <a:cs typeface="Corbel"/>
              </a:rPr>
              <a:t> </a:t>
            </a:r>
            <a:r>
              <a:rPr sz="1800" i="1" dirty="0">
                <a:latin typeface="Corbel"/>
                <a:cs typeface="Corbel"/>
              </a:rPr>
              <a:t>to</a:t>
            </a:r>
            <a:r>
              <a:rPr sz="1800" i="1" spc="-30" dirty="0">
                <a:latin typeface="Corbel"/>
                <a:cs typeface="Corbel"/>
              </a:rPr>
              <a:t> </a:t>
            </a:r>
            <a:r>
              <a:rPr sz="1800" i="1" dirty="0">
                <a:latin typeface="Corbel"/>
                <a:cs typeface="Corbel"/>
              </a:rPr>
              <a:t>mitigate</a:t>
            </a:r>
            <a:r>
              <a:rPr sz="1800" i="1" spc="-35" dirty="0">
                <a:latin typeface="Corbel"/>
                <a:cs typeface="Corbel"/>
              </a:rPr>
              <a:t> </a:t>
            </a:r>
            <a:r>
              <a:rPr sz="1800" i="1" dirty="0">
                <a:latin typeface="Corbel"/>
                <a:cs typeface="Corbel"/>
              </a:rPr>
              <a:t>the</a:t>
            </a:r>
            <a:r>
              <a:rPr sz="1800" i="1" spc="-30" dirty="0">
                <a:latin typeface="Corbel"/>
                <a:cs typeface="Corbel"/>
              </a:rPr>
              <a:t> </a:t>
            </a:r>
            <a:r>
              <a:rPr sz="1800" i="1" dirty="0">
                <a:latin typeface="Corbel"/>
                <a:cs typeface="Corbel"/>
              </a:rPr>
              <a:t>risk</a:t>
            </a:r>
            <a:r>
              <a:rPr sz="1800" i="1" spc="-40" dirty="0">
                <a:latin typeface="Corbel"/>
                <a:cs typeface="Corbel"/>
              </a:rPr>
              <a:t> </a:t>
            </a:r>
            <a:r>
              <a:rPr sz="1800" i="1" dirty="0">
                <a:latin typeface="Corbel"/>
                <a:cs typeface="Corbel"/>
              </a:rPr>
              <a:t>involved</a:t>
            </a:r>
            <a:r>
              <a:rPr sz="1800" i="1" spc="-40" dirty="0">
                <a:latin typeface="Corbel"/>
                <a:cs typeface="Corbel"/>
              </a:rPr>
              <a:t> </a:t>
            </a:r>
            <a:r>
              <a:rPr sz="1800" i="1" dirty="0">
                <a:latin typeface="Corbel"/>
                <a:cs typeface="Corbel"/>
              </a:rPr>
              <a:t>in</a:t>
            </a:r>
            <a:r>
              <a:rPr sz="1800" i="1" spc="-35" dirty="0">
                <a:latin typeface="Corbel"/>
                <a:cs typeface="Corbel"/>
              </a:rPr>
              <a:t> </a:t>
            </a:r>
            <a:r>
              <a:rPr sz="1800" i="1" dirty="0">
                <a:latin typeface="Corbel"/>
                <a:cs typeface="Corbel"/>
              </a:rPr>
              <a:t>the</a:t>
            </a:r>
            <a:r>
              <a:rPr sz="1800" i="1" spc="-30" dirty="0">
                <a:latin typeface="Corbel"/>
                <a:cs typeface="Corbel"/>
              </a:rPr>
              <a:t> </a:t>
            </a:r>
            <a:r>
              <a:rPr sz="1800" i="1" dirty="0">
                <a:latin typeface="Corbel"/>
                <a:cs typeface="Corbel"/>
              </a:rPr>
              <a:t>operations</a:t>
            </a:r>
            <a:r>
              <a:rPr sz="1800" i="1" spc="-40" dirty="0">
                <a:latin typeface="Corbel"/>
                <a:cs typeface="Corbel"/>
              </a:rPr>
              <a:t> </a:t>
            </a:r>
            <a:r>
              <a:rPr sz="1800" i="1" dirty="0">
                <a:latin typeface="Corbel"/>
                <a:cs typeface="Corbel"/>
              </a:rPr>
              <a:t>to</a:t>
            </a:r>
            <a:r>
              <a:rPr sz="1800" i="1" spc="-30" dirty="0">
                <a:latin typeface="Corbel"/>
                <a:cs typeface="Corbel"/>
              </a:rPr>
              <a:t> </a:t>
            </a:r>
            <a:r>
              <a:rPr sz="1800" i="1" dirty="0">
                <a:latin typeface="Corbel"/>
                <a:cs typeface="Corbel"/>
              </a:rPr>
              <a:t>a</a:t>
            </a:r>
            <a:r>
              <a:rPr sz="1800" i="1" spc="-35" dirty="0">
                <a:latin typeface="Corbel"/>
                <a:cs typeface="Corbel"/>
              </a:rPr>
              <a:t> </a:t>
            </a:r>
            <a:r>
              <a:rPr sz="1800" i="1" dirty="0">
                <a:latin typeface="Corbel"/>
                <a:cs typeface="Corbel"/>
              </a:rPr>
              <a:t>level</a:t>
            </a:r>
            <a:r>
              <a:rPr sz="1800" i="1" spc="-30" dirty="0">
                <a:latin typeface="Corbel"/>
                <a:cs typeface="Corbel"/>
              </a:rPr>
              <a:t> </a:t>
            </a:r>
            <a:r>
              <a:rPr sz="1800" i="1" dirty="0">
                <a:latin typeface="Corbel"/>
                <a:cs typeface="Corbel"/>
              </a:rPr>
              <a:t>acceptable</a:t>
            </a:r>
            <a:r>
              <a:rPr sz="1800" i="1" spc="-35" dirty="0">
                <a:latin typeface="Corbel"/>
                <a:cs typeface="Corbel"/>
              </a:rPr>
              <a:t> </a:t>
            </a:r>
            <a:r>
              <a:rPr sz="1800" i="1" dirty="0">
                <a:latin typeface="Corbel"/>
                <a:cs typeface="Corbel"/>
              </a:rPr>
              <a:t>to</a:t>
            </a:r>
            <a:r>
              <a:rPr sz="1800" i="1" spc="-90" dirty="0">
                <a:latin typeface="Corbel"/>
                <a:cs typeface="Corbel"/>
              </a:rPr>
              <a:t> </a:t>
            </a:r>
            <a:r>
              <a:rPr sz="1800" i="1" spc="-20" dirty="0">
                <a:latin typeface="Corbel"/>
                <a:cs typeface="Corbel"/>
              </a:rPr>
              <a:t>CAAS</a:t>
            </a:r>
            <a:endParaRPr sz="1800">
              <a:latin typeface="Corbel"/>
              <a:cs typeface="Corbel"/>
            </a:endParaRPr>
          </a:p>
          <a:p>
            <a:pPr marL="298450" marR="5080" indent="-285750" algn="just">
              <a:lnSpc>
                <a:spcPct val="99400"/>
              </a:lnSpc>
              <a:spcBef>
                <a:spcPts val="985"/>
              </a:spcBef>
              <a:buClr>
                <a:srgbClr val="1482AC"/>
              </a:buClr>
              <a:buSzPct val="144444"/>
              <a:buFont typeface="Arial MT"/>
              <a:buChar char="•"/>
              <a:tabLst>
                <a:tab pos="298450" algn="l"/>
              </a:tabLst>
            </a:pPr>
            <a:r>
              <a:rPr sz="1800" i="1" dirty="0">
                <a:latin typeface="Corbel"/>
                <a:cs typeface="Corbel"/>
              </a:rPr>
              <a:t>The</a:t>
            </a:r>
            <a:r>
              <a:rPr sz="1800" i="1" spc="50" dirty="0">
                <a:latin typeface="Corbel"/>
                <a:cs typeface="Corbel"/>
              </a:rPr>
              <a:t> </a:t>
            </a:r>
            <a:r>
              <a:rPr sz="1800" i="1" dirty="0">
                <a:latin typeface="Corbel"/>
                <a:cs typeface="Corbel"/>
              </a:rPr>
              <a:t>UOP</a:t>
            </a:r>
            <a:r>
              <a:rPr sz="1800" i="1" spc="55" dirty="0">
                <a:latin typeface="Corbel"/>
                <a:cs typeface="Corbel"/>
              </a:rPr>
              <a:t> </a:t>
            </a:r>
            <a:r>
              <a:rPr sz="1800" i="1" dirty="0">
                <a:latin typeface="Corbel"/>
                <a:cs typeface="Corbel"/>
              </a:rPr>
              <a:t>Holder</a:t>
            </a:r>
            <a:r>
              <a:rPr sz="1800" i="1" spc="60" dirty="0">
                <a:latin typeface="Corbel"/>
                <a:cs typeface="Corbel"/>
              </a:rPr>
              <a:t> </a:t>
            </a:r>
            <a:r>
              <a:rPr sz="1800" i="1" dirty="0">
                <a:latin typeface="Corbel"/>
                <a:cs typeface="Corbel"/>
              </a:rPr>
              <a:t>shall</a:t>
            </a:r>
            <a:r>
              <a:rPr sz="1800" i="1" spc="60" dirty="0">
                <a:latin typeface="Corbel"/>
                <a:cs typeface="Corbel"/>
              </a:rPr>
              <a:t> </a:t>
            </a:r>
            <a:r>
              <a:rPr sz="1800" i="1" dirty="0">
                <a:latin typeface="Corbel"/>
                <a:cs typeface="Corbel"/>
              </a:rPr>
              <a:t>inform</a:t>
            </a:r>
            <a:r>
              <a:rPr sz="1800" i="1" spc="55" dirty="0">
                <a:latin typeface="Corbel"/>
                <a:cs typeface="Corbel"/>
              </a:rPr>
              <a:t> </a:t>
            </a:r>
            <a:r>
              <a:rPr sz="1800" i="1" dirty="0">
                <a:latin typeface="Corbel"/>
                <a:cs typeface="Corbel"/>
              </a:rPr>
              <a:t>the</a:t>
            </a:r>
            <a:r>
              <a:rPr sz="1800" i="1" spc="65" dirty="0">
                <a:latin typeface="Corbel"/>
                <a:cs typeface="Corbel"/>
              </a:rPr>
              <a:t> </a:t>
            </a:r>
            <a:r>
              <a:rPr sz="1800" i="1" dirty="0">
                <a:latin typeface="Corbel"/>
                <a:cs typeface="Corbel"/>
              </a:rPr>
              <a:t>CAAS</a:t>
            </a:r>
            <a:r>
              <a:rPr sz="1800" i="1" spc="55" dirty="0">
                <a:latin typeface="Corbel"/>
                <a:cs typeface="Corbel"/>
              </a:rPr>
              <a:t> </a:t>
            </a:r>
            <a:r>
              <a:rPr sz="1800" i="1" dirty="0">
                <a:latin typeface="Corbel"/>
                <a:cs typeface="Corbel"/>
              </a:rPr>
              <a:t>Duty</a:t>
            </a:r>
            <a:r>
              <a:rPr sz="1800" i="1" spc="65" dirty="0">
                <a:latin typeface="Corbel"/>
                <a:cs typeface="Corbel"/>
              </a:rPr>
              <a:t> </a:t>
            </a:r>
            <a:r>
              <a:rPr sz="1800" i="1" dirty="0">
                <a:latin typeface="Corbel"/>
                <a:cs typeface="Corbel"/>
              </a:rPr>
              <a:t>Officer</a:t>
            </a:r>
            <a:r>
              <a:rPr sz="1800" i="1" spc="60" dirty="0">
                <a:latin typeface="Corbel"/>
                <a:cs typeface="Corbel"/>
              </a:rPr>
              <a:t> </a:t>
            </a:r>
            <a:r>
              <a:rPr sz="1800" i="1" dirty="0">
                <a:latin typeface="Corbel"/>
                <a:cs typeface="Corbel"/>
              </a:rPr>
              <a:t>(Tel:</a:t>
            </a:r>
            <a:r>
              <a:rPr sz="1800" i="1" spc="50" dirty="0">
                <a:latin typeface="Corbel"/>
                <a:cs typeface="Corbel"/>
              </a:rPr>
              <a:t> </a:t>
            </a:r>
            <a:r>
              <a:rPr sz="1800" i="1" dirty="0">
                <a:latin typeface="Corbel"/>
                <a:cs typeface="Corbel"/>
              </a:rPr>
              <a:t>+65</a:t>
            </a:r>
            <a:r>
              <a:rPr sz="1800" i="1" spc="55" dirty="0">
                <a:latin typeface="Corbel"/>
                <a:cs typeface="Corbel"/>
              </a:rPr>
              <a:t> </a:t>
            </a:r>
            <a:r>
              <a:rPr sz="1800" i="1" dirty="0">
                <a:latin typeface="Corbel"/>
                <a:cs typeface="Corbel"/>
              </a:rPr>
              <a:t>9660</a:t>
            </a:r>
            <a:r>
              <a:rPr sz="1800" i="1" spc="55" dirty="0">
                <a:latin typeface="Corbel"/>
                <a:cs typeface="Corbel"/>
              </a:rPr>
              <a:t> </a:t>
            </a:r>
            <a:r>
              <a:rPr sz="1800" i="1" dirty="0">
                <a:latin typeface="Corbel"/>
                <a:cs typeface="Corbel"/>
              </a:rPr>
              <a:t>4698)</a:t>
            </a:r>
            <a:r>
              <a:rPr sz="1800" i="1" spc="60" dirty="0">
                <a:latin typeface="Corbel"/>
                <a:cs typeface="Corbel"/>
              </a:rPr>
              <a:t> </a:t>
            </a:r>
            <a:r>
              <a:rPr sz="1800" i="1" dirty="0">
                <a:latin typeface="Corbel"/>
                <a:cs typeface="Corbel"/>
              </a:rPr>
              <a:t>of</a:t>
            </a:r>
            <a:r>
              <a:rPr sz="1800" i="1" spc="50" dirty="0">
                <a:latin typeface="Corbel"/>
                <a:cs typeface="Corbel"/>
              </a:rPr>
              <a:t> </a:t>
            </a:r>
            <a:r>
              <a:rPr sz="1800" i="1" dirty="0">
                <a:latin typeface="Corbel"/>
                <a:cs typeface="Corbel"/>
              </a:rPr>
              <a:t>any</a:t>
            </a:r>
            <a:r>
              <a:rPr sz="1800" i="1" spc="60" dirty="0">
                <a:latin typeface="Corbel"/>
                <a:cs typeface="Corbel"/>
              </a:rPr>
              <a:t> </a:t>
            </a:r>
            <a:r>
              <a:rPr sz="1800" i="1" dirty="0">
                <a:latin typeface="Corbel"/>
                <a:cs typeface="Corbel"/>
              </a:rPr>
              <a:t>airworthiness</a:t>
            </a:r>
            <a:r>
              <a:rPr sz="1800" i="1" spc="55" dirty="0">
                <a:latin typeface="Corbel"/>
                <a:cs typeface="Corbel"/>
              </a:rPr>
              <a:t> </a:t>
            </a:r>
            <a:r>
              <a:rPr sz="1800" i="1" dirty="0">
                <a:latin typeface="Corbel"/>
                <a:cs typeface="Corbel"/>
              </a:rPr>
              <a:t>or</a:t>
            </a:r>
            <a:r>
              <a:rPr sz="1800" i="1" spc="60" dirty="0">
                <a:latin typeface="Corbel"/>
                <a:cs typeface="Corbel"/>
              </a:rPr>
              <a:t> </a:t>
            </a:r>
            <a:r>
              <a:rPr sz="1800" i="1" spc="-10" dirty="0">
                <a:latin typeface="Corbel"/>
                <a:cs typeface="Corbel"/>
              </a:rPr>
              <a:t>operational </a:t>
            </a:r>
            <a:r>
              <a:rPr sz="1800" i="1" dirty="0">
                <a:latin typeface="Corbel"/>
                <a:cs typeface="Corbel"/>
              </a:rPr>
              <a:t>incident/accident</a:t>
            </a:r>
            <a:r>
              <a:rPr sz="1800" i="1" spc="229" dirty="0">
                <a:latin typeface="Corbel"/>
                <a:cs typeface="Corbel"/>
              </a:rPr>
              <a:t> </a:t>
            </a:r>
            <a:r>
              <a:rPr sz="1800" i="1" dirty="0">
                <a:latin typeface="Corbel"/>
                <a:cs typeface="Corbel"/>
              </a:rPr>
              <a:t>relating</a:t>
            </a:r>
            <a:r>
              <a:rPr sz="1800" i="1" spc="250" dirty="0">
                <a:latin typeface="Corbel"/>
                <a:cs typeface="Corbel"/>
              </a:rPr>
              <a:t> </a:t>
            </a:r>
            <a:r>
              <a:rPr sz="1800" i="1" dirty="0">
                <a:latin typeface="Corbel"/>
                <a:cs typeface="Corbel"/>
              </a:rPr>
              <a:t>to</a:t>
            </a:r>
            <a:r>
              <a:rPr sz="1800" i="1" spc="245" dirty="0">
                <a:latin typeface="Corbel"/>
                <a:cs typeface="Corbel"/>
              </a:rPr>
              <a:t> </a:t>
            </a:r>
            <a:r>
              <a:rPr sz="1800" i="1" dirty="0">
                <a:latin typeface="Corbel"/>
                <a:cs typeface="Corbel"/>
              </a:rPr>
              <a:t>the</a:t>
            </a:r>
            <a:r>
              <a:rPr sz="1800" i="1" spc="254" dirty="0">
                <a:latin typeface="Corbel"/>
                <a:cs typeface="Corbel"/>
              </a:rPr>
              <a:t> </a:t>
            </a:r>
            <a:r>
              <a:rPr sz="1800" i="1" dirty="0">
                <a:latin typeface="Corbel"/>
                <a:cs typeface="Corbel"/>
              </a:rPr>
              <a:t>UA</a:t>
            </a:r>
            <a:r>
              <a:rPr sz="1800" i="1" spc="245" dirty="0">
                <a:latin typeface="Corbel"/>
                <a:cs typeface="Corbel"/>
              </a:rPr>
              <a:t> </a:t>
            </a:r>
            <a:r>
              <a:rPr sz="1800" i="1" dirty="0">
                <a:latin typeface="Corbel"/>
                <a:cs typeface="Corbel"/>
              </a:rPr>
              <a:t>within</a:t>
            </a:r>
            <a:r>
              <a:rPr sz="1800" i="1" spc="250" dirty="0">
                <a:latin typeface="Corbel"/>
                <a:cs typeface="Corbel"/>
              </a:rPr>
              <a:t> </a:t>
            </a:r>
            <a:r>
              <a:rPr sz="1800" i="1" dirty="0">
                <a:latin typeface="Corbel"/>
                <a:cs typeface="Corbel"/>
              </a:rPr>
              <a:t>24</a:t>
            </a:r>
            <a:r>
              <a:rPr sz="1800" i="1" spc="245" dirty="0">
                <a:latin typeface="Corbel"/>
                <a:cs typeface="Corbel"/>
              </a:rPr>
              <a:t> </a:t>
            </a:r>
            <a:r>
              <a:rPr sz="1800" i="1" dirty="0">
                <a:latin typeface="Corbel"/>
                <a:cs typeface="Corbel"/>
              </a:rPr>
              <a:t>hours</a:t>
            </a:r>
            <a:r>
              <a:rPr sz="1800" i="1" spc="245" dirty="0">
                <a:latin typeface="Corbel"/>
                <a:cs typeface="Corbel"/>
              </a:rPr>
              <a:t> </a:t>
            </a:r>
            <a:r>
              <a:rPr sz="1800" i="1" dirty="0">
                <a:latin typeface="Corbel"/>
                <a:cs typeface="Corbel"/>
              </a:rPr>
              <a:t>of</a:t>
            </a:r>
            <a:r>
              <a:rPr sz="1800" i="1" spc="240" dirty="0">
                <a:latin typeface="Corbel"/>
                <a:cs typeface="Corbel"/>
              </a:rPr>
              <a:t> </a:t>
            </a:r>
            <a:r>
              <a:rPr sz="1800" i="1" dirty="0">
                <a:latin typeface="Corbel"/>
                <a:cs typeface="Corbel"/>
              </a:rPr>
              <a:t>its</a:t>
            </a:r>
            <a:r>
              <a:rPr sz="1800" i="1" spc="245" dirty="0">
                <a:latin typeface="Corbel"/>
                <a:cs typeface="Corbel"/>
              </a:rPr>
              <a:t> </a:t>
            </a:r>
            <a:r>
              <a:rPr sz="1800" i="1" dirty="0">
                <a:latin typeface="Corbel"/>
                <a:cs typeface="Corbel"/>
              </a:rPr>
              <a:t>occurrence</a:t>
            </a:r>
            <a:r>
              <a:rPr sz="1800" i="1" spc="245" dirty="0">
                <a:latin typeface="Corbel"/>
                <a:cs typeface="Corbel"/>
              </a:rPr>
              <a:t> </a:t>
            </a:r>
            <a:r>
              <a:rPr sz="1800" i="1" dirty="0">
                <a:latin typeface="Corbel"/>
                <a:cs typeface="Corbel"/>
              </a:rPr>
              <a:t>and</a:t>
            </a:r>
            <a:r>
              <a:rPr sz="1800" i="1" spc="250" dirty="0">
                <a:latin typeface="Corbel"/>
                <a:cs typeface="Corbel"/>
              </a:rPr>
              <a:t> </a:t>
            </a:r>
            <a:r>
              <a:rPr sz="1800" i="1" dirty="0">
                <a:latin typeface="Corbel"/>
                <a:cs typeface="Corbel"/>
              </a:rPr>
              <a:t>follow</a:t>
            </a:r>
            <a:r>
              <a:rPr sz="1800" i="1" spc="245" dirty="0">
                <a:latin typeface="Corbel"/>
                <a:cs typeface="Corbel"/>
              </a:rPr>
              <a:t> </a:t>
            </a:r>
            <a:r>
              <a:rPr sz="1800" i="1" dirty="0">
                <a:latin typeface="Corbel"/>
                <a:cs typeface="Corbel"/>
              </a:rPr>
              <a:t>up</a:t>
            </a:r>
            <a:r>
              <a:rPr sz="1800" i="1" spc="250" dirty="0">
                <a:latin typeface="Corbel"/>
                <a:cs typeface="Corbel"/>
              </a:rPr>
              <a:t> </a:t>
            </a:r>
            <a:r>
              <a:rPr sz="1800" i="1" dirty="0">
                <a:latin typeface="Corbel"/>
                <a:cs typeface="Corbel"/>
              </a:rPr>
              <a:t>with</a:t>
            </a:r>
            <a:r>
              <a:rPr sz="1800" i="1" spc="240" dirty="0">
                <a:latin typeface="Corbel"/>
                <a:cs typeface="Corbel"/>
              </a:rPr>
              <a:t> </a:t>
            </a:r>
            <a:r>
              <a:rPr sz="1800" i="1" dirty="0">
                <a:latin typeface="Corbel"/>
                <a:cs typeface="Corbel"/>
              </a:rPr>
              <a:t>a</a:t>
            </a:r>
            <a:r>
              <a:rPr sz="1800" i="1" spc="250" dirty="0">
                <a:latin typeface="Corbel"/>
                <a:cs typeface="Corbel"/>
              </a:rPr>
              <a:t> </a:t>
            </a:r>
            <a:r>
              <a:rPr sz="1800" i="1" dirty="0">
                <a:latin typeface="Corbel"/>
                <a:cs typeface="Corbel"/>
              </a:rPr>
              <a:t>written</a:t>
            </a:r>
            <a:r>
              <a:rPr sz="1800" i="1" spc="250" dirty="0">
                <a:latin typeface="Corbel"/>
                <a:cs typeface="Corbel"/>
              </a:rPr>
              <a:t> </a:t>
            </a:r>
            <a:r>
              <a:rPr sz="1800" i="1" spc="-10" dirty="0">
                <a:latin typeface="Corbel"/>
                <a:cs typeface="Corbel"/>
              </a:rPr>
              <a:t>report </a:t>
            </a:r>
            <a:r>
              <a:rPr sz="1800" i="1" dirty="0">
                <a:latin typeface="Corbel"/>
                <a:cs typeface="Corbel"/>
              </a:rPr>
              <a:t>within</a:t>
            </a:r>
            <a:r>
              <a:rPr sz="1800" i="1" spc="-25" dirty="0">
                <a:latin typeface="Corbel"/>
                <a:cs typeface="Corbel"/>
              </a:rPr>
              <a:t> </a:t>
            </a:r>
            <a:r>
              <a:rPr sz="1800" i="1" dirty="0">
                <a:latin typeface="Corbel"/>
                <a:cs typeface="Corbel"/>
              </a:rPr>
              <a:t>3</a:t>
            </a:r>
            <a:r>
              <a:rPr sz="1800" i="1" spc="-35" dirty="0">
                <a:latin typeface="Corbel"/>
                <a:cs typeface="Corbel"/>
              </a:rPr>
              <a:t> </a:t>
            </a:r>
            <a:r>
              <a:rPr sz="1800" i="1" dirty="0">
                <a:latin typeface="Corbel"/>
                <a:cs typeface="Corbel"/>
              </a:rPr>
              <a:t>working</a:t>
            </a:r>
            <a:r>
              <a:rPr sz="1800" i="1" spc="-25" dirty="0">
                <a:latin typeface="Corbel"/>
                <a:cs typeface="Corbel"/>
              </a:rPr>
              <a:t> </a:t>
            </a:r>
            <a:r>
              <a:rPr sz="1800" i="1" spc="-20" dirty="0">
                <a:latin typeface="Corbel"/>
                <a:cs typeface="Corbel"/>
              </a:rPr>
              <a:t>days.</a:t>
            </a:r>
            <a:endParaRPr sz="1800">
              <a:latin typeface="Corbel"/>
              <a:cs typeface="Corbel"/>
            </a:endParaRPr>
          </a:p>
          <a:p>
            <a:pPr marL="297815" indent="-285115">
              <a:lnSpc>
                <a:spcPct val="100000"/>
              </a:lnSpc>
              <a:spcBef>
                <a:spcPts val="1300"/>
              </a:spcBef>
              <a:buClr>
                <a:srgbClr val="1482AC"/>
              </a:buClr>
              <a:buSzPct val="144444"/>
              <a:buFont typeface="Arial MT"/>
              <a:buChar char="•"/>
              <a:tabLst>
                <a:tab pos="297815" algn="l"/>
              </a:tabLst>
            </a:pPr>
            <a:r>
              <a:rPr sz="1800" i="1" spc="-10" dirty="0">
                <a:latin typeface="Corbel"/>
                <a:cs typeface="Corbel"/>
              </a:rPr>
              <a:t>The</a:t>
            </a:r>
            <a:r>
              <a:rPr sz="1800" i="1" spc="-85" dirty="0">
                <a:latin typeface="Corbel"/>
                <a:cs typeface="Corbel"/>
              </a:rPr>
              <a:t> </a:t>
            </a:r>
            <a:r>
              <a:rPr sz="1800" i="1" dirty="0">
                <a:latin typeface="Corbel"/>
                <a:cs typeface="Corbel"/>
              </a:rPr>
              <a:t>UOP</a:t>
            </a:r>
            <a:r>
              <a:rPr sz="1800" i="1" spc="-50" dirty="0">
                <a:latin typeface="Corbel"/>
                <a:cs typeface="Corbel"/>
              </a:rPr>
              <a:t> </a:t>
            </a:r>
            <a:r>
              <a:rPr sz="1800" i="1" dirty="0">
                <a:latin typeface="Corbel"/>
                <a:cs typeface="Corbel"/>
              </a:rPr>
              <a:t>Holder</a:t>
            </a:r>
            <a:r>
              <a:rPr sz="1800" i="1" spc="-20" dirty="0">
                <a:latin typeface="Corbel"/>
                <a:cs typeface="Corbel"/>
              </a:rPr>
              <a:t> </a:t>
            </a:r>
            <a:r>
              <a:rPr sz="1800" i="1" dirty="0">
                <a:latin typeface="Corbel"/>
                <a:cs typeface="Corbel"/>
              </a:rPr>
              <a:t>shall</a:t>
            </a:r>
            <a:r>
              <a:rPr sz="1800" i="1" spc="-20" dirty="0">
                <a:latin typeface="Corbel"/>
                <a:cs typeface="Corbel"/>
              </a:rPr>
              <a:t> </a:t>
            </a:r>
            <a:r>
              <a:rPr sz="1800" i="1" dirty="0">
                <a:latin typeface="Corbel"/>
                <a:cs typeface="Corbel"/>
              </a:rPr>
              <a:t>only</a:t>
            </a:r>
            <a:r>
              <a:rPr sz="1800" i="1" spc="-25" dirty="0">
                <a:latin typeface="Corbel"/>
                <a:cs typeface="Corbel"/>
              </a:rPr>
              <a:t> </a:t>
            </a:r>
            <a:r>
              <a:rPr sz="1800" i="1" dirty="0">
                <a:latin typeface="Corbel"/>
                <a:cs typeface="Corbel"/>
              </a:rPr>
              <a:t>operate</a:t>
            </a:r>
            <a:r>
              <a:rPr sz="1800" i="1" spc="-20" dirty="0">
                <a:latin typeface="Corbel"/>
                <a:cs typeface="Corbel"/>
              </a:rPr>
              <a:t> </a:t>
            </a:r>
            <a:r>
              <a:rPr sz="1800" i="1" spc="-10" dirty="0">
                <a:latin typeface="Corbel"/>
                <a:cs typeface="Corbel"/>
              </a:rPr>
              <a:t>the</a:t>
            </a:r>
            <a:r>
              <a:rPr sz="1800" i="1" spc="-80" dirty="0">
                <a:latin typeface="Corbel"/>
                <a:cs typeface="Corbel"/>
              </a:rPr>
              <a:t> </a:t>
            </a:r>
            <a:r>
              <a:rPr sz="1800" i="1" dirty="0">
                <a:latin typeface="Corbel"/>
                <a:cs typeface="Corbel"/>
              </a:rPr>
              <a:t>UA</a:t>
            </a:r>
            <a:r>
              <a:rPr sz="1800" i="1" spc="-25" dirty="0">
                <a:latin typeface="Corbel"/>
                <a:cs typeface="Corbel"/>
              </a:rPr>
              <a:t> </a:t>
            </a:r>
            <a:r>
              <a:rPr sz="1800" i="1" dirty="0">
                <a:latin typeface="Corbel"/>
                <a:cs typeface="Corbel"/>
              </a:rPr>
              <a:t>of</a:t>
            </a:r>
            <a:r>
              <a:rPr sz="1800" i="1" spc="-25" dirty="0">
                <a:latin typeface="Corbel"/>
                <a:cs typeface="Corbel"/>
              </a:rPr>
              <a:t> </a:t>
            </a:r>
            <a:r>
              <a:rPr sz="1800" i="1" dirty="0">
                <a:latin typeface="Corbel"/>
                <a:cs typeface="Corbel"/>
              </a:rPr>
              <a:t>the</a:t>
            </a:r>
            <a:r>
              <a:rPr sz="1800" i="1" spc="-20" dirty="0">
                <a:latin typeface="Corbel"/>
                <a:cs typeface="Corbel"/>
              </a:rPr>
              <a:t> </a:t>
            </a:r>
            <a:r>
              <a:rPr sz="1800" i="1" dirty="0">
                <a:latin typeface="Corbel"/>
                <a:cs typeface="Corbel"/>
              </a:rPr>
              <a:t>brand(s)</a:t>
            </a:r>
            <a:r>
              <a:rPr sz="1800" i="1" spc="-25" dirty="0">
                <a:latin typeface="Corbel"/>
                <a:cs typeface="Corbel"/>
              </a:rPr>
              <a:t> </a:t>
            </a:r>
            <a:r>
              <a:rPr sz="1800" i="1" dirty="0">
                <a:latin typeface="Corbel"/>
                <a:cs typeface="Corbel"/>
              </a:rPr>
              <a:t>and</a:t>
            </a:r>
            <a:r>
              <a:rPr sz="1800" i="1" spc="-25" dirty="0">
                <a:latin typeface="Corbel"/>
                <a:cs typeface="Corbel"/>
              </a:rPr>
              <a:t> </a:t>
            </a:r>
            <a:r>
              <a:rPr sz="1800" i="1" dirty="0">
                <a:latin typeface="Corbel"/>
                <a:cs typeface="Corbel"/>
              </a:rPr>
              <a:t>model(s)</a:t>
            </a:r>
            <a:r>
              <a:rPr sz="1800" i="1" spc="-20" dirty="0">
                <a:latin typeface="Corbel"/>
                <a:cs typeface="Corbel"/>
              </a:rPr>
              <a:t> </a:t>
            </a:r>
            <a:r>
              <a:rPr sz="1800" i="1" dirty="0">
                <a:latin typeface="Corbel"/>
                <a:cs typeface="Corbel"/>
              </a:rPr>
              <a:t>and</a:t>
            </a:r>
            <a:r>
              <a:rPr sz="1800" i="1" spc="-25" dirty="0">
                <a:latin typeface="Corbel"/>
                <a:cs typeface="Corbel"/>
              </a:rPr>
              <a:t> </a:t>
            </a:r>
            <a:r>
              <a:rPr sz="1800" i="1" dirty="0">
                <a:latin typeface="Corbel"/>
                <a:cs typeface="Corbel"/>
              </a:rPr>
              <a:t>for</a:t>
            </a:r>
            <a:r>
              <a:rPr sz="1800" i="1" spc="-25" dirty="0">
                <a:latin typeface="Corbel"/>
                <a:cs typeface="Corbel"/>
              </a:rPr>
              <a:t> </a:t>
            </a:r>
            <a:r>
              <a:rPr sz="1800" i="1" dirty="0">
                <a:latin typeface="Corbel"/>
                <a:cs typeface="Corbel"/>
              </a:rPr>
              <a:t>the</a:t>
            </a:r>
            <a:r>
              <a:rPr sz="1800" i="1" spc="-20" dirty="0">
                <a:latin typeface="Corbel"/>
                <a:cs typeface="Corbel"/>
              </a:rPr>
              <a:t> </a:t>
            </a:r>
            <a:r>
              <a:rPr sz="1800" i="1" dirty="0">
                <a:latin typeface="Corbel"/>
                <a:cs typeface="Corbel"/>
              </a:rPr>
              <a:t>type(s)</a:t>
            </a:r>
            <a:r>
              <a:rPr sz="1800" i="1" spc="-20" dirty="0">
                <a:latin typeface="Corbel"/>
                <a:cs typeface="Corbel"/>
              </a:rPr>
              <a:t> </a:t>
            </a:r>
            <a:r>
              <a:rPr sz="1800" i="1" dirty="0">
                <a:latin typeface="Corbel"/>
                <a:cs typeface="Corbel"/>
              </a:rPr>
              <a:t>of</a:t>
            </a:r>
            <a:r>
              <a:rPr sz="1800" i="1" spc="-30" dirty="0">
                <a:latin typeface="Corbel"/>
                <a:cs typeface="Corbel"/>
              </a:rPr>
              <a:t> </a:t>
            </a:r>
            <a:r>
              <a:rPr sz="1800" i="1" spc="-10" dirty="0">
                <a:latin typeface="Corbel"/>
                <a:cs typeface="Corbel"/>
              </a:rPr>
              <a:t>operation</a:t>
            </a:r>
            <a:endParaRPr sz="1800">
              <a:latin typeface="Corbel"/>
              <a:cs typeface="Corbel"/>
            </a:endParaRPr>
          </a:p>
          <a:p>
            <a:pPr marL="298450" marR="5080" indent="-285750" algn="just">
              <a:lnSpc>
                <a:spcPts val="2110"/>
              </a:lnSpc>
              <a:spcBef>
                <a:spcPts val="1140"/>
              </a:spcBef>
              <a:buClr>
                <a:srgbClr val="1482AC"/>
              </a:buClr>
              <a:buSzPct val="144444"/>
              <a:buFont typeface="Arial MT"/>
              <a:buChar char="•"/>
              <a:tabLst>
                <a:tab pos="298450" algn="l"/>
              </a:tabLst>
            </a:pPr>
            <a:r>
              <a:rPr sz="1800" i="1" dirty="0">
                <a:latin typeface="Corbel"/>
                <a:cs typeface="Corbel"/>
              </a:rPr>
              <a:t>The</a:t>
            </a:r>
            <a:r>
              <a:rPr sz="1800" i="1" spc="185" dirty="0">
                <a:latin typeface="Corbel"/>
                <a:cs typeface="Corbel"/>
              </a:rPr>
              <a:t> </a:t>
            </a:r>
            <a:r>
              <a:rPr sz="1800" i="1" dirty="0">
                <a:latin typeface="Corbel"/>
                <a:cs typeface="Corbel"/>
              </a:rPr>
              <a:t>UOP</a:t>
            </a:r>
            <a:r>
              <a:rPr sz="1800" i="1" spc="185" dirty="0">
                <a:latin typeface="Corbel"/>
                <a:cs typeface="Corbel"/>
              </a:rPr>
              <a:t> </a:t>
            </a:r>
            <a:r>
              <a:rPr sz="1800" i="1" dirty="0">
                <a:latin typeface="Corbel"/>
                <a:cs typeface="Corbel"/>
              </a:rPr>
              <a:t>Holder</a:t>
            </a:r>
            <a:r>
              <a:rPr sz="1800" i="1" spc="185" dirty="0">
                <a:latin typeface="Corbel"/>
                <a:cs typeface="Corbel"/>
              </a:rPr>
              <a:t> </a:t>
            </a:r>
            <a:r>
              <a:rPr sz="1800" i="1" dirty="0">
                <a:latin typeface="Corbel"/>
                <a:cs typeface="Corbel"/>
              </a:rPr>
              <a:t>shall</a:t>
            </a:r>
            <a:r>
              <a:rPr sz="1800" i="1" spc="185" dirty="0">
                <a:latin typeface="Corbel"/>
                <a:cs typeface="Corbel"/>
              </a:rPr>
              <a:t> </a:t>
            </a:r>
            <a:r>
              <a:rPr sz="1800" i="1" dirty="0">
                <a:latin typeface="Corbel"/>
                <a:cs typeface="Corbel"/>
              </a:rPr>
              <a:t>take</a:t>
            </a:r>
            <a:r>
              <a:rPr sz="1800" i="1" spc="185" dirty="0">
                <a:latin typeface="Corbel"/>
                <a:cs typeface="Corbel"/>
              </a:rPr>
              <a:t> </a:t>
            </a:r>
            <a:r>
              <a:rPr sz="1800" i="1" dirty="0">
                <a:latin typeface="Corbel"/>
                <a:cs typeface="Corbel"/>
              </a:rPr>
              <a:t>all</a:t>
            </a:r>
            <a:r>
              <a:rPr sz="1800" i="1" spc="190" dirty="0">
                <a:latin typeface="Corbel"/>
                <a:cs typeface="Corbel"/>
              </a:rPr>
              <a:t> </a:t>
            </a:r>
            <a:r>
              <a:rPr sz="1800" i="1" dirty="0">
                <a:latin typeface="Corbel"/>
                <a:cs typeface="Corbel"/>
              </a:rPr>
              <a:t>necessary</a:t>
            </a:r>
            <a:r>
              <a:rPr sz="1800" i="1" spc="185" dirty="0">
                <a:latin typeface="Corbel"/>
                <a:cs typeface="Corbel"/>
              </a:rPr>
              <a:t> </a:t>
            </a:r>
            <a:r>
              <a:rPr sz="1800" i="1" dirty="0">
                <a:latin typeface="Corbel"/>
                <a:cs typeface="Corbel"/>
              </a:rPr>
              <a:t>measures</a:t>
            </a:r>
            <a:r>
              <a:rPr sz="1800" i="1" spc="180" dirty="0">
                <a:latin typeface="Corbel"/>
                <a:cs typeface="Corbel"/>
              </a:rPr>
              <a:t> </a:t>
            </a:r>
            <a:r>
              <a:rPr sz="1800" i="1" dirty="0">
                <a:latin typeface="Corbel"/>
                <a:cs typeface="Corbel"/>
              </a:rPr>
              <a:t>to</a:t>
            </a:r>
            <a:r>
              <a:rPr sz="1800" i="1" spc="185" dirty="0">
                <a:latin typeface="Corbel"/>
                <a:cs typeface="Corbel"/>
              </a:rPr>
              <a:t> </a:t>
            </a:r>
            <a:r>
              <a:rPr sz="1800" i="1" dirty="0">
                <a:latin typeface="Corbel"/>
                <a:cs typeface="Corbel"/>
              </a:rPr>
              <a:t>ensure</a:t>
            </a:r>
            <a:r>
              <a:rPr sz="1800" i="1" spc="180" dirty="0">
                <a:latin typeface="Corbel"/>
                <a:cs typeface="Corbel"/>
              </a:rPr>
              <a:t> </a:t>
            </a:r>
            <a:r>
              <a:rPr sz="1800" i="1" dirty="0">
                <a:latin typeface="Corbel"/>
                <a:cs typeface="Corbel"/>
              </a:rPr>
              <a:t>that</a:t>
            </a:r>
            <a:r>
              <a:rPr sz="1800" i="1" spc="180" dirty="0">
                <a:latin typeface="Corbel"/>
                <a:cs typeface="Corbel"/>
              </a:rPr>
              <a:t> </a:t>
            </a:r>
            <a:r>
              <a:rPr sz="1800" i="1" dirty="0">
                <a:latin typeface="Corbel"/>
                <a:cs typeface="Corbel"/>
              </a:rPr>
              <a:t>the</a:t>
            </a:r>
            <a:r>
              <a:rPr sz="1800" i="1" spc="190" dirty="0">
                <a:latin typeface="Corbel"/>
                <a:cs typeface="Corbel"/>
              </a:rPr>
              <a:t> </a:t>
            </a:r>
            <a:r>
              <a:rPr sz="1800" i="1" dirty="0">
                <a:latin typeface="Corbel"/>
                <a:cs typeface="Corbel"/>
              </a:rPr>
              <a:t>operation</a:t>
            </a:r>
            <a:r>
              <a:rPr sz="1800" i="1" spc="190" dirty="0">
                <a:latin typeface="Corbel"/>
                <a:cs typeface="Corbel"/>
              </a:rPr>
              <a:t> </a:t>
            </a:r>
            <a:r>
              <a:rPr sz="1800" i="1" dirty="0">
                <a:latin typeface="Corbel"/>
                <a:cs typeface="Corbel"/>
              </a:rPr>
              <a:t>of</a:t>
            </a:r>
            <a:r>
              <a:rPr sz="1800" i="1" spc="175" dirty="0">
                <a:latin typeface="Corbel"/>
                <a:cs typeface="Corbel"/>
              </a:rPr>
              <a:t> </a:t>
            </a:r>
            <a:r>
              <a:rPr sz="1800" i="1" dirty="0">
                <a:latin typeface="Corbel"/>
                <a:cs typeface="Corbel"/>
              </a:rPr>
              <a:t>the</a:t>
            </a:r>
            <a:r>
              <a:rPr sz="1800" i="1" spc="190" dirty="0">
                <a:latin typeface="Corbel"/>
                <a:cs typeface="Corbel"/>
              </a:rPr>
              <a:t> </a:t>
            </a:r>
            <a:r>
              <a:rPr sz="1800" i="1" dirty="0">
                <a:latin typeface="Corbel"/>
                <a:cs typeface="Corbel"/>
              </a:rPr>
              <a:t>UA</a:t>
            </a:r>
            <a:r>
              <a:rPr sz="1800" i="1" spc="185" dirty="0">
                <a:latin typeface="Corbel"/>
                <a:cs typeface="Corbel"/>
              </a:rPr>
              <a:t> </a:t>
            </a:r>
            <a:r>
              <a:rPr sz="1800" i="1" dirty="0">
                <a:latin typeface="Corbel"/>
                <a:cs typeface="Corbel"/>
              </a:rPr>
              <a:t>shall</a:t>
            </a:r>
            <a:r>
              <a:rPr sz="1800" i="1" spc="185" dirty="0">
                <a:latin typeface="Corbel"/>
                <a:cs typeface="Corbel"/>
              </a:rPr>
              <a:t> </a:t>
            </a:r>
            <a:r>
              <a:rPr sz="1800" i="1" dirty="0">
                <a:latin typeface="Corbel"/>
                <a:cs typeface="Corbel"/>
              </a:rPr>
              <a:t>not</a:t>
            </a:r>
            <a:r>
              <a:rPr sz="1800" i="1" spc="185" dirty="0">
                <a:latin typeface="Corbel"/>
                <a:cs typeface="Corbel"/>
              </a:rPr>
              <a:t> </a:t>
            </a:r>
            <a:r>
              <a:rPr sz="1800" i="1" dirty="0">
                <a:latin typeface="Corbel"/>
                <a:cs typeface="Corbel"/>
              </a:rPr>
              <a:t>pose</a:t>
            </a:r>
            <a:r>
              <a:rPr sz="1800" i="1" spc="190" dirty="0">
                <a:latin typeface="Corbel"/>
                <a:cs typeface="Corbel"/>
              </a:rPr>
              <a:t> </a:t>
            </a:r>
            <a:r>
              <a:rPr sz="1800" i="1" spc="-50" dirty="0">
                <a:latin typeface="Corbel"/>
                <a:cs typeface="Corbel"/>
              </a:rPr>
              <a:t>a </a:t>
            </a:r>
            <a:r>
              <a:rPr sz="1800" i="1" dirty="0">
                <a:latin typeface="Corbel"/>
                <a:cs typeface="Corbel"/>
              </a:rPr>
              <a:t>hazard</a:t>
            </a:r>
            <a:r>
              <a:rPr sz="1800" i="1" spc="-40" dirty="0">
                <a:latin typeface="Corbel"/>
                <a:cs typeface="Corbel"/>
              </a:rPr>
              <a:t> </a:t>
            </a:r>
            <a:r>
              <a:rPr sz="1800" i="1" dirty="0">
                <a:latin typeface="Corbel"/>
                <a:cs typeface="Corbel"/>
              </a:rPr>
              <a:t>to</a:t>
            </a:r>
            <a:r>
              <a:rPr sz="1800" i="1" spc="-30" dirty="0">
                <a:latin typeface="Corbel"/>
                <a:cs typeface="Corbel"/>
              </a:rPr>
              <a:t> </a:t>
            </a:r>
            <a:r>
              <a:rPr sz="1800" i="1" dirty="0">
                <a:latin typeface="Corbel"/>
                <a:cs typeface="Corbel"/>
              </a:rPr>
              <a:t>other</a:t>
            </a:r>
            <a:r>
              <a:rPr sz="1800" i="1" spc="-35" dirty="0">
                <a:latin typeface="Corbel"/>
                <a:cs typeface="Corbel"/>
              </a:rPr>
              <a:t> </a:t>
            </a:r>
            <a:r>
              <a:rPr sz="1800" i="1" dirty="0">
                <a:latin typeface="Corbel"/>
                <a:cs typeface="Corbel"/>
              </a:rPr>
              <a:t>aircraft,</a:t>
            </a:r>
            <a:r>
              <a:rPr sz="1800" i="1" spc="-35" dirty="0">
                <a:latin typeface="Corbel"/>
                <a:cs typeface="Corbel"/>
              </a:rPr>
              <a:t> </a:t>
            </a:r>
            <a:r>
              <a:rPr sz="1800" i="1" dirty="0">
                <a:latin typeface="Corbel"/>
                <a:cs typeface="Corbel"/>
              </a:rPr>
              <a:t>people</a:t>
            </a:r>
            <a:r>
              <a:rPr sz="1800" i="1" spc="-35" dirty="0">
                <a:latin typeface="Corbel"/>
                <a:cs typeface="Corbel"/>
              </a:rPr>
              <a:t> </a:t>
            </a:r>
            <a:r>
              <a:rPr sz="1800" i="1" dirty="0">
                <a:latin typeface="Corbel"/>
                <a:cs typeface="Corbel"/>
              </a:rPr>
              <a:t>or</a:t>
            </a:r>
            <a:r>
              <a:rPr sz="1800" i="1" spc="-35" dirty="0">
                <a:latin typeface="Corbel"/>
                <a:cs typeface="Corbel"/>
              </a:rPr>
              <a:t> </a:t>
            </a:r>
            <a:r>
              <a:rPr sz="1800" i="1" spc="-10" dirty="0">
                <a:latin typeface="Corbel"/>
                <a:cs typeface="Corbel"/>
              </a:rPr>
              <a:t>property,</a:t>
            </a:r>
            <a:r>
              <a:rPr sz="1800" i="1" spc="-40" dirty="0">
                <a:latin typeface="Corbel"/>
                <a:cs typeface="Corbel"/>
              </a:rPr>
              <a:t> </a:t>
            </a:r>
            <a:r>
              <a:rPr sz="1800" i="1" dirty="0">
                <a:latin typeface="Corbel"/>
                <a:cs typeface="Corbel"/>
              </a:rPr>
              <a:t>and/or</a:t>
            </a:r>
            <a:r>
              <a:rPr sz="1800" i="1" spc="-35" dirty="0">
                <a:latin typeface="Corbel"/>
                <a:cs typeface="Corbel"/>
              </a:rPr>
              <a:t> </a:t>
            </a:r>
            <a:r>
              <a:rPr sz="1800" i="1" dirty="0">
                <a:latin typeface="Corbel"/>
                <a:cs typeface="Corbel"/>
              </a:rPr>
              <a:t>cause</a:t>
            </a:r>
            <a:r>
              <a:rPr sz="1800" i="1" spc="-30" dirty="0">
                <a:latin typeface="Corbel"/>
                <a:cs typeface="Corbel"/>
              </a:rPr>
              <a:t> </a:t>
            </a:r>
            <a:r>
              <a:rPr sz="1800" i="1" dirty="0">
                <a:latin typeface="Corbel"/>
                <a:cs typeface="Corbel"/>
              </a:rPr>
              <a:t>injury/death</a:t>
            </a:r>
            <a:r>
              <a:rPr sz="1800" i="1" spc="-50" dirty="0">
                <a:latin typeface="Corbel"/>
                <a:cs typeface="Corbel"/>
              </a:rPr>
              <a:t> </a:t>
            </a:r>
            <a:r>
              <a:rPr sz="1800" i="1" dirty="0">
                <a:latin typeface="Corbel"/>
                <a:cs typeface="Corbel"/>
              </a:rPr>
              <a:t>to</a:t>
            </a:r>
            <a:r>
              <a:rPr sz="1800" i="1" spc="-30" dirty="0">
                <a:latin typeface="Corbel"/>
                <a:cs typeface="Corbel"/>
              </a:rPr>
              <a:t> </a:t>
            </a:r>
            <a:r>
              <a:rPr sz="1800" i="1" dirty="0">
                <a:latin typeface="Corbel"/>
                <a:cs typeface="Corbel"/>
              </a:rPr>
              <a:t>people</a:t>
            </a:r>
            <a:r>
              <a:rPr sz="1800" i="1" spc="-35" dirty="0">
                <a:latin typeface="Corbel"/>
                <a:cs typeface="Corbel"/>
              </a:rPr>
              <a:t> </a:t>
            </a:r>
            <a:r>
              <a:rPr sz="1800" i="1" dirty="0">
                <a:latin typeface="Corbel"/>
                <a:cs typeface="Corbel"/>
              </a:rPr>
              <a:t>and/or</a:t>
            </a:r>
            <a:r>
              <a:rPr sz="1800" i="1" spc="-35" dirty="0">
                <a:latin typeface="Corbel"/>
                <a:cs typeface="Corbel"/>
              </a:rPr>
              <a:t> </a:t>
            </a:r>
            <a:r>
              <a:rPr sz="1800" i="1" dirty="0">
                <a:latin typeface="Corbel"/>
                <a:cs typeface="Corbel"/>
              </a:rPr>
              <a:t>damage</a:t>
            </a:r>
            <a:r>
              <a:rPr sz="1800" i="1" spc="-35" dirty="0">
                <a:latin typeface="Corbel"/>
                <a:cs typeface="Corbel"/>
              </a:rPr>
              <a:t> </a:t>
            </a:r>
            <a:r>
              <a:rPr sz="1800" i="1" dirty="0">
                <a:latin typeface="Corbel"/>
                <a:cs typeface="Corbel"/>
              </a:rPr>
              <a:t>to</a:t>
            </a:r>
            <a:r>
              <a:rPr sz="1800" i="1" spc="-30" dirty="0">
                <a:latin typeface="Corbel"/>
                <a:cs typeface="Corbel"/>
              </a:rPr>
              <a:t> </a:t>
            </a:r>
            <a:r>
              <a:rPr sz="1800" i="1" spc="-10" dirty="0">
                <a:latin typeface="Corbel"/>
                <a:cs typeface="Corbel"/>
              </a:rPr>
              <a:t>properties</a:t>
            </a:r>
            <a:endParaRPr sz="1800">
              <a:latin typeface="Corbel"/>
              <a:cs typeface="Corbe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417319" y="414527"/>
            <a:ext cx="7909559" cy="878205"/>
            <a:chOff x="1417319" y="414527"/>
            <a:chExt cx="7909559" cy="878205"/>
          </a:xfrm>
        </p:grpSpPr>
        <p:pic>
          <p:nvPicPr>
            <p:cNvPr id="4" name="object 4"/>
            <p:cNvPicPr/>
            <p:nvPr/>
          </p:nvPicPr>
          <p:blipFill>
            <a:blip r:embed="rId2" cstate="print"/>
            <a:stretch>
              <a:fillRect/>
            </a:stretch>
          </p:blipFill>
          <p:spPr>
            <a:xfrm>
              <a:off x="1417319" y="414527"/>
              <a:ext cx="2313432" cy="573024"/>
            </a:xfrm>
            <a:prstGeom prst="rect">
              <a:avLst/>
            </a:prstGeom>
          </p:spPr>
        </p:pic>
        <p:pic>
          <p:nvPicPr>
            <p:cNvPr id="5" name="object 5"/>
            <p:cNvPicPr/>
            <p:nvPr/>
          </p:nvPicPr>
          <p:blipFill>
            <a:blip r:embed="rId3" cstate="print"/>
            <a:stretch>
              <a:fillRect/>
            </a:stretch>
          </p:blipFill>
          <p:spPr>
            <a:xfrm>
              <a:off x="1417319" y="719327"/>
              <a:ext cx="7909559" cy="573024"/>
            </a:xfrm>
            <a:prstGeom prst="rect">
              <a:avLst/>
            </a:prstGeom>
          </p:spPr>
        </p:pic>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35" dirty="0">
                <a:latin typeface="Corbel"/>
                <a:cs typeface="Corbel"/>
              </a:rPr>
              <a:t> </a:t>
            </a:r>
            <a:r>
              <a:rPr b="1" dirty="0">
                <a:latin typeface="Corbel"/>
                <a:cs typeface="Corbel"/>
              </a:rPr>
              <a:t>05</a:t>
            </a:r>
            <a:r>
              <a:rPr b="1" spc="-35" dirty="0">
                <a:latin typeface="Corbel"/>
                <a:cs typeface="Corbel"/>
              </a:rPr>
              <a:t> </a:t>
            </a:r>
            <a:r>
              <a:rPr b="1" dirty="0">
                <a:latin typeface="Corbel"/>
                <a:cs typeface="Corbel"/>
              </a:rPr>
              <a:t>00:</a:t>
            </a:r>
            <a:r>
              <a:rPr b="1" spc="-30" dirty="0">
                <a:latin typeface="Corbel"/>
                <a:cs typeface="Corbel"/>
              </a:rPr>
              <a:t> </a:t>
            </a:r>
            <a:r>
              <a:rPr b="1" spc="-10" dirty="0">
                <a:latin typeface="Corbel"/>
                <a:cs typeface="Corbel"/>
              </a:rPr>
              <a:t>Permits</a:t>
            </a:r>
          </a:p>
          <a:p>
            <a:pPr marL="12700">
              <a:lnSpc>
                <a:spcPct val="100000"/>
              </a:lnSpc>
            </a:pPr>
            <a:r>
              <a:rPr dirty="0"/>
              <a:t>030</a:t>
            </a:r>
            <a:r>
              <a:rPr spc="-75" dirty="0"/>
              <a:t> </a:t>
            </a:r>
            <a:r>
              <a:rPr dirty="0"/>
              <a:t>05</a:t>
            </a:r>
            <a:r>
              <a:rPr spc="-25" dirty="0"/>
              <a:t> </a:t>
            </a:r>
            <a:r>
              <a:rPr spc="-20" dirty="0"/>
              <a:t>02:</a:t>
            </a:r>
            <a:r>
              <a:rPr spc="-85" dirty="0"/>
              <a:t> </a:t>
            </a:r>
            <a:r>
              <a:rPr dirty="0"/>
              <a:t>Operator</a:t>
            </a:r>
            <a:r>
              <a:rPr spc="-25" dirty="0"/>
              <a:t> Permit</a:t>
            </a:r>
            <a:r>
              <a:rPr spc="-75" dirty="0"/>
              <a:t> </a:t>
            </a:r>
            <a:r>
              <a:rPr dirty="0"/>
              <a:t>Conditions</a:t>
            </a:r>
            <a:r>
              <a:rPr spc="-25" dirty="0"/>
              <a:t> </a:t>
            </a:r>
            <a:r>
              <a:rPr dirty="0"/>
              <a:t>that</a:t>
            </a:r>
            <a:r>
              <a:rPr spc="-25" dirty="0"/>
              <a:t> </a:t>
            </a:r>
            <a:r>
              <a:rPr dirty="0"/>
              <a:t>are</a:t>
            </a:r>
            <a:r>
              <a:rPr spc="-25" dirty="0"/>
              <a:t> </a:t>
            </a:r>
            <a:r>
              <a:rPr dirty="0"/>
              <a:t>applicable</a:t>
            </a:r>
            <a:r>
              <a:rPr spc="-25" dirty="0"/>
              <a:t> </a:t>
            </a:r>
            <a:r>
              <a:rPr dirty="0"/>
              <a:t>to</a:t>
            </a:r>
            <a:r>
              <a:rPr spc="-30" dirty="0"/>
              <a:t> </a:t>
            </a:r>
            <a:r>
              <a:rPr dirty="0"/>
              <a:t>the</a:t>
            </a:r>
            <a:r>
              <a:rPr spc="-75" dirty="0"/>
              <a:t> </a:t>
            </a:r>
            <a:r>
              <a:rPr dirty="0"/>
              <a:t>UA</a:t>
            </a:r>
            <a:r>
              <a:rPr spc="-30" dirty="0"/>
              <a:t> </a:t>
            </a:r>
            <a:r>
              <a:rPr spc="-10" dirty="0"/>
              <a:t>Pilot</a:t>
            </a:r>
          </a:p>
        </p:txBody>
      </p:sp>
      <p:pic>
        <p:nvPicPr>
          <p:cNvPr id="7" name="object 7"/>
          <p:cNvPicPr/>
          <p:nvPr/>
        </p:nvPicPr>
        <p:blipFill>
          <a:blip r:embed="rId4" cstate="print"/>
          <a:stretch>
            <a:fillRect/>
          </a:stretch>
        </p:blipFill>
        <p:spPr>
          <a:xfrm>
            <a:off x="1417319" y="1414272"/>
            <a:ext cx="3078480" cy="573024"/>
          </a:xfrm>
          <a:prstGeom prst="rect">
            <a:avLst/>
          </a:prstGeom>
        </p:spPr>
      </p:pic>
      <p:sp>
        <p:nvSpPr>
          <p:cNvPr id="8" name="object 8"/>
          <p:cNvSpPr txBox="1"/>
          <p:nvPr/>
        </p:nvSpPr>
        <p:spPr>
          <a:xfrm>
            <a:off x="1563048" y="1295517"/>
            <a:ext cx="10357485" cy="4660900"/>
          </a:xfrm>
          <a:prstGeom prst="rect">
            <a:avLst/>
          </a:prstGeom>
        </p:spPr>
        <p:txBody>
          <a:bodyPr vert="horz" wrap="square" lIns="0" tIns="190500" rIns="0" bIns="0" rtlCol="0">
            <a:spAutoFit/>
          </a:bodyPr>
          <a:lstStyle/>
          <a:p>
            <a:pPr marL="12700">
              <a:lnSpc>
                <a:spcPct val="100000"/>
              </a:lnSpc>
              <a:spcBef>
                <a:spcPts val="1500"/>
              </a:spcBef>
            </a:pPr>
            <a:r>
              <a:rPr sz="2000" dirty="0">
                <a:latin typeface="Corbel"/>
                <a:cs typeface="Corbel"/>
              </a:rPr>
              <a:t>Activity</a:t>
            </a:r>
            <a:r>
              <a:rPr sz="2000" spc="-35" dirty="0">
                <a:latin typeface="Corbel"/>
                <a:cs typeface="Corbel"/>
              </a:rPr>
              <a:t> </a:t>
            </a:r>
            <a:r>
              <a:rPr sz="2000" spc="-25" dirty="0">
                <a:latin typeface="Corbel"/>
                <a:cs typeface="Corbel"/>
              </a:rPr>
              <a:t>Permit</a:t>
            </a:r>
            <a:r>
              <a:rPr sz="2000" spc="-75" dirty="0">
                <a:latin typeface="Corbel"/>
                <a:cs typeface="Corbel"/>
              </a:rPr>
              <a:t> </a:t>
            </a:r>
            <a:r>
              <a:rPr sz="2000" spc="-10" dirty="0">
                <a:latin typeface="Corbel"/>
                <a:cs typeface="Corbel"/>
              </a:rPr>
              <a:t>Conditions</a:t>
            </a:r>
            <a:endParaRPr sz="2000">
              <a:latin typeface="Corbel"/>
              <a:cs typeface="Corbel"/>
            </a:endParaRPr>
          </a:p>
          <a:p>
            <a:pPr>
              <a:lnSpc>
                <a:spcPct val="100000"/>
              </a:lnSpc>
              <a:spcBef>
                <a:spcPts val="185"/>
              </a:spcBef>
            </a:pPr>
            <a:endParaRPr sz="2000">
              <a:latin typeface="Corbel"/>
              <a:cs typeface="Corbel"/>
            </a:endParaRPr>
          </a:p>
          <a:p>
            <a:pPr marL="297815" indent="-285115">
              <a:lnSpc>
                <a:spcPct val="100000"/>
              </a:lnSpc>
              <a:buClr>
                <a:srgbClr val="1482AC"/>
              </a:buClr>
              <a:buSzPct val="144444"/>
              <a:buFont typeface="Arial MT"/>
              <a:buChar char="•"/>
              <a:tabLst>
                <a:tab pos="297815" algn="l"/>
              </a:tabLst>
            </a:pPr>
            <a:r>
              <a:rPr sz="1800" i="1" spc="-10" dirty="0">
                <a:latin typeface="Corbel"/>
                <a:cs typeface="Corbel"/>
              </a:rPr>
              <a:t>The</a:t>
            </a:r>
            <a:r>
              <a:rPr sz="1800" i="1" spc="-85" dirty="0">
                <a:latin typeface="Corbel"/>
                <a:cs typeface="Corbel"/>
              </a:rPr>
              <a:t> </a:t>
            </a:r>
            <a:r>
              <a:rPr sz="1800" i="1" dirty="0">
                <a:latin typeface="Corbel"/>
                <a:cs typeface="Corbel"/>
              </a:rPr>
              <a:t>Operator</a:t>
            </a:r>
            <a:r>
              <a:rPr sz="1800" i="1" spc="-50" dirty="0">
                <a:latin typeface="Corbel"/>
                <a:cs typeface="Corbel"/>
              </a:rPr>
              <a:t> </a:t>
            </a:r>
            <a:r>
              <a:rPr sz="1800" i="1" dirty="0">
                <a:latin typeface="Corbel"/>
                <a:cs typeface="Corbel"/>
              </a:rPr>
              <a:t>shall</a:t>
            </a:r>
            <a:r>
              <a:rPr sz="1800" i="1" spc="-20" dirty="0">
                <a:latin typeface="Corbel"/>
                <a:cs typeface="Corbel"/>
              </a:rPr>
              <a:t> </a:t>
            </a:r>
            <a:r>
              <a:rPr sz="1800" i="1" dirty="0">
                <a:latin typeface="Corbel"/>
                <a:cs typeface="Corbel"/>
              </a:rPr>
              <a:t>only</a:t>
            </a:r>
            <a:r>
              <a:rPr sz="1800" i="1" spc="-30" dirty="0">
                <a:latin typeface="Corbel"/>
                <a:cs typeface="Corbel"/>
              </a:rPr>
              <a:t> </a:t>
            </a:r>
            <a:r>
              <a:rPr sz="1800" i="1" dirty="0">
                <a:latin typeface="Corbel"/>
                <a:cs typeface="Corbel"/>
              </a:rPr>
              <a:t>operate</a:t>
            </a:r>
            <a:r>
              <a:rPr sz="1800" i="1" spc="-20" dirty="0">
                <a:latin typeface="Corbel"/>
                <a:cs typeface="Corbel"/>
              </a:rPr>
              <a:t> </a:t>
            </a:r>
            <a:r>
              <a:rPr sz="1800" i="1" spc="-10" dirty="0">
                <a:latin typeface="Corbel"/>
                <a:cs typeface="Corbel"/>
              </a:rPr>
              <a:t>the</a:t>
            </a:r>
            <a:r>
              <a:rPr sz="1800" i="1" spc="-80" dirty="0">
                <a:latin typeface="Corbel"/>
                <a:cs typeface="Corbel"/>
              </a:rPr>
              <a:t> </a:t>
            </a:r>
            <a:r>
              <a:rPr sz="1800" i="1" dirty="0">
                <a:latin typeface="Corbel"/>
                <a:cs typeface="Corbel"/>
              </a:rPr>
              <a:t>UA</a:t>
            </a:r>
            <a:r>
              <a:rPr sz="1800" i="1" spc="-30" dirty="0">
                <a:latin typeface="Corbel"/>
                <a:cs typeface="Corbel"/>
              </a:rPr>
              <a:t> </a:t>
            </a:r>
            <a:r>
              <a:rPr sz="1800" i="1" dirty="0">
                <a:latin typeface="Corbel"/>
                <a:cs typeface="Corbel"/>
              </a:rPr>
              <a:t>within</a:t>
            </a:r>
            <a:r>
              <a:rPr sz="1800" i="1" spc="-20"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scope</a:t>
            </a:r>
            <a:r>
              <a:rPr sz="1800" i="1" spc="-20" dirty="0">
                <a:latin typeface="Corbel"/>
                <a:cs typeface="Corbel"/>
              </a:rPr>
              <a:t> </a:t>
            </a:r>
            <a:r>
              <a:rPr sz="1800" i="1" dirty="0">
                <a:latin typeface="Corbel"/>
                <a:cs typeface="Corbel"/>
              </a:rPr>
              <a:t>of</a:t>
            </a:r>
            <a:r>
              <a:rPr sz="1800" i="1" spc="-35" dirty="0">
                <a:latin typeface="Corbel"/>
                <a:cs typeface="Corbel"/>
              </a:rPr>
              <a:t> </a:t>
            </a:r>
            <a:r>
              <a:rPr sz="1800" i="1" dirty="0">
                <a:latin typeface="Corbel"/>
                <a:cs typeface="Corbel"/>
              </a:rPr>
              <a:t>the</a:t>
            </a:r>
            <a:r>
              <a:rPr sz="1800" i="1" spc="-20" dirty="0">
                <a:latin typeface="Corbel"/>
                <a:cs typeface="Corbel"/>
              </a:rPr>
              <a:t> </a:t>
            </a:r>
            <a:r>
              <a:rPr sz="1800" i="1" dirty="0">
                <a:latin typeface="Corbel"/>
                <a:cs typeface="Corbel"/>
              </a:rPr>
              <a:t>activity</a:t>
            </a:r>
            <a:r>
              <a:rPr sz="1800" i="1" spc="-25" dirty="0">
                <a:latin typeface="Corbel"/>
                <a:cs typeface="Corbel"/>
              </a:rPr>
              <a:t> </a:t>
            </a:r>
            <a:r>
              <a:rPr sz="1800" i="1" spc="-10" dirty="0">
                <a:latin typeface="Corbel"/>
                <a:cs typeface="Corbel"/>
              </a:rPr>
              <a:t>permit</a:t>
            </a:r>
            <a:endParaRPr sz="1800">
              <a:latin typeface="Corbel"/>
              <a:cs typeface="Corbel"/>
            </a:endParaRPr>
          </a:p>
          <a:p>
            <a:pPr marL="298450" marR="5715" indent="-285750" algn="just">
              <a:lnSpc>
                <a:spcPts val="2090"/>
              </a:lnSpc>
              <a:spcBef>
                <a:spcPts val="1185"/>
              </a:spcBef>
              <a:buClr>
                <a:srgbClr val="1482AC"/>
              </a:buClr>
              <a:buSzPct val="144444"/>
              <a:buFont typeface="Arial MT"/>
              <a:buChar char="•"/>
              <a:tabLst>
                <a:tab pos="298450" algn="l"/>
              </a:tabLst>
            </a:pPr>
            <a:r>
              <a:rPr sz="1800" i="1" dirty="0">
                <a:latin typeface="Corbel"/>
                <a:cs typeface="Corbel"/>
              </a:rPr>
              <a:t>The</a:t>
            </a:r>
            <a:r>
              <a:rPr sz="1800" i="1" spc="-20" dirty="0">
                <a:latin typeface="Corbel"/>
                <a:cs typeface="Corbel"/>
              </a:rPr>
              <a:t> </a:t>
            </a:r>
            <a:r>
              <a:rPr sz="1800" i="1" dirty="0">
                <a:latin typeface="Corbel"/>
                <a:cs typeface="Corbel"/>
              </a:rPr>
              <a:t>operator</a:t>
            </a:r>
            <a:r>
              <a:rPr sz="1800" i="1" spc="-20" dirty="0">
                <a:latin typeface="Corbel"/>
                <a:cs typeface="Corbel"/>
              </a:rPr>
              <a:t> </a:t>
            </a:r>
            <a:r>
              <a:rPr sz="1800" i="1" dirty="0">
                <a:latin typeface="Corbel"/>
                <a:cs typeface="Corbel"/>
              </a:rPr>
              <a:t>shall</a:t>
            </a:r>
            <a:r>
              <a:rPr sz="1800" i="1" spc="-20" dirty="0">
                <a:latin typeface="Corbel"/>
                <a:cs typeface="Corbel"/>
              </a:rPr>
              <a:t> </a:t>
            </a:r>
            <a:r>
              <a:rPr sz="1800" i="1" dirty="0">
                <a:latin typeface="Corbel"/>
                <a:cs typeface="Corbel"/>
              </a:rPr>
              <a:t>ensure</a:t>
            </a:r>
            <a:r>
              <a:rPr sz="1800" i="1" spc="-20" dirty="0">
                <a:latin typeface="Corbel"/>
                <a:cs typeface="Corbel"/>
              </a:rPr>
              <a:t> </a:t>
            </a:r>
            <a:r>
              <a:rPr sz="1800" i="1" dirty="0">
                <a:latin typeface="Corbel"/>
                <a:cs typeface="Corbel"/>
              </a:rPr>
              <a:t>that</a:t>
            </a:r>
            <a:r>
              <a:rPr sz="1800" i="1" spc="-20" dirty="0">
                <a:latin typeface="Corbel"/>
                <a:cs typeface="Corbel"/>
              </a:rPr>
              <a:t> </a:t>
            </a:r>
            <a:r>
              <a:rPr sz="1800" i="1" dirty="0">
                <a:latin typeface="Corbel"/>
                <a:cs typeface="Corbel"/>
              </a:rPr>
              <a:t>the</a:t>
            </a:r>
            <a:r>
              <a:rPr sz="1800" i="1" spc="-20" dirty="0">
                <a:latin typeface="Corbel"/>
                <a:cs typeface="Corbel"/>
              </a:rPr>
              <a:t> </a:t>
            </a:r>
            <a:r>
              <a:rPr sz="1800" i="1" dirty="0">
                <a:latin typeface="Corbel"/>
                <a:cs typeface="Corbel"/>
              </a:rPr>
              <a:t>UA</a:t>
            </a:r>
            <a:r>
              <a:rPr sz="1800" i="1" spc="-20" dirty="0">
                <a:latin typeface="Corbel"/>
                <a:cs typeface="Corbel"/>
              </a:rPr>
              <a:t> </a:t>
            </a:r>
            <a:r>
              <a:rPr sz="1800" i="1" dirty="0">
                <a:latin typeface="Corbel"/>
                <a:cs typeface="Corbel"/>
              </a:rPr>
              <a:t>maintain</a:t>
            </a:r>
            <a:r>
              <a:rPr sz="1800" i="1" spc="-20" dirty="0">
                <a:latin typeface="Corbel"/>
                <a:cs typeface="Corbel"/>
              </a:rPr>
              <a:t> </a:t>
            </a:r>
            <a:r>
              <a:rPr sz="1800" i="1" dirty="0">
                <a:latin typeface="Corbel"/>
                <a:cs typeface="Corbel"/>
              </a:rPr>
              <a:t>an</a:t>
            </a:r>
            <a:r>
              <a:rPr sz="1800" i="1" spc="-20" dirty="0">
                <a:latin typeface="Corbel"/>
                <a:cs typeface="Corbel"/>
              </a:rPr>
              <a:t> </a:t>
            </a:r>
            <a:r>
              <a:rPr sz="1800" i="1" dirty="0">
                <a:latin typeface="Corbel"/>
                <a:cs typeface="Corbel"/>
              </a:rPr>
              <a:t>adequate</a:t>
            </a:r>
            <a:r>
              <a:rPr sz="1800" i="1" spc="-15" dirty="0">
                <a:latin typeface="Corbel"/>
                <a:cs typeface="Corbel"/>
              </a:rPr>
              <a:t> </a:t>
            </a:r>
            <a:r>
              <a:rPr sz="1800" i="1" dirty="0">
                <a:latin typeface="Corbel"/>
                <a:cs typeface="Corbel"/>
              </a:rPr>
              <a:t>safety</a:t>
            </a:r>
            <a:r>
              <a:rPr sz="1800" i="1" spc="-20" dirty="0">
                <a:latin typeface="Corbel"/>
                <a:cs typeface="Corbel"/>
              </a:rPr>
              <a:t> </a:t>
            </a:r>
            <a:r>
              <a:rPr sz="1800" i="1" dirty="0">
                <a:latin typeface="Corbel"/>
                <a:cs typeface="Corbel"/>
              </a:rPr>
              <a:t>distance</a:t>
            </a:r>
            <a:r>
              <a:rPr sz="1800" i="1" spc="-20" dirty="0">
                <a:latin typeface="Corbel"/>
                <a:cs typeface="Corbel"/>
              </a:rPr>
              <a:t> </a:t>
            </a:r>
            <a:r>
              <a:rPr sz="1800" i="1" dirty="0">
                <a:latin typeface="Corbel"/>
                <a:cs typeface="Corbel"/>
              </a:rPr>
              <a:t>and</a:t>
            </a:r>
            <a:r>
              <a:rPr sz="1800" i="1" spc="-20" dirty="0">
                <a:latin typeface="Corbel"/>
                <a:cs typeface="Corbel"/>
              </a:rPr>
              <a:t> </a:t>
            </a:r>
            <a:r>
              <a:rPr sz="1800" i="1" dirty="0">
                <a:latin typeface="Corbel"/>
                <a:cs typeface="Corbel"/>
              </a:rPr>
              <a:t>not</a:t>
            </a:r>
            <a:r>
              <a:rPr sz="1800" i="1" spc="-25" dirty="0">
                <a:latin typeface="Corbel"/>
                <a:cs typeface="Corbel"/>
              </a:rPr>
              <a:t> </a:t>
            </a:r>
            <a:r>
              <a:rPr sz="1800" i="1" dirty="0">
                <a:latin typeface="Corbel"/>
                <a:cs typeface="Corbel"/>
              </a:rPr>
              <a:t>overfly</a:t>
            </a:r>
            <a:r>
              <a:rPr sz="1800" i="1" spc="-15" dirty="0">
                <a:latin typeface="Corbel"/>
                <a:cs typeface="Corbel"/>
              </a:rPr>
              <a:t> </a:t>
            </a:r>
            <a:r>
              <a:rPr sz="1800" i="1" dirty="0">
                <a:latin typeface="Corbel"/>
                <a:cs typeface="Corbel"/>
              </a:rPr>
              <a:t>all</a:t>
            </a:r>
            <a:r>
              <a:rPr sz="1800" i="1" spc="-20" dirty="0">
                <a:latin typeface="Corbel"/>
                <a:cs typeface="Corbel"/>
              </a:rPr>
              <a:t> </a:t>
            </a:r>
            <a:r>
              <a:rPr sz="1800" i="1" dirty="0">
                <a:latin typeface="Corbel"/>
                <a:cs typeface="Corbel"/>
              </a:rPr>
              <a:t>persons,</a:t>
            </a:r>
            <a:r>
              <a:rPr sz="1800" i="1" spc="-25" dirty="0">
                <a:latin typeface="Corbel"/>
                <a:cs typeface="Corbel"/>
              </a:rPr>
              <a:t> </a:t>
            </a:r>
            <a:r>
              <a:rPr sz="1800" i="1" spc="-10" dirty="0">
                <a:latin typeface="Corbel"/>
                <a:cs typeface="Corbel"/>
              </a:rPr>
              <a:t>public </a:t>
            </a:r>
            <a:r>
              <a:rPr sz="1800" i="1" dirty="0">
                <a:latin typeface="Corbel"/>
                <a:cs typeface="Corbel"/>
              </a:rPr>
              <a:t>road,</a:t>
            </a:r>
            <a:r>
              <a:rPr sz="1800" i="1" spc="-50" dirty="0">
                <a:latin typeface="Corbel"/>
                <a:cs typeface="Corbel"/>
              </a:rPr>
              <a:t> </a:t>
            </a:r>
            <a:r>
              <a:rPr sz="1800" i="1" dirty="0">
                <a:latin typeface="Corbel"/>
                <a:cs typeface="Corbel"/>
              </a:rPr>
              <a:t>vehicle</a:t>
            </a:r>
            <a:r>
              <a:rPr sz="1800" i="1" spc="-25" dirty="0">
                <a:latin typeface="Corbel"/>
                <a:cs typeface="Corbel"/>
              </a:rPr>
              <a:t> </a:t>
            </a:r>
            <a:r>
              <a:rPr sz="1800" i="1" dirty="0">
                <a:latin typeface="Corbel"/>
                <a:cs typeface="Corbel"/>
              </a:rPr>
              <a:t>and</a:t>
            </a:r>
            <a:r>
              <a:rPr sz="1800" i="1" spc="-25" dirty="0">
                <a:latin typeface="Corbel"/>
                <a:cs typeface="Corbel"/>
              </a:rPr>
              <a:t> </a:t>
            </a:r>
            <a:r>
              <a:rPr sz="1800" i="1" dirty="0">
                <a:latin typeface="Corbel"/>
                <a:cs typeface="Corbel"/>
              </a:rPr>
              <a:t>structures</a:t>
            </a:r>
            <a:r>
              <a:rPr sz="1800" i="1" spc="-40" dirty="0">
                <a:latin typeface="Corbel"/>
                <a:cs typeface="Corbel"/>
              </a:rPr>
              <a:t> </a:t>
            </a:r>
            <a:r>
              <a:rPr sz="1800" i="1" dirty="0">
                <a:latin typeface="Corbel"/>
                <a:cs typeface="Corbel"/>
              </a:rPr>
              <a:t>that</a:t>
            </a:r>
            <a:r>
              <a:rPr sz="1800" i="1" spc="-25" dirty="0">
                <a:latin typeface="Corbel"/>
                <a:cs typeface="Corbel"/>
              </a:rPr>
              <a:t> </a:t>
            </a:r>
            <a:r>
              <a:rPr sz="1800" i="1" dirty="0">
                <a:latin typeface="Corbel"/>
                <a:cs typeface="Corbel"/>
              </a:rPr>
              <a:t>are</a:t>
            </a:r>
            <a:r>
              <a:rPr sz="1800" i="1" spc="-25" dirty="0">
                <a:latin typeface="Corbel"/>
                <a:cs typeface="Corbel"/>
              </a:rPr>
              <a:t> </a:t>
            </a:r>
            <a:r>
              <a:rPr sz="1800" i="1" dirty="0">
                <a:latin typeface="Corbel"/>
                <a:cs typeface="Corbel"/>
              </a:rPr>
              <a:t>not</a:t>
            </a:r>
            <a:r>
              <a:rPr sz="1800" i="1" spc="-30" dirty="0">
                <a:latin typeface="Corbel"/>
                <a:cs typeface="Corbel"/>
              </a:rPr>
              <a:t> </a:t>
            </a:r>
            <a:r>
              <a:rPr sz="1800" i="1" dirty="0">
                <a:latin typeface="Corbel"/>
                <a:cs typeface="Corbel"/>
              </a:rPr>
              <a:t>involved</a:t>
            </a:r>
            <a:r>
              <a:rPr sz="1800" i="1" spc="-30" dirty="0">
                <a:latin typeface="Corbel"/>
                <a:cs typeface="Corbel"/>
              </a:rPr>
              <a:t> </a:t>
            </a:r>
            <a:r>
              <a:rPr sz="1800" i="1" dirty="0">
                <a:latin typeface="Corbel"/>
                <a:cs typeface="Corbel"/>
              </a:rPr>
              <a:t>in</a:t>
            </a:r>
            <a:r>
              <a:rPr sz="1800" i="1" spc="-25" dirty="0">
                <a:latin typeface="Corbel"/>
                <a:cs typeface="Corbel"/>
              </a:rPr>
              <a:t> </a:t>
            </a:r>
            <a:r>
              <a:rPr sz="1800" i="1" spc="-10" dirty="0">
                <a:latin typeface="Corbel"/>
                <a:cs typeface="Corbel"/>
              </a:rPr>
              <a:t>the</a:t>
            </a:r>
            <a:r>
              <a:rPr sz="1800" i="1" spc="-80" dirty="0">
                <a:latin typeface="Corbel"/>
                <a:cs typeface="Corbel"/>
              </a:rPr>
              <a:t> </a:t>
            </a:r>
            <a:r>
              <a:rPr sz="1800" i="1" dirty="0">
                <a:latin typeface="Corbel"/>
                <a:cs typeface="Corbel"/>
              </a:rPr>
              <a:t>UA</a:t>
            </a:r>
            <a:r>
              <a:rPr sz="1800" i="1" spc="-25" dirty="0">
                <a:latin typeface="Corbel"/>
                <a:cs typeface="Corbel"/>
              </a:rPr>
              <a:t> </a:t>
            </a:r>
            <a:r>
              <a:rPr sz="1800" i="1" spc="-10" dirty="0">
                <a:latin typeface="Corbel"/>
                <a:cs typeface="Corbel"/>
              </a:rPr>
              <a:t>activity.</a:t>
            </a:r>
            <a:endParaRPr sz="1800">
              <a:latin typeface="Corbel"/>
              <a:cs typeface="Corbel"/>
            </a:endParaRPr>
          </a:p>
          <a:p>
            <a:pPr marL="298450" marR="5080" indent="-285750" algn="just">
              <a:lnSpc>
                <a:spcPct val="100600"/>
              </a:lnSpc>
              <a:spcBef>
                <a:spcPts val="980"/>
              </a:spcBef>
              <a:buClr>
                <a:srgbClr val="1482AC"/>
              </a:buClr>
              <a:buSzPct val="144444"/>
              <a:buFont typeface="Arial MT"/>
              <a:buChar char="•"/>
              <a:tabLst>
                <a:tab pos="298450" algn="l"/>
              </a:tabLst>
            </a:pPr>
            <a:r>
              <a:rPr sz="1800" i="1" dirty="0">
                <a:latin typeface="Corbel"/>
                <a:cs typeface="Corbel"/>
              </a:rPr>
              <a:t>The</a:t>
            </a:r>
            <a:r>
              <a:rPr sz="1800" i="1" spc="330" dirty="0">
                <a:latin typeface="Corbel"/>
                <a:cs typeface="Corbel"/>
              </a:rPr>
              <a:t> </a:t>
            </a:r>
            <a:r>
              <a:rPr sz="1800" i="1" dirty="0">
                <a:latin typeface="Corbel"/>
                <a:cs typeface="Corbel"/>
              </a:rPr>
              <a:t>operator</a:t>
            </a:r>
            <a:r>
              <a:rPr sz="1800" i="1" spc="330" dirty="0">
                <a:latin typeface="Corbel"/>
                <a:cs typeface="Corbel"/>
              </a:rPr>
              <a:t> </a:t>
            </a:r>
            <a:r>
              <a:rPr sz="1800" i="1" u="sng" dirty="0">
                <a:uFill>
                  <a:solidFill>
                    <a:srgbClr val="000000"/>
                  </a:solidFill>
                </a:uFill>
                <a:latin typeface="Corbel"/>
                <a:cs typeface="Corbel"/>
              </a:rPr>
              <a:t>shall</a:t>
            </a:r>
            <a:r>
              <a:rPr sz="1800" i="1" u="sng" spc="335" dirty="0">
                <a:uFill>
                  <a:solidFill>
                    <a:srgbClr val="000000"/>
                  </a:solidFill>
                </a:uFill>
                <a:latin typeface="Corbel"/>
                <a:cs typeface="Corbel"/>
              </a:rPr>
              <a:t> </a:t>
            </a:r>
            <a:r>
              <a:rPr sz="1800" i="1" u="sng" dirty="0">
                <a:uFill>
                  <a:solidFill>
                    <a:srgbClr val="000000"/>
                  </a:solidFill>
                </a:uFill>
                <a:latin typeface="Corbel"/>
                <a:cs typeface="Corbel"/>
              </a:rPr>
              <a:t>inform</a:t>
            </a:r>
            <a:r>
              <a:rPr sz="1800" i="1" u="sng" spc="330" dirty="0">
                <a:uFill>
                  <a:solidFill>
                    <a:srgbClr val="000000"/>
                  </a:solidFill>
                </a:uFill>
                <a:latin typeface="Corbel"/>
                <a:cs typeface="Corbel"/>
              </a:rPr>
              <a:t> </a:t>
            </a:r>
            <a:r>
              <a:rPr sz="1800" i="1" u="sng" dirty="0">
                <a:uFill>
                  <a:solidFill>
                    <a:srgbClr val="000000"/>
                  </a:solidFill>
                </a:uFill>
                <a:latin typeface="Corbel"/>
                <a:cs typeface="Corbel"/>
              </a:rPr>
              <a:t>RSAF</a:t>
            </a:r>
            <a:r>
              <a:rPr sz="1800" i="1" u="sng" spc="330" dirty="0">
                <a:uFill>
                  <a:solidFill>
                    <a:srgbClr val="000000"/>
                  </a:solidFill>
                </a:uFill>
                <a:latin typeface="Corbel"/>
                <a:cs typeface="Corbel"/>
              </a:rPr>
              <a:t> </a:t>
            </a:r>
            <a:r>
              <a:rPr sz="1800" i="1" u="sng" dirty="0">
                <a:uFill>
                  <a:solidFill>
                    <a:srgbClr val="000000"/>
                  </a:solidFill>
                </a:uFill>
                <a:latin typeface="Corbel"/>
                <a:cs typeface="Corbel"/>
              </a:rPr>
              <a:t>203</a:t>
            </a:r>
            <a:r>
              <a:rPr sz="1800" i="1" u="sng" spc="325" dirty="0">
                <a:uFill>
                  <a:solidFill>
                    <a:srgbClr val="000000"/>
                  </a:solidFill>
                </a:uFill>
                <a:latin typeface="Corbel"/>
                <a:cs typeface="Corbel"/>
              </a:rPr>
              <a:t> </a:t>
            </a:r>
            <a:r>
              <a:rPr sz="1800" i="1" u="sng" dirty="0">
                <a:uFill>
                  <a:solidFill>
                    <a:srgbClr val="000000"/>
                  </a:solidFill>
                </a:uFill>
                <a:latin typeface="Corbel"/>
                <a:cs typeface="Corbel"/>
              </a:rPr>
              <a:t>Squadron</a:t>
            </a:r>
            <a:r>
              <a:rPr sz="1800" i="1" u="sng" spc="340" dirty="0">
                <a:uFill>
                  <a:solidFill>
                    <a:srgbClr val="000000"/>
                  </a:solidFill>
                </a:uFill>
                <a:latin typeface="Corbel"/>
                <a:cs typeface="Corbel"/>
              </a:rPr>
              <a:t> </a:t>
            </a:r>
            <a:r>
              <a:rPr sz="1800" i="1" u="sng" dirty="0">
                <a:uFill>
                  <a:solidFill>
                    <a:srgbClr val="000000"/>
                  </a:solidFill>
                </a:uFill>
                <a:latin typeface="Corbel"/>
                <a:cs typeface="Corbel"/>
              </a:rPr>
              <a:t>Duty</a:t>
            </a:r>
            <a:r>
              <a:rPr sz="1800" i="1" u="sng" spc="330" dirty="0">
                <a:uFill>
                  <a:solidFill>
                    <a:srgbClr val="000000"/>
                  </a:solidFill>
                </a:uFill>
                <a:latin typeface="Corbel"/>
                <a:cs typeface="Corbel"/>
              </a:rPr>
              <a:t> </a:t>
            </a:r>
            <a:r>
              <a:rPr sz="1800" i="1" u="sng" dirty="0">
                <a:uFill>
                  <a:solidFill>
                    <a:srgbClr val="000000"/>
                  </a:solidFill>
                </a:uFill>
                <a:latin typeface="Corbel"/>
                <a:cs typeface="Corbel"/>
              </a:rPr>
              <a:t>Controller</a:t>
            </a:r>
            <a:r>
              <a:rPr sz="1800" i="1" u="sng" spc="330" dirty="0">
                <a:uFill>
                  <a:solidFill>
                    <a:srgbClr val="000000"/>
                  </a:solidFill>
                </a:uFill>
                <a:latin typeface="Corbel"/>
                <a:cs typeface="Corbel"/>
              </a:rPr>
              <a:t> </a:t>
            </a:r>
            <a:r>
              <a:rPr sz="1800" i="1" dirty="0">
                <a:latin typeface="Corbel"/>
                <a:cs typeface="Corbel"/>
              </a:rPr>
              <a:t>(</a:t>
            </a:r>
            <a:r>
              <a:rPr sz="1800" i="1" spc="330" dirty="0">
                <a:latin typeface="Corbel"/>
                <a:cs typeface="Corbel"/>
              </a:rPr>
              <a:t> </a:t>
            </a:r>
            <a:r>
              <a:rPr sz="1800" i="1" dirty="0">
                <a:latin typeface="Corbel"/>
                <a:cs typeface="Corbel"/>
              </a:rPr>
              <a:t>Tel.</a:t>
            </a:r>
            <a:r>
              <a:rPr sz="1800" i="1" spc="325" dirty="0">
                <a:latin typeface="Corbel"/>
                <a:cs typeface="Corbel"/>
              </a:rPr>
              <a:t> </a:t>
            </a:r>
            <a:r>
              <a:rPr sz="1800" i="1" dirty="0">
                <a:latin typeface="Corbel"/>
                <a:cs typeface="Corbel"/>
              </a:rPr>
              <a:t>No.</a:t>
            </a:r>
            <a:r>
              <a:rPr sz="1800" i="1" spc="330" dirty="0">
                <a:latin typeface="Corbel"/>
                <a:cs typeface="Corbel"/>
              </a:rPr>
              <a:t> </a:t>
            </a:r>
            <a:r>
              <a:rPr sz="1800" i="1" dirty="0">
                <a:latin typeface="Corbel"/>
                <a:cs typeface="Corbel"/>
              </a:rPr>
              <a:t>6510</a:t>
            </a:r>
            <a:r>
              <a:rPr sz="1800" i="1" spc="330" dirty="0">
                <a:latin typeface="Corbel"/>
                <a:cs typeface="Corbel"/>
              </a:rPr>
              <a:t> </a:t>
            </a:r>
            <a:r>
              <a:rPr sz="1800" i="1" dirty="0">
                <a:latin typeface="Corbel"/>
                <a:cs typeface="Corbel"/>
              </a:rPr>
              <a:t>5333</a:t>
            </a:r>
            <a:r>
              <a:rPr sz="1800" i="1" spc="325" dirty="0">
                <a:latin typeface="Corbel"/>
                <a:cs typeface="Corbel"/>
              </a:rPr>
              <a:t> </a:t>
            </a:r>
            <a:r>
              <a:rPr sz="1800" i="1" dirty="0">
                <a:latin typeface="Corbel"/>
                <a:cs typeface="Corbel"/>
              </a:rPr>
              <a:t>/</a:t>
            </a:r>
            <a:r>
              <a:rPr sz="1800" i="1" spc="335" dirty="0">
                <a:latin typeface="Corbel"/>
                <a:cs typeface="Corbel"/>
              </a:rPr>
              <a:t> </a:t>
            </a:r>
            <a:r>
              <a:rPr sz="1800" i="1" dirty="0">
                <a:latin typeface="Corbel"/>
                <a:cs typeface="Corbel"/>
              </a:rPr>
              <a:t>6510</a:t>
            </a:r>
            <a:r>
              <a:rPr sz="1800" i="1" spc="330" dirty="0">
                <a:latin typeface="Corbel"/>
                <a:cs typeface="Corbel"/>
              </a:rPr>
              <a:t> </a:t>
            </a:r>
            <a:r>
              <a:rPr sz="1800" i="1" dirty="0">
                <a:latin typeface="Corbel"/>
                <a:cs typeface="Corbel"/>
              </a:rPr>
              <a:t>5335)</a:t>
            </a:r>
            <a:r>
              <a:rPr sz="1800" i="1" spc="330" dirty="0">
                <a:latin typeface="Corbel"/>
                <a:cs typeface="Corbel"/>
              </a:rPr>
              <a:t> </a:t>
            </a:r>
            <a:r>
              <a:rPr sz="1800" i="1" dirty="0">
                <a:latin typeface="Corbel"/>
                <a:cs typeface="Corbel"/>
              </a:rPr>
              <a:t>on</a:t>
            </a:r>
            <a:r>
              <a:rPr sz="1800" i="1" spc="330" dirty="0">
                <a:latin typeface="Corbel"/>
                <a:cs typeface="Corbel"/>
              </a:rPr>
              <a:t> </a:t>
            </a:r>
            <a:r>
              <a:rPr sz="1800" i="1" spc="-25" dirty="0">
                <a:latin typeface="Corbel"/>
                <a:cs typeface="Corbel"/>
              </a:rPr>
              <a:t>the </a:t>
            </a:r>
            <a:r>
              <a:rPr sz="1800" i="1" dirty="0">
                <a:latin typeface="Corbel"/>
                <a:cs typeface="Corbel"/>
              </a:rPr>
              <a:t>operating</a:t>
            </a:r>
            <a:r>
              <a:rPr sz="1800" i="1" spc="85" dirty="0">
                <a:latin typeface="Corbel"/>
                <a:cs typeface="Corbel"/>
              </a:rPr>
              <a:t> </a:t>
            </a:r>
            <a:r>
              <a:rPr sz="1800" i="1" dirty="0">
                <a:latin typeface="Corbel"/>
                <a:cs typeface="Corbel"/>
              </a:rPr>
              <a:t>height</a:t>
            </a:r>
            <a:r>
              <a:rPr sz="1800" i="1" spc="80" dirty="0">
                <a:latin typeface="Corbel"/>
                <a:cs typeface="Corbel"/>
              </a:rPr>
              <a:t> </a:t>
            </a:r>
            <a:r>
              <a:rPr sz="1800" i="1" dirty="0">
                <a:latin typeface="Corbel"/>
                <a:cs typeface="Corbel"/>
              </a:rPr>
              <a:t>and</a:t>
            </a:r>
            <a:r>
              <a:rPr sz="1800" i="1" spc="90" dirty="0">
                <a:latin typeface="Corbel"/>
                <a:cs typeface="Corbel"/>
              </a:rPr>
              <a:t> </a:t>
            </a:r>
            <a:r>
              <a:rPr sz="1800" i="1" dirty="0">
                <a:latin typeface="Corbel"/>
                <a:cs typeface="Corbel"/>
              </a:rPr>
              <a:t>area</a:t>
            </a:r>
            <a:r>
              <a:rPr sz="1800" i="1" spc="85" dirty="0">
                <a:latin typeface="Corbel"/>
                <a:cs typeface="Corbel"/>
              </a:rPr>
              <a:t> </a:t>
            </a:r>
            <a:r>
              <a:rPr sz="1800" i="1" dirty="0">
                <a:latin typeface="Corbel"/>
                <a:cs typeface="Corbel"/>
              </a:rPr>
              <a:t>of</a:t>
            </a:r>
            <a:r>
              <a:rPr sz="1800" i="1" spc="85" dirty="0">
                <a:latin typeface="Corbel"/>
                <a:cs typeface="Corbel"/>
              </a:rPr>
              <a:t> </a:t>
            </a:r>
            <a:r>
              <a:rPr sz="1800" i="1" dirty="0">
                <a:latin typeface="Corbel"/>
                <a:cs typeface="Corbel"/>
              </a:rPr>
              <a:t>operation,</a:t>
            </a:r>
            <a:r>
              <a:rPr sz="1800" i="1" spc="80" dirty="0">
                <a:latin typeface="Corbel"/>
                <a:cs typeface="Corbel"/>
              </a:rPr>
              <a:t> </a:t>
            </a:r>
            <a:r>
              <a:rPr sz="1800" i="1" u="sng" dirty="0">
                <a:uFill>
                  <a:solidFill>
                    <a:srgbClr val="000000"/>
                  </a:solidFill>
                </a:uFill>
                <a:latin typeface="Corbel"/>
                <a:cs typeface="Corbel"/>
              </a:rPr>
              <a:t>at</a:t>
            </a:r>
            <a:r>
              <a:rPr sz="1800" i="1" u="sng" spc="85" dirty="0">
                <a:uFill>
                  <a:solidFill>
                    <a:srgbClr val="000000"/>
                  </a:solidFill>
                </a:uFill>
                <a:latin typeface="Corbel"/>
                <a:cs typeface="Corbel"/>
              </a:rPr>
              <a:t> </a:t>
            </a:r>
            <a:r>
              <a:rPr sz="1800" i="1" u="sng" dirty="0">
                <a:uFill>
                  <a:solidFill>
                    <a:srgbClr val="000000"/>
                  </a:solidFill>
                </a:uFill>
                <a:latin typeface="Corbel"/>
                <a:cs typeface="Corbel"/>
              </a:rPr>
              <a:t>least</a:t>
            </a:r>
            <a:r>
              <a:rPr sz="1800" i="1" u="sng" spc="80" dirty="0">
                <a:uFill>
                  <a:solidFill>
                    <a:srgbClr val="000000"/>
                  </a:solidFill>
                </a:uFill>
                <a:latin typeface="Corbel"/>
                <a:cs typeface="Corbel"/>
              </a:rPr>
              <a:t> </a:t>
            </a:r>
            <a:r>
              <a:rPr sz="1800" i="1" u="sng" dirty="0">
                <a:uFill>
                  <a:solidFill>
                    <a:srgbClr val="000000"/>
                  </a:solidFill>
                </a:uFill>
                <a:latin typeface="Corbel"/>
                <a:cs typeface="Corbel"/>
              </a:rPr>
              <a:t>15</a:t>
            </a:r>
            <a:r>
              <a:rPr sz="1800" i="1" u="sng" spc="85" dirty="0">
                <a:uFill>
                  <a:solidFill>
                    <a:srgbClr val="000000"/>
                  </a:solidFill>
                </a:uFill>
                <a:latin typeface="Corbel"/>
                <a:cs typeface="Corbel"/>
              </a:rPr>
              <a:t> </a:t>
            </a:r>
            <a:r>
              <a:rPr sz="1800" i="1" u="sng" dirty="0">
                <a:uFill>
                  <a:solidFill>
                    <a:srgbClr val="000000"/>
                  </a:solidFill>
                </a:uFill>
                <a:latin typeface="Corbel"/>
                <a:cs typeface="Corbel"/>
              </a:rPr>
              <a:t>minutes</a:t>
            </a:r>
            <a:r>
              <a:rPr sz="1800" i="1" spc="75" dirty="0">
                <a:latin typeface="Corbel"/>
                <a:cs typeface="Corbel"/>
              </a:rPr>
              <a:t> </a:t>
            </a:r>
            <a:r>
              <a:rPr sz="1800" i="1" dirty="0">
                <a:latin typeface="Corbel"/>
                <a:cs typeface="Corbel"/>
              </a:rPr>
              <a:t>prior</a:t>
            </a:r>
            <a:r>
              <a:rPr sz="1800" i="1" spc="85" dirty="0">
                <a:latin typeface="Corbel"/>
                <a:cs typeface="Corbel"/>
              </a:rPr>
              <a:t> </a:t>
            </a:r>
            <a:r>
              <a:rPr sz="1800" i="1" dirty="0">
                <a:latin typeface="Corbel"/>
                <a:cs typeface="Corbel"/>
              </a:rPr>
              <a:t>and</a:t>
            </a:r>
            <a:r>
              <a:rPr sz="1800" i="1" spc="90" dirty="0">
                <a:latin typeface="Corbel"/>
                <a:cs typeface="Corbel"/>
              </a:rPr>
              <a:t> </a:t>
            </a:r>
            <a:r>
              <a:rPr sz="1800" i="1" dirty="0">
                <a:latin typeface="Corbel"/>
                <a:cs typeface="Corbel"/>
              </a:rPr>
              <a:t>inform</a:t>
            </a:r>
            <a:r>
              <a:rPr sz="1800" i="1" spc="85" dirty="0">
                <a:latin typeface="Corbel"/>
                <a:cs typeface="Corbel"/>
              </a:rPr>
              <a:t> </a:t>
            </a:r>
            <a:r>
              <a:rPr sz="1800" i="1" dirty="0">
                <a:latin typeface="Corbel"/>
                <a:cs typeface="Corbel"/>
              </a:rPr>
              <a:t>again</a:t>
            </a:r>
            <a:r>
              <a:rPr sz="1800" i="1" spc="95" dirty="0">
                <a:latin typeface="Corbel"/>
                <a:cs typeface="Corbel"/>
              </a:rPr>
              <a:t> </a:t>
            </a:r>
            <a:r>
              <a:rPr sz="1800" i="1" dirty="0">
                <a:latin typeface="Corbel"/>
                <a:cs typeface="Corbel"/>
              </a:rPr>
              <a:t>when</a:t>
            </a:r>
            <a:r>
              <a:rPr sz="1800" i="1" spc="90" dirty="0">
                <a:latin typeface="Corbel"/>
                <a:cs typeface="Corbel"/>
              </a:rPr>
              <a:t> </a:t>
            </a:r>
            <a:r>
              <a:rPr sz="1800" i="1" dirty="0">
                <a:latin typeface="Corbel"/>
                <a:cs typeface="Corbel"/>
              </a:rPr>
              <a:t>the</a:t>
            </a:r>
            <a:r>
              <a:rPr sz="1800" i="1" spc="85" dirty="0">
                <a:latin typeface="Corbel"/>
                <a:cs typeface="Corbel"/>
              </a:rPr>
              <a:t> </a:t>
            </a:r>
            <a:r>
              <a:rPr sz="1800" i="1" dirty="0">
                <a:latin typeface="Corbel"/>
                <a:cs typeface="Corbel"/>
              </a:rPr>
              <a:t>UA</a:t>
            </a:r>
            <a:r>
              <a:rPr sz="1800" i="1" spc="90" dirty="0">
                <a:latin typeface="Corbel"/>
                <a:cs typeface="Corbel"/>
              </a:rPr>
              <a:t> </a:t>
            </a:r>
            <a:r>
              <a:rPr sz="1800" i="1" dirty="0">
                <a:latin typeface="Corbel"/>
                <a:cs typeface="Corbel"/>
              </a:rPr>
              <a:t>flights</a:t>
            </a:r>
            <a:r>
              <a:rPr sz="1800" i="1" spc="75" dirty="0">
                <a:latin typeface="Corbel"/>
                <a:cs typeface="Corbel"/>
              </a:rPr>
              <a:t> </a:t>
            </a:r>
            <a:r>
              <a:rPr sz="1800" i="1" spc="-20" dirty="0">
                <a:latin typeface="Corbel"/>
                <a:cs typeface="Corbel"/>
              </a:rPr>
              <a:t>have </a:t>
            </a:r>
            <a:r>
              <a:rPr sz="1800" i="1" dirty="0">
                <a:latin typeface="Corbel"/>
                <a:cs typeface="Corbel"/>
              </a:rPr>
              <a:t>ceased.</a:t>
            </a:r>
            <a:r>
              <a:rPr sz="1800" i="1" spc="-30" dirty="0">
                <a:latin typeface="Corbel"/>
                <a:cs typeface="Corbel"/>
              </a:rPr>
              <a:t> </a:t>
            </a:r>
            <a:r>
              <a:rPr sz="1800" i="1" dirty="0">
                <a:latin typeface="Corbel"/>
                <a:cs typeface="Corbel"/>
              </a:rPr>
              <a:t>The</a:t>
            </a:r>
            <a:r>
              <a:rPr sz="1800" i="1" spc="-15" dirty="0">
                <a:latin typeface="Corbel"/>
                <a:cs typeface="Corbel"/>
              </a:rPr>
              <a:t> </a:t>
            </a:r>
            <a:r>
              <a:rPr sz="1800" i="1" dirty="0">
                <a:latin typeface="Corbel"/>
                <a:cs typeface="Corbel"/>
              </a:rPr>
              <a:t>operator</a:t>
            </a:r>
            <a:r>
              <a:rPr sz="1800" i="1" spc="-25" dirty="0">
                <a:latin typeface="Corbel"/>
                <a:cs typeface="Corbel"/>
              </a:rPr>
              <a:t> </a:t>
            </a:r>
            <a:r>
              <a:rPr sz="1800" i="1" dirty="0">
                <a:latin typeface="Corbel"/>
                <a:cs typeface="Corbel"/>
              </a:rPr>
              <a:t>shall</a:t>
            </a:r>
            <a:r>
              <a:rPr sz="1800" i="1" spc="-15" dirty="0">
                <a:latin typeface="Corbel"/>
                <a:cs typeface="Corbel"/>
              </a:rPr>
              <a:t> </a:t>
            </a:r>
            <a:r>
              <a:rPr sz="1800" i="1" dirty="0">
                <a:latin typeface="Corbel"/>
                <a:cs typeface="Corbel"/>
              </a:rPr>
              <a:t>also</a:t>
            </a:r>
            <a:r>
              <a:rPr sz="1800" i="1" spc="-20" dirty="0">
                <a:latin typeface="Corbel"/>
                <a:cs typeface="Corbel"/>
              </a:rPr>
              <a:t> </a:t>
            </a:r>
            <a:r>
              <a:rPr sz="1800" i="1" u="sng" dirty="0">
                <a:uFill>
                  <a:solidFill>
                    <a:srgbClr val="000000"/>
                  </a:solidFill>
                </a:uFill>
                <a:latin typeface="Corbel"/>
                <a:cs typeface="Corbel"/>
              </a:rPr>
              <a:t>provide</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the</a:t>
            </a:r>
            <a:r>
              <a:rPr sz="1800" i="1" u="sng" spc="-15" dirty="0">
                <a:uFill>
                  <a:solidFill>
                    <a:srgbClr val="000000"/>
                  </a:solidFill>
                </a:uFill>
                <a:latin typeface="Corbel"/>
                <a:cs typeface="Corbel"/>
              </a:rPr>
              <a:t> </a:t>
            </a:r>
            <a:r>
              <a:rPr sz="1800" i="1" u="sng" dirty="0">
                <a:uFill>
                  <a:solidFill>
                    <a:srgbClr val="000000"/>
                  </a:solidFill>
                </a:uFill>
                <a:latin typeface="Corbel"/>
                <a:cs typeface="Corbel"/>
              </a:rPr>
              <a:t>flight</a:t>
            </a:r>
            <a:r>
              <a:rPr sz="1800" i="1" u="sng" spc="-30" dirty="0">
                <a:uFill>
                  <a:solidFill>
                    <a:srgbClr val="000000"/>
                  </a:solidFill>
                </a:uFill>
                <a:latin typeface="Corbel"/>
                <a:cs typeface="Corbel"/>
              </a:rPr>
              <a:t> </a:t>
            </a:r>
            <a:r>
              <a:rPr sz="1800" i="1" u="sng" dirty="0">
                <a:uFill>
                  <a:solidFill>
                    <a:srgbClr val="000000"/>
                  </a:solidFill>
                </a:uFill>
                <a:latin typeface="Corbel"/>
                <a:cs typeface="Corbel"/>
              </a:rPr>
              <a:t>controller</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number</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and</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serial</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number</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of</a:t>
            </a:r>
            <a:r>
              <a:rPr sz="1800" i="1" u="sng" spc="-25" dirty="0">
                <a:uFill>
                  <a:solidFill>
                    <a:srgbClr val="000000"/>
                  </a:solidFill>
                </a:uFill>
                <a:latin typeface="Corbel"/>
                <a:cs typeface="Corbel"/>
              </a:rPr>
              <a:t> </a:t>
            </a:r>
            <a:r>
              <a:rPr sz="1800" i="1" u="sng" dirty="0">
                <a:uFill>
                  <a:solidFill>
                    <a:srgbClr val="000000"/>
                  </a:solidFill>
                </a:uFill>
                <a:latin typeface="Corbel"/>
                <a:cs typeface="Corbel"/>
              </a:rPr>
              <a:t>UA</a:t>
            </a:r>
            <a:r>
              <a:rPr sz="1800" i="1" u="sng" spc="-20" dirty="0">
                <a:uFill>
                  <a:solidFill>
                    <a:srgbClr val="000000"/>
                  </a:solidFill>
                </a:uFill>
                <a:latin typeface="Corbel"/>
                <a:cs typeface="Corbel"/>
              </a:rPr>
              <a:t> </a:t>
            </a:r>
            <a:r>
              <a:rPr sz="1800" i="1" u="sng" dirty="0">
                <a:uFill>
                  <a:solidFill>
                    <a:srgbClr val="000000"/>
                  </a:solidFill>
                </a:uFill>
                <a:latin typeface="Corbel"/>
                <a:cs typeface="Corbel"/>
              </a:rPr>
              <a:t>system</a:t>
            </a:r>
            <a:r>
              <a:rPr sz="1800" i="1" spc="-25" dirty="0">
                <a:latin typeface="Corbel"/>
                <a:cs typeface="Corbel"/>
              </a:rPr>
              <a:t> </a:t>
            </a:r>
            <a:r>
              <a:rPr sz="1800" i="1" dirty="0">
                <a:latin typeface="Corbel"/>
                <a:cs typeface="Corbel"/>
              </a:rPr>
              <a:t>for</a:t>
            </a:r>
            <a:r>
              <a:rPr sz="1800" i="1" spc="-20" dirty="0">
                <a:latin typeface="Corbel"/>
                <a:cs typeface="Corbel"/>
              </a:rPr>
              <a:t> </a:t>
            </a:r>
            <a:r>
              <a:rPr sz="1800" i="1" spc="-10" dirty="0">
                <a:latin typeface="Corbel"/>
                <a:cs typeface="Corbel"/>
              </a:rPr>
              <a:t>RSAF’s </a:t>
            </a:r>
            <a:r>
              <a:rPr sz="1800" i="1" dirty="0">
                <a:latin typeface="Corbel"/>
                <a:cs typeface="Corbel"/>
              </a:rPr>
              <a:t>verification</a:t>
            </a:r>
            <a:r>
              <a:rPr sz="1800" i="1" spc="335" dirty="0">
                <a:latin typeface="Corbel"/>
                <a:cs typeface="Corbel"/>
              </a:rPr>
              <a:t> </a:t>
            </a:r>
            <a:r>
              <a:rPr sz="1800" i="1" dirty="0">
                <a:latin typeface="Corbel"/>
                <a:cs typeface="Corbel"/>
              </a:rPr>
              <a:t>purposes.</a:t>
            </a:r>
            <a:r>
              <a:rPr sz="1800" i="1" spc="335" dirty="0">
                <a:latin typeface="Corbel"/>
                <a:cs typeface="Corbel"/>
              </a:rPr>
              <a:t> </a:t>
            </a:r>
            <a:r>
              <a:rPr sz="1800" i="1" dirty="0">
                <a:latin typeface="Corbel"/>
                <a:cs typeface="Corbel"/>
              </a:rPr>
              <a:t>The</a:t>
            </a:r>
            <a:r>
              <a:rPr sz="1800" i="1" spc="335" dirty="0">
                <a:latin typeface="Corbel"/>
                <a:cs typeface="Corbel"/>
              </a:rPr>
              <a:t> </a:t>
            </a:r>
            <a:r>
              <a:rPr sz="1800" i="1" dirty="0">
                <a:latin typeface="Corbel"/>
                <a:cs typeface="Corbel"/>
              </a:rPr>
              <a:t>CAAS/RSAF</a:t>
            </a:r>
            <a:r>
              <a:rPr sz="1800" i="1" spc="335" dirty="0">
                <a:latin typeface="Corbel"/>
                <a:cs typeface="Corbel"/>
              </a:rPr>
              <a:t> </a:t>
            </a:r>
            <a:r>
              <a:rPr sz="1800" i="1" dirty="0">
                <a:latin typeface="Corbel"/>
                <a:cs typeface="Corbel"/>
              </a:rPr>
              <a:t>could</a:t>
            </a:r>
            <a:r>
              <a:rPr sz="1800" i="1" spc="340" dirty="0">
                <a:latin typeface="Corbel"/>
                <a:cs typeface="Corbel"/>
              </a:rPr>
              <a:t> </a:t>
            </a:r>
            <a:r>
              <a:rPr sz="1800" i="1" dirty="0">
                <a:latin typeface="Corbel"/>
                <a:cs typeface="Corbel"/>
              </a:rPr>
              <a:t>also</a:t>
            </a:r>
            <a:r>
              <a:rPr sz="1800" i="1" spc="335" dirty="0">
                <a:latin typeface="Corbel"/>
                <a:cs typeface="Corbel"/>
              </a:rPr>
              <a:t> </a:t>
            </a:r>
            <a:r>
              <a:rPr sz="1800" i="1" dirty="0">
                <a:latin typeface="Corbel"/>
                <a:cs typeface="Corbel"/>
              </a:rPr>
              <a:t>make</a:t>
            </a:r>
            <a:r>
              <a:rPr sz="1800" i="1" spc="340" dirty="0">
                <a:latin typeface="Corbel"/>
                <a:cs typeface="Corbel"/>
              </a:rPr>
              <a:t> </a:t>
            </a:r>
            <a:r>
              <a:rPr sz="1800" i="1" dirty="0">
                <a:latin typeface="Corbel"/>
                <a:cs typeface="Corbel"/>
              </a:rPr>
              <a:t>calls</a:t>
            </a:r>
            <a:r>
              <a:rPr sz="1800" i="1" spc="335" dirty="0">
                <a:latin typeface="Corbel"/>
                <a:cs typeface="Corbel"/>
              </a:rPr>
              <a:t> </a:t>
            </a:r>
            <a:r>
              <a:rPr sz="1800" i="1" dirty="0">
                <a:latin typeface="Corbel"/>
                <a:cs typeface="Corbel"/>
              </a:rPr>
              <a:t>to</a:t>
            </a:r>
            <a:r>
              <a:rPr sz="1800" i="1" spc="335" dirty="0">
                <a:latin typeface="Corbel"/>
                <a:cs typeface="Corbel"/>
              </a:rPr>
              <a:t> </a:t>
            </a:r>
            <a:r>
              <a:rPr sz="1800" i="1" dirty="0">
                <a:latin typeface="Corbel"/>
                <a:cs typeface="Corbel"/>
              </a:rPr>
              <a:t>verify</a:t>
            </a:r>
            <a:r>
              <a:rPr sz="1800" i="1" spc="340" dirty="0">
                <a:latin typeface="Corbel"/>
                <a:cs typeface="Corbel"/>
              </a:rPr>
              <a:t> </a:t>
            </a:r>
            <a:r>
              <a:rPr sz="1800" i="1" dirty="0">
                <a:latin typeface="Corbel"/>
                <a:cs typeface="Corbel"/>
              </a:rPr>
              <a:t>if</a:t>
            </a:r>
            <a:r>
              <a:rPr sz="1800" i="1" spc="330" dirty="0">
                <a:latin typeface="Corbel"/>
                <a:cs typeface="Corbel"/>
              </a:rPr>
              <a:t> </a:t>
            </a:r>
            <a:r>
              <a:rPr sz="1800" i="1" dirty="0">
                <a:latin typeface="Corbel"/>
                <a:cs typeface="Corbel"/>
              </a:rPr>
              <a:t>the</a:t>
            </a:r>
            <a:r>
              <a:rPr sz="1800" i="1" spc="335" dirty="0">
                <a:latin typeface="Corbel"/>
                <a:cs typeface="Corbel"/>
              </a:rPr>
              <a:t> </a:t>
            </a:r>
            <a:r>
              <a:rPr sz="1800" i="1" dirty="0">
                <a:latin typeface="Corbel"/>
                <a:cs typeface="Corbel"/>
              </a:rPr>
              <a:t>operator</a:t>
            </a:r>
            <a:r>
              <a:rPr sz="1800" i="1" spc="340" dirty="0">
                <a:latin typeface="Corbel"/>
                <a:cs typeface="Corbel"/>
              </a:rPr>
              <a:t> </a:t>
            </a:r>
            <a:r>
              <a:rPr sz="1800" i="1" dirty="0">
                <a:latin typeface="Corbel"/>
                <a:cs typeface="Corbel"/>
              </a:rPr>
              <a:t>is</a:t>
            </a:r>
            <a:r>
              <a:rPr sz="1800" i="1" spc="330" dirty="0">
                <a:latin typeface="Corbel"/>
                <a:cs typeface="Corbel"/>
              </a:rPr>
              <a:t> </a:t>
            </a:r>
            <a:r>
              <a:rPr sz="1800" i="1" dirty="0">
                <a:latin typeface="Corbel"/>
                <a:cs typeface="Corbel"/>
              </a:rPr>
              <a:t>operating</a:t>
            </a:r>
            <a:r>
              <a:rPr sz="1800" i="1" spc="340" dirty="0">
                <a:latin typeface="Corbel"/>
                <a:cs typeface="Corbel"/>
              </a:rPr>
              <a:t> </a:t>
            </a:r>
            <a:r>
              <a:rPr sz="1800" i="1" dirty="0">
                <a:latin typeface="Corbel"/>
                <a:cs typeface="Corbel"/>
              </a:rPr>
              <a:t>at</a:t>
            </a:r>
            <a:r>
              <a:rPr sz="1800" i="1" spc="330" dirty="0">
                <a:latin typeface="Corbel"/>
                <a:cs typeface="Corbel"/>
              </a:rPr>
              <a:t> </a:t>
            </a:r>
            <a:r>
              <a:rPr sz="1800" i="1" spc="-25" dirty="0">
                <a:latin typeface="Corbel"/>
                <a:cs typeface="Corbel"/>
              </a:rPr>
              <a:t>the </a:t>
            </a:r>
            <a:r>
              <a:rPr sz="1800" i="1" dirty="0">
                <a:latin typeface="Corbel"/>
                <a:cs typeface="Corbel"/>
              </a:rPr>
              <a:t>approved</a:t>
            </a:r>
            <a:r>
              <a:rPr sz="1800" i="1" spc="-45" dirty="0">
                <a:latin typeface="Corbel"/>
                <a:cs typeface="Corbel"/>
              </a:rPr>
              <a:t> </a:t>
            </a:r>
            <a:r>
              <a:rPr sz="1800" i="1" dirty="0">
                <a:latin typeface="Corbel"/>
                <a:cs typeface="Corbel"/>
              </a:rPr>
              <a:t>location,</a:t>
            </a:r>
            <a:r>
              <a:rPr sz="1800" i="1" spc="-45" dirty="0">
                <a:latin typeface="Corbel"/>
                <a:cs typeface="Corbel"/>
              </a:rPr>
              <a:t> </a:t>
            </a:r>
            <a:r>
              <a:rPr sz="1800" i="1" dirty="0">
                <a:latin typeface="Corbel"/>
                <a:cs typeface="Corbel"/>
              </a:rPr>
              <a:t>without</a:t>
            </a:r>
            <a:r>
              <a:rPr sz="1800" i="1" spc="-50" dirty="0">
                <a:latin typeface="Corbel"/>
                <a:cs typeface="Corbel"/>
              </a:rPr>
              <a:t> </a:t>
            </a:r>
            <a:r>
              <a:rPr sz="1800" i="1" dirty="0">
                <a:latin typeface="Corbel"/>
                <a:cs typeface="Corbel"/>
              </a:rPr>
              <a:t>prior</a:t>
            </a:r>
            <a:r>
              <a:rPr sz="1800" i="1" spc="-40" dirty="0">
                <a:latin typeface="Corbel"/>
                <a:cs typeface="Corbel"/>
              </a:rPr>
              <a:t> </a:t>
            </a:r>
            <a:r>
              <a:rPr sz="1800" i="1" spc="-10" dirty="0">
                <a:latin typeface="Corbel"/>
                <a:cs typeface="Corbel"/>
              </a:rPr>
              <a:t>notification.</a:t>
            </a:r>
            <a:endParaRPr sz="1800">
              <a:latin typeface="Corbel"/>
              <a:cs typeface="Corbel"/>
            </a:endParaRPr>
          </a:p>
          <a:p>
            <a:pPr marL="298450" marR="5715" indent="-285750" algn="just">
              <a:lnSpc>
                <a:spcPts val="2110"/>
              </a:lnSpc>
              <a:spcBef>
                <a:spcPts val="1145"/>
              </a:spcBef>
              <a:buClr>
                <a:srgbClr val="1482AC"/>
              </a:buClr>
              <a:buSzPct val="144444"/>
              <a:buFont typeface="Arial MT"/>
              <a:buChar char="•"/>
              <a:tabLst>
                <a:tab pos="298450" algn="l"/>
              </a:tabLst>
            </a:pPr>
            <a:r>
              <a:rPr sz="1800" i="1" dirty="0">
                <a:latin typeface="Corbel"/>
                <a:cs typeface="Corbel"/>
              </a:rPr>
              <a:t>The</a:t>
            </a:r>
            <a:r>
              <a:rPr sz="1800" i="1" spc="65" dirty="0">
                <a:latin typeface="Corbel"/>
                <a:cs typeface="Corbel"/>
              </a:rPr>
              <a:t> </a:t>
            </a:r>
            <a:r>
              <a:rPr sz="1800" i="1" dirty="0">
                <a:latin typeface="Corbel"/>
                <a:cs typeface="Corbel"/>
              </a:rPr>
              <a:t>operator</a:t>
            </a:r>
            <a:r>
              <a:rPr sz="1800" i="1" spc="70" dirty="0">
                <a:latin typeface="Corbel"/>
                <a:cs typeface="Corbel"/>
              </a:rPr>
              <a:t> </a:t>
            </a:r>
            <a:r>
              <a:rPr sz="1800" i="1" dirty="0">
                <a:latin typeface="Corbel"/>
                <a:cs typeface="Corbel"/>
              </a:rPr>
              <a:t>shall</a:t>
            </a:r>
            <a:r>
              <a:rPr sz="1800" i="1" spc="65" dirty="0">
                <a:latin typeface="Corbel"/>
                <a:cs typeface="Corbel"/>
              </a:rPr>
              <a:t> </a:t>
            </a:r>
            <a:r>
              <a:rPr sz="1800" i="1" dirty="0">
                <a:latin typeface="Corbel"/>
                <a:cs typeface="Corbel"/>
              </a:rPr>
              <a:t>also</a:t>
            </a:r>
            <a:r>
              <a:rPr sz="1800" i="1" spc="65" dirty="0">
                <a:latin typeface="Corbel"/>
                <a:cs typeface="Corbel"/>
              </a:rPr>
              <a:t> </a:t>
            </a:r>
            <a:r>
              <a:rPr sz="1800" i="1" dirty="0">
                <a:latin typeface="Corbel"/>
                <a:cs typeface="Corbel"/>
              </a:rPr>
              <a:t>set</a:t>
            </a:r>
            <a:r>
              <a:rPr sz="1800" i="1" spc="60" dirty="0">
                <a:latin typeface="Corbel"/>
                <a:cs typeface="Corbel"/>
              </a:rPr>
              <a:t> </a:t>
            </a:r>
            <a:r>
              <a:rPr sz="1800" i="1" dirty="0">
                <a:latin typeface="Corbel"/>
                <a:cs typeface="Corbel"/>
              </a:rPr>
              <a:t>the</a:t>
            </a:r>
            <a:r>
              <a:rPr sz="1800" i="1" spc="65" dirty="0">
                <a:latin typeface="Corbel"/>
                <a:cs typeface="Corbel"/>
              </a:rPr>
              <a:t> </a:t>
            </a:r>
            <a:r>
              <a:rPr sz="1800" i="1" dirty="0">
                <a:latin typeface="Corbel"/>
                <a:cs typeface="Corbel"/>
              </a:rPr>
              <a:t>operating</a:t>
            </a:r>
            <a:r>
              <a:rPr sz="1800" i="1" spc="70" dirty="0">
                <a:latin typeface="Corbel"/>
                <a:cs typeface="Corbel"/>
              </a:rPr>
              <a:t> </a:t>
            </a:r>
            <a:r>
              <a:rPr sz="1800" i="1" dirty="0">
                <a:latin typeface="Corbel"/>
                <a:cs typeface="Corbel"/>
              </a:rPr>
              <a:t>altitude</a:t>
            </a:r>
            <a:r>
              <a:rPr sz="1800" i="1" spc="65" dirty="0">
                <a:latin typeface="Corbel"/>
                <a:cs typeface="Corbel"/>
              </a:rPr>
              <a:t> </a:t>
            </a:r>
            <a:r>
              <a:rPr sz="1800" i="1" dirty="0">
                <a:latin typeface="Corbel"/>
                <a:cs typeface="Corbel"/>
              </a:rPr>
              <a:t>to</a:t>
            </a:r>
            <a:r>
              <a:rPr sz="1800" i="1" spc="70" dirty="0">
                <a:latin typeface="Corbel"/>
                <a:cs typeface="Corbel"/>
              </a:rPr>
              <a:t> </a:t>
            </a:r>
            <a:r>
              <a:rPr sz="1800" i="1" dirty="0">
                <a:latin typeface="Corbel"/>
                <a:cs typeface="Corbel"/>
              </a:rPr>
              <a:t>no</a:t>
            </a:r>
            <a:r>
              <a:rPr sz="1800" i="1" spc="65" dirty="0">
                <a:latin typeface="Corbel"/>
                <a:cs typeface="Corbel"/>
              </a:rPr>
              <a:t> </a:t>
            </a:r>
            <a:r>
              <a:rPr sz="1800" i="1" dirty="0">
                <a:latin typeface="Corbel"/>
                <a:cs typeface="Corbel"/>
              </a:rPr>
              <a:t>higher</a:t>
            </a:r>
            <a:r>
              <a:rPr sz="1800" i="1" spc="65" dirty="0">
                <a:latin typeface="Corbel"/>
                <a:cs typeface="Corbel"/>
              </a:rPr>
              <a:t> </a:t>
            </a:r>
            <a:r>
              <a:rPr sz="1800" i="1" dirty="0">
                <a:latin typeface="Corbel"/>
                <a:cs typeface="Corbel"/>
              </a:rPr>
              <a:t>than</a:t>
            </a:r>
            <a:r>
              <a:rPr sz="1800" i="1" spc="70" dirty="0">
                <a:latin typeface="Corbel"/>
                <a:cs typeface="Corbel"/>
              </a:rPr>
              <a:t> </a:t>
            </a:r>
            <a:r>
              <a:rPr sz="1800" i="1" dirty="0">
                <a:latin typeface="Corbel"/>
                <a:cs typeface="Corbel"/>
              </a:rPr>
              <a:t>199ft</a:t>
            </a:r>
            <a:r>
              <a:rPr sz="1800" i="1" spc="60" dirty="0">
                <a:latin typeface="Corbel"/>
                <a:cs typeface="Corbel"/>
              </a:rPr>
              <a:t> </a:t>
            </a:r>
            <a:r>
              <a:rPr sz="1800" i="1" dirty="0">
                <a:latin typeface="Corbel"/>
                <a:cs typeface="Corbel"/>
              </a:rPr>
              <a:t>AMSL,</a:t>
            </a:r>
            <a:r>
              <a:rPr sz="1800" i="1" spc="60" dirty="0">
                <a:latin typeface="Corbel"/>
                <a:cs typeface="Corbel"/>
              </a:rPr>
              <a:t> </a:t>
            </a:r>
            <a:r>
              <a:rPr sz="1800" i="1" dirty="0">
                <a:latin typeface="Corbel"/>
                <a:cs typeface="Corbel"/>
              </a:rPr>
              <a:t>including</a:t>
            </a:r>
            <a:r>
              <a:rPr sz="1800" i="1" spc="60" dirty="0">
                <a:latin typeface="Corbel"/>
                <a:cs typeface="Corbel"/>
              </a:rPr>
              <a:t> </a:t>
            </a:r>
            <a:r>
              <a:rPr sz="1800" i="1" dirty="0">
                <a:latin typeface="Corbel"/>
                <a:cs typeface="Corbel"/>
              </a:rPr>
              <a:t>contingency</a:t>
            </a:r>
            <a:r>
              <a:rPr sz="1800" i="1" spc="65" dirty="0">
                <a:latin typeface="Corbel"/>
                <a:cs typeface="Corbel"/>
              </a:rPr>
              <a:t> </a:t>
            </a:r>
            <a:r>
              <a:rPr sz="1800" i="1" spc="-20" dirty="0">
                <a:latin typeface="Corbel"/>
                <a:cs typeface="Corbel"/>
              </a:rPr>
              <a:t>mode </a:t>
            </a:r>
            <a:r>
              <a:rPr sz="1800" i="1" dirty="0">
                <a:latin typeface="Corbel"/>
                <a:cs typeface="Corbel"/>
              </a:rPr>
              <a:t>like</a:t>
            </a:r>
            <a:r>
              <a:rPr sz="1800" i="1" spc="-25" dirty="0">
                <a:latin typeface="Corbel"/>
                <a:cs typeface="Corbel"/>
              </a:rPr>
              <a:t> </a:t>
            </a:r>
            <a:r>
              <a:rPr sz="1800" i="1" spc="-20" dirty="0">
                <a:latin typeface="Corbel"/>
                <a:cs typeface="Corbel"/>
              </a:rPr>
              <a:t>Return-</a:t>
            </a:r>
            <a:r>
              <a:rPr sz="1800" i="1" spc="-35" dirty="0">
                <a:latin typeface="Corbel"/>
                <a:cs typeface="Corbel"/>
              </a:rPr>
              <a:t>To-</a:t>
            </a:r>
            <a:r>
              <a:rPr sz="1800" i="1" dirty="0">
                <a:latin typeface="Corbel"/>
                <a:cs typeface="Corbel"/>
              </a:rPr>
              <a:t>Home</a:t>
            </a:r>
            <a:r>
              <a:rPr sz="1800" i="1" spc="-15" dirty="0">
                <a:latin typeface="Corbel"/>
                <a:cs typeface="Corbel"/>
              </a:rPr>
              <a:t> </a:t>
            </a:r>
            <a:r>
              <a:rPr sz="1800" i="1" dirty="0">
                <a:latin typeface="Corbel"/>
                <a:cs typeface="Corbel"/>
              </a:rPr>
              <a:t>(RTH)</a:t>
            </a:r>
            <a:r>
              <a:rPr sz="1800" i="1" spc="-15" dirty="0">
                <a:latin typeface="Corbel"/>
                <a:cs typeface="Corbel"/>
              </a:rPr>
              <a:t> </a:t>
            </a:r>
            <a:r>
              <a:rPr sz="1800" i="1" dirty="0">
                <a:latin typeface="Corbel"/>
                <a:cs typeface="Corbel"/>
              </a:rPr>
              <a:t>to</a:t>
            </a:r>
            <a:r>
              <a:rPr sz="1800" i="1" spc="-15" dirty="0">
                <a:latin typeface="Corbel"/>
                <a:cs typeface="Corbel"/>
              </a:rPr>
              <a:t> </a:t>
            </a:r>
            <a:r>
              <a:rPr sz="1800" i="1" dirty="0">
                <a:latin typeface="Corbel"/>
                <a:cs typeface="Corbel"/>
              </a:rPr>
              <a:t>avoid</a:t>
            </a:r>
            <a:r>
              <a:rPr sz="1800" i="1" spc="-10" dirty="0">
                <a:latin typeface="Corbel"/>
                <a:cs typeface="Corbel"/>
              </a:rPr>
              <a:t> </a:t>
            </a:r>
            <a:r>
              <a:rPr sz="1800" i="1" dirty="0">
                <a:latin typeface="Corbel"/>
                <a:cs typeface="Corbel"/>
              </a:rPr>
              <a:t>fly</a:t>
            </a:r>
            <a:r>
              <a:rPr sz="1800" i="1" spc="-20" dirty="0">
                <a:latin typeface="Corbel"/>
                <a:cs typeface="Corbel"/>
              </a:rPr>
              <a:t> </a:t>
            </a:r>
            <a:r>
              <a:rPr sz="1800" i="1" dirty="0">
                <a:latin typeface="Corbel"/>
                <a:cs typeface="Corbel"/>
              </a:rPr>
              <a:t>away</a:t>
            </a:r>
            <a:r>
              <a:rPr sz="1800" i="1" spc="-15" dirty="0">
                <a:latin typeface="Corbel"/>
                <a:cs typeface="Corbel"/>
              </a:rPr>
              <a:t> </a:t>
            </a:r>
            <a:r>
              <a:rPr sz="1800" i="1" dirty="0">
                <a:latin typeface="Corbel"/>
                <a:cs typeface="Corbel"/>
              </a:rPr>
              <a:t>of</a:t>
            </a:r>
            <a:r>
              <a:rPr sz="1800" i="1" spc="-20" dirty="0">
                <a:latin typeface="Corbel"/>
                <a:cs typeface="Corbel"/>
              </a:rPr>
              <a:t> </a:t>
            </a:r>
            <a:r>
              <a:rPr sz="1800" i="1" spc="-10" dirty="0">
                <a:latin typeface="Corbel"/>
                <a:cs typeface="Corbel"/>
              </a:rPr>
              <a:t>the</a:t>
            </a:r>
            <a:r>
              <a:rPr sz="1800" i="1" spc="-80" dirty="0">
                <a:latin typeface="Corbel"/>
                <a:cs typeface="Corbel"/>
              </a:rPr>
              <a:t> </a:t>
            </a:r>
            <a:r>
              <a:rPr sz="1800" i="1" spc="-25" dirty="0">
                <a:latin typeface="Corbel"/>
                <a:cs typeface="Corbel"/>
              </a:rPr>
              <a:t>UA.</a:t>
            </a:r>
            <a:endParaRPr sz="1800">
              <a:latin typeface="Corbel"/>
              <a:cs typeface="Corbel"/>
            </a:endParaRPr>
          </a:p>
          <a:p>
            <a:pPr marL="298450" marR="5715" indent="-285750" algn="just">
              <a:lnSpc>
                <a:spcPct val="102200"/>
              </a:lnSpc>
              <a:spcBef>
                <a:spcPts val="925"/>
              </a:spcBef>
              <a:buClr>
                <a:srgbClr val="1482AC"/>
              </a:buClr>
              <a:buSzPct val="144444"/>
              <a:buFont typeface="Arial MT"/>
              <a:buChar char="•"/>
              <a:tabLst>
                <a:tab pos="298450" algn="l"/>
              </a:tabLst>
            </a:pPr>
            <a:r>
              <a:rPr sz="1800" i="1" dirty="0">
                <a:latin typeface="Corbel"/>
                <a:cs typeface="Corbel"/>
              </a:rPr>
              <a:t>The</a:t>
            </a:r>
            <a:r>
              <a:rPr sz="1800" i="1" spc="25" dirty="0">
                <a:latin typeface="Corbel"/>
                <a:cs typeface="Corbel"/>
              </a:rPr>
              <a:t> </a:t>
            </a:r>
            <a:r>
              <a:rPr sz="1800" i="1" dirty="0">
                <a:latin typeface="Corbel"/>
                <a:cs typeface="Corbel"/>
              </a:rPr>
              <a:t>operator</a:t>
            </a:r>
            <a:r>
              <a:rPr sz="1800" i="1" spc="30" dirty="0">
                <a:latin typeface="Corbel"/>
                <a:cs typeface="Corbel"/>
              </a:rPr>
              <a:t> </a:t>
            </a:r>
            <a:r>
              <a:rPr sz="1800" i="1" dirty="0">
                <a:latin typeface="Corbel"/>
                <a:cs typeface="Corbel"/>
              </a:rPr>
              <a:t>shall</a:t>
            </a:r>
            <a:r>
              <a:rPr sz="1800" i="1" spc="25" dirty="0">
                <a:latin typeface="Corbel"/>
                <a:cs typeface="Corbel"/>
              </a:rPr>
              <a:t> </a:t>
            </a:r>
            <a:r>
              <a:rPr sz="1800" i="1" dirty="0">
                <a:latin typeface="Corbel"/>
                <a:cs typeface="Corbel"/>
              </a:rPr>
              <a:t>cease</a:t>
            </a:r>
            <a:r>
              <a:rPr sz="1800" i="1" spc="30" dirty="0">
                <a:latin typeface="Corbel"/>
                <a:cs typeface="Corbel"/>
              </a:rPr>
              <a:t> </a:t>
            </a:r>
            <a:r>
              <a:rPr sz="1800" i="1" dirty="0">
                <a:latin typeface="Corbel"/>
                <a:cs typeface="Corbel"/>
              </a:rPr>
              <a:t>the</a:t>
            </a:r>
            <a:r>
              <a:rPr sz="1800" i="1" spc="30" dirty="0">
                <a:latin typeface="Corbel"/>
                <a:cs typeface="Corbel"/>
              </a:rPr>
              <a:t> </a:t>
            </a:r>
            <a:r>
              <a:rPr sz="1800" i="1" dirty="0">
                <a:latin typeface="Corbel"/>
                <a:cs typeface="Corbel"/>
              </a:rPr>
              <a:t>flying</a:t>
            </a:r>
            <a:r>
              <a:rPr sz="1800" i="1" spc="20" dirty="0">
                <a:latin typeface="Corbel"/>
                <a:cs typeface="Corbel"/>
              </a:rPr>
              <a:t> </a:t>
            </a:r>
            <a:r>
              <a:rPr sz="1800" i="1" dirty="0">
                <a:latin typeface="Corbel"/>
                <a:cs typeface="Corbel"/>
              </a:rPr>
              <a:t>operations</a:t>
            </a:r>
            <a:r>
              <a:rPr sz="1800" i="1" spc="20" dirty="0">
                <a:latin typeface="Corbel"/>
                <a:cs typeface="Corbel"/>
              </a:rPr>
              <a:t> </a:t>
            </a:r>
            <a:r>
              <a:rPr sz="1800" i="1" dirty="0">
                <a:latin typeface="Corbel"/>
                <a:cs typeface="Corbel"/>
              </a:rPr>
              <a:t>within</a:t>
            </a:r>
            <a:r>
              <a:rPr sz="1800" i="1" spc="30" dirty="0">
                <a:latin typeface="Corbel"/>
                <a:cs typeface="Corbel"/>
              </a:rPr>
              <a:t> </a:t>
            </a:r>
            <a:r>
              <a:rPr sz="1800" i="1" dirty="0">
                <a:latin typeface="Corbel"/>
                <a:cs typeface="Corbel"/>
              </a:rPr>
              <a:t>5</a:t>
            </a:r>
            <a:r>
              <a:rPr sz="1800" i="1" spc="20" dirty="0">
                <a:latin typeface="Corbel"/>
                <a:cs typeface="Corbel"/>
              </a:rPr>
              <a:t> </a:t>
            </a:r>
            <a:r>
              <a:rPr sz="1800" i="1" dirty="0">
                <a:latin typeface="Corbel"/>
                <a:cs typeface="Corbel"/>
              </a:rPr>
              <a:t>minutes</a:t>
            </a:r>
            <a:r>
              <a:rPr sz="1800" i="1" spc="20" dirty="0">
                <a:latin typeface="Corbel"/>
                <a:cs typeface="Corbel"/>
              </a:rPr>
              <a:t> </a:t>
            </a:r>
            <a:r>
              <a:rPr sz="1800" i="1" dirty="0">
                <a:latin typeface="Corbel"/>
                <a:cs typeface="Corbel"/>
              </a:rPr>
              <a:t>upon</a:t>
            </a:r>
            <a:r>
              <a:rPr sz="1800" i="1" spc="30" dirty="0">
                <a:latin typeface="Corbel"/>
                <a:cs typeface="Corbel"/>
              </a:rPr>
              <a:t> </a:t>
            </a:r>
            <a:r>
              <a:rPr sz="1800" i="1" dirty="0">
                <a:latin typeface="Corbel"/>
                <a:cs typeface="Corbel"/>
              </a:rPr>
              <a:t>notification</a:t>
            </a:r>
            <a:r>
              <a:rPr sz="1800" i="1" spc="30" dirty="0">
                <a:latin typeface="Corbel"/>
                <a:cs typeface="Corbel"/>
              </a:rPr>
              <a:t> </a:t>
            </a:r>
            <a:r>
              <a:rPr sz="1800" i="1" dirty="0">
                <a:latin typeface="Corbel"/>
                <a:cs typeface="Corbel"/>
              </a:rPr>
              <a:t>by</a:t>
            </a:r>
            <a:r>
              <a:rPr sz="1800" i="1" spc="30" dirty="0">
                <a:latin typeface="Corbel"/>
                <a:cs typeface="Corbel"/>
              </a:rPr>
              <a:t> </a:t>
            </a:r>
            <a:r>
              <a:rPr sz="1800" i="1" dirty="0">
                <a:latin typeface="Corbel"/>
                <a:cs typeface="Corbel"/>
              </a:rPr>
              <a:t>the</a:t>
            </a:r>
            <a:r>
              <a:rPr sz="1800" i="1" spc="30" dirty="0">
                <a:latin typeface="Corbel"/>
                <a:cs typeface="Corbel"/>
              </a:rPr>
              <a:t> </a:t>
            </a:r>
            <a:r>
              <a:rPr sz="1800" i="1" spc="-10" dirty="0">
                <a:latin typeface="Corbel"/>
                <a:cs typeface="Corbel"/>
              </a:rPr>
              <a:t>CAAS/RSAF/SPF.</a:t>
            </a:r>
            <a:r>
              <a:rPr sz="1800" i="1" spc="20" dirty="0">
                <a:latin typeface="Corbel"/>
                <a:cs typeface="Corbel"/>
              </a:rPr>
              <a:t> </a:t>
            </a:r>
            <a:r>
              <a:rPr sz="1800" i="1" spc="-25" dirty="0">
                <a:latin typeface="Corbel"/>
                <a:cs typeface="Corbel"/>
              </a:rPr>
              <a:t>The </a:t>
            </a:r>
            <a:r>
              <a:rPr sz="1800" i="1" spc="-10" dirty="0">
                <a:latin typeface="Corbel"/>
                <a:cs typeface="Corbel"/>
              </a:rPr>
              <a:t>CAAS/RSAF/SPF</a:t>
            </a:r>
            <a:r>
              <a:rPr sz="1800" i="1" spc="-30" dirty="0">
                <a:latin typeface="Corbel"/>
                <a:cs typeface="Corbel"/>
              </a:rPr>
              <a:t> </a:t>
            </a:r>
            <a:r>
              <a:rPr sz="1800" i="1" dirty="0">
                <a:latin typeface="Corbel"/>
                <a:cs typeface="Corbel"/>
              </a:rPr>
              <a:t>reserves</a:t>
            </a:r>
            <a:r>
              <a:rPr sz="1800" i="1" spc="-30"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right</a:t>
            </a:r>
            <a:r>
              <a:rPr sz="1800" i="1" spc="-25" dirty="0">
                <a:latin typeface="Corbel"/>
                <a:cs typeface="Corbel"/>
              </a:rPr>
              <a:t> </a:t>
            </a:r>
            <a:r>
              <a:rPr sz="1800" i="1" dirty="0">
                <a:latin typeface="Corbel"/>
                <a:cs typeface="Corbel"/>
              </a:rPr>
              <a:t>to</a:t>
            </a:r>
            <a:r>
              <a:rPr sz="1800" i="1" spc="-25" dirty="0">
                <a:latin typeface="Corbel"/>
                <a:cs typeface="Corbel"/>
              </a:rPr>
              <a:t> </a:t>
            </a:r>
            <a:r>
              <a:rPr sz="1800" i="1" dirty="0">
                <a:latin typeface="Corbel"/>
                <a:cs typeface="Corbel"/>
              </a:rPr>
              <a:t>cancel</a:t>
            </a:r>
            <a:r>
              <a:rPr sz="1800" i="1" spc="-15" dirty="0">
                <a:latin typeface="Corbel"/>
                <a:cs typeface="Corbel"/>
              </a:rPr>
              <a:t> </a:t>
            </a:r>
            <a:r>
              <a:rPr sz="1800" i="1" dirty="0">
                <a:latin typeface="Corbel"/>
                <a:cs typeface="Corbel"/>
              </a:rPr>
              <a:t>the</a:t>
            </a:r>
            <a:r>
              <a:rPr sz="1800" i="1" spc="-25" dirty="0">
                <a:latin typeface="Corbel"/>
                <a:cs typeface="Corbel"/>
              </a:rPr>
              <a:t> </a:t>
            </a:r>
            <a:r>
              <a:rPr sz="1800" i="1" dirty="0">
                <a:latin typeface="Corbel"/>
                <a:cs typeface="Corbel"/>
              </a:rPr>
              <a:t>clearance,</a:t>
            </a:r>
            <a:r>
              <a:rPr sz="1800" i="1" spc="-25" dirty="0">
                <a:latin typeface="Corbel"/>
                <a:cs typeface="Corbel"/>
              </a:rPr>
              <a:t> </a:t>
            </a:r>
            <a:r>
              <a:rPr sz="1800" i="1" dirty="0">
                <a:latin typeface="Corbel"/>
                <a:cs typeface="Corbel"/>
              </a:rPr>
              <a:t>should</a:t>
            </a:r>
            <a:r>
              <a:rPr sz="1800" i="1" spc="-25" dirty="0">
                <a:latin typeface="Corbel"/>
                <a:cs typeface="Corbel"/>
              </a:rPr>
              <a:t> </a:t>
            </a:r>
            <a:r>
              <a:rPr sz="1800" i="1" dirty="0">
                <a:latin typeface="Corbel"/>
                <a:cs typeface="Corbel"/>
              </a:rPr>
              <a:t>the</a:t>
            </a:r>
            <a:r>
              <a:rPr sz="1800" i="1" spc="-20" dirty="0">
                <a:latin typeface="Corbel"/>
                <a:cs typeface="Corbel"/>
              </a:rPr>
              <a:t> </a:t>
            </a:r>
            <a:r>
              <a:rPr sz="1800" i="1" dirty="0">
                <a:latin typeface="Corbel"/>
                <a:cs typeface="Corbel"/>
              </a:rPr>
              <a:t>need</a:t>
            </a:r>
            <a:r>
              <a:rPr sz="1800" i="1" spc="-25" dirty="0">
                <a:latin typeface="Corbel"/>
                <a:cs typeface="Corbel"/>
              </a:rPr>
              <a:t> </a:t>
            </a:r>
            <a:r>
              <a:rPr sz="1800" i="1" dirty="0">
                <a:latin typeface="Corbel"/>
                <a:cs typeface="Corbel"/>
              </a:rPr>
              <a:t>arise,</a:t>
            </a:r>
            <a:r>
              <a:rPr sz="1800" i="1" spc="-25" dirty="0">
                <a:latin typeface="Corbel"/>
                <a:cs typeface="Corbel"/>
              </a:rPr>
              <a:t> </a:t>
            </a:r>
            <a:r>
              <a:rPr sz="1800" i="1" dirty="0">
                <a:latin typeface="Corbel"/>
                <a:cs typeface="Corbel"/>
              </a:rPr>
              <a:t>without</a:t>
            </a:r>
            <a:r>
              <a:rPr sz="1800" i="1" spc="-30" dirty="0">
                <a:latin typeface="Corbel"/>
                <a:cs typeface="Corbel"/>
              </a:rPr>
              <a:t> </a:t>
            </a:r>
            <a:r>
              <a:rPr sz="1800" i="1" dirty="0">
                <a:latin typeface="Corbel"/>
                <a:cs typeface="Corbel"/>
              </a:rPr>
              <a:t>prior</a:t>
            </a:r>
            <a:r>
              <a:rPr sz="1800" i="1" spc="-20" dirty="0">
                <a:latin typeface="Corbel"/>
                <a:cs typeface="Corbel"/>
              </a:rPr>
              <a:t> </a:t>
            </a:r>
            <a:r>
              <a:rPr sz="1800" i="1" spc="-10" dirty="0">
                <a:latin typeface="Corbel"/>
                <a:cs typeface="Corbel"/>
              </a:rPr>
              <a:t>notification.</a:t>
            </a:r>
            <a:endParaRPr sz="1800">
              <a:latin typeface="Corbel"/>
              <a:cs typeface="Corbe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grpSp>
        <p:nvGrpSpPr>
          <p:cNvPr id="3" name="object 3"/>
          <p:cNvGrpSpPr/>
          <p:nvPr/>
        </p:nvGrpSpPr>
        <p:grpSpPr>
          <a:xfrm>
            <a:off x="1353311" y="2486939"/>
            <a:ext cx="9296400" cy="4142740"/>
            <a:chOff x="1353311" y="2486939"/>
            <a:chExt cx="9296400" cy="4142740"/>
          </a:xfrm>
        </p:grpSpPr>
        <p:pic>
          <p:nvPicPr>
            <p:cNvPr id="4" name="object 4"/>
            <p:cNvPicPr/>
            <p:nvPr/>
          </p:nvPicPr>
          <p:blipFill>
            <a:blip r:embed="rId2" cstate="print"/>
            <a:stretch>
              <a:fillRect/>
            </a:stretch>
          </p:blipFill>
          <p:spPr>
            <a:xfrm>
              <a:off x="2103119" y="4541519"/>
              <a:ext cx="8546592" cy="2087880"/>
            </a:xfrm>
            <a:prstGeom prst="rect">
              <a:avLst/>
            </a:prstGeom>
          </p:spPr>
        </p:pic>
        <p:sp>
          <p:nvSpPr>
            <p:cNvPr id="5" name="object 5"/>
            <p:cNvSpPr/>
            <p:nvPr/>
          </p:nvSpPr>
          <p:spPr>
            <a:xfrm>
              <a:off x="2118239" y="2486939"/>
              <a:ext cx="8515985" cy="2057400"/>
            </a:xfrm>
            <a:custGeom>
              <a:avLst/>
              <a:gdLst/>
              <a:ahLst/>
              <a:cxnLst/>
              <a:rect l="l" t="t" r="r" b="b"/>
              <a:pathLst>
                <a:path w="8515985" h="2057400">
                  <a:moveTo>
                    <a:pt x="7487208" y="0"/>
                  </a:moveTo>
                  <a:lnTo>
                    <a:pt x="7487208" y="514353"/>
                  </a:lnTo>
                  <a:lnTo>
                    <a:pt x="0" y="514353"/>
                  </a:lnTo>
                  <a:lnTo>
                    <a:pt x="0" y="1543053"/>
                  </a:lnTo>
                  <a:lnTo>
                    <a:pt x="7487208" y="1543053"/>
                  </a:lnTo>
                  <a:lnTo>
                    <a:pt x="7487208" y="2057398"/>
                  </a:lnTo>
                  <a:lnTo>
                    <a:pt x="8515906" y="1028698"/>
                  </a:lnTo>
                  <a:lnTo>
                    <a:pt x="7487208" y="0"/>
                  </a:lnTo>
                  <a:close/>
                </a:path>
              </a:pathLst>
            </a:custGeom>
            <a:solidFill>
              <a:srgbClr val="CCE3F5"/>
            </a:solidFill>
          </p:spPr>
          <p:txBody>
            <a:bodyPr wrap="square" lIns="0" tIns="0" rIns="0" bIns="0" rtlCol="0"/>
            <a:lstStyle/>
            <a:p>
              <a:endParaRPr/>
            </a:p>
          </p:txBody>
        </p:sp>
        <p:pic>
          <p:nvPicPr>
            <p:cNvPr id="6" name="object 6"/>
            <p:cNvPicPr/>
            <p:nvPr/>
          </p:nvPicPr>
          <p:blipFill>
            <a:blip r:embed="rId3" cstate="print"/>
            <a:stretch>
              <a:fillRect/>
            </a:stretch>
          </p:blipFill>
          <p:spPr>
            <a:xfrm>
              <a:off x="1353311" y="3925824"/>
              <a:ext cx="1627632" cy="850392"/>
            </a:xfrm>
            <a:prstGeom prst="rect">
              <a:avLst/>
            </a:prstGeom>
          </p:spPr>
        </p:pic>
        <p:pic>
          <p:nvPicPr>
            <p:cNvPr id="7" name="object 7"/>
            <p:cNvPicPr/>
            <p:nvPr/>
          </p:nvPicPr>
          <p:blipFill>
            <a:blip r:embed="rId4" cstate="print"/>
            <a:stretch>
              <a:fillRect/>
            </a:stretch>
          </p:blipFill>
          <p:spPr>
            <a:xfrm>
              <a:off x="1367509" y="3104158"/>
              <a:ext cx="1599850" cy="822958"/>
            </a:xfrm>
            <a:prstGeom prst="rect">
              <a:avLst/>
            </a:prstGeom>
          </p:spPr>
        </p:pic>
      </p:grpSp>
      <p:sp>
        <p:nvSpPr>
          <p:cNvPr id="8" name="object 8"/>
          <p:cNvSpPr txBox="1"/>
          <p:nvPr/>
        </p:nvSpPr>
        <p:spPr>
          <a:xfrm>
            <a:off x="1553484" y="3256279"/>
            <a:ext cx="1228090" cy="470534"/>
          </a:xfrm>
          <a:prstGeom prst="rect">
            <a:avLst/>
          </a:prstGeom>
        </p:spPr>
        <p:txBody>
          <a:bodyPr vert="horz" wrap="square" lIns="0" tIns="30480" rIns="0" bIns="0" rtlCol="0">
            <a:spAutoFit/>
          </a:bodyPr>
          <a:lstStyle/>
          <a:p>
            <a:pPr marL="203835" marR="5080" indent="-191770">
              <a:lnSpc>
                <a:spcPts val="1700"/>
              </a:lnSpc>
              <a:spcBef>
                <a:spcPts val="240"/>
              </a:spcBef>
            </a:pPr>
            <a:r>
              <a:rPr sz="1500" dirty="0">
                <a:solidFill>
                  <a:srgbClr val="FFFFFF"/>
                </a:solidFill>
                <a:latin typeface="Corbel"/>
                <a:cs typeface="Corbel"/>
              </a:rPr>
              <a:t>Attend</a:t>
            </a:r>
            <a:r>
              <a:rPr sz="1500" spc="-25" dirty="0">
                <a:solidFill>
                  <a:srgbClr val="FFFFFF"/>
                </a:solidFill>
                <a:latin typeface="Corbel"/>
                <a:cs typeface="Corbel"/>
              </a:rPr>
              <a:t> </a:t>
            </a:r>
            <a:r>
              <a:rPr sz="1500" spc="-10" dirty="0">
                <a:solidFill>
                  <a:srgbClr val="FFFFFF"/>
                </a:solidFill>
                <a:latin typeface="Corbel"/>
                <a:cs typeface="Corbel"/>
              </a:rPr>
              <a:t>training (optional))</a:t>
            </a:r>
            <a:endParaRPr sz="1500">
              <a:latin typeface="Corbel"/>
              <a:cs typeface="Corbel"/>
            </a:endParaRPr>
          </a:p>
        </p:txBody>
      </p:sp>
      <p:grpSp>
        <p:nvGrpSpPr>
          <p:cNvPr id="9" name="object 9"/>
          <p:cNvGrpSpPr/>
          <p:nvPr/>
        </p:nvGrpSpPr>
        <p:grpSpPr>
          <a:xfrm>
            <a:off x="3035807" y="3104158"/>
            <a:ext cx="1630680" cy="1672589"/>
            <a:chOff x="3035807" y="3104158"/>
            <a:chExt cx="1630680" cy="1672589"/>
          </a:xfrm>
        </p:grpSpPr>
        <p:pic>
          <p:nvPicPr>
            <p:cNvPr id="10" name="object 10"/>
            <p:cNvPicPr/>
            <p:nvPr/>
          </p:nvPicPr>
          <p:blipFill>
            <a:blip r:embed="rId5" cstate="print"/>
            <a:stretch>
              <a:fillRect/>
            </a:stretch>
          </p:blipFill>
          <p:spPr>
            <a:xfrm>
              <a:off x="3035807" y="3925824"/>
              <a:ext cx="1630680" cy="850392"/>
            </a:xfrm>
            <a:prstGeom prst="rect">
              <a:avLst/>
            </a:prstGeom>
          </p:spPr>
        </p:pic>
        <p:pic>
          <p:nvPicPr>
            <p:cNvPr id="11" name="object 11"/>
            <p:cNvPicPr/>
            <p:nvPr/>
          </p:nvPicPr>
          <p:blipFill>
            <a:blip r:embed="rId6" cstate="print"/>
            <a:stretch>
              <a:fillRect/>
            </a:stretch>
          </p:blipFill>
          <p:spPr>
            <a:xfrm>
              <a:off x="3051012" y="3104158"/>
              <a:ext cx="1599850" cy="822958"/>
            </a:xfrm>
            <a:prstGeom prst="rect">
              <a:avLst/>
            </a:prstGeom>
          </p:spPr>
        </p:pic>
      </p:grpSp>
      <p:sp>
        <p:nvSpPr>
          <p:cNvPr id="12" name="object 12"/>
          <p:cNvSpPr txBox="1"/>
          <p:nvPr/>
        </p:nvSpPr>
        <p:spPr>
          <a:xfrm>
            <a:off x="3181361" y="3256279"/>
            <a:ext cx="1339850" cy="470534"/>
          </a:xfrm>
          <a:prstGeom prst="rect">
            <a:avLst/>
          </a:prstGeom>
        </p:spPr>
        <p:txBody>
          <a:bodyPr vert="horz" wrap="square" lIns="0" tIns="30480" rIns="0" bIns="0" rtlCol="0">
            <a:spAutoFit/>
          </a:bodyPr>
          <a:lstStyle/>
          <a:p>
            <a:pPr marL="12700" marR="5080" indent="133350">
              <a:lnSpc>
                <a:spcPts val="1700"/>
              </a:lnSpc>
              <a:spcBef>
                <a:spcPts val="240"/>
              </a:spcBef>
            </a:pPr>
            <a:r>
              <a:rPr sz="1500" spc="-10" dirty="0">
                <a:solidFill>
                  <a:srgbClr val="FFFFFF"/>
                </a:solidFill>
                <a:latin typeface="Corbel"/>
                <a:cs typeface="Corbel"/>
              </a:rPr>
              <a:t>Register</a:t>
            </a:r>
            <a:r>
              <a:rPr sz="1500" spc="-5" dirty="0">
                <a:solidFill>
                  <a:srgbClr val="FFFFFF"/>
                </a:solidFill>
                <a:latin typeface="Corbel"/>
                <a:cs typeface="Corbel"/>
              </a:rPr>
              <a:t> </a:t>
            </a:r>
            <a:r>
              <a:rPr sz="1500" dirty="0">
                <a:solidFill>
                  <a:srgbClr val="FFFFFF"/>
                </a:solidFill>
                <a:latin typeface="Corbel"/>
                <a:cs typeface="Corbel"/>
              </a:rPr>
              <a:t>for </a:t>
            </a:r>
            <a:r>
              <a:rPr sz="1500" spc="-50" dirty="0">
                <a:solidFill>
                  <a:srgbClr val="FFFFFF"/>
                </a:solidFill>
                <a:latin typeface="Corbel"/>
                <a:cs typeface="Corbel"/>
              </a:rPr>
              <a:t>a </a:t>
            </a:r>
            <a:r>
              <a:rPr sz="1500" dirty="0">
                <a:solidFill>
                  <a:srgbClr val="FFFFFF"/>
                </a:solidFill>
                <a:latin typeface="Corbel"/>
                <a:cs typeface="Corbel"/>
              </a:rPr>
              <a:t>CAPELS</a:t>
            </a:r>
            <a:r>
              <a:rPr sz="1500" spc="-10" dirty="0">
                <a:solidFill>
                  <a:srgbClr val="FFFFFF"/>
                </a:solidFill>
                <a:latin typeface="Corbel"/>
                <a:cs typeface="Corbel"/>
              </a:rPr>
              <a:t> account</a:t>
            </a:r>
            <a:endParaRPr sz="1500">
              <a:latin typeface="Corbel"/>
              <a:cs typeface="Corbel"/>
            </a:endParaRPr>
          </a:p>
        </p:txBody>
      </p:sp>
      <p:grpSp>
        <p:nvGrpSpPr>
          <p:cNvPr id="13" name="object 13"/>
          <p:cNvGrpSpPr/>
          <p:nvPr/>
        </p:nvGrpSpPr>
        <p:grpSpPr>
          <a:xfrm>
            <a:off x="4706111" y="3104158"/>
            <a:ext cx="1697989" cy="1672589"/>
            <a:chOff x="4706111" y="3104158"/>
            <a:chExt cx="1697989" cy="1672589"/>
          </a:xfrm>
        </p:grpSpPr>
        <p:pic>
          <p:nvPicPr>
            <p:cNvPr id="14" name="object 14"/>
            <p:cNvPicPr/>
            <p:nvPr/>
          </p:nvPicPr>
          <p:blipFill>
            <a:blip r:embed="rId7" cstate="print"/>
            <a:stretch>
              <a:fillRect/>
            </a:stretch>
          </p:blipFill>
          <p:spPr>
            <a:xfrm>
              <a:off x="4706111" y="3925824"/>
              <a:ext cx="1697736" cy="850392"/>
            </a:xfrm>
            <a:prstGeom prst="rect">
              <a:avLst/>
            </a:prstGeom>
          </p:spPr>
        </p:pic>
        <p:pic>
          <p:nvPicPr>
            <p:cNvPr id="15" name="object 15"/>
            <p:cNvPicPr/>
            <p:nvPr/>
          </p:nvPicPr>
          <p:blipFill>
            <a:blip r:embed="rId8" cstate="print"/>
            <a:stretch>
              <a:fillRect/>
            </a:stretch>
          </p:blipFill>
          <p:spPr>
            <a:xfrm>
              <a:off x="4734515" y="3104158"/>
              <a:ext cx="1599850" cy="822958"/>
            </a:xfrm>
            <a:prstGeom prst="rect">
              <a:avLst/>
            </a:prstGeom>
          </p:spPr>
        </p:pic>
      </p:grpSp>
      <p:sp>
        <p:nvSpPr>
          <p:cNvPr id="16" name="object 16"/>
          <p:cNvSpPr txBox="1"/>
          <p:nvPr/>
        </p:nvSpPr>
        <p:spPr>
          <a:xfrm>
            <a:off x="4820479" y="3256279"/>
            <a:ext cx="1428115" cy="470534"/>
          </a:xfrm>
          <a:prstGeom prst="rect">
            <a:avLst/>
          </a:prstGeom>
        </p:spPr>
        <p:txBody>
          <a:bodyPr vert="horz" wrap="square" lIns="0" tIns="30480" rIns="0" bIns="0" rtlCol="0">
            <a:spAutoFit/>
          </a:bodyPr>
          <a:lstStyle/>
          <a:p>
            <a:pPr marL="561340" marR="5080" indent="-549275">
              <a:lnSpc>
                <a:spcPts val="1700"/>
              </a:lnSpc>
              <a:spcBef>
                <a:spcPts val="240"/>
              </a:spcBef>
            </a:pPr>
            <a:r>
              <a:rPr sz="1500" dirty="0">
                <a:solidFill>
                  <a:srgbClr val="FFFFFF"/>
                </a:solidFill>
                <a:latin typeface="Corbel"/>
                <a:cs typeface="Corbel"/>
              </a:rPr>
              <a:t>Pass</a:t>
            </a:r>
            <a:r>
              <a:rPr sz="1500" spc="-70" dirty="0">
                <a:solidFill>
                  <a:srgbClr val="FFFFFF"/>
                </a:solidFill>
                <a:latin typeface="Corbel"/>
                <a:cs typeface="Corbel"/>
              </a:rPr>
              <a:t> </a:t>
            </a:r>
            <a:r>
              <a:rPr sz="1500" dirty="0">
                <a:solidFill>
                  <a:srgbClr val="FFFFFF"/>
                </a:solidFill>
                <a:latin typeface="Corbel"/>
                <a:cs typeface="Corbel"/>
              </a:rPr>
              <a:t>UAPL</a:t>
            </a:r>
            <a:r>
              <a:rPr sz="1500" spc="-25" dirty="0">
                <a:solidFill>
                  <a:srgbClr val="FFFFFF"/>
                </a:solidFill>
                <a:latin typeface="Corbel"/>
                <a:cs typeface="Corbel"/>
              </a:rPr>
              <a:t> </a:t>
            </a:r>
            <a:r>
              <a:rPr sz="1500" spc="-10" dirty="0">
                <a:solidFill>
                  <a:srgbClr val="FFFFFF"/>
                </a:solidFill>
                <a:latin typeface="Corbel"/>
                <a:cs typeface="Corbel"/>
              </a:rPr>
              <a:t>theory </a:t>
            </a:r>
            <a:r>
              <a:rPr sz="1500" spc="-20" dirty="0">
                <a:solidFill>
                  <a:srgbClr val="FFFFFF"/>
                </a:solidFill>
                <a:latin typeface="Corbel"/>
                <a:cs typeface="Corbel"/>
              </a:rPr>
              <a:t>test</a:t>
            </a:r>
            <a:endParaRPr sz="1500">
              <a:latin typeface="Corbel"/>
              <a:cs typeface="Corbel"/>
            </a:endParaRPr>
          </a:p>
        </p:txBody>
      </p:sp>
      <p:grpSp>
        <p:nvGrpSpPr>
          <p:cNvPr id="17" name="object 17"/>
          <p:cNvGrpSpPr/>
          <p:nvPr/>
        </p:nvGrpSpPr>
        <p:grpSpPr>
          <a:xfrm>
            <a:off x="6403847" y="3104158"/>
            <a:ext cx="1628139" cy="1672589"/>
            <a:chOff x="6403847" y="3104158"/>
            <a:chExt cx="1628139" cy="1672589"/>
          </a:xfrm>
        </p:grpSpPr>
        <p:pic>
          <p:nvPicPr>
            <p:cNvPr id="18" name="object 18"/>
            <p:cNvPicPr/>
            <p:nvPr/>
          </p:nvPicPr>
          <p:blipFill>
            <a:blip r:embed="rId9" cstate="print"/>
            <a:stretch>
              <a:fillRect/>
            </a:stretch>
          </p:blipFill>
          <p:spPr>
            <a:xfrm>
              <a:off x="6403847" y="3925824"/>
              <a:ext cx="1627631" cy="850392"/>
            </a:xfrm>
            <a:prstGeom prst="rect">
              <a:avLst/>
            </a:prstGeom>
          </p:spPr>
        </p:pic>
        <p:pic>
          <p:nvPicPr>
            <p:cNvPr id="19" name="object 19"/>
            <p:cNvPicPr/>
            <p:nvPr/>
          </p:nvPicPr>
          <p:blipFill>
            <a:blip r:embed="rId10" cstate="print"/>
            <a:stretch>
              <a:fillRect/>
            </a:stretch>
          </p:blipFill>
          <p:spPr>
            <a:xfrm>
              <a:off x="6418018" y="3104158"/>
              <a:ext cx="1599850" cy="822958"/>
            </a:xfrm>
            <a:prstGeom prst="rect">
              <a:avLst/>
            </a:prstGeom>
          </p:spPr>
        </p:pic>
      </p:grpSp>
      <p:sp>
        <p:nvSpPr>
          <p:cNvPr id="20" name="object 20"/>
          <p:cNvSpPr txBox="1"/>
          <p:nvPr/>
        </p:nvSpPr>
        <p:spPr>
          <a:xfrm>
            <a:off x="6671653" y="3256279"/>
            <a:ext cx="1092835" cy="470534"/>
          </a:xfrm>
          <a:prstGeom prst="rect">
            <a:avLst/>
          </a:prstGeom>
        </p:spPr>
        <p:txBody>
          <a:bodyPr vert="horz" wrap="square" lIns="0" tIns="30480" rIns="0" bIns="0" rtlCol="0">
            <a:spAutoFit/>
          </a:bodyPr>
          <a:lstStyle/>
          <a:p>
            <a:pPr marL="88265" marR="5080" indent="-76200">
              <a:lnSpc>
                <a:spcPts val="1700"/>
              </a:lnSpc>
              <a:spcBef>
                <a:spcPts val="240"/>
              </a:spcBef>
            </a:pPr>
            <a:r>
              <a:rPr sz="1500" dirty="0">
                <a:solidFill>
                  <a:srgbClr val="FFFFFF"/>
                </a:solidFill>
                <a:latin typeface="Corbel"/>
                <a:cs typeface="Corbel"/>
              </a:rPr>
              <a:t>Pass</a:t>
            </a:r>
            <a:r>
              <a:rPr sz="1500" spc="-25" dirty="0">
                <a:solidFill>
                  <a:srgbClr val="FFFFFF"/>
                </a:solidFill>
                <a:latin typeface="Corbel"/>
                <a:cs typeface="Corbel"/>
              </a:rPr>
              <a:t> </a:t>
            </a:r>
            <a:r>
              <a:rPr sz="1500" spc="-10" dirty="0">
                <a:solidFill>
                  <a:srgbClr val="FFFFFF"/>
                </a:solidFill>
                <a:latin typeface="Corbel"/>
                <a:cs typeface="Corbel"/>
              </a:rPr>
              <a:t>practical assessment</a:t>
            </a:r>
            <a:endParaRPr sz="1500">
              <a:latin typeface="Corbel"/>
              <a:cs typeface="Corbel"/>
            </a:endParaRPr>
          </a:p>
        </p:txBody>
      </p:sp>
      <p:grpSp>
        <p:nvGrpSpPr>
          <p:cNvPr id="21" name="object 21"/>
          <p:cNvGrpSpPr/>
          <p:nvPr/>
        </p:nvGrpSpPr>
        <p:grpSpPr>
          <a:xfrm>
            <a:off x="8086343" y="3104158"/>
            <a:ext cx="1630680" cy="1672589"/>
            <a:chOff x="8086343" y="3104158"/>
            <a:chExt cx="1630680" cy="1672589"/>
          </a:xfrm>
        </p:grpSpPr>
        <p:pic>
          <p:nvPicPr>
            <p:cNvPr id="22" name="object 22"/>
            <p:cNvPicPr/>
            <p:nvPr/>
          </p:nvPicPr>
          <p:blipFill>
            <a:blip r:embed="rId11" cstate="print"/>
            <a:stretch>
              <a:fillRect/>
            </a:stretch>
          </p:blipFill>
          <p:spPr>
            <a:xfrm>
              <a:off x="8086343" y="3925824"/>
              <a:ext cx="1630679" cy="850392"/>
            </a:xfrm>
            <a:prstGeom prst="rect">
              <a:avLst/>
            </a:prstGeom>
          </p:spPr>
        </p:pic>
        <p:pic>
          <p:nvPicPr>
            <p:cNvPr id="23" name="object 23"/>
            <p:cNvPicPr/>
            <p:nvPr/>
          </p:nvPicPr>
          <p:blipFill>
            <a:blip r:embed="rId12" cstate="print"/>
            <a:stretch>
              <a:fillRect/>
            </a:stretch>
          </p:blipFill>
          <p:spPr>
            <a:xfrm>
              <a:off x="8101522" y="3104158"/>
              <a:ext cx="1599850" cy="822958"/>
            </a:xfrm>
            <a:prstGeom prst="rect">
              <a:avLst/>
            </a:prstGeom>
          </p:spPr>
        </p:pic>
      </p:grpSp>
      <p:sp>
        <p:nvSpPr>
          <p:cNvPr id="24" name="object 24"/>
          <p:cNvSpPr txBox="1"/>
          <p:nvPr/>
        </p:nvSpPr>
        <p:spPr>
          <a:xfrm>
            <a:off x="8357127" y="3256279"/>
            <a:ext cx="1089025" cy="470534"/>
          </a:xfrm>
          <a:prstGeom prst="rect">
            <a:avLst/>
          </a:prstGeom>
        </p:spPr>
        <p:txBody>
          <a:bodyPr vert="horz" wrap="square" lIns="0" tIns="30480" rIns="0" bIns="0" rtlCol="0">
            <a:spAutoFit/>
          </a:bodyPr>
          <a:lstStyle/>
          <a:p>
            <a:pPr marL="107314" marR="5080" indent="-95250">
              <a:lnSpc>
                <a:spcPts val="1700"/>
              </a:lnSpc>
              <a:spcBef>
                <a:spcPts val="240"/>
              </a:spcBef>
            </a:pPr>
            <a:r>
              <a:rPr sz="1500" dirty="0">
                <a:solidFill>
                  <a:srgbClr val="FFFFFF"/>
                </a:solidFill>
                <a:latin typeface="Corbel"/>
                <a:cs typeface="Corbel"/>
              </a:rPr>
              <a:t>Submit</a:t>
            </a:r>
            <a:r>
              <a:rPr sz="1500" spc="-65" dirty="0">
                <a:solidFill>
                  <a:srgbClr val="FFFFFF"/>
                </a:solidFill>
                <a:latin typeface="Corbel"/>
                <a:cs typeface="Corbel"/>
              </a:rPr>
              <a:t> </a:t>
            </a:r>
            <a:r>
              <a:rPr sz="1500" spc="-20" dirty="0">
                <a:solidFill>
                  <a:srgbClr val="FFFFFF"/>
                </a:solidFill>
                <a:latin typeface="Corbel"/>
                <a:cs typeface="Corbel"/>
              </a:rPr>
              <a:t>UAPL </a:t>
            </a:r>
            <a:r>
              <a:rPr sz="1500" spc="-10" dirty="0">
                <a:solidFill>
                  <a:srgbClr val="FFFFFF"/>
                </a:solidFill>
                <a:latin typeface="Corbel"/>
                <a:cs typeface="Corbel"/>
              </a:rPr>
              <a:t>application</a:t>
            </a:r>
            <a:endParaRPr sz="1500">
              <a:latin typeface="Corbel"/>
              <a:cs typeface="Corbel"/>
            </a:endParaRPr>
          </a:p>
        </p:txBody>
      </p:sp>
      <p:grpSp>
        <p:nvGrpSpPr>
          <p:cNvPr id="25" name="object 25"/>
          <p:cNvGrpSpPr/>
          <p:nvPr/>
        </p:nvGrpSpPr>
        <p:grpSpPr>
          <a:xfrm>
            <a:off x="9771888" y="3104158"/>
            <a:ext cx="1628139" cy="1672589"/>
            <a:chOff x="9771888" y="3104158"/>
            <a:chExt cx="1628139" cy="1672589"/>
          </a:xfrm>
        </p:grpSpPr>
        <p:pic>
          <p:nvPicPr>
            <p:cNvPr id="26" name="object 26"/>
            <p:cNvPicPr/>
            <p:nvPr/>
          </p:nvPicPr>
          <p:blipFill>
            <a:blip r:embed="rId13" cstate="print"/>
            <a:stretch>
              <a:fillRect/>
            </a:stretch>
          </p:blipFill>
          <p:spPr>
            <a:xfrm>
              <a:off x="9771888" y="3925824"/>
              <a:ext cx="1627631" cy="850392"/>
            </a:xfrm>
            <a:prstGeom prst="rect">
              <a:avLst/>
            </a:prstGeom>
          </p:spPr>
        </p:pic>
        <p:pic>
          <p:nvPicPr>
            <p:cNvPr id="27" name="object 27"/>
            <p:cNvPicPr/>
            <p:nvPr/>
          </p:nvPicPr>
          <p:blipFill>
            <a:blip r:embed="rId14" cstate="print"/>
            <a:stretch>
              <a:fillRect/>
            </a:stretch>
          </p:blipFill>
          <p:spPr>
            <a:xfrm>
              <a:off x="9785026" y="3104158"/>
              <a:ext cx="1599850" cy="822958"/>
            </a:xfrm>
            <a:prstGeom prst="rect">
              <a:avLst/>
            </a:prstGeom>
          </p:spPr>
        </p:pic>
      </p:grpSp>
      <p:sp>
        <p:nvSpPr>
          <p:cNvPr id="28" name="object 28"/>
          <p:cNvSpPr txBox="1"/>
          <p:nvPr/>
        </p:nvSpPr>
        <p:spPr>
          <a:xfrm>
            <a:off x="10110447" y="3256279"/>
            <a:ext cx="949325" cy="470534"/>
          </a:xfrm>
          <a:prstGeom prst="rect">
            <a:avLst/>
          </a:prstGeom>
        </p:spPr>
        <p:txBody>
          <a:bodyPr vert="horz" wrap="square" lIns="0" tIns="30480" rIns="0" bIns="0" rtlCol="0">
            <a:spAutoFit/>
          </a:bodyPr>
          <a:lstStyle/>
          <a:p>
            <a:pPr marL="201295" marR="5080" indent="-189230">
              <a:lnSpc>
                <a:spcPts val="1700"/>
              </a:lnSpc>
              <a:spcBef>
                <a:spcPts val="240"/>
              </a:spcBef>
            </a:pPr>
            <a:r>
              <a:rPr sz="1500" dirty="0">
                <a:solidFill>
                  <a:srgbClr val="FFFFFF"/>
                </a:solidFill>
                <a:latin typeface="Corbel"/>
                <a:cs typeface="Corbel"/>
              </a:rPr>
              <a:t>View</a:t>
            </a:r>
            <a:r>
              <a:rPr sz="1500" spc="-25" dirty="0">
                <a:solidFill>
                  <a:srgbClr val="FFFFFF"/>
                </a:solidFill>
                <a:latin typeface="Corbel"/>
                <a:cs typeface="Corbel"/>
              </a:rPr>
              <a:t> </a:t>
            </a:r>
            <a:r>
              <a:rPr sz="1500" spc="-10" dirty="0">
                <a:solidFill>
                  <a:srgbClr val="FFFFFF"/>
                </a:solidFill>
                <a:latin typeface="Corbel"/>
                <a:cs typeface="Corbel"/>
              </a:rPr>
              <a:t>digital licence</a:t>
            </a:r>
            <a:endParaRPr sz="1500">
              <a:latin typeface="Corbel"/>
              <a:cs typeface="Corbel"/>
            </a:endParaRPr>
          </a:p>
        </p:txBody>
      </p:sp>
      <p:grpSp>
        <p:nvGrpSpPr>
          <p:cNvPr id="29" name="object 29"/>
          <p:cNvGrpSpPr/>
          <p:nvPr/>
        </p:nvGrpSpPr>
        <p:grpSpPr>
          <a:xfrm>
            <a:off x="1417319" y="414527"/>
            <a:ext cx="7571740" cy="878205"/>
            <a:chOff x="1417319" y="414527"/>
            <a:chExt cx="7571740" cy="878205"/>
          </a:xfrm>
        </p:grpSpPr>
        <p:pic>
          <p:nvPicPr>
            <p:cNvPr id="30" name="object 30"/>
            <p:cNvPicPr/>
            <p:nvPr/>
          </p:nvPicPr>
          <p:blipFill>
            <a:blip r:embed="rId15" cstate="print"/>
            <a:stretch>
              <a:fillRect/>
            </a:stretch>
          </p:blipFill>
          <p:spPr>
            <a:xfrm>
              <a:off x="1417319" y="414527"/>
              <a:ext cx="3432048" cy="573024"/>
            </a:xfrm>
            <a:prstGeom prst="rect">
              <a:avLst/>
            </a:prstGeom>
          </p:spPr>
        </p:pic>
        <p:pic>
          <p:nvPicPr>
            <p:cNvPr id="31" name="object 31"/>
            <p:cNvPicPr/>
            <p:nvPr/>
          </p:nvPicPr>
          <p:blipFill>
            <a:blip r:embed="rId16" cstate="print"/>
            <a:stretch>
              <a:fillRect/>
            </a:stretch>
          </p:blipFill>
          <p:spPr>
            <a:xfrm>
              <a:off x="1417319" y="719327"/>
              <a:ext cx="7571232" cy="573024"/>
            </a:xfrm>
            <a:prstGeom prst="rect">
              <a:avLst/>
            </a:prstGeom>
          </p:spPr>
        </p:pic>
      </p:grpSp>
      <p:sp>
        <p:nvSpPr>
          <p:cNvPr id="32" name="object 3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b="1" dirty="0">
                <a:latin typeface="Corbel"/>
                <a:cs typeface="Corbel"/>
              </a:rPr>
              <a:t>030</a:t>
            </a:r>
            <a:r>
              <a:rPr b="1" spc="-25" dirty="0">
                <a:latin typeface="Corbel"/>
                <a:cs typeface="Corbel"/>
              </a:rPr>
              <a:t> </a:t>
            </a:r>
            <a:r>
              <a:rPr b="1" dirty="0">
                <a:latin typeface="Corbel"/>
                <a:cs typeface="Corbel"/>
              </a:rPr>
              <a:t>06</a:t>
            </a:r>
            <a:r>
              <a:rPr b="1" spc="-20" dirty="0">
                <a:latin typeface="Corbel"/>
                <a:cs typeface="Corbel"/>
              </a:rPr>
              <a:t> </a:t>
            </a:r>
            <a:r>
              <a:rPr b="1" dirty="0">
                <a:latin typeface="Corbel"/>
                <a:cs typeface="Corbel"/>
              </a:rPr>
              <a:t>00:</a:t>
            </a:r>
            <a:r>
              <a:rPr b="1" spc="-20" dirty="0">
                <a:latin typeface="Corbel"/>
                <a:cs typeface="Corbel"/>
              </a:rPr>
              <a:t> </a:t>
            </a:r>
            <a:r>
              <a:rPr b="1" spc="-10" dirty="0">
                <a:latin typeface="Corbel"/>
                <a:cs typeface="Corbel"/>
              </a:rPr>
              <a:t>Pilot</a:t>
            </a:r>
            <a:r>
              <a:rPr b="1" spc="-85" dirty="0">
                <a:latin typeface="Corbel"/>
                <a:cs typeface="Corbel"/>
              </a:rPr>
              <a:t> </a:t>
            </a:r>
            <a:r>
              <a:rPr b="1" spc="-10" dirty="0">
                <a:latin typeface="Corbel"/>
                <a:cs typeface="Corbel"/>
              </a:rPr>
              <a:t>Competency</a:t>
            </a:r>
          </a:p>
          <a:p>
            <a:pPr marL="12700">
              <a:lnSpc>
                <a:spcPct val="100000"/>
              </a:lnSpc>
            </a:pPr>
            <a:r>
              <a:rPr dirty="0"/>
              <a:t>030</a:t>
            </a:r>
            <a:r>
              <a:rPr spc="-35" dirty="0"/>
              <a:t> </a:t>
            </a:r>
            <a:r>
              <a:rPr dirty="0"/>
              <a:t>06</a:t>
            </a:r>
            <a:r>
              <a:rPr spc="-25" dirty="0"/>
              <a:t> </a:t>
            </a:r>
            <a:r>
              <a:rPr dirty="0"/>
              <a:t>01:</a:t>
            </a:r>
            <a:r>
              <a:rPr spc="-30" dirty="0"/>
              <a:t> </a:t>
            </a:r>
            <a:r>
              <a:rPr spc="-10" dirty="0"/>
              <a:t>Requirements</a:t>
            </a:r>
            <a:r>
              <a:rPr spc="-30" dirty="0"/>
              <a:t> </a:t>
            </a:r>
            <a:r>
              <a:rPr dirty="0"/>
              <a:t>for</a:t>
            </a:r>
            <a:r>
              <a:rPr spc="-25" dirty="0"/>
              <a:t> </a:t>
            </a:r>
            <a:r>
              <a:rPr dirty="0"/>
              <a:t>the</a:t>
            </a:r>
            <a:r>
              <a:rPr spc="-25" dirty="0"/>
              <a:t> </a:t>
            </a:r>
            <a:r>
              <a:rPr dirty="0"/>
              <a:t>issuance</a:t>
            </a:r>
            <a:r>
              <a:rPr spc="-30" dirty="0"/>
              <a:t> </a:t>
            </a:r>
            <a:r>
              <a:rPr dirty="0"/>
              <a:t>and</a:t>
            </a:r>
            <a:r>
              <a:rPr spc="-25" dirty="0"/>
              <a:t> </a:t>
            </a:r>
            <a:r>
              <a:rPr dirty="0"/>
              <a:t>maintenance</a:t>
            </a:r>
            <a:r>
              <a:rPr spc="-25" dirty="0"/>
              <a:t> </a:t>
            </a:r>
            <a:r>
              <a:rPr dirty="0"/>
              <a:t>of</a:t>
            </a:r>
            <a:r>
              <a:rPr spc="-30" dirty="0"/>
              <a:t> </a:t>
            </a:r>
            <a:r>
              <a:rPr dirty="0"/>
              <a:t>a</a:t>
            </a:r>
            <a:r>
              <a:rPr spc="-85" dirty="0"/>
              <a:t> </a:t>
            </a:r>
            <a:r>
              <a:rPr spc="-20" dirty="0"/>
              <a:t>UAPL</a:t>
            </a:r>
          </a:p>
        </p:txBody>
      </p:sp>
      <p:sp>
        <p:nvSpPr>
          <p:cNvPr id="33" name="object 33"/>
          <p:cNvSpPr txBox="1"/>
          <p:nvPr/>
        </p:nvSpPr>
        <p:spPr>
          <a:xfrm>
            <a:off x="1563048" y="1131824"/>
            <a:ext cx="9714865" cy="1546225"/>
          </a:xfrm>
          <a:prstGeom prst="rect">
            <a:avLst/>
          </a:prstGeom>
        </p:spPr>
        <p:txBody>
          <a:bodyPr vert="horz" wrap="square" lIns="0" tIns="154305" rIns="0" bIns="0" rtlCol="0">
            <a:spAutoFit/>
          </a:bodyPr>
          <a:lstStyle/>
          <a:p>
            <a:pPr marL="12700">
              <a:lnSpc>
                <a:spcPct val="100000"/>
              </a:lnSpc>
              <a:spcBef>
                <a:spcPts val="1215"/>
              </a:spcBef>
            </a:pPr>
            <a:r>
              <a:rPr sz="1800" b="1" u="sng" spc="-10" dirty="0">
                <a:uFill>
                  <a:solidFill>
                    <a:srgbClr val="000000"/>
                  </a:solidFill>
                </a:uFill>
                <a:latin typeface="Corbel"/>
                <a:cs typeface="Corbel"/>
              </a:rPr>
              <a:t>Requirements</a:t>
            </a:r>
            <a:r>
              <a:rPr sz="1800" b="1" u="sng" spc="-5" dirty="0">
                <a:uFill>
                  <a:solidFill>
                    <a:srgbClr val="000000"/>
                  </a:solidFill>
                </a:uFill>
                <a:latin typeface="Corbel"/>
                <a:cs typeface="Corbel"/>
              </a:rPr>
              <a:t> </a:t>
            </a:r>
            <a:r>
              <a:rPr sz="1800" b="1" u="sng" dirty="0">
                <a:uFill>
                  <a:solidFill>
                    <a:srgbClr val="000000"/>
                  </a:solidFill>
                </a:uFill>
                <a:latin typeface="Corbel"/>
                <a:cs typeface="Corbel"/>
              </a:rPr>
              <a:t>of</a:t>
            </a:r>
            <a:r>
              <a:rPr sz="1800" b="1" u="sng" spc="-60" dirty="0">
                <a:uFill>
                  <a:solidFill>
                    <a:srgbClr val="000000"/>
                  </a:solidFill>
                </a:uFill>
                <a:latin typeface="Corbel"/>
                <a:cs typeface="Corbel"/>
              </a:rPr>
              <a:t> </a:t>
            </a:r>
            <a:r>
              <a:rPr sz="1800" b="1" u="sng" spc="-20" dirty="0">
                <a:uFill>
                  <a:solidFill>
                    <a:srgbClr val="000000"/>
                  </a:solidFill>
                </a:uFill>
                <a:latin typeface="Corbel"/>
                <a:cs typeface="Corbel"/>
              </a:rPr>
              <a:t>UAPL</a:t>
            </a:r>
            <a:endParaRPr sz="1800">
              <a:latin typeface="Corbel"/>
              <a:cs typeface="Corbel"/>
            </a:endParaRPr>
          </a:p>
          <a:p>
            <a:pPr marL="297815" indent="-285115">
              <a:lnSpc>
                <a:spcPct val="100000"/>
              </a:lnSpc>
              <a:spcBef>
                <a:spcPts val="990"/>
              </a:spcBef>
              <a:buFont typeface="Arial MT"/>
              <a:buChar char="•"/>
              <a:tabLst>
                <a:tab pos="297815" algn="l"/>
              </a:tabLst>
            </a:pPr>
            <a:r>
              <a:rPr sz="1600" dirty="0">
                <a:latin typeface="Corbel"/>
                <a:cs typeface="Corbel"/>
              </a:rPr>
              <a:t>The</a:t>
            </a:r>
            <a:r>
              <a:rPr sz="1600" spc="-55" dirty="0">
                <a:latin typeface="Corbel"/>
                <a:cs typeface="Corbel"/>
              </a:rPr>
              <a:t> </a:t>
            </a:r>
            <a:r>
              <a:rPr sz="1600" dirty="0">
                <a:latin typeface="Corbel"/>
                <a:cs typeface="Corbel"/>
              </a:rPr>
              <a:t>UA</a:t>
            </a:r>
            <a:r>
              <a:rPr sz="1600" spc="-15" dirty="0">
                <a:latin typeface="Corbel"/>
                <a:cs typeface="Corbel"/>
              </a:rPr>
              <a:t> </a:t>
            </a:r>
            <a:r>
              <a:rPr sz="1600" dirty="0">
                <a:latin typeface="Corbel"/>
                <a:cs typeface="Corbel"/>
              </a:rPr>
              <a:t>pilot</a:t>
            </a:r>
            <a:r>
              <a:rPr sz="1600" spc="-15" dirty="0">
                <a:latin typeface="Corbel"/>
                <a:cs typeface="Corbel"/>
              </a:rPr>
              <a:t> </a:t>
            </a:r>
            <a:r>
              <a:rPr sz="1600" dirty="0">
                <a:latin typeface="Corbel"/>
                <a:cs typeface="Corbel"/>
              </a:rPr>
              <a:t>must</a:t>
            </a:r>
            <a:r>
              <a:rPr sz="1600" spc="-15" dirty="0">
                <a:latin typeface="Corbel"/>
                <a:cs typeface="Corbel"/>
              </a:rPr>
              <a:t> </a:t>
            </a:r>
            <a:r>
              <a:rPr sz="1600" dirty="0">
                <a:latin typeface="Corbel"/>
                <a:cs typeface="Corbel"/>
              </a:rPr>
              <a:t>be</a:t>
            </a:r>
            <a:r>
              <a:rPr sz="1600" spc="-10" dirty="0">
                <a:latin typeface="Corbel"/>
                <a:cs typeface="Corbel"/>
              </a:rPr>
              <a:t> </a:t>
            </a:r>
            <a:r>
              <a:rPr sz="1600" u="sng" dirty="0">
                <a:uFill>
                  <a:solidFill>
                    <a:srgbClr val="000000"/>
                  </a:solidFill>
                </a:uFill>
                <a:latin typeface="Corbel"/>
                <a:cs typeface="Corbel"/>
              </a:rPr>
              <a:t>at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least</a:t>
            </a:r>
            <a:r>
              <a:rPr sz="1600" u="sng" spc="-20" dirty="0">
                <a:uFill>
                  <a:solidFill>
                    <a:srgbClr val="000000"/>
                  </a:solidFill>
                </a:uFill>
                <a:latin typeface="Corbel"/>
                <a:cs typeface="Corbel"/>
              </a:rPr>
              <a:t> </a:t>
            </a:r>
            <a:r>
              <a:rPr sz="1600" u="sng" dirty="0">
                <a:uFill>
                  <a:solidFill>
                    <a:srgbClr val="000000"/>
                  </a:solidFill>
                </a:uFill>
                <a:latin typeface="Corbel"/>
                <a:cs typeface="Corbel"/>
              </a:rPr>
              <a:t>16</a:t>
            </a:r>
            <a:r>
              <a:rPr sz="1600" u="sng" spc="-15" dirty="0">
                <a:uFill>
                  <a:solidFill>
                    <a:srgbClr val="000000"/>
                  </a:solidFill>
                </a:uFill>
                <a:latin typeface="Corbel"/>
                <a:cs typeface="Corbel"/>
              </a:rPr>
              <a:t> </a:t>
            </a:r>
            <a:r>
              <a:rPr sz="1600" u="sng" dirty="0">
                <a:uFill>
                  <a:solidFill>
                    <a:srgbClr val="000000"/>
                  </a:solidFill>
                </a:uFill>
                <a:latin typeface="Corbel"/>
                <a:cs typeface="Corbel"/>
              </a:rPr>
              <a:t>years</a:t>
            </a:r>
            <a:r>
              <a:rPr sz="1600" u="sng" spc="-10" dirty="0">
                <a:uFill>
                  <a:solidFill>
                    <a:srgbClr val="000000"/>
                  </a:solidFill>
                </a:uFill>
                <a:latin typeface="Corbel"/>
                <a:cs typeface="Corbel"/>
              </a:rPr>
              <a:t> </a:t>
            </a:r>
            <a:r>
              <a:rPr sz="1600" u="sng" spc="-25" dirty="0">
                <a:uFill>
                  <a:solidFill>
                    <a:srgbClr val="000000"/>
                  </a:solidFill>
                </a:uFill>
                <a:latin typeface="Corbel"/>
                <a:cs typeface="Corbel"/>
              </a:rPr>
              <a:t>old</a:t>
            </a:r>
            <a:endParaRPr sz="1600">
              <a:latin typeface="Corbel"/>
              <a:cs typeface="Corbel"/>
            </a:endParaRPr>
          </a:p>
          <a:p>
            <a:pPr marL="297815" indent="-285115">
              <a:lnSpc>
                <a:spcPct val="100000"/>
              </a:lnSpc>
              <a:spcBef>
                <a:spcPts val="985"/>
              </a:spcBef>
              <a:buFont typeface="Arial MT"/>
              <a:buChar char="•"/>
              <a:tabLst>
                <a:tab pos="297815" algn="l"/>
              </a:tabLst>
            </a:pPr>
            <a:r>
              <a:rPr sz="1600" spc="-10" dirty="0">
                <a:latin typeface="Corbel"/>
                <a:cs typeface="Corbel"/>
              </a:rPr>
              <a:t>Successfully</a:t>
            </a:r>
            <a:r>
              <a:rPr sz="1600" spc="-30" dirty="0">
                <a:latin typeface="Corbel"/>
                <a:cs typeface="Corbel"/>
              </a:rPr>
              <a:t> </a:t>
            </a:r>
            <a:r>
              <a:rPr sz="1600" dirty="0">
                <a:latin typeface="Corbel"/>
                <a:cs typeface="Corbel"/>
              </a:rPr>
              <a:t>passed</a:t>
            </a:r>
            <a:r>
              <a:rPr sz="1600" spc="-15" dirty="0">
                <a:latin typeface="Corbel"/>
                <a:cs typeface="Corbel"/>
              </a:rPr>
              <a:t> </a:t>
            </a:r>
            <a:r>
              <a:rPr sz="1600" dirty="0">
                <a:latin typeface="Corbel"/>
                <a:cs typeface="Corbel"/>
              </a:rPr>
              <a:t>a</a:t>
            </a:r>
            <a:r>
              <a:rPr sz="1600" spc="-65" dirty="0">
                <a:latin typeface="Corbel"/>
                <a:cs typeface="Corbel"/>
              </a:rPr>
              <a:t> </a:t>
            </a:r>
            <a:r>
              <a:rPr sz="1600" dirty="0">
                <a:latin typeface="Corbel"/>
                <a:cs typeface="Corbel"/>
              </a:rPr>
              <a:t>UAPL</a:t>
            </a:r>
            <a:r>
              <a:rPr sz="1600" spc="-15" dirty="0">
                <a:latin typeface="Corbel"/>
                <a:cs typeface="Corbel"/>
              </a:rPr>
              <a:t> </a:t>
            </a:r>
            <a:r>
              <a:rPr sz="1600" dirty="0">
                <a:latin typeface="Corbel"/>
                <a:cs typeface="Corbel"/>
              </a:rPr>
              <a:t>theory</a:t>
            </a:r>
            <a:r>
              <a:rPr sz="1600" spc="-25" dirty="0">
                <a:latin typeface="Corbel"/>
                <a:cs typeface="Corbel"/>
              </a:rPr>
              <a:t> </a:t>
            </a:r>
            <a:r>
              <a:rPr sz="1600" dirty="0">
                <a:latin typeface="Corbel"/>
                <a:cs typeface="Corbel"/>
              </a:rPr>
              <a:t>test</a:t>
            </a:r>
            <a:r>
              <a:rPr sz="1600" spc="-30" dirty="0">
                <a:latin typeface="Corbel"/>
                <a:cs typeface="Corbel"/>
              </a:rPr>
              <a:t> </a:t>
            </a:r>
            <a:r>
              <a:rPr sz="1600" dirty="0">
                <a:latin typeface="Corbel"/>
                <a:cs typeface="Corbel"/>
              </a:rPr>
              <a:t>administered</a:t>
            </a:r>
            <a:r>
              <a:rPr sz="1600" spc="-15" dirty="0">
                <a:latin typeface="Corbel"/>
                <a:cs typeface="Corbel"/>
              </a:rPr>
              <a:t> </a:t>
            </a:r>
            <a:r>
              <a:rPr sz="1600" dirty="0">
                <a:latin typeface="Corbel"/>
                <a:cs typeface="Corbel"/>
              </a:rPr>
              <a:t>by</a:t>
            </a:r>
            <a:r>
              <a:rPr sz="1600" spc="-80" dirty="0">
                <a:latin typeface="Corbel"/>
                <a:cs typeface="Corbel"/>
              </a:rPr>
              <a:t> </a:t>
            </a:r>
            <a:r>
              <a:rPr sz="1600" dirty="0">
                <a:latin typeface="Corbel"/>
                <a:cs typeface="Corbel"/>
              </a:rPr>
              <a:t>CAAS;</a:t>
            </a:r>
            <a:r>
              <a:rPr sz="1600" spc="-25" dirty="0">
                <a:latin typeface="Corbel"/>
                <a:cs typeface="Corbel"/>
              </a:rPr>
              <a:t> and</a:t>
            </a:r>
            <a:endParaRPr sz="1600">
              <a:latin typeface="Corbel"/>
              <a:cs typeface="Corbel"/>
            </a:endParaRPr>
          </a:p>
          <a:p>
            <a:pPr marL="297815" indent="-285115">
              <a:lnSpc>
                <a:spcPct val="100000"/>
              </a:lnSpc>
              <a:spcBef>
                <a:spcPts val="960"/>
              </a:spcBef>
              <a:buFont typeface="Arial MT"/>
              <a:buChar char="•"/>
              <a:tabLst>
                <a:tab pos="297815" algn="l"/>
              </a:tabLst>
            </a:pPr>
            <a:r>
              <a:rPr sz="1600" spc="-10" dirty="0">
                <a:latin typeface="Corbel"/>
                <a:cs typeface="Corbel"/>
              </a:rPr>
              <a:t>Successfully</a:t>
            </a:r>
            <a:r>
              <a:rPr sz="1600" spc="-40" dirty="0">
                <a:latin typeface="Corbel"/>
                <a:cs typeface="Corbel"/>
              </a:rPr>
              <a:t> </a:t>
            </a:r>
            <a:r>
              <a:rPr sz="1600" dirty="0">
                <a:latin typeface="Corbel"/>
                <a:cs typeface="Corbel"/>
              </a:rPr>
              <a:t>passed</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practical</a:t>
            </a:r>
            <a:r>
              <a:rPr sz="1600" spc="-25" dirty="0">
                <a:latin typeface="Corbel"/>
                <a:cs typeface="Corbel"/>
              </a:rPr>
              <a:t> </a:t>
            </a:r>
            <a:r>
              <a:rPr sz="1600" dirty="0">
                <a:latin typeface="Corbel"/>
                <a:cs typeface="Corbel"/>
              </a:rPr>
              <a:t>assessment</a:t>
            </a:r>
            <a:r>
              <a:rPr sz="1600" spc="-35" dirty="0">
                <a:latin typeface="Corbel"/>
                <a:cs typeface="Corbel"/>
              </a:rPr>
              <a:t> </a:t>
            </a:r>
            <a:r>
              <a:rPr sz="1600" dirty="0">
                <a:latin typeface="Corbel"/>
                <a:cs typeface="Corbel"/>
              </a:rPr>
              <a:t>relating</a:t>
            </a:r>
            <a:r>
              <a:rPr sz="1600" spc="-3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the</a:t>
            </a:r>
            <a:r>
              <a:rPr sz="1600" spc="-30" dirty="0">
                <a:latin typeface="Corbel"/>
                <a:cs typeface="Corbel"/>
              </a:rPr>
              <a:t> </a:t>
            </a:r>
            <a:r>
              <a:rPr sz="1600" dirty="0">
                <a:latin typeface="Corbel"/>
                <a:cs typeface="Corbel"/>
              </a:rPr>
              <a:t>class</a:t>
            </a:r>
            <a:r>
              <a:rPr sz="1600" spc="-25" dirty="0">
                <a:latin typeface="Corbel"/>
                <a:cs typeface="Corbel"/>
              </a:rPr>
              <a:t> </a:t>
            </a:r>
            <a:r>
              <a:rPr sz="1600" dirty="0">
                <a:latin typeface="Corbel"/>
                <a:cs typeface="Corbel"/>
              </a:rPr>
              <a:t>and</a:t>
            </a:r>
            <a:r>
              <a:rPr sz="1600" spc="-25" dirty="0">
                <a:latin typeface="Corbel"/>
                <a:cs typeface="Corbel"/>
              </a:rPr>
              <a:t> </a:t>
            </a:r>
            <a:r>
              <a:rPr sz="1600" dirty="0">
                <a:latin typeface="Corbel"/>
                <a:cs typeface="Corbel"/>
              </a:rPr>
              <a:t>category</a:t>
            </a:r>
            <a:r>
              <a:rPr sz="1600" spc="-35" dirty="0">
                <a:latin typeface="Corbel"/>
                <a:cs typeface="Corbel"/>
              </a:rPr>
              <a:t> </a:t>
            </a:r>
            <a:r>
              <a:rPr sz="1600" dirty="0">
                <a:latin typeface="Corbel"/>
                <a:cs typeface="Corbel"/>
              </a:rPr>
              <a:t>of</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licence</a:t>
            </a:r>
            <a:r>
              <a:rPr sz="1600" spc="-25" dirty="0">
                <a:latin typeface="Corbel"/>
                <a:cs typeface="Corbel"/>
              </a:rPr>
              <a:t> </a:t>
            </a:r>
            <a:r>
              <a:rPr sz="1600" dirty="0">
                <a:latin typeface="Corbel"/>
                <a:cs typeface="Corbel"/>
              </a:rPr>
              <a:t>conducted</a:t>
            </a:r>
            <a:r>
              <a:rPr sz="1600" spc="-25" dirty="0">
                <a:latin typeface="Corbel"/>
                <a:cs typeface="Corbel"/>
              </a:rPr>
              <a:t> </a:t>
            </a:r>
            <a:r>
              <a:rPr sz="1600" dirty="0">
                <a:latin typeface="Corbel"/>
                <a:cs typeface="Corbel"/>
              </a:rPr>
              <a:t>by</a:t>
            </a:r>
            <a:r>
              <a:rPr sz="1600" spc="-35" dirty="0">
                <a:latin typeface="Corbel"/>
                <a:cs typeface="Corbel"/>
              </a:rPr>
              <a:t> </a:t>
            </a:r>
            <a:r>
              <a:rPr sz="1600" dirty="0">
                <a:latin typeface="Corbel"/>
                <a:cs typeface="Corbel"/>
              </a:rPr>
              <a:t>an</a:t>
            </a:r>
            <a:r>
              <a:rPr sz="1600" spc="-80" dirty="0">
                <a:latin typeface="Corbel"/>
                <a:cs typeface="Corbel"/>
              </a:rPr>
              <a:t> </a:t>
            </a:r>
            <a:r>
              <a:rPr sz="1600" spc="-20" dirty="0">
                <a:latin typeface="Corbel"/>
                <a:cs typeface="Corbel"/>
              </a:rPr>
              <a:t>AFE.</a:t>
            </a:r>
            <a:endParaRPr sz="1600">
              <a:latin typeface="Corbel"/>
              <a:cs typeface="Corbel"/>
            </a:endParaRPr>
          </a:p>
        </p:txBody>
      </p:sp>
      <p:sp>
        <p:nvSpPr>
          <p:cNvPr id="34" name="object 34"/>
          <p:cNvSpPr/>
          <p:nvPr/>
        </p:nvSpPr>
        <p:spPr>
          <a:xfrm>
            <a:off x="355600" y="4239598"/>
            <a:ext cx="3009900" cy="967105"/>
          </a:xfrm>
          <a:custGeom>
            <a:avLst/>
            <a:gdLst/>
            <a:ahLst/>
            <a:cxnLst/>
            <a:rect l="l" t="t" r="r" b="b"/>
            <a:pathLst>
              <a:path w="3009900" h="967104">
                <a:moveTo>
                  <a:pt x="0" y="0"/>
                </a:moveTo>
                <a:lnTo>
                  <a:pt x="3009900" y="0"/>
                </a:lnTo>
                <a:lnTo>
                  <a:pt x="3009900" y="966504"/>
                </a:lnTo>
                <a:lnTo>
                  <a:pt x="0" y="966504"/>
                </a:lnTo>
                <a:lnTo>
                  <a:pt x="0" y="0"/>
                </a:lnTo>
                <a:close/>
              </a:path>
            </a:pathLst>
          </a:custGeom>
          <a:ln w="25400">
            <a:solidFill>
              <a:srgbClr val="0070C0"/>
            </a:solidFill>
          </a:ln>
        </p:spPr>
        <p:txBody>
          <a:bodyPr wrap="square" lIns="0" tIns="0" rIns="0" bIns="0" rtlCol="0"/>
          <a:lstStyle/>
          <a:p>
            <a:endParaRPr/>
          </a:p>
        </p:txBody>
      </p:sp>
      <p:sp>
        <p:nvSpPr>
          <p:cNvPr id="35" name="object 35"/>
          <p:cNvSpPr txBox="1"/>
          <p:nvPr/>
        </p:nvSpPr>
        <p:spPr>
          <a:xfrm>
            <a:off x="434340" y="4260595"/>
            <a:ext cx="2851150" cy="208279"/>
          </a:xfrm>
          <a:prstGeom prst="rect">
            <a:avLst/>
          </a:prstGeom>
        </p:spPr>
        <p:txBody>
          <a:bodyPr vert="horz" wrap="square" lIns="0" tIns="12700" rIns="0" bIns="0" rtlCol="0">
            <a:spAutoFit/>
          </a:bodyPr>
          <a:lstStyle/>
          <a:p>
            <a:pPr marL="12700">
              <a:lnSpc>
                <a:spcPct val="100000"/>
              </a:lnSpc>
              <a:spcBef>
                <a:spcPts val="100"/>
              </a:spcBef>
            </a:pPr>
            <a:r>
              <a:rPr sz="1200" i="1" dirty="0">
                <a:latin typeface="Corbel"/>
                <a:cs typeface="Corbel"/>
              </a:rPr>
              <a:t>The</a:t>
            </a:r>
            <a:r>
              <a:rPr sz="1200" i="1" spc="140" dirty="0">
                <a:latin typeface="Corbel"/>
                <a:cs typeface="Corbel"/>
              </a:rPr>
              <a:t>  </a:t>
            </a:r>
            <a:r>
              <a:rPr sz="1200" i="1" dirty="0">
                <a:latin typeface="Corbel"/>
                <a:cs typeface="Corbel"/>
              </a:rPr>
              <a:t>applicant</a:t>
            </a:r>
            <a:r>
              <a:rPr sz="1200" i="1" spc="145" dirty="0">
                <a:latin typeface="Corbel"/>
                <a:cs typeface="Corbel"/>
              </a:rPr>
              <a:t>  </a:t>
            </a:r>
            <a:r>
              <a:rPr sz="1200" i="1" dirty="0">
                <a:latin typeface="Corbel"/>
                <a:cs typeface="Corbel"/>
              </a:rPr>
              <a:t>is</a:t>
            </a:r>
            <a:r>
              <a:rPr sz="1200" i="1" spc="140" dirty="0">
                <a:latin typeface="Corbel"/>
                <a:cs typeface="Corbel"/>
              </a:rPr>
              <a:t>  </a:t>
            </a:r>
            <a:r>
              <a:rPr sz="1200" i="1" dirty="0">
                <a:latin typeface="Corbel"/>
                <a:cs typeface="Corbel"/>
              </a:rPr>
              <a:t>encouraged</a:t>
            </a:r>
            <a:r>
              <a:rPr sz="1200" i="1" spc="140" dirty="0">
                <a:latin typeface="Corbel"/>
                <a:cs typeface="Corbel"/>
              </a:rPr>
              <a:t>  </a:t>
            </a:r>
            <a:r>
              <a:rPr sz="1200" i="1" dirty="0">
                <a:latin typeface="Corbel"/>
                <a:cs typeface="Corbel"/>
              </a:rPr>
              <a:t>to</a:t>
            </a:r>
            <a:r>
              <a:rPr sz="1200" i="1" spc="140" dirty="0">
                <a:latin typeface="Corbel"/>
                <a:cs typeface="Corbel"/>
              </a:rPr>
              <a:t>  </a:t>
            </a:r>
            <a:r>
              <a:rPr sz="1200" i="1" dirty="0">
                <a:latin typeface="Corbel"/>
                <a:cs typeface="Corbel"/>
              </a:rPr>
              <a:t>attend</a:t>
            </a:r>
            <a:r>
              <a:rPr sz="1200" i="1" spc="140" dirty="0">
                <a:latin typeface="Corbel"/>
                <a:cs typeface="Corbel"/>
              </a:rPr>
              <a:t>  </a:t>
            </a:r>
            <a:r>
              <a:rPr sz="1200" i="1" spc="-50" dirty="0">
                <a:latin typeface="Corbel"/>
                <a:cs typeface="Corbel"/>
              </a:rPr>
              <a:t>a</a:t>
            </a:r>
            <a:endParaRPr sz="1200">
              <a:latin typeface="Corbel"/>
              <a:cs typeface="Corbel"/>
            </a:endParaRPr>
          </a:p>
        </p:txBody>
      </p:sp>
      <p:sp>
        <p:nvSpPr>
          <p:cNvPr id="36" name="object 36"/>
          <p:cNvSpPr txBox="1"/>
          <p:nvPr/>
        </p:nvSpPr>
        <p:spPr>
          <a:xfrm>
            <a:off x="434340" y="4449571"/>
            <a:ext cx="2851150" cy="208279"/>
          </a:xfrm>
          <a:prstGeom prst="rect">
            <a:avLst/>
          </a:prstGeom>
        </p:spPr>
        <p:txBody>
          <a:bodyPr vert="horz" wrap="square" lIns="0" tIns="12700" rIns="0" bIns="0" rtlCol="0">
            <a:spAutoFit/>
          </a:bodyPr>
          <a:lstStyle/>
          <a:p>
            <a:pPr marL="12700">
              <a:lnSpc>
                <a:spcPct val="100000"/>
              </a:lnSpc>
              <a:spcBef>
                <a:spcPts val="100"/>
              </a:spcBef>
            </a:pPr>
            <a:r>
              <a:rPr sz="1200" i="1" dirty="0">
                <a:latin typeface="Corbel"/>
                <a:cs typeface="Corbel"/>
              </a:rPr>
              <a:t>training</a:t>
            </a:r>
            <a:r>
              <a:rPr sz="1200" i="1" spc="165" dirty="0">
                <a:latin typeface="Corbel"/>
                <a:cs typeface="Corbel"/>
              </a:rPr>
              <a:t>  </a:t>
            </a:r>
            <a:r>
              <a:rPr sz="1200" i="1" dirty="0">
                <a:latin typeface="Corbel"/>
                <a:cs typeface="Corbel"/>
              </a:rPr>
              <a:t>course</a:t>
            </a:r>
            <a:r>
              <a:rPr sz="1200" i="1" spc="165" dirty="0">
                <a:latin typeface="Corbel"/>
                <a:cs typeface="Corbel"/>
              </a:rPr>
              <a:t>  </a:t>
            </a:r>
            <a:r>
              <a:rPr sz="1200" i="1" dirty="0">
                <a:latin typeface="Corbel"/>
                <a:cs typeface="Corbel"/>
              </a:rPr>
              <a:t>conducted</a:t>
            </a:r>
            <a:r>
              <a:rPr sz="1200" i="1" spc="165" dirty="0">
                <a:latin typeface="Corbel"/>
                <a:cs typeface="Corbel"/>
              </a:rPr>
              <a:t>  </a:t>
            </a:r>
            <a:r>
              <a:rPr sz="1200" i="1" dirty="0">
                <a:latin typeface="Corbel"/>
                <a:cs typeface="Corbel"/>
              </a:rPr>
              <a:t>by</a:t>
            </a:r>
            <a:r>
              <a:rPr sz="1200" i="1" spc="165" dirty="0">
                <a:latin typeface="Corbel"/>
                <a:cs typeface="Corbel"/>
              </a:rPr>
              <a:t>  </a:t>
            </a:r>
            <a:r>
              <a:rPr sz="1200" i="1" dirty="0">
                <a:latin typeface="Corbel"/>
                <a:cs typeface="Corbel"/>
              </a:rPr>
              <a:t>any</a:t>
            </a:r>
            <a:r>
              <a:rPr sz="1200" i="1" spc="165" dirty="0">
                <a:latin typeface="Corbel"/>
                <a:cs typeface="Corbel"/>
              </a:rPr>
              <a:t>  </a:t>
            </a:r>
            <a:r>
              <a:rPr sz="1200" i="1" spc="-20" dirty="0">
                <a:latin typeface="Corbel"/>
                <a:cs typeface="Corbel"/>
              </a:rPr>
              <a:t>CAAS-</a:t>
            </a:r>
            <a:endParaRPr sz="1200">
              <a:latin typeface="Corbel"/>
              <a:cs typeface="Corbel"/>
            </a:endParaRPr>
          </a:p>
        </p:txBody>
      </p:sp>
      <p:sp>
        <p:nvSpPr>
          <p:cNvPr id="37" name="object 37"/>
          <p:cNvSpPr txBox="1"/>
          <p:nvPr/>
        </p:nvSpPr>
        <p:spPr>
          <a:xfrm>
            <a:off x="434340" y="4629404"/>
            <a:ext cx="2850515" cy="208279"/>
          </a:xfrm>
          <a:prstGeom prst="rect">
            <a:avLst/>
          </a:prstGeom>
        </p:spPr>
        <p:txBody>
          <a:bodyPr vert="horz" wrap="square" lIns="0" tIns="12700" rIns="0" bIns="0" rtlCol="0">
            <a:spAutoFit/>
          </a:bodyPr>
          <a:lstStyle/>
          <a:p>
            <a:pPr marL="12700">
              <a:lnSpc>
                <a:spcPct val="100000"/>
              </a:lnSpc>
              <a:spcBef>
                <a:spcPts val="100"/>
              </a:spcBef>
              <a:tabLst>
                <a:tab pos="744855" algn="l"/>
                <a:tab pos="1096645" algn="l"/>
                <a:tab pos="1734185" algn="l"/>
                <a:tab pos="2128520" algn="l"/>
              </a:tabLst>
            </a:pPr>
            <a:r>
              <a:rPr sz="1200" i="1" spc="-10" dirty="0">
                <a:latin typeface="Corbel"/>
                <a:cs typeface="Corbel"/>
              </a:rPr>
              <a:t>approved</a:t>
            </a:r>
            <a:r>
              <a:rPr sz="1200" i="1" dirty="0">
                <a:latin typeface="Corbel"/>
                <a:cs typeface="Corbel"/>
              </a:rPr>
              <a:t>	</a:t>
            </a:r>
            <a:r>
              <a:rPr sz="1200" i="1" spc="-25" dirty="0">
                <a:latin typeface="Corbel"/>
                <a:cs typeface="Corbel"/>
              </a:rPr>
              <a:t>UA</a:t>
            </a:r>
            <a:r>
              <a:rPr sz="1200" i="1" dirty="0">
                <a:latin typeface="Corbel"/>
                <a:cs typeface="Corbel"/>
              </a:rPr>
              <a:t>	</a:t>
            </a:r>
            <a:r>
              <a:rPr sz="1200" i="1" spc="-10" dirty="0">
                <a:latin typeface="Corbel"/>
                <a:cs typeface="Corbel"/>
              </a:rPr>
              <a:t>training</a:t>
            </a:r>
            <a:r>
              <a:rPr sz="1200" i="1" dirty="0">
                <a:latin typeface="Corbel"/>
                <a:cs typeface="Corbel"/>
              </a:rPr>
              <a:t>	</a:t>
            </a:r>
            <a:r>
              <a:rPr sz="1200" i="1" spc="-25" dirty="0">
                <a:latin typeface="Corbel"/>
                <a:cs typeface="Corbel"/>
              </a:rPr>
              <a:t>and</a:t>
            </a:r>
            <a:r>
              <a:rPr sz="1200" i="1" dirty="0">
                <a:latin typeface="Corbel"/>
                <a:cs typeface="Corbel"/>
              </a:rPr>
              <a:t>	</a:t>
            </a:r>
            <a:r>
              <a:rPr sz="1200" i="1" spc="-10" dirty="0">
                <a:latin typeface="Corbel"/>
                <a:cs typeface="Corbel"/>
              </a:rPr>
              <a:t>assessment</a:t>
            </a:r>
            <a:endParaRPr sz="1200">
              <a:latin typeface="Corbel"/>
              <a:cs typeface="Corbel"/>
            </a:endParaRPr>
          </a:p>
        </p:txBody>
      </p:sp>
      <p:sp>
        <p:nvSpPr>
          <p:cNvPr id="38" name="object 38"/>
          <p:cNvSpPr txBox="1"/>
          <p:nvPr/>
        </p:nvSpPr>
        <p:spPr>
          <a:xfrm>
            <a:off x="434340" y="4806188"/>
            <a:ext cx="2851150" cy="397510"/>
          </a:xfrm>
          <a:prstGeom prst="rect">
            <a:avLst/>
          </a:prstGeom>
        </p:spPr>
        <p:txBody>
          <a:bodyPr vert="horz" wrap="square" lIns="0" tIns="6350" rIns="0" bIns="0" rtlCol="0">
            <a:spAutoFit/>
          </a:bodyPr>
          <a:lstStyle/>
          <a:p>
            <a:pPr marL="12700" marR="5080">
              <a:lnSpc>
                <a:spcPct val="103299"/>
              </a:lnSpc>
              <a:spcBef>
                <a:spcPts val="50"/>
              </a:spcBef>
            </a:pPr>
            <a:r>
              <a:rPr sz="1200" i="1" dirty="0">
                <a:latin typeface="Corbel"/>
                <a:cs typeface="Corbel"/>
              </a:rPr>
              <a:t>organisations</a:t>
            </a:r>
            <a:r>
              <a:rPr sz="1200" i="1" spc="220" dirty="0">
                <a:latin typeface="Corbel"/>
                <a:cs typeface="Corbel"/>
              </a:rPr>
              <a:t> </a:t>
            </a:r>
            <a:r>
              <a:rPr sz="1200" i="1" dirty="0">
                <a:latin typeface="Corbel"/>
                <a:cs typeface="Corbel"/>
              </a:rPr>
              <a:t>(UATO)</a:t>
            </a:r>
            <a:r>
              <a:rPr sz="1200" i="1" spc="220" dirty="0">
                <a:latin typeface="Corbel"/>
                <a:cs typeface="Corbel"/>
              </a:rPr>
              <a:t> </a:t>
            </a:r>
            <a:r>
              <a:rPr sz="1200" i="1" dirty="0">
                <a:latin typeface="Corbel"/>
                <a:cs typeface="Corbel"/>
              </a:rPr>
              <a:t>before</a:t>
            </a:r>
            <a:r>
              <a:rPr sz="1200" i="1" spc="225" dirty="0">
                <a:latin typeface="Corbel"/>
                <a:cs typeface="Corbel"/>
              </a:rPr>
              <a:t> </a:t>
            </a:r>
            <a:r>
              <a:rPr sz="1200" i="1" dirty="0">
                <a:latin typeface="Corbel"/>
                <a:cs typeface="Corbel"/>
              </a:rPr>
              <a:t>attempting</a:t>
            </a:r>
            <a:r>
              <a:rPr sz="1200" i="1" spc="229" dirty="0">
                <a:latin typeface="Corbel"/>
                <a:cs typeface="Corbel"/>
              </a:rPr>
              <a:t> </a:t>
            </a:r>
            <a:r>
              <a:rPr sz="1200" i="1" spc="-25" dirty="0">
                <a:latin typeface="Corbel"/>
                <a:cs typeface="Corbel"/>
              </a:rPr>
              <a:t>the </a:t>
            </a:r>
            <a:r>
              <a:rPr sz="1200" i="1" dirty="0">
                <a:latin typeface="Corbel"/>
                <a:cs typeface="Corbel"/>
              </a:rPr>
              <a:t>theory</a:t>
            </a:r>
            <a:r>
              <a:rPr sz="1200" i="1" spc="-30" dirty="0">
                <a:latin typeface="Corbel"/>
                <a:cs typeface="Corbel"/>
              </a:rPr>
              <a:t> </a:t>
            </a:r>
            <a:r>
              <a:rPr sz="1200" i="1" dirty="0">
                <a:latin typeface="Corbel"/>
                <a:cs typeface="Corbel"/>
              </a:rPr>
              <a:t>test</a:t>
            </a:r>
            <a:r>
              <a:rPr sz="1200" i="1" spc="-25" dirty="0">
                <a:latin typeface="Corbel"/>
                <a:cs typeface="Corbel"/>
              </a:rPr>
              <a:t> </a:t>
            </a:r>
            <a:r>
              <a:rPr sz="1200" i="1" dirty="0">
                <a:latin typeface="Corbel"/>
                <a:cs typeface="Corbel"/>
              </a:rPr>
              <a:t>and</a:t>
            </a:r>
            <a:r>
              <a:rPr sz="1200" i="1" spc="-30" dirty="0">
                <a:latin typeface="Corbel"/>
                <a:cs typeface="Corbel"/>
              </a:rPr>
              <a:t> </a:t>
            </a:r>
            <a:r>
              <a:rPr sz="1200" i="1" dirty="0">
                <a:latin typeface="Corbel"/>
                <a:cs typeface="Corbel"/>
              </a:rPr>
              <a:t>practical</a:t>
            </a:r>
            <a:r>
              <a:rPr sz="1200" i="1" spc="-30" dirty="0">
                <a:latin typeface="Corbel"/>
                <a:cs typeface="Corbel"/>
              </a:rPr>
              <a:t> </a:t>
            </a:r>
            <a:r>
              <a:rPr sz="1200" i="1" spc="-10" dirty="0">
                <a:latin typeface="Corbel"/>
                <a:cs typeface="Corbel"/>
              </a:rPr>
              <a:t>assessment.</a:t>
            </a:r>
            <a:endParaRPr sz="1200">
              <a:latin typeface="Corbel"/>
              <a:cs typeface="Corbel"/>
            </a:endParaRPr>
          </a:p>
        </p:txBody>
      </p:sp>
      <p:grpSp>
        <p:nvGrpSpPr>
          <p:cNvPr id="39" name="object 39"/>
          <p:cNvGrpSpPr/>
          <p:nvPr/>
        </p:nvGrpSpPr>
        <p:grpSpPr>
          <a:xfrm>
            <a:off x="717413" y="3876675"/>
            <a:ext cx="3551554" cy="2876550"/>
            <a:chOff x="717413" y="3876675"/>
            <a:chExt cx="3551554" cy="2876550"/>
          </a:xfrm>
        </p:grpSpPr>
        <p:sp>
          <p:nvSpPr>
            <p:cNvPr id="40" name="object 40"/>
            <p:cNvSpPr/>
            <p:nvPr/>
          </p:nvSpPr>
          <p:spPr>
            <a:xfrm>
              <a:off x="1822450" y="3876675"/>
              <a:ext cx="76200" cy="401320"/>
            </a:xfrm>
            <a:custGeom>
              <a:avLst/>
              <a:gdLst/>
              <a:ahLst/>
              <a:cxnLst/>
              <a:rect l="l" t="t" r="r" b="b"/>
              <a:pathLst>
                <a:path w="76200" h="401320">
                  <a:moveTo>
                    <a:pt x="25400" y="327388"/>
                  </a:moveTo>
                  <a:lnTo>
                    <a:pt x="23270" y="327818"/>
                  </a:lnTo>
                  <a:lnTo>
                    <a:pt x="11159" y="335983"/>
                  </a:lnTo>
                  <a:lnTo>
                    <a:pt x="2994" y="348093"/>
                  </a:lnTo>
                  <a:lnTo>
                    <a:pt x="0" y="362924"/>
                  </a:lnTo>
                  <a:lnTo>
                    <a:pt x="2994" y="377754"/>
                  </a:lnTo>
                  <a:lnTo>
                    <a:pt x="11159" y="389865"/>
                  </a:lnTo>
                  <a:lnTo>
                    <a:pt x="23270" y="398030"/>
                  </a:lnTo>
                  <a:lnTo>
                    <a:pt x="38100" y="401024"/>
                  </a:lnTo>
                  <a:lnTo>
                    <a:pt x="52929" y="398030"/>
                  </a:lnTo>
                  <a:lnTo>
                    <a:pt x="65040" y="389865"/>
                  </a:lnTo>
                  <a:lnTo>
                    <a:pt x="73205" y="377754"/>
                  </a:lnTo>
                  <a:lnTo>
                    <a:pt x="76200" y="362924"/>
                  </a:lnTo>
                  <a:lnTo>
                    <a:pt x="25400" y="362924"/>
                  </a:lnTo>
                  <a:lnTo>
                    <a:pt x="25400" y="327388"/>
                  </a:lnTo>
                  <a:close/>
                </a:path>
                <a:path w="76200" h="401320">
                  <a:moveTo>
                    <a:pt x="38100" y="324824"/>
                  </a:moveTo>
                  <a:lnTo>
                    <a:pt x="25400" y="327388"/>
                  </a:lnTo>
                  <a:lnTo>
                    <a:pt x="25400" y="362924"/>
                  </a:lnTo>
                  <a:lnTo>
                    <a:pt x="50800" y="362924"/>
                  </a:lnTo>
                  <a:lnTo>
                    <a:pt x="50800" y="327388"/>
                  </a:lnTo>
                  <a:lnTo>
                    <a:pt x="38100" y="324824"/>
                  </a:lnTo>
                  <a:close/>
                </a:path>
                <a:path w="76200" h="401320">
                  <a:moveTo>
                    <a:pt x="50800" y="327388"/>
                  </a:moveTo>
                  <a:lnTo>
                    <a:pt x="50800" y="362924"/>
                  </a:lnTo>
                  <a:lnTo>
                    <a:pt x="76200" y="362924"/>
                  </a:lnTo>
                  <a:lnTo>
                    <a:pt x="73205" y="348093"/>
                  </a:lnTo>
                  <a:lnTo>
                    <a:pt x="65040" y="335983"/>
                  </a:lnTo>
                  <a:lnTo>
                    <a:pt x="52930" y="327818"/>
                  </a:lnTo>
                  <a:lnTo>
                    <a:pt x="50800" y="327388"/>
                  </a:lnTo>
                  <a:close/>
                </a:path>
                <a:path w="76200" h="401320">
                  <a:moveTo>
                    <a:pt x="25401" y="73636"/>
                  </a:moveTo>
                  <a:lnTo>
                    <a:pt x="25400" y="327388"/>
                  </a:lnTo>
                  <a:lnTo>
                    <a:pt x="38100" y="324824"/>
                  </a:lnTo>
                  <a:lnTo>
                    <a:pt x="50800" y="324824"/>
                  </a:lnTo>
                  <a:lnTo>
                    <a:pt x="50801" y="76200"/>
                  </a:lnTo>
                  <a:lnTo>
                    <a:pt x="38101" y="76200"/>
                  </a:lnTo>
                  <a:lnTo>
                    <a:pt x="25401" y="73636"/>
                  </a:lnTo>
                  <a:close/>
                </a:path>
                <a:path w="76200" h="401320">
                  <a:moveTo>
                    <a:pt x="50800" y="324824"/>
                  </a:moveTo>
                  <a:lnTo>
                    <a:pt x="38100" y="324824"/>
                  </a:lnTo>
                  <a:lnTo>
                    <a:pt x="50800" y="327388"/>
                  </a:lnTo>
                  <a:lnTo>
                    <a:pt x="50800" y="324824"/>
                  </a:lnTo>
                  <a:close/>
                </a:path>
                <a:path w="76200" h="401320">
                  <a:moveTo>
                    <a:pt x="50801" y="38100"/>
                  </a:moveTo>
                  <a:lnTo>
                    <a:pt x="25401" y="38100"/>
                  </a:lnTo>
                  <a:lnTo>
                    <a:pt x="25401" y="73636"/>
                  </a:lnTo>
                  <a:lnTo>
                    <a:pt x="38101" y="76200"/>
                  </a:lnTo>
                  <a:lnTo>
                    <a:pt x="50801" y="73636"/>
                  </a:lnTo>
                  <a:lnTo>
                    <a:pt x="50801" y="38100"/>
                  </a:lnTo>
                  <a:close/>
                </a:path>
                <a:path w="76200" h="401320">
                  <a:moveTo>
                    <a:pt x="50801" y="73636"/>
                  </a:moveTo>
                  <a:lnTo>
                    <a:pt x="38101" y="76200"/>
                  </a:lnTo>
                  <a:lnTo>
                    <a:pt x="50801" y="76200"/>
                  </a:lnTo>
                  <a:lnTo>
                    <a:pt x="50801" y="73636"/>
                  </a:lnTo>
                  <a:close/>
                </a:path>
                <a:path w="76200" h="401320">
                  <a:moveTo>
                    <a:pt x="38101" y="0"/>
                  </a:moveTo>
                  <a:lnTo>
                    <a:pt x="23270" y="2994"/>
                  </a:lnTo>
                  <a:lnTo>
                    <a:pt x="11159" y="11159"/>
                  </a:lnTo>
                  <a:lnTo>
                    <a:pt x="2995" y="23270"/>
                  </a:lnTo>
                  <a:lnTo>
                    <a:pt x="1" y="38100"/>
                  </a:lnTo>
                  <a:lnTo>
                    <a:pt x="2995" y="52930"/>
                  </a:lnTo>
                  <a:lnTo>
                    <a:pt x="11160" y="65040"/>
                  </a:lnTo>
                  <a:lnTo>
                    <a:pt x="23271" y="73205"/>
                  </a:lnTo>
                  <a:lnTo>
                    <a:pt x="25401" y="73636"/>
                  </a:lnTo>
                  <a:lnTo>
                    <a:pt x="25401" y="38100"/>
                  </a:lnTo>
                  <a:lnTo>
                    <a:pt x="76201" y="38100"/>
                  </a:lnTo>
                  <a:lnTo>
                    <a:pt x="73207" y="23270"/>
                  </a:lnTo>
                  <a:lnTo>
                    <a:pt x="65041" y="11159"/>
                  </a:lnTo>
                  <a:lnTo>
                    <a:pt x="52931" y="2994"/>
                  </a:lnTo>
                  <a:lnTo>
                    <a:pt x="38101" y="0"/>
                  </a:lnTo>
                  <a:close/>
                </a:path>
                <a:path w="76200" h="401320">
                  <a:moveTo>
                    <a:pt x="76201" y="38100"/>
                  </a:moveTo>
                  <a:lnTo>
                    <a:pt x="50801" y="38100"/>
                  </a:lnTo>
                  <a:lnTo>
                    <a:pt x="50801" y="73636"/>
                  </a:lnTo>
                  <a:lnTo>
                    <a:pt x="52931" y="73205"/>
                  </a:lnTo>
                  <a:lnTo>
                    <a:pt x="65041" y="65040"/>
                  </a:lnTo>
                  <a:lnTo>
                    <a:pt x="73207" y="52930"/>
                  </a:lnTo>
                  <a:lnTo>
                    <a:pt x="76201" y="38100"/>
                  </a:lnTo>
                  <a:close/>
                </a:path>
              </a:pathLst>
            </a:custGeom>
            <a:solidFill>
              <a:srgbClr val="0070C0">
                <a:alpha val="50199"/>
              </a:srgbClr>
            </a:solidFill>
          </p:spPr>
          <p:txBody>
            <a:bodyPr wrap="square" lIns="0" tIns="0" rIns="0" bIns="0" rtlCol="0"/>
            <a:lstStyle/>
            <a:p>
              <a:endParaRPr/>
            </a:p>
          </p:txBody>
        </p:sp>
        <p:sp>
          <p:nvSpPr>
            <p:cNvPr id="41" name="object 41"/>
            <p:cNvSpPr/>
            <p:nvPr/>
          </p:nvSpPr>
          <p:spPr>
            <a:xfrm>
              <a:off x="730113" y="5482934"/>
              <a:ext cx="3526154" cy="1257300"/>
            </a:xfrm>
            <a:custGeom>
              <a:avLst/>
              <a:gdLst/>
              <a:ahLst/>
              <a:cxnLst/>
              <a:rect l="l" t="t" r="r" b="b"/>
              <a:pathLst>
                <a:path w="3526154" h="1257300">
                  <a:moveTo>
                    <a:pt x="0" y="0"/>
                  </a:moveTo>
                  <a:lnTo>
                    <a:pt x="3525842" y="0"/>
                  </a:lnTo>
                  <a:lnTo>
                    <a:pt x="3525842" y="1257300"/>
                  </a:lnTo>
                  <a:lnTo>
                    <a:pt x="0" y="1257300"/>
                  </a:lnTo>
                  <a:lnTo>
                    <a:pt x="0" y="0"/>
                  </a:lnTo>
                  <a:close/>
                </a:path>
              </a:pathLst>
            </a:custGeom>
            <a:ln w="25400">
              <a:solidFill>
                <a:srgbClr val="0070C0"/>
              </a:solidFill>
            </a:ln>
          </p:spPr>
          <p:txBody>
            <a:bodyPr wrap="square" lIns="0" tIns="0" rIns="0" bIns="0" rtlCol="0"/>
            <a:lstStyle/>
            <a:p>
              <a:endParaRPr/>
            </a:p>
          </p:txBody>
        </p:sp>
      </p:grpSp>
      <p:sp>
        <p:nvSpPr>
          <p:cNvPr id="42" name="object 42"/>
          <p:cNvSpPr txBox="1"/>
          <p:nvPr/>
        </p:nvSpPr>
        <p:spPr>
          <a:xfrm>
            <a:off x="808853" y="5504179"/>
            <a:ext cx="3367404" cy="208279"/>
          </a:xfrm>
          <a:prstGeom prst="rect">
            <a:avLst/>
          </a:prstGeom>
        </p:spPr>
        <p:txBody>
          <a:bodyPr vert="horz" wrap="square" lIns="0" tIns="12700" rIns="0" bIns="0" rtlCol="0">
            <a:spAutoFit/>
          </a:bodyPr>
          <a:lstStyle/>
          <a:p>
            <a:pPr marL="12700">
              <a:lnSpc>
                <a:spcPct val="100000"/>
              </a:lnSpc>
              <a:spcBef>
                <a:spcPts val="100"/>
              </a:spcBef>
            </a:pPr>
            <a:r>
              <a:rPr sz="1200" i="1" dirty="0">
                <a:latin typeface="Corbel"/>
                <a:cs typeface="Corbel"/>
              </a:rPr>
              <a:t>The</a:t>
            </a:r>
            <a:r>
              <a:rPr sz="1200" i="1" spc="270" dirty="0">
                <a:latin typeface="Corbel"/>
                <a:cs typeface="Corbel"/>
              </a:rPr>
              <a:t> </a:t>
            </a:r>
            <a:r>
              <a:rPr sz="1200" i="1" dirty="0">
                <a:latin typeface="Corbel"/>
                <a:cs typeface="Corbel"/>
              </a:rPr>
              <a:t>applicant</a:t>
            </a:r>
            <a:r>
              <a:rPr sz="1200" i="1" spc="275" dirty="0">
                <a:latin typeface="Corbel"/>
                <a:cs typeface="Corbel"/>
              </a:rPr>
              <a:t> </a:t>
            </a:r>
            <a:r>
              <a:rPr sz="1200" i="1" dirty="0">
                <a:latin typeface="Corbel"/>
                <a:cs typeface="Corbel"/>
              </a:rPr>
              <a:t>is</a:t>
            </a:r>
            <a:r>
              <a:rPr sz="1200" i="1" spc="270" dirty="0">
                <a:latin typeface="Corbel"/>
                <a:cs typeface="Corbel"/>
              </a:rPr>
              <a:t> </a:t>
            </a:r>
            <a:r>
              <a:rPr sz="1200" i="1" dirty="0">
                <a:latin typeface="Corbel"/>
                <a:cs typeface="Corbel"/>
              </a:rPr>
              <a:t>required</a:t>
            </a:r>
            <a:r>
              <a:rPr sz="1200" i="1" spc="270" dirty="0">
                <a:latin typeface="Corbel"/>
                <a:cs typeface="Corbel"/>
              </a:rPr>
              <a:t> </a:t>
            </a:r>
            <a:r>
              <a:rPr sz="1200" i="1" dirty="0">
                <a:latin typeface="Corbel"/>
                <a:cs typeface="Corbel"/>
              </a:rPr>
              <a:t>to</a:t>
            </a:r>
            <a:r>
              <a:rPr sz="1200" i="1" spc="265" dirty="0">
                <a:latin typeface="Corbel"/>
                <a:cs typeface="Corbel"/>
              </a:rPr>
              <a:t> </a:t>
            </a:r>
            <a:r>
              <a:rPr sz="1200" i="1" dirty="0">
                <a:latin typeface="Corbel"/>
                <a:cs typeface="Corbel"/>
              </a:rPr>
              <a:t>register</a:t>
            </a:r>
            <a:r>
              <a:rPr sz="1200" i="1" spc="280" dirty="0">
                <a:latin typeface="Corbel"/>
                <a:cs typeface="Corbel"/>
              </a:rPr>
              <a:t> </a:t>
            </a:r>
            <a:r>
              <a:rPr sz="1200" i="1" dirty="0">
                <a:latin typeface="Corbel"/>
                <a:cs typeface="Corbel"/>
              </a:rPr>
              <a:t>for</a:t>
            </a:r>
            <a:r>
              <a:rPr sz="1200" i="1" spc="275" dirty="0">
                <a:latin typeface="Corbel"/>
                <a:cs typeface="Corbel"/>
              </a:rPr>
              <a:t> </a:t>
            </a:r>
            <a:r>
              <a:rPr sz="1200" i="1" dirty="0">
                <a:latin typeface="Corbel"/>
                <a:cs typeface="Corbel"/>
              </a:rPr>
              <a:t>an</a:t>
            </a:r>
            <a:r>
              <a:rPr sz="1200" i="1" spc="275" dirty="0">
                <a:latin typeface="Corbel"/>
                <a:cs typeface="Corbel"/>
              </a:rPr>
              <a:t> </a:t>
            </a:r>
            <a:r>
              <a:rPr sz="1200" i="1" spc="-10" dirty="0">
                <a:latin typeface="Corbel"/>
                <a:cs typeface="Corbel"/>
              </a:rPr>
              <a:t>account</a:t>
            </a:r>
            <a:endParaRPr sz="1200">
              <a:latin typeface="Corbel"/>
              <a:cs typeface="Corbel"/>
            </a:endParaRPr>
          </a:p>
        </p:txBody>
      </p:sp>
      <p:sp>
        <p:nvSpPr>
          <p:cNvPr id="43" name="object 43"/>
          <p:cNvSpPr txBox="1"/>
          <p:nvPr/>
        </p:nvSpPr>
        <p:spPr>
          <a:xfrm>
            <a:off x="808853" y="5693155"/>
            <a:ext cx="2849245" cy="208279"/>
          </a:xfrm>
          <a:prstGeom prst="rect">
            <a:avLst/>
          </a:prstGeom>
        </p:spPr>
        <p:txBody>
          <a:bodyPr vert="horz" wrap="square" lIns="0" tIns="12700" rIns="0" bIns="0" rtlCol="0">
            <a:spAutoFit/>
          </a:bodyPr>
          <a:lstStyle/>
          <a:p>
            <a:pPr marL="12700">
              <a:lnSpc>
                <a:spcPct val="100000"/>
              </a:lnSpc>
              <a:spcBef>
                <a:spcPts val="100"/>
              </a:spcBef>
              <a:tabLst>
                <a:tab pos="887094" algn="l"/>
                <a:tab pos="1475740" algn="l"/>
                <a:tab pos="2369820" algn="l"/>
              </a:tabLst>
            </a:pPr>
            <a:r>
              <a:rPr sz="1200" i="1" spc="-10" dirty="0">
                <a:latin typeface="Corbel"/>
                <a:cs typeface="Corbel"/>
              </a:rPr>
              <a:t>through</a:t>
            </a:r>
            <a:r>
              <a:rPr sz="1200" i="1" dirty="0">
                <a:latin typeface="Corbel"/>
                <a:cs typeface="Corbel"/>
              </a:rPr>
              <a:t>	</a:t>
            </a:r>
            <a:r>
              <a:rPr sz="1200" i="1" spc="-25" dirty="0">
                <a:latin typeface="Corbel"/>
                <a:cs typeface="Corbel"/>
              </a:rPr>
              <a:t>the</a:t>
            </a:r>
            <a:r>
              <a:rPr sz="1200" i="1" dirty="0">
                <a:latin typeface="Corbel"/>
                <a:cs typeface="Corbel"/>
              </a:rPr>
              <a:t>	</a:t>
            </a:r>
            <a:r>
              <a:rPr sz="1200" i="1" spc="-10" dirty="0">
                <a:latin typeface="Corbel"/>
                <a:cs typeface="Corbel"/>
              </a:rPr>
              <a:t>CAPELS</a:t>
            </a:r>
            <a:r>
              <a:rPr sz="1200" i="1" dirty="0">
                <a:latin typeface="Corbel"/>
                <a:cs typeface="Corbel"/>
              </a:rPr>
              <a:t>	</a:t>
            </a:r>
            <a:r>
              <a:rPr sz="1200" i="1" spc="-10" dirty="0">
                <a:latin typeface="Corbel"/>
                <a:cs typeface="Corbel"/>
              </a:rPr>
              <a:t>website</a:t>
            </a:r>
            <a:endParaRPr sz="1200">
              <a:latin typeface="Corbel"/>
              <a:cs typeface="Corbel"/>
            </a:endParaRPr>
          </a:p>
        </p:txBody>
      </p:sp>
      <p:sp>
        <p:nvSpPr>
          <p:cNvPr id="44" name="object 44"/>
          <p:cNvSpPr txBox="1"/>
          <p:nvPr/>
        </p:nvSpPr>
        <p:spPr>
          <a:xfrm>
            <a:off x="808853" y="5693155"/>
            <a:ext cx="3367404" cy="388620"/>
          </a:xfrm>
          <a:prstGeom prst="rect">
            <a:avLst/>
          </a:prstGeom>
        </p:spPr>
        <p:txBody>
          <a:bodyPr vert="horz" wrap="square" lIns="0" tIns="20955" rIns="0" bIns="0" rtlCol="0">
            <a:spAutoFit/>
          </a:bodyPr>
          <a:lstStyle/>
          <a:p>
            <a:pPr marL="12700" marR="5080" indent="3211195">
              <a:lnSpc>
                <a:spcPts val="1420"/>
              </a:lnSpc>
              <a:spcBef>
                <a:spcPts val="165"/>
              </a:spcBef>
              <a:tabLst>
                <a:tab pos="1750695" algn="l"/>
                <a:tab pos="2036445" algn="l"/>
                <a:tab pos="2585720" algn="l"/>
                <a:tab pos="2945765" algn="l"/>
              </a:tabLst>
            </a:pPr>
            <a:r>
              <a:rPr sz="1200" i="1" spc="-25" dirty="0">
                <a:latin typeface="Corbel"/>
                <a:cs typeface="Corbel"/>
              </a:rPr>
              <a:t>at </a:t>
            </a:r>
            <a:r>
              <a:rPr sz="1200" i="1" spc="-10" dirty="0">
                <a:latin typeface="Corbel"/>
                <a:cs typeface="Corbel"/>
              </a:rPr>
              <a:t>https://capels.caas.gov.sg</a:t>
            </a:r>
            <a:r>
              <a:rPr sz="1200" i="1" dirty="0">
                <a:latin typeface="Corbel"/>
                <a:cs typeface="Corbel"/>
              </a:rPr>
              <a:t>	</a:t>
            </a:r>
            <a:r>
              <a:rPr sz="1200" i="1" spc="-25" dirty="0">
                <a:latin typeface="Corbel"/>
                <a:cs typeface="Corbel"/>
              </a:rPr>
              <a:t>to</a:t>
            </a:r>
            <a:r>
              <a:rPr sz="1200" i="1" dirty="0">
                <a:latin typeface="Corbel"/>
                <a:cs typeface="Corbel"/>
              </a:rPr>
              <a:t>	</a:t>
            </a:r>
            <a:r>
              <a:rPr sz="1200" i="1" spc="-10" dirty="0">
                <a:latin typeface="Corbel"/>
                <a:cs typeface="Corbel"/>
              </a:rPr>
              <a:t>obtain</a:t>
            </a:r>
            <a:r>
              <a:rPr sz="1200" i="1" dirty="0">
                <a:latin typeface="Corbel"/>
                <a:cs typeface="Corbel"/>
              </a:rPr>
              <a:t>	</a:t>
            </a:r>
            <a:r>
              <a:rPr sz="1200" i="1" spc="-25" dirty="0">
                <a:latin typeface="Corbel"/>
                <a:cs typeface="Corbel"/>
              </a:rPr>
              <a:t>the</a:t>
            </a:r>
            <a:r>
              <a:rPr sz="1200" i="1" dirty="0">
                <a:latin typeface="Corbel"/>
                <a:cs typeface="Corbel"/>
              </a:rPr>
              <a:t>	</a:t>
            </a:r>
            <a:r>
              <a:rPr sz="1200" i="1" spc="-10" dirty="0">
                <a:latin typeface="Corbel"/>
                <a:cs typeface="Corbel"/>
              </a:rPr>
              <a:t>unique</a:t>
            </a:r>
            <a:endParaRPr sz="1200">
              <a:latin typeface="Corbel"/>
              <a:cs typeface="Corbel"/>
            </a:endParaRPr>
          </a:p>
        </p:txBody>
      </p:sp>
      <p:sp>
        <p:nvSpPr>
          <p:cNvPr id="45" name="object 45"/>
          <p:cNvSpPr txBox="1"/>
          <p:nvPr/>
        </p:nvSpPr>
        <p:spPr>
          <a:xfrm>
            <a:off x="808853" y="6049771"/>
            <a:ext cx="3366770" cy="577215"/>
          </a:xfrm>
          <a:prstGeom prst="rect">
            <a:avLst/>
          </a:prstGeom>
        </p:spPr>
        <p:txBody>
          <a:bodyPr vert="horz" wrap="square" lIns="0" tIns="10795" rIns="0" bIns="0" rtlCol="0">
            <a:spAutoFit/>
          </a:bodyPr>
          <a:lstStyle/>
          <a:p>
            <a:pPr marL="12700" marR="5080" algn="just">
              <a:lnSpc>
                <a:spcPct val="100800"/>
              </a:lnSpc>
              <a:spcBef>
                <a:spcPts val="85"/>
              </a:spcBef>
            </a:pPr>
            <a:r>
              <a:rPr sz="1200" i="1" dirty="0">
                <a:latin typeface="Corbel"/>
                <a:cs typeface="Corbel"/>
              </a:rPr>
              <a:t>CAPELS</a:t>
            </a:r>
            <a:r>
              <a:rPr sz="1200" i="1" spc="145" dirty="0">
                <a:latin typeface="Corbel"/>
                <a:cs typeface="Corbel"/>
              </a:rPr>
              <a:t> </a:t>
            </a:r>
            <a:r>
              <a:rPr sz="1200" i="1" dirty="0">
                <a:latin typeface="Corbel"/>
                <a:cs typeface="Corbel"/>
              </a:rPr>
              <a:t>PID</a:t>
            </a:r>
            <a:r>
              <a:rPr sz="1200" i="1" spc="135" dirty="0">
                <a:latin typeface="Corbel"/>
                <a:cs typeface="Corbel"/>
              </a:rPr>
              <a:t> </a:t>
            </a:r>
            <a:r>
              <a:rPr sz="1200" i="1" dirty="0">
                <a:latin typeface="Corbel"/>
                <a:cs typeface="Corbel"/>
              </a:rPr>
              <a:t>number.</a:t>
            </a:r>
            <a:r>
              <a:rPr sz="1200" i="1" spc="140" dirty="0">
                <a:latin typeface="Corbel"/>
                <a:cs typeface="Corbel"/>
              </a:rPr>
              <a:t> </a:t>
            </a:r>
            <a:r>
              <a:rPr sz="1200" i="1" dirty="0">
                <a:latin typeface="Corbel"/>
                <a:cs typeface="Corbel"/>
              </a:rPr>
              <a:t>The</a:t>
            </a:r>
            <a:r>
              <a:rPr sz="1200" i="1" spc="145" dirty="0">
                <a:latin typeface="Corbel"/>
                <a:cs typeface="Corbel"/>
              </a:rPr>
              <a:t> </a:t>
            </a:r>
            <a:r>
              <a:rPr sz="1200" i="1" dirty="0">
                <a:latin typeface="Corbel"/>
                <a:cs typeface="Corbel"/>
              </a:rPr>
              <a:t>PID</a:t>
            </a:r>
            <a:r>
              <a:rPr sz="1200" i="1" spc="140" dirty="0">
                <a:latin typeface="Corbel"/>
                <a:cs typeface="Corbel"/>
              </a:rPr>
              <a:t> </a:t>
            </a:r>
            <a:r>
              <a:rPr sz="1200" i="1" dirty="0">
                <a:latin typeface="Corbel"/>
                <a:cs typeface="Corbel"/>
              </a:rPr>
              <a:t>number</a:t>
            </a:r>
            <a:r>
              <a:rPr sz="1200" i="1" spc="150" dirty="0">
                <a:latin typeface="Corbel"/>
                <a:cs typeface="Corbel"/>
              </a:rPr>
              <a:t> </a:t>
            </a:r>
            <a:r>
              <a:rPr sz="1200" i="1" dirty="0">
                <a:latin typeface="Corbel"/>
                <a:cs typeface="Corbel"/>
              </a:rPr>
              <a:t>is</a:t>
            </a:r>
            <a:r>
              <a:rPr sz="1200" i="1" spc="145" dirty="0">
                <a:latin typeface="Corbel"/>
                <a:cs typeface="Corbel"/>
              </a:rPr>
              <a:t> </a:t>
            </a:r>
            <a:r>
              <a:rPr sz="1200" i="1" dirty="0">
                <a:latin typeface="Corbel"/>
                <a:cs typeface="Corbel"/>
              </a:rPr>
              <a:t>required</a:t>
            </a:r>
            <a:r>
              <a:rPr sz="1200" i="1" spc="140" dirty="0">
                <a:latin typeface="Corbel"/>
                <a:cs typeface="Corbel"/>
              </a:rPr>
              <a:t> </a:t>
            </a:r>
            <a:r>
              <a:rPr sz="1200" i="1" spc="-25" dirty="0">
                <a:latin typeface="Corbel"/>
                <a:cs typeface="Corbel"/>
              </a:rPr>
              <a:t>for </a:t>
            </a:r>
            <a:r>
              <a:rPr sz="1200" i="1" dirty="0">
                <a:latin typeface="Corbel"/>
                <a:cs typeface="Corbel"/>
              </a:rPr>
              <a:t>the</a:t>
            </a:r>
            <a:r>
              <a:rPr sz="1200" i="1" spc="305" dirty="0">
                <a:latin typeface="Corbel"/>
                <a:cs typeface="Corbel"/>
              </a:rPr>
              <a:t>  </a:t>
            </a:r>
            <a:r>
              <a:rPr sz="1200" i="1" dirty="0">
                <a:latin typeface="Corbel"/>
                <a:cs typeface="Corbel"/>
              </a:rPr>
              <a:t>theory</a:t>
            </a:r>
            <a:r>
              <a:rPr sz="1200" i="1" spc="310" dirty="0">
                <a:latin typeface="Corbel"/>
                <a:cs typeface="Corbel"/>
              </a:rPr>
              <a:t>  </a:t>
            </a:r>
            <a:r>
              <a:rPr sz="1200" i="1" dirty="0">
                <a:latin typeface="Corbel"/>
                <a:cs typeface="Corbel"/>
              </a:rPr>
              <a:t>test</a:t>
            </a:r>
            <a:r>
              <a:rPr sz="1200" i="1" spc="310" dirty="0">
                <a:latin typeface="Corbel"/>
                <a:cs typeface="Corbel"/>
              </a:rPr>
              <a:t>  </a:t>
            </a:r>
            <a:r>
              <a:rPr sz="1200" i="1" dirty="0">
                <a:latin typeface="Corbel"/>
                <a:cs typeface="Corbel"/>
              </a:rPr>
              <a:t>and</a:t>
            </a:r>
            <a:r>
              <a:rPr sz="1200" i="1" spc="305" dirty="0">
                <a:latin typeface="Corbel"/>
                <a:cs typeface="Corbel"/>
              </a:rPr>
              <a:t>  </a:t>
            </a:r>
            <a:r>
              <a:rPr sz="1200" i="1" dirty="0">
                <a:latin typeface="Corbel"/>
                <a:cs typeface="Corbel"/>
              </a:rPr>
              <a:t>practical</a:t>
            </a:r>
            <a:r>
              <a:rPr sz="1200" i="1" spc="305" dirty="0">
                <a:latin typeface="Corbel"/>
                <a:cs typeface="Corbel"/>
              </a:rPr>
              <a:t>  </a:t>
            </a:r>
            <a:r>
              <a:rPr sz="1200" i="1" dirty="0">
                <a:latin typeface="Corbel"/>
                <a:cs typeface="Corbel"/>
              </a:rPr>
              <a:t>assessment</a:t>
            </a:r>
            <a:r>
              <a:rPr sz="1200" i="1" spc="310" dirty="0">
                <a:latin typeface="Corbel"/>
                <a:cs typeface="Corbel"/>
              </a:rPr>
              <a:t>  </a:t>
            </a:r>
            <a:r>
              <a:rPr sz="1200" i="1" spc="-25" dirty="0">
                <a:latin typeface="Corbel"/>
                <a:cs typeface="Corbel"/>
              </a:rPr>
              <a:t>for </a:t>
            </a:r>
            <a:r>
              <a:rPr sz="1200" i="1" spc="-10" dirty="0">
                <a:latin typeface="Corbel"/>
                <a:cs typeface="Corbel"/>
              </a:rPr>
              <a:t>identification</a:t>
            </a:r>
            <a:r>
              <a:rPr sz="1200" i="1" spc="60" dirty="0">
                <a:latin typeface="Corbel"/>
                <a:cs typeface="Corbel"/>
              </a:rPr>
              <a:t> </a:t>
            </a:r>
            <a:r>
              <a:rPr sz="1200" i="1" spc="-10" dirty="0">
                <a:latin typeface="Corbel"/>
                <a:cs typeface="Corbel"/>
              </a:rPr>
              <a:t>purposes.</a:t>
            </a:r>
            <a:endParaRPr sz="1200">
              <a:latin typeface="Corbel"/>
              <a:cs typeface="Corbel"/>
            </a:endParaRPr>
          </a:p>
        </p:txBody>
      </p:sp>
      <p:grpSp>
        <p:nvGrpSpPr>
          <p:cNvPr id="46" name="object 46"/>
          <p:cNvGrpSpPr/>
          <p:nvPr/>
        </p:nvGrpSpPr>
        <p:grpSpPr>
          <a:xfrm>
            <a:off x="3513137" y="3876675"/>
            <a:ext cx="3510279" cy="1644650"/>
            <a:chOff x="3513137" y="3876675"/>
            <a:chExt cx="3510279" cy="1644650"/>
          </a:xfrm>
        </p:grpSpPr>
        <p:sp>
          <p:nvSpPr>
            <p:cNvPr id="47" name="object 47"/>
            <p:cNvSpPr/>
            <p:nvPr/>
          </p:nvSpPr>
          <p:spPr>
            <a:xfrm>
              <a:off x="3513137" y="3876675"/>
              <a:ext cx="76200" cy="1644650"/>
            </a:xfrm>
            <a:custGeom>
              <a:avLst/>
              <a:gdLst/>
              <a:ahLst/>
              <a:cxnLst/>
              <a:rect l="l" t="t" r="r" b="b"/>
              <a:pathLst>
                <a:path w="76200" h="1644650">
                  <a:moveTo>
                    <a:pt x="25399" y="1570723"/>
                  </a:moveTo>
                  <a:lnTo>
                    <a:pt x="23269" y="1571153"/>
                  </a:lnTo>
                  <a:lnTo>
                    <a:pt x="11159" y="1579318"/>
                  </a:lnTo>
                  <a:lnTo>
                    <a:pt x="2993" y="1591429"/>
                  </a:lnTo>
                  <a:lnTo>
                    <a:pt x="0" y="1606260"/>
                  </a:lnTo>
                  <a:lnTo>
                    <a:pt x="2994" y="1621090"/>
                  </a:lnTo>
                  <a:lnTo>
                    <a:pt x="11159" y="1633200"/>
                  </a:lnTo>
                  <a:lnTo>
                    <a:pt x="23269" y="1641365"/>
                  </a:lnTo>
                  <a:lnTo>
                    <a:pt x="38099" y="1644359"/>
                  </a:lnTo>
                  <a:lnTo>
                    <a:pt x="52930" y="1641365"/>
                  </a:lnTo>
                  <a:lnTo>
                    <a:pt x="65040" y="1633200"/>
                  </a:lnTo>
                  <a:lnTo>
                    <a:pt x="73205" y="1621090"/>
                  </a:lnTo>
                  <a:lnTo>
                    <a:pt x="76199" y="1606260"/>
                  </a:lnTo>
                  <a:lnTo>
                    <a:pt x="25399" y="1606260"/>
                  </a:lnTo>
                  <a:lnTo>
                    <a:pt x="25399" y="1570723"/>
                  </a:lnTo>
                  <a:close/>
                </a:path>
                <a:path w="76200" h="1644650">
                  <a:moveTo>
                    <a:pt x="38099" y="1568159"/>
                  </a:moveTo>
                  <a:lnTo>
                    <a:pt x="25399" y="1570723"/>
                  </a:lnTo>
                  <a:lnTo>
                    <a:pt x="25399" y="1606260"/>
                  </a:lnTo>
                  <a:lnTo>
                    <a:pt x="50799" y="1606260"/>
                  </a:lnTo>
                  <a:lnTo>
                    <a:pt x="50799" y="1570723"/>
                  </a:lnTo>
                  <a:lnTo>
                    <a:pt x="38099" y="1568159"/>
                  </a:lnTo>
                  <a:close/>
                </a:path>
                <a:path w="76200" h="1644650">
                  <a:moveTo>
                    <a:pt x="50800" y="1570723"/>
                  </a:moveTo>
                  <a:lnTo>
                    <a:pt x="50799" y="1606260"/>
                  </a:lnTo>
                  <a:lnTo>
                    <a:pt x="76199" y="1606260"/>
                  </a:lnTo>
                  <a:lnTo>
                    <a:pt x="73205" y="1591429"/>
                  </a:lnTo>
                  <a:lnTo>
                    <a:pt x="65040" y="1579318"/>
                  </a:lnTo>
                  <a:lnTo>
                    <a:pt x="52930" y="1571153"/>
                  </a:lnTo>
                  <a:lnTo>
                    <a:pt x="50800" y="1570723"/>
                  </a:lnTo>
                  <a:close/>
                </a:path>
                <a:path w="76200" h="1644650">
                  <a:moveTo>
                    <a:pt x="25401" y="73635"/>
                  </a:moveTo>
                  <a:lnTo>
                    <a:pt x="25399" y="1570723"/>
                  </a:lnTo>
                  <a:lnTo>
                    <a:pt x="38099" y="1568159"/>
                  </a:lnTo>
                  <a:lnTo>
                    <a:pt x="50799" y="1568159"/>
                  </a:lnTo>
                  <a:lnTo>
                    <a:pt x="50800" y="76200"/>
                  </a:lnTo>
                  <a:lnTo>
                    <a:pt x="38101" y="76200"/>
                  </a:lnTo>
                  <a:lnTo>
                    <a:pt x="25401" y="73635"/>
                  </a:lnTo>
                  <a:close/>
                </a:path>
                <a:path w="76200" h="1644650">
                  <a:moveTo>
                    <a:pt x="50799" y="1568159"/>
                  </a:moveTo>
                  <a:lnTo>
                    <a:pt x="38099" y="1568159"/>
                  </a:lnTo>
                  <a:lnTo>
                    <a:pt x="50800" y="1570723"/>
                  </a:lnTo>
                  <a:lnTo>
                    <a:pt x="50799" y="1568159"/>
                  </a:lnTo>
                  <a:close/>
                </a:path>
                <a:path w="76200" h="1644650">
                  <a:moveTo>
                    <a:pt x="50801" y="38100"/>
                  </a:moveTo>
                  <a:lnTo>
                    <a:pt x="25401" y="38100"/>
                  </a:lnTo>
                  <a:lnTo>
                    <a:pt x="25401" y="73635"/>
                  </a:lnTo>
                  <a:lnTo>
                    <a:pt x="38101" y="76200"/>
                  </a:lnTo>
                  <a:lnTo>
                    <a:pt x="50800" y="73635"/>
                  </a:lnTo>
                  <a:lnTo>
                    <a:pt x="50801" y="38100"/>
                  </a:lnTo>
                  <a:close/>
                </a:path>
                <a:path w="76200" h="1644650">
                  <a:moveTo>
                    <a:pt x="50800" y="73635"/>
                  </a:moveTo>
                  <a:lnTo>
                    <a:pt x="38101" y="76200"/>
                  </a:lnTo>
                  <a:lnTo>
                    <a:pt x="50800" y="76200"/>
                  </a:lnTo>
                  <a:lnTo>
                    <a:pt x="50800" y="73635"/>
                  </a:lnTo>
                  <a:close/>
                </a:path>
                <a:path w="76200" h="1644650">
                  <a:moveTo>
                    <a:pt x="38101" y="0"/>
                  </a:moveTo>
                  <a:lnTo>
                    <a:pt x="23271" y="2994"/>
                  </a:lnTo>
                  <a:lnTo>
                    <a:pt x="11160" y="11159"/>
                  </a:lnTo>
                  <a:lnTo>
                    <a:pt x="2995" y="23269"/>
                  </a:lnTo>
                  <a:lnTo>
                    <a:pt x="1" y="38100"/>
                  </a:lnTo>
                  <a:lnTo>
                    <a:pt x="2995" y="52929"/>
                  </a:lnTo>
                  <a:lnTo>
                    <a:pt x="11160" y="65040"/>
                  </a:lnTo>
                  <a:lnTo>
                    <a:pt x="23271" y="73205"/>
                  </a:lnTo>
                  <a:lnTo>
                    <a:pt x="25401" y="73635"/>
                  </a:lnTo>
                  <a:lnTo>
                    <a:pt x="25401" y="38100"/>
                  </a:lnTo>
                  <a:lnTo>
                    <a:pt x="76201" y="38100"/>
                  </a:lnTo>
                  <a:lnTo>
                    <a:pt x="73207" y="23269"/>
                  </a:lnTo>
                  <a:lnTo>
                    <a:pt x="65041" y="11159"/>
                  </a:lnTo>
                  <a:lnTo>
                    <a:pt x="52931" y="2994"/>
                  </a:lnTo>
                  <a:lnTo>
                    <a:pt x="38101" y="0"/>
                  </a:lnTo>
                  <a:close/>
                </a:path>
                <a:path w="76200" h="1644650">
                  <a:moveTo>
                    <a:pt x="76201" y="38100"/>
                  </a:moveTo>
                  <a:lnTo>
                    <a:pt x="50801" y="38100"/>
                  </a:lnTo>
                  <a:lnTo>
                    <a:pt x="50800" y="73635"/>
                  </a:lnTo>
                  <a:lnTo>
                    <a:pt x="52931" y="73205"/>
                  </a:lnTo>
                  <a:lnTo>
                    <a:pt x="65041" y="65040"/>
                  </a:lnTo>
                  <a:lnTo>
                    <a:pt x="73207" y="52929"/>
                  </a:lnTo>
                  <a:lnTo>
                    <a:pt x="76201" y="38100"/>
                  </a:lnTo>
                  <a:close/>
                </a:path>
              </a:pathLst>
            </a:custGeom>
            <a:solidFill>
              <a:srgbClr val="0070C0">
                <a:alpha val="50199"/>
              </a:srgbClr>
            </a:solidFill>
          </p:spPr>
          <p:txBody>
            <a:bodyPr wrap="square" lIns="0" tIns="0" rIns="0" bIns="0" rtlCol="0"/>
            <a:lstStyle/>
            <a:p>
              <a:endParaRPr/>
            </a:p>
          </p:txBody>
        </p:sp>
        <p:sp>
          <p:nvSpPr>
            <p:cNvPr id="48" name="object 48"/>
            <p:cNvSpPr/>
            <p:nvPr/>
          </p:nvSpPr>
          <p:spPr>
            <a:xfrm>
              <a:off x="3718477" y="4239599"/>
              <a:ext cx="3292475" cy="1175385"/>
            </a:xfrm>
            <a:custGeom>
              <a:avLst/>
              <a:gdLst/>
              <a:ahLst/>
              <a:cxnLst/>
              <a:rect l="l" t="t" r="r" b="b"/>
              <a:pathLst>
                <a:path w="3292475" h="1175385">
                  <a:moveTo>
                    <a:pt x="0" y="0"/>
                  </a:moveTo>
                  <a:lnTo>
                    <a:pt x="3291921" y="0"/>
                  </a:lnTo>
                  <a:lnTo>
                    <a:pt x="3291921" y="1174834"/>
                  </a:lnTo>
                  <a:lnTo>
                    <a:pt x="0" y="1174834"/>
                  </a:lnTo>
                  <a:lnTo>
                    <a:pt x="0" y="0"/>
                  </a:lnTo>
                  <a:close/>
                </a:path>
              </a:pathLst>
            </a:custGeom>
            <a:ln w="25400">
              <a:solidFill>
                <a:srgbClr val="0070C0"/>
              </a:solidFill>
            </a:ln>
          </p:spPr>
          <p:txBody>
            <a:bodyPr wrap="square" lIns="0" tIns="0" rIns="0" bIns="0" rtlCol="0"/>
            <a:lstStyle/>
            <a:p>
              <a:endParaRPr/>
            </a:p>
          </p:txBody>
        </p:sp>
      </p:grpSp>
      <p:sp>
        <p:nvSpPr>
          <p:cNvPr id="49" name="object 49"/>
          <p:cNvSpPr txBox="1"/>
          <p:nvPr/>
        </p:nvSpPr>
        <p:spPr>
          <a:xfrm>
            <a:off x="3797217" y="4260595"/>
            <a:ext cx="3133725" cy="1122680"/>
          </a:xfrm>
          <a:prstGeom prst="rect">
            <a:avLst/>
          </a:prstGeom>
        </p:spPr>
        <p:txBody>
          <a:bodyPr vert="horz" wrap="square" lIns="0" tIns="12700" rIns="0" bIns="0" rtlCol="0">
            <a:spAutoFit/>
          </a:bodyPr>
          <a:lstStyle/>
          <a:p>
            <a:pPr marL="12700" marR="5080" algn="just">
              <a:lnSpc>
                <a:spcPct val="100000"/>
              </a:lnSpc>
              <a:spcBef>
                <a:spcPts val="100"/>
              </a:spcBef>
            </a:pPr>
            <a:r>
              <a:rPr sz="1200" i="1" dirty="0">
                <a:latin typeface="Corbel"/>
                <a:cs typeface="Corbel"/>
              </a:rPr>
              <a:t>The</a:t>
            </a:r>
            <a:r>
              <a:rPr sz="1200" i="1" spc="300" dirty="0">
                <a:latin typeface="Corbel"/>
                <a:cs typeface="Corbel"/>
              </a:rPr>
              <a:t> </a:t>
            </a:r>
            <a:r>
              <a:rPr sz="1200" i="1" dirty="0">
                <a:latin typeface="Corbel"/>
                <a:cs typeface="Corbel"/>
              </a:rPr>
              <a:t>applicant</a:t>
            </a:r>
            <a:r>
              <a:rPr sz="1200" i="1" spc="305" dirty="0">
                <a:latin typeface="Corbel"/>
                <a:cs typeface="Corbel"/>
              </a:rPr>
              <a:t> </a:t>
            </a:r>
            <a:r>
              <a:rPr sz="1200" i="1" dirty="0">
                <a:latin typeface="Corbel"/>
                <a:cs typeface="Corbel"/>
              </a:rPr>
              <a:t>needs</a:t>
            </a:r>
            <a:r>
              <a:rPr sz="1200" i="1" spc="300" dirty="0">
                <a:latin typeface="Corbel"/>
                <a:cs typeface="Corbel"/>
              </a:rPr>
              <a:t> </a:t>
            </a:r>
            <a:r>
              <a:rPr sz="1200" i="1" dirty="0">
                <a:latin typeface="Corbel"/>
                <a:cs typeface="Corbel"/>
              </a:rPr>
              <a:t>to</a:t>
            </a:r>
            <a:r>
              <a:rPr sz="1200" i="1" spc="300" dirty="0">
                <a:latin typeface="Corbel"/>
                <a:cs typeface="Corbel"/>
              </a:rPr>
              <a:t> </a:t>
            </a:r>
            <a:r>
              <a:rPr sz="1200" b="1" i="1" u="sng" dirty="0">
                <a:uFill>
                  <a:solidFill>
                    <a:srgbClr val="000000"/>
                  </a:solidFill>
                </a:uFill>
                <a:latin typeface="Corbel"/>
                <a:cs typeface="Corbel"/>
              </a:rPr>
              <a:t>achieve</a:t>
            </a:r>
            <a:r>
              <a:rPr sz="1200" b="1" i="1" u="sng" spc="300" dirty="0">
                <a:uFill>
                  <a:solidFill>
                    <a:srgbClr val="000000"/>
                  </a:solidFill>
                </a:uFill>
                <a:latin typeface="Corbel"/>
                <a:cs typeface="Corbel"/>
              </a:rPr>
              <a:t> </a:t>
            </a:r>
            <a:r>
              <a:rPr sz="1200" b="1" i="1" u="sng" dirty="0">
                <a:uFill>
                  <a:solidFill>
                    <a:srgbClr val="000000"/>
                  </a:solidFill>
                </a:uFill>
                <a:latin typeface="Corbel"/>
                <a:cs typeface="Corbel"/>
              </a:rPr>
              <a:t>a</a:t>
            </a:r>
            <a:r>
              <a:rPr sz="1200" b="1" i="1" u="sng" spc="305" dirty="0">
                <a:uFill>
                  <a:solidFill>
                    <a:srgbClr val="000000"/>
                  </a:solidFill>
                </a:uFill>
                <a:latin typeface="Corbel"/>
                <a:cs typeface="Corbel"/>
              </a:rPr>
              <a:t> </a:t>
            </a:r>
            <a:r>
              <a:rPr sz="1200" b="1" i="1" u="sng" dirty="0">
                <a:uFill>
                  <a:solidFill>
                    <a:srgbClr val="000000"/>
                  </a:solidFill>
                </a:uFill>
                <a:latin typeface="Corbel"/>
                <a:cs typeface="Corbel"/>
              </a:rPr>
              <a:t>minimum</a:t>
            </a:r>
            <a:r>
              <a:rPr sz="1200" b="1" i="1" u="sng" spc="305" dirty="0">
                <a:uFill>
                  <a:solidFill>
                    <a:srgbClr val="000000"/>
                  </a:solidFill>
                </a:uFill>
                <a:latin typeface="Corbel"/>
                <a:cs typeface="Corbel"/>
              </a:rPr>
              <a:t> </a:t>
            </a:r>
            <a:r>
              <a:rPr sz="1200" b="1" i="1" u="sng" spc="-25" dirty="0">
                <a:uFill>
                  <a:solidFill>
                    <a:srgbClr val="000000"/>
                  </a:solidFill>
                </a:uFill>
                <a:latin typeface="Corbel"/>
                <a:cs typeface="Corbel"/>
              </a:rPr>
              <a:t>of</a:t>
            </a:r>
            <a:r>
              <a:rPr sz="1200" b="1" i="1" spc="-25" dirty="0">
                <a:latin typeface="Corbel"/>
                <a:cs typeface="Corbel"/>
              </a:rPr>
              <a:t> </a:t>
            </a:r>
            <a:r>
              <a:rPr sz="1200" b="1" i="1" u="sng" dirty="0">
                <a:uFill>
                  <a:solidFill>
                    <a:srgbClr val="000000"/>
                  </a:solidFill>
                </a:uFill>
                <a:latin typeface="Corbel"/>
                <a:cs typeface="Corbel"/>
              </a:rPr>
              <a:t>75%</a:t>
            </a:r>
            <a:r>
              <a:rPr sz="1200" b="1" i="1" u="sng" spc="395" dirty="0">
                <a:uFill>
                  <a:solidFill>
                    <a:srgbClr val="000000"/>
                  </a:solidFill>
                </a:uFill>
                <a:latin typeface="Corbel"/>
                <a:cs typeface="Corbel"/>
              </a:rPr>
              <a:t> </a:t>
            </a:r>
            <a:r>
              <a:rPr sz="1200" b="1" i="1" u="sng" dirty="0">
                <a:uFill>
                  <a:solidFill>
                    <a:srgbClr val="000000"/>
                  </a:solidFill>
                </a:uFill>
                <a:latin typeface="Corbel"/>
                <a:cs typeface="Corbel"/>
              </a:rPr>
              <a:t>test</a:t>
            </a:r>
            <a:r>
              <a:rPr sz="1200" b="1" i="1" u="sng" spc="395" dirty="0">
                <a:uFill>
                  <a:solidFill>
                    <a:srgbClr val="000000"/>
                  </a:solidFill>
                </a:uFill>
                <a:latin typeface="Corbel"/>
                <a:cs typeface="Corbel"/>
              </a:rPr>
              <a:t> </a:t>
            </a:r>
            <a:r>
              <a:rPr sz="1200" b="1" i="1" u="sng" dirty="0">
                <a:uFill>
                  <a:solidFill>
                    <a:srgbClr val="000000"/>
                  </a:solidFill>
                </a:uFill>
                <a:latin typeface="Corbel"/>
                <a:cs typeface="Corbel"/>
              </a:rPr>
              <a:t>score</a:t>
            </a:r>
            <a:r>
              <a:rPr sz="1200" b="1" i="1" u="sng" spc="385" dirty="0">
                <a:uFill>
                  <a:solidFill>
                    <a:srgbClr val="000000"/>
                  </a:solidFill>
                </a:uFill>
                <a:latin typeface="Corbel"/>
                <a:cs typeface="Corbel"/>
              </a:rPr>
              <a:t> </a:t>
            </a:r>
            <a:r>
              <a:rPr sz="1200" b="1" i="1" u="sng" dirty="0">
                <a:uFill>
                  <a:solidFill>
                    <a:srgbClr val="000000"/>
                  </a:solidFill>
                </a:uFill>
                <a:latin typeface="Corbel"/>
                <a:cs typeface="Corbel"/>
              </a:rPr>
              <a:t>to</a:t>
            </a:r>
            <a:r>
              <a:rPr sz="1200" b="1" i="1" u="sng" spc="395" dirty="0">
                <a:uFill>
                  <a:solidFill>
                    <a:srgbClr val="000000"/>
                  </a:solidFill>
                </a:uFill>
                <a:latin typeface="Corbel"/>
                <a:cs typeface="Corbel"/>
              </a:rPr>
              <a:t> </a:t>
            </a:r>
            <a:r>
              <a:rPr sz="1200" b="1" i="1" u="sng" dirty="0">
                <a:uFill>
                  <a:solidFill>
                    <a:srgbClr val="000000"/>
                  </a:solidFill>
                </a:uFill>
                <a:latin typeface="Corbel"/>
                <a:cs typeface="Corbel"/>
              </a:rPr>
              <a:t>pass</a:t>
            </a:r>
            <a:r>
              <a:rPr sz="1200" b="1" i="1" u="sng" spc="390" dirty="0">
                <a:uFill>
                  <a:solidFill>
                    <a:srgbClr val="000000"/>
                  </a:solidFill>
                </a:uFill>
                <a:latin typeface="Corbel"/>
                <a:cs typeface="Corbel"/>
              </a:rPr>
              <a:t> </a:t>
            </a:r>
            <a:r>
              <a:rPr sz="1200" b="1" i="1" u="sng" dirty="0">
                <a:uFill>
                  <a:solidFill>
                    <a:srgbClr val="000000"/>
                  </a:solidFill>
                </a:uFill>
                <a:latin typeface="Corbel"/>
                <a:cs typeface="Corbel"/>
              </a:rPr>
              <a:t>the</a:t>
            </a:r>
            <a:r>
              <a:rPr sz="1200" b="1" i="1" u="sng" spc="385" dirty="0">
                <a:uFill>
                  <a:solidFill>
                    <a:srgbClr val="000000"/>
                  </a:solidFill>
                </a:uFill>
                <a:latin typeface="Corbel"/>
                <a:cs typeface="Corbel"/>
              </a:rPr>
              <a:t> </a:t>
            </a:r>
            <a:r>
              <a:rPr sz="1200" b="1" i="1" u="sng" dirty="0">
                <a:uFill>
                  <a:solidFill>
                    <a:srgbClr val="000000"/>
                  </a:solidFill>
                </a:uFill>
                <a:latin typeface="Corbel"/>
                <a:cs typeface="Corbel"/>
              </a:rPr>
              <a:t>theory</a:t>
            </a:r>
            <a:r>
              <a:rPr sz="1200" b="1" i="1" u="sng" spc="395" dirty="0">
                <a:uFill>
                  <a:solidFill>
                    <a:srgbClr val="000000"/>
                  </a:solidFill>
                </a:uFill>
                <a:latin typeface="Corbel"/>
                <a:cs typeface="Corbel"/>
              </a:rPr>
              <a:t> </a:t>
            </a:r>
            <a:r>
              <a:rPr sz="1200" b="1" i="1" u="sng" dirty="0">
                <a:uFill>
                  <a:solidFill>
                    <a:srgbClr val="000000"/>
                  </a:solidFill>
                </a:uFill>
                <a:latin typeface="Corbel"/>
                <a:cs typeface="Corbel"/>
              </a:rPr>
              <a:t>test.</a:t>
            </a:r>
            <a:r>
              <a:rPr sz="1200" b="1" i="1" spc="395" dirty="0">
                <a:latin typeface="Corbel"/>
                <a:cs typeface="Corbel"/>
              </a:rPr>
              <a:t> </a:t>
            </a:r>
            <a:r>
              <a:rPr sz="1200" i="1" spc="-25" dirty="0">
                <a:latin typeface="Corbel"/>
                <a:cs typeface="Corbel"/>
              </a:rPr>
              <a:t>The </a:t>
            </a:r>
            <a:r>
              <a:rPr sz="1200" i="1" dirty="0">
                <a:latin typeface="Corbel"/>
                <a:cs typeface="Corbel"/>
              </a:rPr>
              <a:t>applicant</a:t>
            </a:r>
            <a:r>
              <a:rPr sz="1200" i="1" spc="25" dirty="0">
                <a:latin typeface="Corbel"/>
                <a:cs typeface="Corbel"/>
              </a:rPr>
              <a:t> </a:t>
            </a:r>
            <a:r>
              <a:rPr sz="1200" i="1" dirty="0">
                <a:latin typeface="Corbel"/>
                <a:cs typeface="Corbel"/>
              </a:rPr>
              <a:t>is</a:t>
            </a:r>
            <a:r>
              <a:rPr sz="1200" i="1" spc="20" dirty="0">
                <a:latin typeface="Corbel"/>
                <a:cs typeface="Corbel"/>
              </a:rPr>
              <a:t> </a:t>
            </a:r>
            <a:r>
              <a:rPr sz="1200" i="1" dirty="0">
                <a:latin typeface="Corbel"/>
                <a:cs typeface="Corbel"/>
              </a:rPr>
              <a:t>not</a:t>
            </a:r>
            <a:r>
              <a:rPr sz="1200" i="1" spc="30" dirty="0">
                <a:latin typeface="Corbel"/>
                <a:cs typeface="Corbel"/>
              </a:rPr>
              <a:t> </a:t>
            </a:r>
            <a:r>
              <a:rPr sz="1200" i="1" dirty="0">
                <a:latin typeface="Corbel"/>
                <a:cs typeface="Corbel"/>
              </a:rPr>
              <a:t>allowed</a:t>
            </a:r>
            <a:r>
              <a:rPr sz="1200" i="1" spc="20" dirty="0">
                <a:latin typeface="Corbel"/>
                <a:cs typeface="Corbel"/>
              </a:rPr>
              <a:t> </a:t>
            </a:r>
            <a:r>
              <a:rPr sz="1200" i="1" dirty="0">
                <a:latin typeface="Corbel"/>
                <a:cs typeface="Corbel"/>
              </a:rPr>
              <a:t>to</a:t>
            </a:r>
            <a:r>
              <a:rPr sz="1200" i="1" spc="20" dirty="0">
                <a:latin typeface="Corbel"/>
                <a:cs typeface="Corbel"/>
              </a:rPr>
              <a:t> </a:t>
            </a:r>
            <a:r>
              <a:rPr sz="1200" i="1" dirty="0">
                <a:latin typeface="Corbel"/>
                <a:cs typeface="Corbel"/>
              </a:rPr>
              <a:t>attempt</a:t>
            </a:r>
            <a:r>
              <a:rPr sz="1200" i="1" spc="30" dirty="0">
                <a:latin typeface="Corbel"/>
                <a:cs typeface="Corbel"/>
              </a:rPr>
              <a:t> </a:t>
            </a:r>
            <a:r>
              <a:rPr sz="1200" i="1" dirty="0">
                <a:latin typeface="Corbel"/>
                <a:cs typeface="Corbel"/>
              </a:rPr>
              <a:t>the</a:t>
            </a:r>
            <a:r>
              <a:rPr sz="1200" i="1" spc="30" dirty="0">
                <a:latin typeface="Corbel"/>
                <a:cs typeface="Corbel"/>
              </a:rPr>
              <a:t> </a:t>
            </a:r>
            <a:r>
              <a:rPr sz="1200" i="1" dirty="0">
                <a:latin typeface="Corbel"/>
                <a:cs typeface="Corbel"/>
              </a:rPr>
              <a:t>theory</a:t>
            </a:r>
            <a:r>
              <a:rPr sz="1200" i="1" spc="20" dirty="0">
                <a:latin typeface="Corbel"/>
                <a:cs typeface="Corbel"/>
              </a:rPr>
              <a:t> </a:t>
            </a:r>
            <a:r>
              <a:rPr sz="1200" i="1" spc="-20" dirty="0">
                <a:latin typeface="Corbel"/>
                <a:cs typeface="Corbel"/>
              </a:rPr>
              <a:t>test </a:t>
            </a:r>
            <a:r>
              <a:rPr sz="1200" i="1" dirty="0">
                <a:latin typeface="Corbel"/>
                <a:cs typeface="Corbel"/>
              </a:rPr>
              <a:t>for</a:t>
            </a:r>
            <a:r>
              <a:rPr sz="1200" i="1" spc="385" dirty="0">
                <a:latin typeface="Corbel"/>
                <a:cs typeface="Corbel"/>
              </a:rPr>
              <a:t> </a:t>
            </a:r>
            <a:r>
              <a:rPr sz="1200" i="1" dirty="0">
                <a:latin typeface="Corbel"/>
                <a:cs typeface="Corbel"/>
              </a:rPr>
              <a:t>more</a:t>
            </a:r>
            <a:r>
              <a:rPr sz="1200" i="1" spc="380" dirty="0">
                <a:latin typeface="Corbel"/>
                <a:cs typeface="Corbel"/>
              </a:rPr>
              <a:t> </a:t>
            </a:r>
            <a:r>
              <a:rPr sz="1200" i="1" dirty="0">
                <a:latin typeface="Corbel"/>
                <a:cs typeface="Corbel"/>
              </a:rPr>
              <a:t>than</a:t>
            </a:r>
            <a:r>
              <a:rPr sz="1200" i="1" spc="390" dirty="0">
                <a:latin typeface="Corbel"/>
                <a:cs typeface="Corbel"/>
              </a:rPr>
              <a:t> </a:t>
            </a:r>
            <a:r>
              <a:rPr sz="1200" i="1" dirty="0">
                <a:latin typeface="Corbel"/>
                <a:cs typeface="Corbel"/>
              </a:rPr>
              <a:t>2</a:t>
            </a:r>
            <a:r>
              <a:rPr sz="1200" i="1" spc="375" dirty="0">
                <a:latin typeface="Corbel"/>
                <a:cs typeface="Corbel"/>
              </a:rPr>
              <a:t> </a:t>
            </a:r>
            <a:r>
              <a:rPr sz="1200" i="1" dirty="0">
                <a:latin typeface="Corbel"/>
                <a:cs typeface="Corbel"/>
              </a:rPr>
              <a:t>times</a:t>
            </a:r>
            <a:r>
              <a:rPr sz="1200" i="1" spc="385" dirty="0">
                <a:latin typeface="Corbel"/>
                <a:cs typeface="Corbel"/>
              </a:rPr>
              <a:t> </a:t>
            </a:r>
            <a:r>
              <a:rPr sz="1200" i="1" dirty="0">
                <a:latin typeface="Corbel"/>
                <a:cs typeface="Corbel"/>
              </a:rPr>
              <a:t>within</a:t>
            </a:r>
            <a:r>
              <a:rPr sz="1200" i="1" spc="380" dirty="0">
                <a:latin typeface="Corbel"/>
                <a:cs typeface="Corbel"/>
              </a:rPr>
              <a:t> </a:t>
            </a:r>
            <a:r>
              <a:rPr sz="1200" i="1" dirty="0">
                <a:latin typeface="Corbel"/>
                <a:cs typeface="Corbel"/>
              </a:rPr>
              <a:t>a</a:t>
            </a:r>
            <a:r>
              <a:rPr sz="1200" i="1" spc="385" dirty="0">
                <a:latin typeface="Corbel"/>
                <a:cs typeface="Corbel"/>
              </a:rPr>
              <a:t> </a:t>
            </a:r>
            <a:r>
              <a:rPr sz="1200" i="1" dirty="0">
                <a:latin typeface="Corbel"/>
                <a:cs typeface="Corbel"/>
              </a:rPr>
              <a:t>period</a:t>
            </a:r>
            <a:r>
              <a:rPr sz="1200" i="1" spc="380" dirty="0">
                <a:latin typeface="Corbel"/>
                <a:cs typeface="Corbel"/>
              </a:rPr>
              <a:t> </a:t>
            </a:r>
            <a:r>
              <a:rPr sz="1200" i="1" dirty="0">
                <a:latin typeface="Corbel"/>
                <a:cs typeface="Corbel"/>
              </a:rPr>
              <a:t>of</a:t>
            </a:r>
            <a:r>
              <a:rPr sz="1200" i="1" spc="375" dirty="0">
                <a:latin typeface="Corbel"/>
                <a:cs typeface="Corbel"/>
              </a:rPr>
              <a:t> </a:t>
            </a:r>
            <a:r>
              <a:rPr sz="1200" i="1" spc="-25" dirty="0">
                <a:latin typeface="Corbel"/>
                <a:cs typeface="Corbel"/>
              </a:rPr>
              <a:t>one </a:t>
            </a:r>
            <a:r>
              <a:rPr sz="1200" i="1" dirty="0">
                <a:latin typeface="Corbel"/>
                <a:cs typeface="Corbel"/>
              </a:rPr>
              <a:t>month.</a:t>
            </a:r>
            <a:r>
              <a:rPr sz="1200" i="1" spc="155" dirty="0">
                <a:latin typeface="Corbel"/>
                <a:cs typeface="Corbel"/>
              </a:rPr>
              <a:t> </a:t>
            </a:r>
            <a:r>
              <a:rPr sz="1200" i="1" dirty="0">
                <a:latin typeface="Corbel"/>
                <a:cs typeface="Corbel"/>
              </a:rPr>
              <a:t>A</a:t>
            </a:r>
            <a:r>
              <a:rPr sz="1200" i="1" spc="165" dirty="0">
                <a:latin typeface="Corbel"/>
                <a:cs typeface="Corbel"/>
              </a:rPr>
              <a:t> </a:t>
            </a:r>
            <a:r>
              <a:rPr sz="1200" i="1" dirty="0">
                <a:latin typeface="Corbel"/>
                <a:cs typeface="Corbel"/>
              </a:rPr>
              <a:t>pass</a:t>
            </a:r>
            <a:r>
              <a:rPr sz="1200" i="1" spc="160" dirty="0">
                <a:latin typeface="Corbel"/>
                <a:cs typeface="Corbel"/>
              </a:rPr>
              <a:t> </a:t>
            </a:r>
            <a:r>
              <a:rPr sz="1200" i="1" dirty="0">
                <a:latin typeface="Corbel"/>
                <a:cs typeface="Corbel"/>
              </a:rPr>
              <a:t>in</a:t>
            </a:r>
            <a:r>
              <a:rPr sz="1200" i="1" spc="165" dirty="0">
                <a:latin typeface="Corbel"/>
                <a:cs typeface="Corbel"/>
              </a:rPr>
              <a:t> </a:t>
            </a:r>
            <a:r>
              <a:rPr sz="1200" b="1" i="1" u="sng" dirty="0">
                <a:uFill>
                  <a:solidFill>
                    <a:srgbClr val="000000"/>
                  </a:solidFill>
                </a:uFill>
                <a:latin typeface="Corbel"/>
                <a:cs typeface="Corbel"/>
              </a:rPr>
              <a:t>the</a:t>
            </a:r>
            <a:r>
              <a:rPr sz="1200" b="1" i="1" u="sng" spc="160" dirty="0">
                <a:uFill>
                  <a:solidFill>
                    <a:srgbClr val="000000"/>
                  </a:solidFill>
                </a:uFill>
                <a:latin typeface="Corbel"/>
                <a:cs typeface="Corbel"/>
              </a:rPr>
              <a:t> </a:t>
            </a:r>
            <a:r>
              <a:rPr sz="1200" b="1" i="1" u="sng" dirty="0">
                <a:uFill>
                  <a:solidFill>
                    <a:srgbClr val="000000"/>
                  </a:solidFill>
                </a:uFill>
                <a:latin typeface="Corbel"/>
                <a:cs typeface="Corbel"/>
              </a:rPr>
              <a:t>theory</a:t>
            </a:r>
            <a:r>
              <a:rPr sz="1200" b="1" i="1" u="sng" spc="160" dirty="0">
                <a:uFill>
                  <a:solidFill>
                    <a:srgbClr val="000000"/>
                  </a:solidFill>
                </a:uFill>
                <a:latin typeface="Corbel"/>
                <a:cs typeface="Corbel"/>
              </a:rPr>
              <a:t> </a:t>
            </a:r>
            <a:r>
              <a:rPr sz="1200" b="1" i="1" u="sng" dirty="0">
                <a:uFill>
                  <a:solidFill>
                    <a:srgbClr val="000000"/>
                  </a:solidFill>
                </a:uFill>
                <a:latin typeface="Corbel"/>
                <a:cs typeface="Corbel"/>
              </a:rPr>
              <a:t>test</a:t>
            </a:r>
            <a:r>
              <a:rPr sz="1200" b="1" i="1" u="sng" spc="165" dirty="0">
                <a:uFill>
                  <a:solidFill>
                    <a:srgbClr val="000000"/>
                  </a:solidFill>
                </a:uFill>
                <a:latin typeface="Corbel"/>
                <a:cs typeface="Corbel"/>
              </a:rPr>
              <a:t> </a:t>
            </a:r>
            <a:r>
              <a:rPr sz="1200" b="1" i="1" u="sng" dirty="0">
                <a:uFill>
                  <a:solidFill>
                    <a:srgbClr val="000000"/>
                  </a:solidFill>
                </a:uFill>
                <a:latin typeface="Corbel"/>
                <a:cs typeface="Corbel"/>
              </a:rPr>
              <a:t>is</a:t>
            </a:r>
            <a:r>
              <a:rPr sz="1200" b="1" i="1" u="sng" spc="160" dirty="0">
                <a:uFill>
                  <a:solidFill>
                    <a:srgbClr val="000000"/>
                  </a:solidFill>
                </a:uFill>
                <a:latin typeface="Corbel"/>
                <a:cs typeface="Corbel"/>
              </a:rPr>
              <a:t> </a:t>
            </a:r>
            <a:r>
              <a:rPr sz="1200" b="1" i="1" u="sng" dirty="0">
                <a:uFill>
                  <a:solidFill>
                    <a:srgbClr val="000000"/>
                  </a:solidFill>
                </a:uFill>
                <a:latin typeface="Corbel"/>
                <a:cs typeface="Corbel"/>
              </a:rPr>
              <a:t>valid</a:t>
            </a:r>
            <a:r>
              <a:rPr sz="1200" b="1" i="1" u="sng" spc="165" dirty="0">
                <a:uFill>
                  <a:solidFill>
                    <a:srgbClr val="000000"/>
                  </a:solidFill>
                </a:uFill>
                <a:latin typeface="Corbel"/>
                <a:cs typeface="Corbel"/>
              </a:rPr>
              <a:t> </a:t>
            </a:r>
            <a:r>
              <a:rPr sz="1200" b="1" i="1" u="sng" dirty="0">
                <a:uFill>
                  <a:solidFill>
                    <a:srgbClr val="000000"/>
                  </a:solidFill>
                </a:uFill>
                <a:latin typeface="Corbel"/>
                <a:cs typeface="Corbel"/>
              </a:rPr>
              <a:t>for</a:t>
            </a:r>
            <a:r>
              <a:rPr sz="1200" b="1" i="1" u="sng" spc="155" dirty="0">
                <a:uFill>
                  <a:solidFill>
                    <a:srgbClr val="000000"/>
                  </a:solidFill>
                </a:uFill>
                <a:latin typeface="Corbel"/>
                <a:cs typeface="Corbel"/>
              </a:rPr>
              <a:t> </a:t>
            </a:r>
            <a:r>
              <a:rPr sz="1200" b="1" i="1" u="sng" spc="-25" dirty="0">
                <a:uFill>
                  <a:solidFill>
                    <a:srgbClr val="000000"/>
                  </a:solidFill>
                </a:uFill>
                <a:latin typeface="Corbel"/>
                <a:cs typeface="Corbel"/>
              </a:rPr>
              <a:t>24</a:t>
            </a:r>
            <a:r>
              <a:rPr sz="1200" b="1" i="1" spc="-25" dirty="0">
                <a:latin typeface="Corbel"/>
                <a:cs typeface="Corbel"/>
              </a:rPr>
              <a:t> </a:t>
            </a:r>
            <a:r>
              <a:rPr sz="1200" b="1" i="1" u="sng" spc="-10" dirty="0">
                <a:uFill>
                  <a:solidFill>
                    <a:srgbClr val="000000"/>
                  </a:solidFill>
                </a:uFill>
                <a:latin typeface="Corbel"/>
                <a:cs typeface="Corbel"/>
              </a:rPr>
              <a:t>months.</a:t>
            </a:r>
            <a:endParaRPr sz="1200">
              <a:latin typeface="Corbel"/>
              <a:cs typeface="Corbel"/>
            </a:endParaRPr>
          </a:p>
        </p:txBody>
      </p:sp>
      <p:grpSp>
        <p:nvGrpSpPr>
          <p:cNvPr id="50" name="object 50"/>
          <p:cNvGrpSpPr/>
          <p:nvPr/>
        </p:nvGrpSpPr>
        <p:grpSpPr>
          <a:xfrm>
            <a:off x="4467859" y="3876675"/>
            <a:ext cx="4371340" cy="2876550"/>
            <a:chOff x="4467859" y="3876675"/>
            <a:chExt cx="4371340" cy="2876550"/>
          </a:xfrm>
        </p:grpSpPr>
        <p:sp>
          <p:nvSpPr>
            <p:cNvPr id="51" name="object 51"/>
            <p:cNvSpPr/>
            <p:nvPr/>
          </p:nvSpPr>
          <p:spPr>
            <a:xfrm>
              <a:off x="5326339" y="3876675"/>
              <a:ext cx="76200" cy="401320"/>
            </a:xfrm>
            <a:custGeom>
              <a:avLst/>
              <a:gdLst/>
              <a:ahLst/>
              <a:cxnLst/>
              <a:rect l="l" t="t" r="r" b="b"/>
              <a:pathLst>
                <a:path w="76200" h="401320">
                  <a:moveTo>
                    <a:pt x="25400" y="327388"/>
                  </a:moveTo>
                  <a:lnTo>
                    <a:pt x="23269" y="327818"/>
                  </a:lnTo>
                  <a:lnTo>
                    <a:pt x="11159" y="335983"/>
                  </a:lnTo>
                  <a:lnTo>
                    <a:pt x="2994" y="348093"/>
                  </a:lnTo>
                  <a:lnTo>
                    <a:pt x="0" y="362924"/>
                  </a:lnTo>
                  <a:lnTo>
                    <a:pt x="2994" y="377754"/>
                  </a:lnTo>
                  <a:lnTo>
                    <a:pt x="11159" y="389865"/>
                  </a:lnTo>
                  <a:lnTo>
                    <a:pt x="23270" y="398030"/>
                  </a:lnTo>
                  <a:lnTo>
                    <a:pt x="38100" y="401024"/>
                  </a:lnTo>
                  <a:lnTo>
                    <a:pt x="52929" y="398030"/>
                  </a:lnTo>
                  <a:lnTo>
                    <a:pt x="65040" y="389865"/>
                  </a:lnTo>
                  <a:lnTo>
                    <a:pt x="73205" y="377754"/>
                  </a:lnTo>
                  <a:lnTo>
                    <a:pt x="76200" y="362924"/>
                  </a:lnTo>
                  <a:lnTo>
                    <a:pt x="25400" y="362924"/>
                  </a:lnTo>
                  <a:lnTo>
                    <a:pt x="25400" y="327388"/>
                  </a:lnTo>
                  <a:close/>
                </a:path>
                <a:path w="76200" h="401320">
                  <a:moveTo>
                    <a:pt x="38100" y="324824"/>
                  </a:moveTo>
                  <a:lnTo>
                    <a:pt x="25400" y="327388"/>
                  </a:lnTo>
                  <a:lnTo>
                    <a:pt x="25400" y="362924"/>
                  </a:lnTo>
                  <a:lnTo>
                    <a:pt x="50800" y="362924"/>
                  </a:lnTo>
                  <a:lnTo>
                    <a:pt x="50800" y="327388"/>
                  </a:lnTo>
                  <a:lnTo>
                    <a:pt x="38100" y="324824"/>
                  </a:lnTo>
                  <a:close/>
                </a:path>
                <a:path w="76200" h="401320">
                  <a:moveTo>
                    <a:pt x="50800" y="327388"/>
                  </a:moveTo>
                  <a:lnTo>
                    <a:pt x="50800" y="362924"/>
                  </a:lnTo>
                  <a:lnTo>
                    <a:pt x="76200" y="362924"/>
                  </a:lnTo>
                  <a:lnTo>
                    <a:pt x="73205" y="348093"/>
                  </a:lnTo>
                  <a:lnTo>
                    <a:pt x="65040" y="335983"/>
                  </a:lnTo>
                  <a:lnTo>
                    <a:pt x="52929" y="327818"/>
                  </a:lnTo>
                  <a:lnTo>
                    <a:pt x="50800" y="327388"/>
                  </a:lnTo>
                  <a:close/>
                </a:path>
                <a:path w="76200" h="401320">
                  <a:moveTo>
                    <a:pt x="25401" y="73636"/>
                  </a:moveTo>
                  <a:lnTo>
                    <a:pt x="25400" y="327388"/>
                  </a:lnTo>
                  <a:lnTo>
                    <a:pt x="38100" y="324824"/>
                  </a:lnTo>
                  <a:lnTo>
                    <a:pt x="50800" y="324824"/>
                  </a:lnTo>
                  <a:lnTo>
                    <a:pt x="50800" y="76200"/>
                  </a:lnTo>
                  <a:lnTo>
                    <a:pt x="38100" y="76200"/>
                  </a:lnTo>
                  <a:lnTo>
                    <a:pt x="25401" y="73636"/>
                  </a:lnTo>
                  <a:close/>
                </a:path>
                <a:path w="76200" h="401320">
                  <a:moveTo>
                    <a:pt x="50800" y="324824"/>
                  </a:moveTo>
                  <a:lnTo>
                    <a:pt x="38100" y="324824"/>
                  </a:lnTo>
                  <a:lnTo>
                    <a:pt x="50800" y="327388"/>
                  </a:lnTo>
                  <a:lnTo>
                    <a:pt x="50800" y="324824"/>
                  </a:lnTo>
                  <a:close/>
                </a:path>
                <a:path w="76200" h="401320">
                  <a:moveTo>
                    <a:pt x="50800" y="38100"/>
                  </a:moveTo>
                  <a:lnTo>
                    <a:pt x="25400" y="38100"/>
                  </a:lnTo>
                  <a:lnTo>
                    <a:pt x="25401" y="73636"/>
                  </a:lnTo>
                  <a:lnTo>
                    <a:pt x="38100" y="76200"/>
                  </a:lnTo>
                  <a:lnTo>
                    <a:pt x="50800" y="73636"/>
                  </a:lnTo>
                  <a:lnTo>
                    <a:pt x="50800" y="38100"/>
                  </a:lnTo>
                  <a:close/>
                </a:path>
                <a:path w="76200" h="401320">
                  <a:moveTo>
                    <a:pt x="50800" y="73636"/>
                  </a:moveTo>
                  <a:lnTo>
                    <a:pt x="38100" y="76200"/>
                  </a:lnTo>
                  <a:lnTo>
                    <a:pt x="50800" y="76200"/>
                  </a:lnTo>
                  <a:lnTo>
                    <a:pt x="50800" y="73636"/>
                  </a:lnTo>
                  <a:close/>
                </a:path>
                <a:path w="76200" h="401320">
                  <a:moveTo>
                    <a:pt x="38101" y="0"/>
                  </a:moveTo>
                  <a:lnTo>
                    <a:pt x="23270" y="2994"/>
                  </a:lnTo>
                  <a:lnTo>
                    <a:pt x="11159" y="11159"/>
                  </a:lnTo>
                  <a:lnTo>
                    <a:pt x="2994" y="23270"/>
                  </a:lnTo>
                  <a:lnTo>
                    <a:pt x="0" y="38100"/>
                  </a:lnTo>
                  <a:lnTo>
                    <a:pt x="2994" y="52930"/>
                  </a:lnTo>
                  <a:lnTo>
                    <a:pt x="11160" y="65040"/>
                  </a:lnTo>
                  <a:lnTo>
                    <a:pt x="23270" y="73205"/>
                  </a:lnTo>
                  <a:lnTo>
                    <a:pt x="25401" y="73636"/>
                  </a:lnTo>
                  <a:lnTo>
                    <a:pt x="25400" y="38100"/>
                  </a:lnTo>
                  <a:lnTo>
                    <a:pt x="76200" y="38100"/>
                  </a:lnTo>
                  <a:lnTo>
                    <a:pt x="73206" y="23270"/>
                  </a:lnTo>
                  <a:lnTo>
                    <a:pt x="65041" y="11159"/>
                  </a:lnTo>
                  <a:lnTo>
                    <a:pt x="52931" y="2994"/>
                  </a:lnTo>
                  <a:lnTo>
                    <a:pt x="38101" y="0"/>
                  </a:lnTo>
                  <a:close/>
                </a:path>
                <a:path w="76200" h="401320">
                  <a:moveTo>
                    <a:pt x="76200" y="38100"/>
                  </a:moveTo>
                  <a:lnTo>
                    <a:pt x="50800" y="38100"/>
                  </a:lnTo>
                  <a:lnTo>
                    <a:pt x="50800" y="73636"/>
                  </a:lnTo>
                  <a:lnTo>
                    <a:pt x="52930" y="73205"/>
                  </a:lnTo>
                  <a:lnTo>
                    <a:pt x="65040" y="65040"/>
                  </a:lnTo>
                  <a:lnTo>
                    <a:pt x="73205" y="52930"/>
                  </a:lnTo>
                  <a:lnTo>
                    <a:pt x="76200" y="38100"/>
                  </a:lnTo>
                  <a:close/>
                </a:path>
              </a:pathLst>
            </a:custGeom>
            <a:solidFill>
              <a:srgbClr val="0070C0">
                <a:alpha val="50199"/>
              </a:srgbClr>
            </a:solidFill>
          </p:spPr>
          <p:txBody>
            <a:bodyPr wrap="square" lIns="0" tIns="0" rIns="0" bIns="0" rtlCol="0"/>
            <a:lstStyle/>
            <a:p>
              <a:endParaRPr/>
            </a:p>
          </p:txBody>
        </p:sp>
        <p:sp>
          <p:nvSpPr>
            <p:cNvPr id="52" name="object 52"/>
            <p:cNvSpPr/>
            <p:nvPr/>
          </p:nvSpPr>
          <p:spPr>
            <a:xfrm>
              <a:off x="4480559" y="5482934"/>
              <a:ext cx="4345940" cy="1257300"/>
            </a:xfrm>
            <a:custGeom>
              <a:avLst/>
              <a:gdLst/>
              <a:ahLst/>
              <a:cxnLst/>
              <a:rect l="l" t="t" r="r" b="b"/>
              <a:pathLst>
                <a:path w="4345940" h="1257300">
                  <a:moveTo>
                    <a:pt x="0" y="0"/>
                  </a:moveTo>
                  <a:lnTo>
                    <a:pt x="4345942" y="0"/>
                  </a:lnTo>
                  <a:lnTo>
                    <a:pt x="4345942" y="1257300"/>
                  </a:lnTo>
                  <a:lnTo>
                    <a:pt x="0" y="1257300"/>
                  </a:lnTo>
                  <a:lnTo>
                    <a:pt x="0" y="0"/>
                  </a:lnTo>
                  <a:close/>
                </a:path>
              </a:pathLst>
            </a:custGeom>
            <a:ln w="25400">
              <a:solidFill>
                <a:srgbClr val="0070C0"/>
              </a:solidFill>
            </a:ln>
          </p:spPr>
          <p:txBody>
            <a:bodyPr wrap="square" lIns="0" tIns="0" rIns="0" bIns="0" rtlCol="0"/>
            <a:lstStyle/>
            <a:p>
              <a:endParaRPr/>
            </a:p>
          </p:txBody>
        </p:sp>
      </p:grpSp>
      <p:sp>
        <p:nvSpPr>
          <p:cNvPr id="53" name="object 53"/>
          <p:cNvSpPr txBox="1"/>
          <p:nvPr/>
        </p:nvSpPr>
        <p:spPr>
          <a:xfrm>
            <a:off x="4559300" y="5504179"/>
            <a:ext cx="4188460" cy="942975"/>
          </a:xfrm>
          <a:prstGeom prst="rect">
            <a:avLst/>
          </a:prstGeom>
        </p:spPr>
        <p:txBody>
          <a:bodyPr vert="horz" wrap="square" lIns="0" tIns="12065" rIns="0" bIns="0" rtlCol="0">
            <a:spAutoFit/>
          </a:bodyPr>
          <a:lstStyle/>
          <a:p>
            <a:pPr marL="12700" marR="5080" algn="just">
              <a:lnSpc>
                <a:spcPct val="100400"/>
              </a:lnSpc>
              <a:spcBef>
                <a:spcPts val="95"/>
              </a:spcBef>
            </a:pPr>
            <a:r>
              <a:rPr sz="1200" i="1" dirty="0">
                <a:latin typeface="Corbel"/>
                <a:cs typeface="Corbel"/>
              </a:rPr>
              <a:t>A</a:t>
            </a:r>
            <a:r>
              <a:rPr sz="1200" i="1" spc="60" dirty="0">
                <a:latin typeface="Corbel"/>
                <a:cs typeface="Corbel"/>
              </a:rPr>
              <a:t> </a:t>
            </a:r>
            <a:r>
              <a:rPr sz="1200" i="1" dirty="0">
                <a:latin typeface="Corbel"/>
                <a:cs typeface="Corbel"/>
              </a:rPr>
              <a:t>pass</a:t>
            </a:r>
            <a:r>
              <a:rPr sz="1200" i="1" spc="60" dirty="0">
                <a:latin typeface="Corbel"/>
                <a:cs typeface="Corbel"/>
              </a:rPr>
              <a:t> </a:t>
            </a:r>
            <a:r>
              <a:rPr sz="1200" i="1" dirty="0">
                <a:latin typeface="Corbel"/>
                <a:cs typeface="Corbel"/>
              </a:rPr>
              <a:t>in</a:t>
            </a:r>
            <a:r>
              <a:rPr sz="1200" i="1" spc="60" dirty="0">
                <a:latin typeface="Corbel"/>
                <a:cs typeface="Corbel"/>
              </a:rPr>
              <a:t> </a:t>
            </a:r>
            <a:r>
              <a:rPr sz="1200" i="1" dirty="0">
                <a:latin typeface="Corbel"/>
                <a:cs typeface="Corbel"/>
              </a:rPr>
              <a:t>the</a:t>
            </a:r>
            <a:r>
              <a:rPr sz="1200" i="1" spc="60" dirty="0">
                <a:latin typeface="Corbel"/>
                <a:cs typeface="Corbel"/>
              </a:rPr>
              <a:t> </a:t>
            </a:r>
            <a:r>
              <a:rPr sz="1200" i="1" dirty="0">
                <a:latin typeface="Corbel"/>
                <a:cs typeface="Corbel"/>
              </a:rPr>
              <a:t>theory</a:t>
            </a:r>
            <a:r>
              <a:rPr sz="1200" i="1" spc="65" dirty="0">
                <a:latin typeface="Corbel"/>
                <a:cs typeface="Corbel"/>
              </a:rPr>
              <a:t> </a:t>
            </a:r>
            <a:r>
              <a:rPr sz="1200" i="1" dirty="0">
                <a:latin typeface="Corbel"/>
                <a:cs typeface="Corbel"/>
              </a:rPr>
              <a:t>test</a:t>
            </a:r>
            <a:r>
              <a:rPr sz="1200" i="1" spc="60" dirty="0">
                <a:latin typeface="Corbel"/>
                <a:cs typeface="Corbel"/>
              </a:rPr>
              <a:t> </a:t>
            </a:r>
            <a:r>
              <a:rPr sz="1200" i="1" dirty="0">
                <a:latin typeface="Corbel"/>
                <a:cs typeface="Corbel"/>
              </a:rPr>
              <a:t>is</a:t>
            </a:r>
            <a:r>
              <a:rPr sz="1200" i="1" spc="60" dirty="0">
                <a:latin typeface="Corbel"/>
                <a:cs typeface="Corbel"/>
              </a:rPr>
              <a:t> </a:t>
            </a:r>
            <a:r>
              <a:rPr sz="1200" i="1" dirty="0">
                <a:latin typeface="Corbel"/>
                <a:cs typeface="Corbel"/>
              </a:rPr>
              <a:t>required</a:t>
            </a:r>
            <a:r>
              <a:rPr sz="1200" i="1" spc="55" dirty="0">
                <a:latin typeface="Corbel"/>
                <a:cs typeface="Corbel"/>
              </a:rPr>
              <a:t> </a:t>
            </a:r>
            <a:r>
              <a:rPr sz="1200" i="1" dirty="0">
                <a:latin typeface="Corbel"/>
                <a:cs typeface="Corbel"/>
              </a:rPr>
              <a:t>before</a:t>
            </a:r>
            <a:r>
              <a:rPr sz="1200" i="1" spc="65" dirty="0">
                <a:latin typeface="Corbel"/>
                <a:cs typeface="Corbel"/>
              </a:rPr>
              <a:t> </a:t>
            </a:r>
            <a:r>
              <a:rPr sz="1200" i="1" dirty="0">
                <a:latin typeface="Corbel"/>
                <a:cs typeface="Corbel"/>
              </a:rPr>
              <a:t>attempting</a:t>
            </a:r>
            <a:r>
              <a:rPr sz="1200" i="1" spc="60" dirty="0">
                <a:latin typeface="Corbel"/>
                <a:cs typeface="Corbel"/>
              </a:rPr>
              <a:t> </a:t>
            </a:r>
            <a:r>
              <a:rPr sz="1200" i="1" dirty="0">
                <a:latin typeface="Corbel"/>
                <a:cs typeface="Corbel"/>
              </a:rPr>
              <a:t>the</a:t>
            </a:r>
            <a:r>
              <a:rPr sz="1200" i="1" spc="65" dirty="0">
                <a:latin typeface="Corbel"/>
                <a:cs typeface="Corbel"/>
              </a:rPr>
              <a:t> </a:t>
            </a:r>
            <a:r>
              <a:rPr sz="1200" i="1" spc="-10" dirty="0">
                <a:latin typeface="Corbel"/>
                <a:cs typeface="Corbel"/>
              </a:rPr>
              <a:t>practical </a:t>
            </a:r>
            <a:r>
              <a:rPr sz="1200" i="1" dirty="0">
                <a:latin typeface="Corbel"/>
                <a:cs typeface="Corbel"/>
              </a:rPr>
              <a:t>assessment.</a:t>
            </a:r>
            <a:r>
              <a:rPr sz="1200" i="1" spc="150" dirty="0">
                <a:latin typeface="Corbel"/>
                <a:cs typeface="Corbel"/>
              </a:rPr>
              <a:t>  </a:t>
            </a:r>
            <a:r>
              <a:rPr sz="1200" i="1" dirty="0">
                <a:latin typeface="Corbel"/>
                <a:cs typeface="Corbel"/>
              </a:rPr>
              <a:t>The</a:t>
            </a:r>
            <a:r>
              <a:rPr sz="1200" i="1" spc="160" dirty="0">
                <a:latin typeface="Corbel"/>
                <a:cs typeface="Corbel"/>
              </a:rPr>
              <a:t>  </a:t>
            </a:r>
            <a:r>
              <a:rPr sz="1200" i="1" dirty="0">
                <a:latin typeface="Corbel"/>
                <a:cs typeface="Corbel"/>
              </a:rPr>
              <a:t>applicant</a:t>
            </a:r>
            <a:r>
              <a:rPr sz="1200" i="1" spc="160" dirty="0">
                <a:latin typeface="Corbel"/>
                <a:cs typeface="Corbel"/>
              </a:rPr>
              <a:t>  </a:t>
            </a:r>
            <a:r>
              <a:rPr sz="1200" i="1" dirty="0">
                <a:latin typeface="Corbel"/>
                <a:cs typeface="Corbel"/>
              </a:rPr>
              <a:t>then</a:t>
            </a:r>
            <a:r>
              <a:rPr sz="1200" i="1" spc="160" dirty="0">
                <a:latin typeface="Corbel"/>
                <a:cs typeface="Corbel"/>
              </a:rPr>
              <a:t>  </a:t>
            </a:r>
            <a:r>
              <a:rPr sz="1200" i="1" dirty="0">
                <a:latin typeface="Corbel"/>
                <a:cs typeface="Corbel"/>
              </a:rPr>
              <a:t>needs</a:t>
            </a:r>
            <a:r>
              <a:rPr sz="1200" i="1" spc="160" dirty="0">
                <a:latin typeface="Corbel"/>
                <a:cs typeface="Corbel"/>
              </a:rPr>
              <a:t>  </a:t>
            </a:r>
            <a:r>
              <a:rPr sz="1200" i="1" dirty="0">
                <a:latin typeface="Corbel"/>
                <a:cs typeface="Corbel"/>
              </a:rPr>
              <a:t>to</a:t>
            </a:r>
            <a:r>
              <a:rPr sz="1200" i="1" spc="155" dirty="0">
                <a:latin typeface="Corbel"/>
                <a:cs typeface="Corbel"/>
              </a:rPr>
              <a:t>  </a:t>
            </a:r>
            <a:r>
              <a:rPr sz="1200" i="1" dirty="0">
                <a:latin typeface="Corbel"/>
                <a:cs typeface="Corbel"/>
              </a:rPr>
              <a:t>pass</a:t>
            </a:r>
            <a:r>
              <a:rPr sz="1200" i="1" spc="155" dirty="0">
                <a:latin typeface="Corbel"/>
                <a:cs typeface="Corbel"/>
              </a:rPr>
              <a:t>  </a:t>
            </a:r>
            <a:r>
              <a:rPr sz="1200" i="1" dirty="0">
                <a:latin typeface="Corbel"/>
                <a:cs typeface="Corbel"/>
              </a:rPr>
              <a:t>the</a:t>
            </a:r>
            <a:r>
              <a:rPr sz="1200" i="1" spc="160" dirty="0">
                <a:latin typeface="Corbel"/>
                <a:cs typeface="Corbel"/>
              </a:rPr>
              <a:t>  </a:t>
            </a:r>
            <a:r>
              <a:rPr sz="1200" i="1" spc="-10" dirty="0">
                <a:latin typeface="Corbel"/>
                <a:cs typeface="Corbel"/>
              </a:rPr>
              <a:t>practical </a:t>
            </a:r>
            <a:r>
              <a:rPr sz="1200" i="1" dirty="0">
                <a:latin typeface="Corbel"/>
                <a:cs typeface="Corbel"/>
              </a:rPr>
              <a:t>assessment relating to</a:t>
            </a:r>
            <a:r>
              <a:rPr sz="1200" i="1" spc="-5" dirty="0">
                <a:latin typeface="Corbel"/>
                <a:cs typeface="Corbel"/>
              </a:rPr>
              <a:t> </a:t>
            </a:r>
            <a:r>
              <a:rPr sz="1200" i="1" dirty="0">
                <a:latin typeface="Corbel"/>
                <a:cs typeface="Corbel"/>
              </a:rPr>
              <a:t>the desired</a:t>
            </a:r>
            <a:r>
              <a:rPr sz="1200" i="1" spc="-5" dirty="0">
                <a:latin typeface="Corbel"/>
                <a:cs typeface="Corbel"/>
              </a:rPr>
              <a:t> </a:t>
            </a:r>
            <a:r>
              <a:rPr sz="1200" i="1" spc="-10" dirty="0">
                <a:latin typeface="Corbel"/>
                <a:cs typeface="Corbel"/>
              </a:rPr>
              <a:t>UAPL’s</a:t>
            </a:r>
            <a:r>
              <a:rPr sz="1200" i="1" spc="-5" dirty="0">
                <a:latin typeface="Corbel"/>
                <a:cs typeface="Corbel"/>
              </a:rPr>
              <a:t> </a:t>
            </a:r>
            <a:r>
              <a:rPr sz="1200" i="1" dirty="0">
                <a:latin typeface="Corbel"/>
                <a:cs typeface="Corbel"/>
              </a:rPr>
              <a:t>class and</a:t>
            </a:r>
            <a:r>
              <a:rPr sz="1200" i="1" spc="-5" dirty="0">
                <a:latin typeface="Corbel"/>
                <a:cs typeface="Corbel"/>
              </a:rPr>
              <a:t> </a:t>
            </a:r>
            <a:r>
              <a:rPr sz="1200" i="1" dirty="0">
                <a:latin typeface="Corbel"/>
                <a:cs typeface="Corbel"/>
              </a:rPr>
              <a:t>category,</a:t>
            </a:r>
            <a:r>
              <a:rPr sz="1200" i="1" spc="-10" dirty="0">
                <a:latin typeface="Corbel"/>
                <a:cs typeface="Corbel"/>
              </a:rPr>
              <a:t> which </a:t>
            </a:r>
            <a:r>
              <a:rPr sz="1200" i="1" dirty="0">
                <a:latin typeface="Corbel"/>
                <a:cs typeface="Corbel"/>
              </a:rPr>
              <a:t>is</a:t>
            </a:r>
            <a:r>
              <a:rPr sz="1200" i="1" spc="20" dirty="0">
                <a:latin typeface="Corbel"/>
                <a:cs typeface="Corbel"/>
              </a:rPr>
              <a:t> </a:t>
            </a:r>
            <a:r>
              <a:rPr sz="1200" i="1" dirty="0">
                <a:latin typeface="Corbel"/>
                <a:cs typeface="Corbel"/>
              </a:rPr>
              <a:t>conducted</a:t>
            </a:r>
            <a:r>
              <a:rPr sz="1200" i="1" spc="25" dirty="0">
                <a:latin typeface="Corbel"/>
                <a:cs typeface="Corbel"/>
              </a:rPr>
              <a:t> </a:t>
            </a:r>
            <a:r>
              <a:rPr sz="1200" i="1" dirty="0">
                <a:latin typeface="Corbel"/>
                <a:cs typeface="Corbel"/>
              </a:rPr>
              <a:t>by</a:t>
            </a:r>
            <a:r>
              <a:rPr sz="1200" i="1" spc="25" dirty="0">
                <a:latin typeface="Corbel"/>
                <a:cs typeface="Corbel"/>
              </a:rPr>
              <a:t> </a:t>
            </a:r>
            <a:r>
              <a:rPr sz="1200" i="1" dirty="0">
                <a:latin typeface="Corbel"/>
                <a:cs typeface="Corbel"/>
              </a:rPr>
              <a:t>an</a:t>
            </a:r>
            <a:r>
              <a:rPr sz="1200" i="1" spc="30" dirty="0">
                <a:latin typeface="Corbel"/>
                <a:cs typeface="Corbel"/>
              </a:rPr>
              <a:t> </a:t>
            </a:r>
            <a:r>
              <a:rPr sz="1200" i="1" dirty="0">
                <a:latin typeface="Corbel"/>
                <a:cs typeface="Corbel"/>
              </a:rPr>
              <a:t>Authorised</a:t>
            </a:r>
            <a:r>
              <a:rPr sz="1200" i="1" spc="25" dirty="0">
                <a:latin typeface="Corbel"/>
                <a:cs typeface="Corbel"/>
              </a:rPr>
              <a:t> </a:t>
            </a:r>
            <a:r>
              <a:rPr sz="1200" i="1" dirty="0">
                <a:latin typeface="Corbel"/>
                <a:cs typeface="Corbel"/>
              </a:rPr>
              <a:t>Flight</a:t>
            </a:r>
            <a:r>
              <a:rPr sz="1200" i="1" spc="25" dirty="0">
                <a:latin typeface="Corbel"/>
                <a:cs typeface="Corbel"/>
              </a:rPr>
              <a:t> </a:t>
            </a:r>
            <a:r>
              <a:rPr sz="1200" i="1" dirty="0">
                <a:latin typeface="Corbel"/>
                <a:cs typeface="Corbel"/>
              </a:rPr>
              <a:t>Examiner</a:t>
            </a:r>
            <a:r>
              <a:rPr sz="1200" i="1" spc="35" dirty="0">
                <a:latin typeface="Corbel"/>
                <a:cs typeface="Corbel"/>
              </a:rPr>
              <a:t> </a:t>
            </a:r>
            <a:r>
              <a:rPr sz="1200" i="1" dirty="0">
                <a:latin typeface="Corbel"/>
                <a:cs typeface="Corbel"/>
              </a:rPr>
              <a:t>(AFE)</a:t>
            </a:r>
            <a:r>
              <a:rPr sz="1200" i="1" spc="25" dirty="0">
                <a:latin typeface="Corbel"/>
                <a:cs typeface="Corbel"/>
              </a:rPr>
              <a:t> </a:t>
            </a:r>
            <a:r>
              <a:rPr sz="1200" i="1" dirty="0">
                <a:latin typeface="Corbel"/>
                <a:cs typeface="Corbel"/>
              </a:rPr>
              <a:t>under</a:t>
            </a:r>
            <a:r>
              <a:rPr sz="1200" i="1" spc="30" dirty="0">
                <a:latin typeface="Corbel"/>
                <a:cs typeface="Corbel"/>
              </a:rPr>
              <a:t> </a:t>
            </a:r>
            <a:r>
              <a:rPr sz="1200" i="1" dirty="0">
                <a:latin typeface="Corbel"/>
                <a:cs typeface="Corbel"/>
              </a:rPr>
              <a:t>a</a:t>
            </a:r>
            <a:r>
              <a:rPr sz="1200" i="1" spc="35" dirty="0">
                <a:latin typeface="Corbel"/>
                <a:cs typeface="Corbel"/>
              </a:rPr>
              <a:t> </a:t>
            </a:r>
            <a:r>
              <a:rPr sz="1200" i="1" spc="-10" dirty="0">
                <a:latin typeface="Corbel"/>
                <a:cs typeface="Corbel"/>
              </a:rPr>
              <a:t>CAAS- approved</a:t>
            </a:r>
            <a:r>
              <a:rPr sz="1200" i="1" spc="-60" dirty="0">
                <a:latin typeface="Corbel"/>
                <a:cs typeface="Corbel"/>
              </a:rPr>
              <a:t> </a:t>
            </a:r>
            <a:r>
              <a:rPr sz="1200" i="1" spc="-20" dirty="0">
                <a:latin typeface="Corbel"/>
                <a:cs typeface="Corbel"/>
              </a:rPr>
              <a:t>UATO,</a:t>
            </a:r>
            <a:r>
              <a:rPr sz="1200" i="1" spc="-15" dirty="0">
                <a:latin typeface="Corbel"/>
                <a:cs typeface="Corbel"/>
              </a:rPr>
              <a:t> </a:t>
            </a:r>
            <a:r>
              <a:rPr sz="1200" i="1" dirty="0">
                <a:latin typeface="Corbel"/>
                <a:cs typeface="Corbel"/>
              </a:rPr>
              <a:t>or by</a:t>
            </a:r>
            <a:r>
              <a:rPr sz="1200" i="1" spc="-5" dirty="0">
                <a:latin typeface="Corbel"/>
                <a:cs typeface="Corbel"/>
              </a:rPr>
              <a:t> </a:t>
            </a:r>
            <a:r>
              <a:rPr sz="1200" i="1" dirty="0">
                <a:latin typeface="Corbel"/>
                <a:cs typeface="Corbel"/>
              </a:rPr>
              <a:t>the</a:t>
            </a:r>
            <a:r>
              <a:rPr sz="1200" i="1" spc="-35" dirty="0">
                <a:latin typeface="Corbel"/>
                <a:cs typeface="Corbel"/>
              </a:rPr>
              <a:t> </a:t>
            </a:r>
            <a:r>
              <a:rPr sz="1200" i="1" spc="-10" dirty="0">
                <a:latin typeface="Corbel"/>
                <a:cs typeface="Corbel"/>
              </a:rPr>
              <a:t>Authority.</a:t>
            </a:r>
            <a:endParaRPr sz="1200">
              <a:latin typeface="Corbel"/>
              <a:cs typeface="Corbel"/>
            </a:endParaRPr>
          </a:p>
        </p:txBody>
      </p:sp>
      <p:grpSp>
        <p:nvGrpSpPr>
          <p:cNvPr id="54" name="object 54"/>
          <p:cNvGrpSpPr/>
          <p:nvPr/>
        </p:nvGrpSpPr>
        <p:grpSpPr>
          <a:xfrm>
            <a:off x="7124700" y="3876675"/>
            <a:ext cx="3550285" cy="1644650"/>
            <a:chOff x="7124700" y="3876675"/>
            <a:chExt cx="3550285" cy="1644650"/>
          </a:xfrm>
        </p:grpSpPr>
        <p:sp>
          <p:nvSpPr>
            <p:cNvPr id="55" name="object 55"/>
            <p:cNvSpPr/>
            <p:nvPr/>
          </p:nvSpPr>
          <p:spPr>
            <a:xfrm>
              <a:off x="7124700" y="3876675"/>
              <a:ext cx="76200" cy="1644650"/>
            </a:xfrm>
            <a:custGeom>
              <a:avLst/>
              <a:gdLst/>
              <a:ahLst/>
              <a:cxnLst/>
              <a:rect l="l" t="t" r="r" b="b"/>
              <a:pathLst>
                <a:path w="76200" h="1644650">
                  <a:moveTo>
                    <a:pt x="25399" y="1570723"/>
                  </a:moveTo>
                  <a:lnTo>
                    <a:pt x="23269" y="1571153"/>
                  </a:lnTo>
                  <a:lnTo>
                    <a:pt x="11158" y="1579318"/>
                  </a:lnTo>
                  <a:lnTo>
                    <a:pt x="2993" y="1591429"/>
                  </a:lnTo>
                  <a:lnTo>
                    <a:pt x="0" y="1606260"/>
                  </a:lnTo>
                  <a:lnTo>
                    <a:pt x="2994" y="1621090"/>
                  </a:lnTo>
                  <a:lnTo>
                    <a:pt x="11158" y="1633200"/>
                  </a:lnTo>
                  <a:lnTo>
                    <a:pt x="23269" y="1641365"/>
                  </a:lnTo>
                  <a:lnTo>
                    <a:pt x="38099" y="1644359"/>
                  </a:lnTo>
                  <a:lnTo>
                    <a:pt x="52929" y="1641365"/>
                  </a:lnTo>
                  <a:lnTo>
                    <a:pt x="65040" y="1633200"/>
                  </a:lnTo>
                  <a:lnTo>
                    <a:pt x="73205" y="1621090"/>
                  </a:lnTo>
                  <a:lnTo>
                    <a:pt x="76199" y="1606260"/>
                  </a:lnTo>
                  <a:lnTo>
                    <a:pt x="25399" y="1606260"/>
                  </a:lnTo>
                  <a:lnTo>
                    <a:pt x="25399" y="1570723"/>
                  </a:lnTo>
                  <a:close/>
                </a:path>
                <a:path w="76200" h="1644650">
                  <a:moveTo>
                    <a:pt x="38099" y="1568159"/>
                  </a:moveTo>
                  <a:lnTo>
                    <a:pt x="25399" y="1570723"/>
                  </a:lnTo>
                  <a:lnTo>
                    <a:pt x="25399" y="1606260"/>
                  </a:lnTo>
                  <a:lnTo>
                    <a:pt x="50799" y="1606260"/>
                  </a:lnTo>
                  <a:lnTo>
                    <a:pt x="50799" y="1570723"/>
                  </a:lnTo>
                  <a:lnTo>
                    <a:pt x="38099" y="1568159"/>
                  </a:lnTo>
                  <a:close/>
                </a:path>
                <a:path w="76200" h="1644650">
                  <a:moveTo>
                    <a:pt x="50799" y="1570723"/>
                  </a:moveTo>
                  <a:lnTo>
                    <a:pt x="50799" y="1606260"/>
                  </a:lnTo>
                  <a:lnTo>
                    <a:pt x="76199" y="1606260"/>
                  </a:lnTo>
                  <a:lnTo>
                    <a:pt x="73205" y="1591429"/>
                  </a:lnTo>
                  <a:lnTo>
                    <a:pt x="65040" y="1579318"/>
                  </a:lnTo>
                  <a:lnTo>
                    <a:pt x="52929" y="1571153"/>
                  </a:lnTo>
                  <a:lnTo>
                    <a:pt x="50799" y="1570723"/>
                  </a:lnTo>
                  <a:close/>
                </a:path>
                <a:path w="76200" h="1644650">
                  <a:moveTo>
                    <a:pt x="25400" y="73635"/>
                  </a:moveTo>
                  <a:lnTo>
                    <a:pt x="25399" y="1570723"/>
                  </a:lnTo>
                  <a:lnTo>
                    <a:pt x="38099" y="1568159"/>
                  </a:lnTo>
                  <a:lnTo>
                    <a:pt x="50799" y="1568159"/>
                  </a:lnTo>
                  <a:lnTo>
                    <a:pt x="50800" y="76200"/>
                  </a:lnTo>
                  <a:lnTo>
                    <a:pt x="38101" y="76200"/>
                  </a:lnTo>
                  <a:lnTo>
                    <a:pt x="25400" y="73635"/>
                  </a:lnTo>
                  <a:close/>
                </a:path>
                <a:path w="76200" h="1644650">
                  <a:moveTo>
                    <a:pt x="50799" y="1568159"/>
                  </a:moveTo>
                  <a:lnTo>
                    <a:pt x="38099" y="1568159"/>
                  </a:lnTo>
                  <a:lnTo>
                    <a:pt x="50799" y="1570723"/>
                  </a:lnTo>
                  <a:lnTo>
                    <a:pt x="50799" y="1568159"/>
                  </a:lnTo>
                  <a:close/>
                </a:path>
                <a:path w="76200" h="1644650">
                  <a:moveTo>
                    <a:pt x="50801" y="38100"/>
                  </a:moveTo>
                  <a:lnTo>
                    <a:pt x="25401" y="38100"/>
                  </a:lnTo>
                  <a:lnTo>
                    <a:pt x="25400" y="73635"/>
                  </a:lnTo>
                  <a:lnTo>
                    <a:pt x="38101" y="76200"/>
                  </a:lnTo>
                  <a:lnTo>
                    <a:pt x="50800" y="73635"/>
                  </a:lnTo>
                  <a:lnTo>
                    <a:pt x="50801" y="38100"/>
                  </a:lnTo>
                  <a:close/>
                </a:path>
                <a:path w="76200" h="1644650">
                  <a:moveTo>
                    <a:pt x="50800" y="73635"/>
                  </a:moveTo>
                  <a:lnTo>
                    <a:pt x="38101" y="76200"/>
                  </a:lnTo>
                  <a:lnTo>
                    <a:pt x="50800" y="76200"/>
                  </a:lnTo>
                  <a:lnTo>
                    <a:pt x="50800" y="73635"/>
                  </a:lnTo>
                  <a:close/>
                </a:path>
                <a:path w="76200" h="1644650">
                  <a:moveTo>
                    <a:pt x="38101" y="0"/>
                  </a:moveTo>
                  <a:lnTo>
                    <a:pt x="23270" y="2994"/>
                  </a:lnTo>
                  <a:lnTo>
                    <a:pt x="11160" y="11159"/>
                  </a:lnTo>
                  <a:lnTo>
                    <a:pt x="2995" y="23269"/>
                  </a:lnTo>
                  <a:lnTo>
                    <a:pt x="1" y="38100"/>
                  </a:lnTo>
                  <a:lnTo>
                    <a:pt x="2995" y="52929"/>
                  </a:lnTo>
                  <a:lnTo>
                    <a:pt x="11160" y="65040"/>
                  </a:lnTo>
                  <a:lnTo>
                    <a:pt x="23270" y="73205"/>
                  </a:lnTo>
                  <a:lnTo>
                    <a:pt x="25400" y="73635"/>
                  </a:lnTo>
                  <a:lnTo>
                    <a:pt x="25401" y="38100"/>
                  </a:lnTo>
                  <a:lnTo>
                    <a:pt x="76201" y="38100"/>
                  </a:lnTo>
                  <a:lnTo>
                    <a:pt x="73206" y="23269"/>
                  </a:lnTo>
                  <a:lnTo>
                    <a:pt x="65041" y="11159"/>
                  </a:lnTo>
                  <a:lnTo>
                    <a:pt x="52930" y="2994"/>
                  </a:lnTo>
                  <a:lnTo>
                    <a:pt x="38101" y="0"/>
                  </a:lnTo>
                  <a:close/>
                </a:path>
                <a:path w="76200" h="1644650">
                  <a:moveTo>
                    <a:pt x="76201" y="38100"/>
                  </a:moveTo>
                  <a:lnTo>
                    <a:pt x="50801" y="38100"/>
                  </a:lnTo>
                  <a:lnTo>
                    <a:pt x="50800" y="73635"/>
                  </a:lnTo>
                  <a:lnTo>
                    <a:pt x="52930" y="73205"/>
                  </a:lnTo>
                  <a:lnTo>
                    <a:pt x="65041" y="65040"/>
                  </a:lnTo>
                  <a:lnTo>
                    <a:pt x="73206" y="52929"/>
                  </a:lnTo>
                  <a:lnTo>
                    <a:pt x="76201" y="38100"/>
                  </a:lnTo>
                  <a:close/>
                </a:path>
              </a:pathLst>
            </a:custGeom>
            <a:solidFill>
              <a:srgbClr val="0070C0">
                <a:alpha val="50199"/>
              </a:srgbClr>
            </a:solidFill>
          </p:spPr>
          <p:txBody>
            <a:bodyPr wrap="square" lIns="0" tIns="0" rIns="0" bIns="0" rtlCol="0"/>
            <a:lstStyle/>
            <a:p>
              <a:endParaRPr/>
            </a:p>
          </p:txBody>
        </p:sp>
        <p:sp>
          <p:nvSpPr>
            <p:cNvPr id="56" name="object 56"/>
            <p:cNvSpPr/>
            <p:nvPr/>
          </p:nvSpPr>
          <p:spPr>
            <a:xfrm>
              <a:off x="7369851" y="4239599"/>
              <a:ext cx="3292475" cy="833119"/>
            </a:xfrm>
            <a:custGeom>
              <a:avLst/>
              <a:gdLst/>
              <a:ahLst/>
              <a:cxnLst/>
              <a:rect l="l" t="t" r="r" b="b"/>
              <a:pathLst>
                <a:path w="3292475" h="833120">
                  <a:moveTo>
                    <a:pt x="0" y="0"/>
                  </a:moveTo>
                  <a:lnTo>
                    <a:pt x="3291921" y="0"/>
                  </a:lnTo>
                  <a:lnTo>
                    <a:pt x="3291921" y="832781"/>
                  </a:lnTo>
                  <a:lnTo>
                    <a:pt x="0" y="832781"/>
                  </a:lnTo>
                  <a:lnTo>
                    <a:pt x="0" y="0"/>
                  </a:lnTo>
                  <a:close/>
                </a:path>
              </a:pathLst>
            </a:custGeom>
            <a:ln w="25400">
              <a:solidFill>
                <a:srgbClr val="0070C0"/>
              </a:solidFill>
            </a:ln>
          </p:spPr>
          <p:txBody>
            <a:bodyPr wrap="square" lIns="0" tIns="0" rIns="0" bIns="0" rtlCol="0"/>
            <a:lstStyle/>
            <a:p>
              <a:endParaRPr/>
            </a:p>
          </p:txBody>
        </p:sp>
      </p:grpSp>
      <p:sp>
        <p:nvSpPr>
          <p:cNvPr id="57" name="object 57"/>
          <p:cNvSpPr txBox="1"/>
          <p:nvPr/>
        </p:nvSpPr>
        <p:spPr>
          <a:xfrm>
            <a:off x="7448591" y="4260595"/>
            <a:ext cx="3134995" cy="754380"/>
          </a:xfrm>
          <a:prstGeom prst="rect">
            <a:avLst/>
          </a:prstGeom>
        </p:spPr>
        <p:txBody>
          <a:bodyPr vert="horz" wrap="square" lIns="0" tIns="13335" rIns="0" bIns="0" rtlCol="0">
            <a:spAutoFit/>
          </a:bodyPr>
          <a:lstStyle/>
          <a:p>
            <a:pPr marL="12700" marR="5080" algn="just">
              <a:lnSpc>
                <a:spcPct val="99400"/>
              </a:lnSpc>
              <a:spcBef>
                <a:spcPts val="105"/>
              </a:spcBef>
            </a:pPr>
            <a:r>
              <a:rPr sz="1200" i="1" dirty="0">
                <a:latin typeface="Corbel"/>
                <a:cs typeface="Corbel"/>
              </a:rPr>
              <a:t>The</a:t>
            </a:r>
            <a:r>
              <a:rPr sz="1200" i="1" spc="105" dirty="0">
                <a:latin typeface="Corbel"/>
                <a:cs typeface="Corbel"/>
              </a:rPr>
              <a:t> </a:t>
            </a:r>
            <a:r>
              <a:rPr sz="1200" i="1" dirty="0">
                <a:latin typeface="Corbel"/>
                <a:cs typeface="Corbel"/>
              </a:rPr>
              <a:t>UAPL</a:t>
            </a:r>
            <a:r>
              <a:rPr sz="1200" i="1" spc="110" dirty="0">
                <a:latin typeface="Corbel"/>
                <a:cs typeface="Corbel"/>
              </a:rPr>
              <a:t> </a:t>
            </a:r>
            <a:r>
              <a:rPr sz="1200" i="1" dirty="0">
                <a:latin typeface="Corbel"/>
                <a:cs typeface="Corbel"/>
              </a:rPr>
              <a:t>application</a:t>
            </a:r>
            <a:r>
              <a:rPr sz="1200" i="1" spc="110" dirty="0">
                <a:latin typeface="Corbel"/>
                <a:cs typeface="Corbel"/>
              </a:rPr>
              <a:t> </a:t>
            </a:r>
            <a:r>
              <a:rPr sz="1200" i="1" dirty="0">
                <a:latin typeface="Corbel"/>
                <a:cs typeface="Corbel"/>
              </a:rPr>
              <a:t>must</a:t>
            </a:r>
            <a:r>
              <a:rPr sz="1200" i="1" spc="105" dirty="0">
                <a:latin typeface="Corbel"/>
                <a:cs typeface="Corbel"/>
              </a:rPr>
              <a:t> </a:t>
            </a:r>
            <a:r>
              <a:rPr sz="1200" i="1" dirty="0">
                <a:latin typeface="Corbel"/>
                <a:cs typeface="Corbel"/>
              </a:rPr>
              <a:t>be</a:t>
            </a:r>
            <a:r>
              <a:rPr sz="1200" i="1" spc="110" dirty="0">
                <a:latin typeface="Corbel"/>
                <a:cs typeface="Corbel"/>
              </a:rPr>
              <a:t> </a:t>
            </a:r>
            <a:r>
              <a:rPr sz="1200" i="1" dirty="0">
                <a:latin typeface="Corbel"/>
                <a:cs typeface="Corbel"/>
              </a:rPr>
              <a:t>submitted</a:t>
            </a:r>
            <a:r>
              <a:rPr sz="1200" i="1" spc="105" dirty="0">
                <a:latin typeface="Corbel"/>
                <a:cs typeface="Corbel"/>
              </a:rPr>
              <a:t> </a:t>
            </a:r>
            <a:r>
              <a:rPr sz="1200" i="1" spc="-10" dirty="0">
                <a:latin typeface="Corbel"/>
                <a:cs typeface="Corbel"/>
              </a:rPr>
              <a:t>through </a:t>
            </a:r>
            <a:r>
              <a:rPr sz="1200" i="1" dirty="0">
                <a:latin typeface="Corbel"/>
                <a:cs typeface="Corbel"/>
              </a:rPr>
              <a:t>the</a:t>
            </a:r>
            <a:r>
              <a:rPr sz="1200" i="1" spc="85" dirty="0">
                <a:latin typeface="Corbel"/>
                <a:cs typeface="Corbel"/>
              </a:rPr>
              <a:t> </a:t>
            </a:r>
            <a:r>
              <a:rPr sz="1200" i="1" dirty="0">
                <a:latin typeface="Corbel"/>
                <a:cs typeface="Corbel"/>
              </a:rPr>
              <a:t>CAPELS</a:t>
            </a:r>
            <a:r>
              <a:rPr sz="1200" i="1" spc="95" dirty="0">
                <a:latin typeface="Corbel"/>
                <a:cs typeface="Corbel"/>
              </a:rPr>
              <a:t> </a:t>
            </a:r>
            <a:r>
              <a:rPr sz="1200" i="1" dirty="0">
                <a:latin typeface="Corbel"/>
                <a:cs typeface="Corbel"/>
              </a:rPr>
              <a:t>website</a:t>
            </a:r>
            <a:r>
              <a:rPr sz="1200" i="1" spc="90" dirty="0">
                <a:latin typeface="Corbel"/>
                <a:cs typeface="Corbel"/>
              </a:rPr>
              <a:t> </a:t>
            </a:r>
            <a:r>
              <a:rPr sz="1200" i="1" dirty="0">
                <a:latin typeface="Corbel"/>
                <a:cs typeface="Corbel"/>
              </a:rPr>
              <a:t>at</a:t>
            </a:r>
            <a:r>
              <a:rPr sz="1200" i="1" spc="85" dirty="0">
                <a:latin typeface="Corbel"/>
                <a:cs typeface="Corbel"/>
              </a:rPr>
              <a:t> </a:t>
            </a:r>
            <a:r>
              <a:rPr sz="1200" i="1" spc="-10" dirty="0">
                <a:latin typeface="Corbel"/>
                <a:cs typeface="Corbel"/>
              </a:rPr>
              <a:t>https://capels.caas.gov.sg. </a:t>
            </a:r>
            <a:r>
              <a:rPr sz="1200" i="1" dirty="0">
                <a:latin typeface="Corbel"/>
                <a:cs typeface="Corbel"/>
              </a:rPr>
              <a:t>The</a:t>
            </a:r>
            <a:r>
              <a:rPr sz="1200" i="1" spc="95" dirty="0">
                <a:latin typeface="Corbel"/>
                <a:cs typeface="Corbel"/>
              </a:rPr>
              <a:t> </a:t>
            </a:r>
            <a:r>
              <a:rPr sz="1200" i="1" dirty="0">
                <a:latin typeface="Corbel"/>
                <a:cs typeface="Corbel"/>
              </a:rPr>
              <a:t>applicant</a:t>
            </a:r>
            <a:r>
              <a:rPr sz="1200" i="1" spc="95" dirty="0">
                <a:latin typeface="Corbel"/>
                <a:cs typeface="Corbel"/>
              </a:rPr>
              <a:t> </a:t>
            </a:r>
            <a:r>
              <a:rPr sz="1200" i="1" dirty="0">
                <a:latin typeface="Corbel"/>
                <a:cs typeface="Corbel"/>
              </a:rPr>
              <a:t>is</a:t>
            </a:r>
            <a:r>
              <a:rPr sz="1200" i="1" spc="90" dirty="0">
                <a:latin typeface="Corbel"/>
                <a:cs typeface="Corbel"/>
              </a:rPr>
              <a:t> </a:t>
            </a:r>
            <a:r>
              <a:rPr sz="1200" i="1" dirty="0">
                <a:latin typeface="Corbel"/>
                <a:cs typeface="Corbel"/>
              </a:rPr>
              <a:t>required</a:t>
            </a:r>
            <a:r>
              <a:rPr sz="1200" i="1" spc="90" dirty="0">
                <a:latin typeface="Corbel"/>
                <a:cs typeface="Corbel"/>
              </a:rPr>
              <a:t> </a:t>
            </a:r>
            <a:r>
              <a:rPr sz="1200" i="1" dirty="0">
                <a:latin typeface="Corbel"/>
                <a:cs typeface="Corbel"/>
              </a:rPr>
              <a:t>to</a:t>
            </a:r>
            <a:r>
              <a:rPr sz="1200" i="1" spc="85" dirty="0">
                <a:latin typeface="Corbel"/>
                <a:cs typeface="Corbel"/>
              </a:rPr>
              <a:t> </a:t>
            </a:r>
            <a:r>
              <a:rPr sz="1200" i="1" dirty="0">
                <a:latin typeface="Corbel"/>
                <a:cs typeface="Corbel"/>
              </a:rPr>
              <a:t>upload</a:t>
            </a:r>
            <a:r>
              <a:rPr sz="1200" i="1" spc="95" dirty="0">
                <a:latin typeface="Corbel"/>
                <a:cs typeface="Corbel"/>
              </a:rPr>
              <a:t> </a:t>
            </a:r>
            <a:r>
              <a:rPr sz="1200" i="1" dirty="0">
                <a:latin typeface="Corbel"/>
                <a:cs typeface="Corbel"/>
              </a:rPr>
              <a:t>his</a:t>
            </a:r>
            <a:r>
              <a:rPr sz="1200" i="1" spc="90" dirty="0">
                <a:latin typeface="Corbel"/>
                <a:cs typeface="Corbel"/>
              </a:rPr>
              <a:t> </a:t>
            </a:r>
            <a:r>
              <a:rPr sz="1200" i="1" dirty="0">
                <a:latin typeface="Corbel"/>
                <a:cs typeface="Corbel"/>
              </a:rPr>
              <a:t>theory</a:t>
            </a:r>
            <a:r>
              <a:rPr sz="1200" i="1" spc="90" dirty="0">
                <a:latin typeface="Corbel"/>
                <a:cs typeface="Corbel"/>
              </a:rPr>
              <a:t> </a:t>
            </a:r>
            <a:r>
              <a:rPr sz="1200" i="1" spc="-20" dirty="0">
                <a:latin typeface="Corbel"/>
                <a:cs typeface="Corbel"/>
              </a:rPr>
              <a:t>test </a:t>
            </a:r>
            <a:r>
              <a:rPr sz="1200" i="1" dirty="0">
                <a:latin typeface="Corbel"/>
                <a:cs typeface="Corbel"/>
              </a:rPr>
              <a:t>results</a:t>
            </a:r>
            <a:r>
              <a:rPr sz="1200" i="1" spc="-35" dirty="0">
                <a:latin typeface="Corbel"/>
                <a:cs typeface="Corbel"/>
              </a:rPr>
              <a:t> </a:t>
            </a:r>
            <a:r>
              <a:rPr sz="1200" i="1" dirty="0">
                <a:latin typeface="Corbel"/>
                <a:cs typeface="Corbel"/>
              </a:rPr>
              <a:t>and</a:t>
            </a:r>
            <a:r>
              <a:rPr sz="1200" i="1" spc="-35" dirty="0">
                <a:latin typeface="Corbel"/>
                <a:cs typeface="Corbel"/>
              </a:rPr>
              <a:t> </a:t>
            </a:r>
            <a:r>
              <a:rPr sz="1200" i="1" dirty="0">
                <a:latin typeface="Corbel"/>
                <a:cs typeface="Corbel"/>
              </a:rPr>
              <a:t>make</a:t>
            </a:r>
            <a:r>
              <a:rPr sz="1200" i="1" spc="-25" dirty="0">
                <a:latin typeface="Corbel"/>
                <a:cs typeface="Corbel"/>
              </a:rPr>
              <a:t> </a:t>
            </a:r>
            <a:r>
              <a:rPr sz="1200" i="1" spc="-10" dirty="0">
                <a:latin typeface="Corbel"/>
                <a:cs typeface="Corbel"/>
              </a:rPr>
              <a:t>payment</a:t>
            </a:r>
            <a:endParaRPr sz="1200">
              <a:latin typeface="Corbel"/>
              <a:cs typeface="Corbel"/>
            </a:endParaRPr>
          </a:p>
        </p:txBody>
      </p:sp>
      <p:grpSp>
        <p:nvGrpSpPr>
          <p:cNvPr id="58" name="object 58"/>
          <p:cNvGrpSpPr/>
          <p:nvPr/>
        </p:nvGrpSpPr>
        <p:grpSpPr>
          <a:xfrm>
            <a:off x="8942021" y="3876675"/>
            <a:ext cx="3035300" cy="2603500"/>
            <a:chOff x="8942021" y="3876675"/>
            <a:chExt cx="3035300" cy="2603500"/>
          </a:xfrm>
        </p:grpSpPr>
        <p:sp>
          <p:nvSpPr>
            <p:cNvPr id="59" name="object 59"/>
            <p:cNvSpPr/>
            <p:nvPr/>
          </p:nvSpPr>
          <p:spPr>
            <a:xfrm>
              <a:off x="9016999" y="3876675"/>
              <a:ext cx="76200" cy="401320"/>
            </a:xfrm>
            <a:custGeom>
              <a:avLst/>
              <a:gdLst/>
              <a:ahLst/>
              <a:cxnLst/>
              <a:rect l="l" t="t" r="r" b="b"/>
              <a:pathLst>
                <a:path w="76200" h="401320">
                  <a:moveTo>
                    <a:pt x="25400" y="327388"/>
                  </a:moveTo>
                  <a:lnTo>
                    <a:pt x="23269" y="327818"/>
                  </a:lnTo>
                  <a:lnTo>
                    <a:pt x="11159" y="335983"/>
                  </a:lnTo>
                  <a:lnTo>
                    <a:pt x="2994" y="348093"/>
                  </a:lnTo>
                  <a:lnTo>
                    <a:pt x="0" y="362924"/>
                  </a:lnTo>
                  <a:lnTo>
                    <a:pt x="2994" y="377754"/>
                  </a:lnTo>
                  <a:lnTo>
                    <a:pt x="11159" y="389865"/>
                  </a:lnTo>
                  <a:lnTo>
                    <a:pt x="23270" y="398030"/>
                  </a:lnTo>
                  <a:lnTo>
                    <a:pt x="38100" y="401024"/>
                  </a:lnTo>
                  <a:lnTo>
                    <a:pt x="52929" y="398030"/>
                  </a:lnTo>
                  <a:lnTo>
                    <a:pt x="65040" y="389865"/>
                  </a:lnTo>
                  <a:lnTo>
                    <a:pt x="73205" y="377754"/>
                  </a:lnTo>
                  <a:lnTo>
                    <a:pt x="76200" y="362924"/>
                  </a:lnTo>
                  <a:lnTo>
                    <a:pt x="25400" y="362924"/>
                  </a:lnTo>
                  <a:lnTo>
                    <a:pt x="25400" y="327388"/>
                  </a:lnTo>
                  <a:close/>
                </a:path>
                <a:path w="76200" h="401320">
                  <a:moveTo>
                    <a:pt x="38100" y="324824"/>
                  </a:moveTo>
                  <a:lnTo>
                    <a:pt x="25400" y="327388"/>
                  </a:lnTo>
                  <a:lnTo>
                    <a:pt x="25400" y="362924"/>
                  </a:lnTo>
                  <a:lnTo>
                    <a:pt x="50800" y="362924"/>
                  </a:lnTo>
                  <a:lnTo>
                    <a:pt x="50800" y="327388"/>
                  </a:lnTo>
                  <a:lnTo>
                    <a:pt x="38100" y="324824"/>
                  </a:lnTo>
                  <a:close/>
                </a:path>
                <a:path w="76200" h="401320">
                  <a:moveTo>
                    <a:pt x="50800" y="327388"/>
                  </a:moveTo>
                  <a:lnTo>
                    <a:pt x="50800" y="362924"/>
                  </a:lnTo>
                  <a:lnTo>
                    <a:pt x="76200" y="362924"/>
                  </a:lnTo>
                  <a:lnTo>
                    <a:pt x="73205" y="348093"/>
                  </a:lnTo>
                  <a:lnTo>
                    <a:pt x="65040" y="335983"/>
                  </a:lnTo>
                  <a:lnTo>
                    <a:pt x="52929" y="327818"/>
                  </a:lnTo>
                  <a:lnTo>
                    <a:pt x="50800" y="327388"/>
                  </a:lnTo>
                  <a:close/>
                </a:path>
                <a:path w="76200" h="401320">
                  <a:moveTo>
                    <a:pt x="25401" y="73636"/>
                  </a:moveTo>
                  <a:lnTo>
                    <a:pt x="25400" y="327388"/>
                  </a:lnTo>
                  <a:lnTo>
                    <a:pt x="38100" y="324824"/>
                  </a:lnTo>
                  <a:lnTo>
                    <a:pt x="50800" y="324824"/>
                  </a:lnTo>
                  <a:lnTo>
                    <a:pt x="50800" y="76200"/>
                  </a:lnTo>
                  <a:lnTo>
                    <a:pt x="38100" y="76200"/>
                  </a:lnTo>
                  <a:lnTo>
                    <a:pt x="25401" y="73636"/>
                  </a:lnTo>
                  <a:close/>
                </a:path>
                <a:path w="76200" h="401320">
                  <a:moveTo>
                    <a:pt x="50800" y="324824"/>
                  </a:moveTo>
                  <a:lnTo>
                    <a:pt x="38100" y="324824"/>
                  </a:lnTo>
                  <a:lnTo>
                    <a:pt x="50800" y="327388"/>
                  </a:lnTo>
                  <a:lnTo>
                    <a:pt x="50800" y="324824"/>
                  </a:lnTo>
                  <a:close/>
                </a:path>
                <a:path w="76200" h="401320">
                  <a:moveTo>
                    <a:pt x="50800" y="38100"/>
                  </a:moveTo>
                  <a:lnTo>
                    <a:pt x="25400" y="38100"/>
                  </a:lnTo>
                  <a:lnTo>
                    <a:pt x="25401" y="73636"/>
                  </a:lnTo>
                  <a:lnTo>
                    <a:pt x="38100" y="76200"/>
                  </a:lnTo>
                  <a:lnTo>
                    <a:pt x="50800" y="73636"/>
                  </a:lnTo>
                  <a:lnTo>
                    <a:pt x="50800" y="38100"/>
                  </a:lnTo>
                  <a:close/>
                </a:path>
                <a:path w="76200" h="401320">
                  <a:moveTo>
                    <a:pt x="50800" y="73636"/>
                  </a:moveTo>
                  <a:lnTo>
                    <a:pt x="38100" y="76200"/>
                  </a:lnTo>
                  <a:lnTo>
                    <a:pt x="50800" y="76200"/>
                  </a:lnTo>
                  <a:lnTo>
                    <a:pt x="50800" y="73636"/>
                  </a:lnTo>
                  <a:close/>
                </a:path>
                <a:path w="76200" h="401320">
                  <a:moveTo>
                    <a:pt x="38101" y="0"/>
                  </a:moveTo>
                  <a:lnTo>
                    <a:pt x="23270" y="2994"/>
                  </a:lnTo>
                  <a:lnTo>
                    <a:pt x="11159" y="11159"/>
                  </a:lnTo>
                  <a:lnTo>
                    <a:pt x="2994" y="23270"/>
                  </a:lnTo>
                  <a:lnTo>
                    <a:pt x="0" y="38100"/>
                  </a:lnTo>
                  <a:lnTo>
                    <a:pt x="2994" y="52930"/>
                  </a:lnTo>
                  <a:lnTo>
                    <a:pt x="11160" y="65040"/>
                  </a:lnTo>
                  <a:lnTo>
                    <a:pt x="23270" y="73205"/>
                  </a:lnTo>
                  <a:lnTo>
                    <a:pt x="25401" y="73636"/>
                  </a:lnTo>
                  <a:lnTo>
                    <a:pt x="25400" y="38100"/>
                  </a:lnTo>
                  <a:lnTo>
                    <a:pt x="76200" y="38100"/>
                  </a:lnTo>
                  <a:lnTo>
                    <a:pt x="73206" y="23270"/>
                  </a:lnTo>
                  <a:lnTo>
                    <a:pt x="65041" y="11159"/>
                  </a:lnTo>
                  <a:lnTo>
                    <a:pt x="52931" y="2994"/>
                  </a:lnTo>
                  <a:lnTo>
                    <a:pt x="38101" y="0"/>
                  </a:lnTo>
                  <a:close/>
                </a:path>
                <a:path w="76200" h="401320">
                  <a:moveTo>
                    <a:pt x="76200" y="38100"/>
                  </a:moveTo>
                  <a:lnTo>
                    <a:pt x="50800" y="38100"/>
                  </a:lnTo>
                  <a:lnTo>
                    <a:pt x="50800" y="73636"/>
                  </a:lnTo>
                  <a:lnTo>
                    <a:pt x="52930" y="73205"/>
                  </a:lnTo>
                  <a:lnTo>
                    <a:pt x="65040" y="65040"/>
                  </a:lnTo>
                  <a:lnTo>
                    <a:pt x="73205" y="52930"/>
                  </a:lnTo>
                  <a:lnTo>
                    <a:pt x="76200" y="38100"/>
                  </a:lnTo>
                  <a:close/>
                </a:path>
              </a:pathLst>
            </a:custGeom>
            <a:solidFill>
              <a:srgbClr val="0070C0">
                <a:alpha val="50199"/>
              </a:srgbClr>
            </a:solidFill>
          </p:spPr>
          <p:txBody>
            <a:bodyPr wrap="square" lIns="0" tIns="0" rIns="0" bIns="0" rtlCol="0"/>
            <a:lstStyle/>
            <a:p>
              <a:endParaRPr/>
            </a:p>
          </p:txBody>
        </p:sp>
        <p:sp>
          <p:nvSpPr>
            <p:cNvPr id="60" name="object 60"/>
            <p:cNvSpPr/>
            <p:nvPr/>
          </p:nvSpPr>
          <p:spPr>
            <a:xfrm>
              <a:off x="8954721" y="5440599"/>
              <a:ext cx="3009900" cy="1027430"/>
            </a:xfrm>
            <a:custGeom>
              <a:avLst/>
              <a:gdLst/>
              <a:ahLst/>
              <a:cxnLst/>
              <a:rect l="l" t="t" r="r" b="b"/>
              <a:pathLst>
                <a:path w="3009900" h="1027429">
                  <a:moveTo>
                    <a:pt x="0" y="0"/>
                  </a:moveTo>
                  <a:lnTo>
                    <a:pt x="3009900" y="0"/>
                  </a:lnTo>
                  <a:lnTo>
                    <a:pt x="3009900" y="1026874"/>
                  </a:lnTo>
                  <a:lnTo>
                    <a:pt x="0" y="1026874"/>
                  </a:lnTo>
                  <a:lnTo>
                    <a:pt x="0" y="0"/>
                  </a:lnTo>
                  <a:close/>
                </a:path>
              </a:pathLst>
            </a:custGeom>
            <a:ln w="25400">
              <a:solidFill>
                <a:srgbClr val="0070C0"/>
              </a:solidFill>
            </a:ln>
          </p:spPr>
          <p:txBody>
            <a:bodyPr wrap="square" lIns="0" tIns="0" rIns="0" bIns="0" rtlCol="0"/>
            <a:lstStyle/>
            <a:p>
              <a:endParaRPr/>
            </a:p>
          </p:txBody>
        </p:sp>
      </p:grpSp>
      <p:sp>
        <p:nvSpPr>
          <p:cNvPr id="61" name="object 61"/>
          <p:cNvSpPr txBox="1"/>
          <p:nvPr/>
        </p:nvSpPr>
        <p:spPr>
          <a:xfrm>
            <a:off x="9033461" y="5461508"/>
            <a:ext cx="2852420" cy="942975"/>
          </a:xfrm>
          <a:prstGeom prst="rect">
            <a:avLst/>
          </a:prstGeom>
        </p:spPr>
        <p:txBody>
          <a:bodyPr vert="horz" wrap="square" lIns="0" tIns="12065" rIns="0" bIns="0" rtlCol="0">
            <a:spAutoFit/>
          </a:bodyPr>
          <a:lstStyle/>
          <a:p>
            <a:pPr marL="12700" marR="5080" algn="just">
              <a:lnSpc>
                <a:spcPct val="100400"/>
              </a:lnSpc>
              <a:spcBef>
                <a:spcPts val="95"/>
              </a:spcBef>
            </a:pPr>
            <a:r>
              <a:rPr sz="1200" i="1" dirty="0">
                <a:latin typeface="Corbel"/>
                <a:cs typeface="Corbel"/>
              </a:rPr>
              <a:t>Upon</a:t>
            </a:r>
            <a:r>
              <a:rPr sz="1200" i="1" spc="245" dirty="0">
                <a:latin typeface="Corbel"/>
                <a:cs typeface="Corbel"/>
              </a:rPr>
              <a:t> </a:t>
            </a:r>
            <a:r>
              <a:rPr sz="1200" i="1" dirty="0">
                <a:latin typeface="Corbel"/>
                <a:cs typeface="Corbel"/>
              </a:rPr>
              <a:t>grant</a:t>
            </a:r>
            <a:r>
              <a:rPr sz="1200" i="1" spc="245" dirty="0">
                <a:latin typeface="Corbel"/>
                <a:cs typeface="Corbel"/>
              </a:rPr>
              <a:t> </a:t>
            </a:r>
            <a:r>
              <a:rPr sz="1200" i="1" dirty="0">
                <a:latin typeface="Corbel"/>
                <a:cs typeface="Corbel"/>
              </a:rPr>
              <a:t>of</a:t>
            </a:r>
            <a:r>
              <a:rPr sz="1200" i="1" spc="240" dirty="0">
                <a:latin typeface="Corbel"/>
                <a:cs typeface="Corbel"/>
              </a:rPr>
              <a:t> </a:t>
            </a:r>
            <a:r>
              <a:rPr sz="1200" i="1" dirty="0">
                <a:latin typeface="Corbel"/>
                <a:cs typeface="Corbel"/>
              </a:rPr>
              <a:t>the</a:t>
            </a:r>
            <a:r>
              <a:rPr sz="1200" i="1" spc="245" dirty="0">
                <a:latin typeface="Corbel"/>
                <a:cs typeface="Corbel"/>
              </a:rPr>
              <a:t> </a:t>
            </a:r>
            <a:r>
              <a:rPr sz="1200" i="1" dirty="0">
                <a:latin typeface="Corbel"/>
                <a:cs typeface="Corbel"/>
              </a:rPr>
              <a:t>UAPL,</a:t>
            </a:r>
            <a:r>
              <a:rPr sz="1200" i="1" spc="240" dirty="0">
                <a:latin typeface="Corbel"/>
                <a:cs typeface="Corbel"/>
              </a:rPr>
              <a:t> </a:t>
            </a:r>
            <a:r>
              <a:rPr sz="1200" i="1" dirty="0">
                <a:latin typeface="Corbel"/>
                <a:cs typeface="Corbel"/>
              </a:rPr>
              <a:t>the</a:t>
            </a:r>
            <a:r>
              <a:rPr sz="1200" i="1" spc="245" dirty="0">
                <a:latin typeface="Corbel"/>
                <a:cs typeface="Corbel"/>
              </a:rPr>
              <a:t> </a:t>
            </a:r>
            <a:r>
              <a:rPr sz="1200" i="1" dirty="0">
                <a:latin typeface="Corbel"/>
                <a:cs typeface="Corbel"/>
              </a:rPr>
              <a:t>applicant</a:t>
            </a:r>
            <a:r>
              <a:rPr sz="1200" i="1" spc="250" dirty="0">
                <a:latin typeface="Corbel"/>
                <a:cs typeface="Corbel"/>
              </a:rPr>
              <a:t> </a:t>
            </a:r>
            <a:r>
              <a:rPr sz="1200" i="1" spc="-20" dirty="0">
                <a:latin typeface="Corbel"/>
                <a:cs typeface="Corbel"/>
              </a:rPr>
              <a:t>will </a:t>
            </a:r>
            <a:r>
              <a:rPr sz="1200" i="1" dirty="0">
                <a:latin typeface="Corbel"/>
                <a:cs typeface="Corbel"/>
              </a:rPr>
              <a:t>receive</a:t>
            </a:r>
            <a:r>
              <a:rPr sz="1200" i="1" spc="45" dirty="0">
                <a:latin typeface="Corbel"/>
                <a:cs typeface="Corbel"/>
              </a:rPr>
              <a:t> </a:t>
            </a:r>
            <a:r>
              <a:rPr sz="1200" i="1" dirty="0">
                <a:latin typeface="Corbel"/>
                <a:cs typeface="Corbel"/>
              </a:rPr>
              <a:t>an</a:t>
            </a:r>
            <a:r>
              <a:rPr sz="1200" i="1" spc="45" dirty="0">
                <a:latin typeface="Corbel"/>
                <a:cs typeface="Corbel"/>
              </a:rPr>
              <a:t> </a:t>
            </a:r>
            <a:r>
              <a:rPr sz="1200" i="1" spc="-10" dirty="0">
                <a:latin typeface="Corbel"/>
                <a:cs typeface="Corbel"/>
              </a:rPr>
              <a:t>e-</a:t>
            </a:r>
            <a:r>
              <a:rPr sz="1200" i="1" dirty="0">
                <a:latin typeface="Corbel"/>
                <a:cs typeface="Corbel"/>
              </a:rPr>
              <a:t>mail</a:t>
            </a:r>
            <a:r>
              <a:rPr sz="1200" i="1" spc="40" dirty="0">
                <a:latin typeface="Corbel"/>
                <a:cs typeface="Corbel"/>
              </a:rPr>
              <a:t> </a:t>
            </a:r>
            <a:r>
              <a:rPr sz="1200" i="1" dirty="0">
                <a:latin typeface="Corbel"/>
                <a:cs typeface="Corbel"/>
              </a:rPr>
              <a:t>that</a:t>
            </a:r>
            <a:r>
              <a:rPr sz="1200" i="1" spc="50" dirty="0">
                <a:latin typeface="Corbel"/>
                <a:cs typeface="Corbel"/>
              </a:rPr>
              <a:t> </a:t>
            </a:r>
            <a:r>
              <a:rPr sz="1200" i="1" dirty="0">
                <a:latin typeface="Corbel"/>
                <a:cs typeface="Corbel"/>
              </a:rPr>
              <a:t>contains</a:t>
            </a:r>
            <a:r>
              <a:rPr sz="1200" i="1" spc="40" dirty="0">
                <a:latin typeface="Corbel"/>
                <a:cs typeface="Corbel"/>
              </a:rPr>
              <a:t> </a:t>
            </a:r>
            <a:r>
              <a:rPr sz="1200" i="1" dirty="0">
                <a:latin typeface="Corbel"/>
                <a:cs typeface="Corbel"/>
              </a:rPr>
              <a:t>instructions</a:t>
            </a:r>
            <a:r>
              <a:rPr sz="1200" i="1" spc="35" dirty="0">
                <a:latin typeface="Corbel"/>
                <a:cs typeface="Corbel"/>
              </a:rPr>
              <a:t> </a:t>
            </a:r>
            <a:r>
              <a:rPr sz="1200" i="1" spc="-25" dirty="0">
                <a:latin typeface="Corbel"/>
                <a:cs typeface="Corbel"/>
              </a:rPr>
              <a:t>to </a:t>
            </a:r>
            <a:r>
              <a:rPr sz="1200" i="1" dirty="0">
                <a:latin typeface="Corbel"/>
                <a:cs typeface="Corbel"/>
              </a:rPr>
              <a:t>view</a:t>
            </a:r>
            <a:r>
              <a:rPr sz="1200" i="1" spc="470" dirty="0">
                <a:latin typeface="Corbel"/>
                <a:cs typeface="Corbel"/>
              </a:rPr>
              <a:t> </a:t>
            </a:r>
            <a:r>
              <a:rPr sz="1200" i="1" dirty="0">
                <a:latin typeface="Corbel"/>
                <a:cs typeface="Corbel"/>
              </a:rPr>
              <a:t>his</a:t>
            </a:r>
            <a:r>
              <a:rPr sz="1200" i="1" spc="475" dirty="0">
                <a:latin typeface="Corbel"/>
                <a:cs typeface="Corbel"/>
              </a:rPr>
              <a:t> </a:t>
            </a:r>
            <a:r>
              <a:rPr sz="1200" i="1" dirty="0">
                <a:latin typeface="Corbel"/>
                <a:cs typeface="Corbel"/>
              </a:rPr>
              <a:t>digital</a:t>
            </a:r>
            <a:r>
              <a:rPr sz="1200" i="1" spc="480" dirty="0">
                <a:latin typeface="Corbel"/>
                <a:cs typeface="Corbel"/>
              </a:rPr>
              <a:t> </a:t>
            </a:r>
            <a:r>
              <a:rPr sz="1200" i="1" dirty="0">
                <a:latin typeface="Corbel"/>
                <a:cs typeface="Corbel"/>
              </a:rPr>
              <a:t>licences</a:t>
            </a:r>
            <a:r>
              <a:rPr sz="1200" i="1" spc="475" dirty="0">
                <a:latin typeface="Corbel"/>
                <a:cs typeface="Corbel"/>
              </a:rPr>
              <a:t> </a:t>
            </a:r>
            <a:r>
              <a:rPr sz="1200" i="1" dirty="0">
                <a:latin typeface="Corbel"/>
                <a:cs typeface="Corbel"/>
              </a:rPr>
              <a:t>via</a:t>
            </a:r>
            <a:r>
              <a:rPr sz="1200" i="1" spc="480" dirty="0">
                <a:latin typeface="Corbel"/>
                <a:cs typeface="Corbel"/>
              </a:rPr>
              <a:t> </a:t>
            </a:r>
            <a:r>
              <a:rPr sz="1200" i="1" dirty="0">
                <a:latin typeface="Corbel"/>
                <a:cs typeface="Corbel"/>
              </a:rPr>
              <a:t>the</a:t>
            </a:r>
            <a:r>
              <a:rPr sz="1200" i="1" spc="480" dirty="0">
                <a:latin typeface="Corbel"/>
                <a:cs typeface="Corbel"/>
              </a:rPr>
              <a:t> </a:t>
            </a:r>
            <a:r>
              <a:rPr sz="1200" b="1" i="1" spc="-10" dirty="0">
                <a:latin typeface="Corbel"/>
                <a:cs typeface="Corbel"/>
              </a:rPr>
              <a:t>SGFlight </a:t>
            </a:r>
            <a:r>
              <a:rPr sz="1200" i="1" dirty="0">
                <a:latin typeface="Corbel"/>
                <a:cs typeface="Corbel"/>
              </a:rPr>
              <a:t>mobile</a:t>
            </a:r>
            <a:r>
              <a:rPr sz="1200" i="1" spc="-20" dirty="0">
                <a:latin typeface="Corbel"/>
                <a:cs typeface="Corbel"/>
              </a:rPr>
              <a:t> </a:t>
            </a:r>
            <a:r>
              <a:rPr sz="1200" i="1" dirty="0">
                <a:latin typeface="Corbel"/>
                <a:cs typeface="Corbel"/>
              </a:rPr>
              <a:t>application.</a:t>
            </a:r>
            <a:r>
              <a:rPr sz="1200" i="1" spc="-25" dirty="0">
                <a:latin typeface="Corbel"/>
                <a:cs typeface="Corbel"/>
              </a:rPr>
              <a:t> </a:t>
            </a:r>
            <a:r>
              <a:rPr sz="1200" i="1" dirty="0">
                <a:latin typeface="Corbel"/>
                <a:cs typeface="Corbel"/>
              </a:rPr>
              <a:t>The</a:t>
            </a:r>
            <a:r>
              <a:rPr sz="1200" i="1" spc="-20" dirty="0">
                <a:latin typeface="Corbel"/>
                <a:cs typeface="Corbel"/>
              </a:rPr>
              <a:t> </a:t>
            </a:r>
            <a:r>
              <a:rPr sz="1200" i="1" dirty="0">
                <a:latin typeface="Corbel"/>
                <a:cs typeface="Corbel"/>
              </a:rPr>
              <a:t>mobile</a:t>
            </a:r>
            <a:r>
              <a:rPr sz="1200" i="1" spc="-20" dirty="0">
                <a:latin typeface="Corbel"/>
                <a:cs typeface="Corbel"/>
              </a:rPr>
              <a:t> </a:t>
            </a:r>
            <a:r>
              <a:rPr sz="1200" i="1" dirty="0">
                <a:latin typeface="Corbel"/>
                <a:cs typeface="Corbel"/>
              </a:rPr>
              <a:t>application</a:t>
            </a:r>
            <a:r>
              <a:rPr sz="1200" i="1" spc="-15" dirty="0">
                <a:latin typeface="Corbel"/>
                <a:cs typeface="Corbel"/>
              </a:rPr>
              <a:t> </a:t>
            </a:r>
            <a:r>
              <a:rPr sz="1200" i="1" spc="-25" dirty="0">
                <a:latin typeface="Corbel"/>
                <a:cs typeface="Corbel"/>
              </a:rPr>
              <a:t>can </a:t>
            </a:r>
            <a:r>
              <a:rPr sz="1200" i="1" dirty="0">
                <a:latin typeface="Corbel"/>
                <a:cs typeface="Corbel"/>
              </a:rPr>
              <a:t>be</a:t>
            </a:r>
            <a:r>
              <a:rPr sz="1200" i="1" spc="-25" dirty="0">
                <a:latin typeface="Corbel"/>
                <a:cs typeface="Corbel"/>
              </a:rPr>
              <a:t> </a:t>
            </a:r>
            <a:r>
              <a:rPr sz="1200" i="1" dirty="0">
                <a:latin typeface="Corbel"/>
                <a:cs typeface="Corbel"/>
              </a:rPr>
              <a:t>downloaded</a:t>
            </a:r>
            <a:r>
              <a:rPr sz="1200" i="1" spc="-25" dirty="0">
                <a:latin typeface="Corbel"/>
                <a:cs typeface="Corbel"/>
              </a:rPr>
              <a:t> </a:t>
            </a:r>
            <a:r>
              <a:rPr sz="1200" i="1" dirty="0">
                <a:latin typeface="Corbel"/>
                <a:cs typeface="Corbel"/>
              </a:rPr>
              <a:t>at</a:t>
            </a:r>
            <a:r>
              <a:rPr sz="1200" i="1" spc="-20" dirty="0">
                <a:latin typeface="Corbel"/>
                <a:cs typeface="Corbel"/>
              </a:rPr>
              <a:t> </a:t>
            </a:r>
            <a:r>
              <a:rPr sz="1200" i="1" spc="-10" dirty="0">
                <a:latin typeface="Corbel"/>
                <a:cs typeface="Corbel"/>
                <a:hlinkClick r:id="rId17"/>
              </a:rPr>
              <a:t>http://onelink.to/4ar6va.</a:t>
            </a:r>
            <a:endParaRPr sz="1200">
              <a:latin typeface="Corbel"/>
              <a:cs typeface="Corbel"/>
            </a:endParaRPr>
          </a:p>
        </p:txBody>
      </p:sp>
      <p:grpSp>
        <p:nvGrpSpPr>
          <p:cNvPr id="62" name="object 62"/>
          <p:cNvGrpSpPr/>
          <p:nvPr/>
        </p:nvGrpSpPr>
        <p:grpSpPr>
          <a:xfrm>
            <a:off x="60160" y="3876675"/>
            <a:ext cx="10878185" cy="2921635"/>
            <a:chOff x="60160" y="3876675"/>
            <a:chExt cx="10878185" cy="2921635"/>
          </a:xfrm>
        </p:grpSpPr>
        <p:sp>
          <p:nvSpPr>
            <p:cNvPr id="63" name="object 63"/>
            <p:cNvSpPr/>
            <p:nvPr/>
          </p:nvSpPr>
          <p:spPr>
            <a:xfrm>
              <a:off x="10861675" y="3876675"/>
              <a:ext cx="76200" cy="1602105"/>
            </a:xfrm>
            <a:custGeom>
              <a:avLst/>
              <a:gdLst/>
              <a:ahLst/>
              <a:cxnLst/>
              <a:rect l="l" t="t" r="r" b="b"/>
              <a:pathLst>
                <a:path w="76200" h="1602104">
                  <a:moveTo>
                    <a:pt x="25400" y="1528388"/>
                  </a:moveTo>
                  <a:lnTo>
                    <a:pt x="23269" y="1528818"/>
                  </a:lnTo>
                  <a:lnTo>
                    <a:pt x="11159" y="1536984"/>
                  </a:lnTo>
                  <a:lnTo>
                    <a:pt x="2994" y="1549094"/>
                  </a:lnTo>
                  <a:lnTo>
                    <a:pt x="0" y="1563924"/>
                  </a:lnTo>
                  <a:lnTo>
                    <a:pt x="2994" y="1578754"/>
                  </a:lnTo>
                  <a:lnTo>
                    <a:pt x="11159" y="1590865"/>
                  </a:lnTo>
                  <a:lnTo>
                    <a:pt x="23269" y="1599030"/>
                  </a:lnTo>
                  <a:lnTo>
                    <a:pt x="38100" y="1602024"/>
                  </a:lnTo>
                  <a:lnTo>
                    <a:pt x="52930" y="1599030"/>
                  </a:lnTo>
                  <a:lnTo>
                    <a:pt x="65040" y="1590865"/>
                  </a:lnTo>
                  <a:lnTo>
                    <a:pt x="73205" y="1578754"/>
                  </a:lnTo>
                  <a:lnTo>
                    <a:pt x="76200" y="1563924"/>
                  </a:lnTo>
                  <a:lnTo>
                    <a:pt x="25400" y="1563924"/>
                  </a:lnTo>
                  <a:lnTo>
                    <a:pt x="25400" y="1528388"/>
                  </a:lnTo>
                  <a:close/>
                </a:path>
                <a:path w="76200" h="1602104">
                  <a:moveTo>
                    <a:pt x="38100" y="1525824"/>
                  </a:moveTo>
                  <a:lnTo>
                    <a:pt x="25400" y="1528388"/>
                  </a:lnTo>
                  <a:lnTo>
                    <a:pt x="25400" y="1563924"/>
                  </a:lnTo>
                  <a:lnTo>
                    <a:pt x="50800" y="1563924"/>
                  </a:lnTo>
                  <a:lnTo>
                    <a:pt x="50800" y="1528388"/>
                  </a:lnTo>
                  <a:lnTo>
                    <a:pt x="38100" y="1525824"/>
                  </a:lnTo>
                  <a:close/>
                </a:path>
                <a:path w="76200" h="1602104">
                  <a:moveTo>
                    <a:pt x="50800" y="1528388"/>
                  </a:moveTo>
                  <a:lnTo>
                    <a:pt x="50800" y="1563924"/>
                  </a:lnTo>
                  <a:lnTo>
                    <a:pt x="76200" y="1563924"/>
                  </a:lnTo>
                  <a:lnTo>
                    <a:pt x="73205" y="1549094"/>
                  </a:lnTo>
                  <a:lnTo>
                    <a:pt x="65040" y="1536984"/>
                  </a:lnTo>
                  <a:lnTo>
                    <a:pt x="52930" y="1528818"/>
                  </a:lnTo>
                  <a:lnTo>
                    <a:pt x="50800" y="1528388"/>
                  </a:lnTo>
                  <a:close/>
                </a:path>
                <a:path w="76200" h="1602104">
                  <a:moveTo>
                    <a:pt x="25401" y="73636"/>
                  </a:moveTo>
                  <a:lnTo>
                    <a:pt x="25400" y="1528388"/>
                  </a:lnTo>
                  <a:lnTo>
                    <a:pt x="38100" y="1525824"/>
                  </a:lnTo>
                  <a:lnTo>
                    <a:pt x="50800" y="1525824"/>
                  </a:lnTo>
                  <a:lnTo>
                    <a:pt x="50801" y="76200"/>
                  </a:lnTo>
                  <a:lnTo>
                    <a:pt x="38101" y="76200"/>
                  </a:lnTo>
                  <a:lnTo>
                    <a:pt x="25401" y="73636"/>
                  </a:lnTo>
                  <a:close/>
                </a:path>
                <a:path w="76200" h="1602104">
                  <a:moveTo>
                    <a:pt x="50800" y="1525824"/>
                  </a:moveTo>
                  <a:lnTo>
                    <a:pt x="38100" y="1525824"/>
                  </a:lnTo>
                  <a:lnTo>
                    <a:pt x="50800" y="1528388"/>
                  </a:lnTo>
                  <a:lnTo>
                    <a:pt x="50800" y="1525824"/>
                  </a:lnTo>
                  <a:close/>
                </a:path>
                <a:path w="76200" h="1602104">
                  <a:moveTo>
                    <a:pt x="50801" y="38100"/>
                  </a:moveTo>
                  <a:lnTo>
                    <a:pt x="25401" y="38100"/>
                  </a:lnTo>
                  <a:lnTo>
                    <a:pt x="25401" y="73636"/>
                  </a:lnTo>
                  <a:lnTo>
                    <a:pt x="38101" y="76200"/>
                  </a:lnTo>
                  <a:lnTo>
                    <a:pt x="50801" y="73636"/>
                  </a:lnTo>
                  <a:lnTo>
                    <a:pt x="50801" y="38100"/>
                  </a:lnTo>
                  <a:close/>
                </a:path>
                <a:path w="76200" h="1602104">
                  <a:moveTo>
                    <a:pt x="50801" y="73636"/>
                  </a:moveTo>
                  <a:lnTo>
                    <a:pt x="38101" y="76200"/>
                  </a:lnTo>
                  <a:lnTo>
                    <a:pt x="50801" y="76200"/>
                  </a:lnTo>
                  <a:lnTo>
                    <a:pt x="50801" y="73636"/>
                  </a:lnTo>
                  <a:close/>
                </a:path>
                <a:path w="76200" h="1602104">
                  <a:moveTo>
                    <a:pt x="38101" y="0"/>
                  </a:moveTo>
                  <a:lnTo>
                    <a:pt x="23270" y="2994"/>
                  </a:lnTo>
                  <a:lnTo>
                    <a:pt x="11160" y="11159"/>
                  </a:lnTo>
                  <a:lnTo>
                    <a:pt x="2995" y="23269"/>
                  </a:lnTo>
                  <a:lnTo>
                    <a:pt x="1" y="38100"/>
                  </a:lnTo>
                  <a:lnTo>
                    <a:pt x="2995" y="52930"/>
                  </a:lnTo>
                  <a:lnTo>
                    <a:pt x="11160" y="65040"/>
                  </a:lnTo>
                  <a:lnTo>
                    <a:pt x="23271" y="73205"/>
                  </a:lnTo>
                  <a:lnTo>
                    <a:pt x="25401" y="73636"/>
                  </a:lnTo>
                  <a:lnTo>
                    <a:pt x="25401" y="38100"/>
                  </a:lnTo>
                  <a:lnTo>
                    <a:pt x="76201" y="38100"/>
                  </a:lnTo>
                  <a:lnTo>
                    <a:pt x="73207" y="23269"/>
                  </a:lnTo>
                  <a:lnTo>
                    <a:pt x="65041" y="11159"/>
                  </a:lnTo>
                  <a:lnTo>
                    <a:pt x="52931" y="2994"/>
                  </a:lnTo>
                  <a:lnTo>
                    <a:pt x="38101" y="0"/>
                  </a:lnTo>
                  <a:close/>
                </a:path>
                <a:path w="76200" h="1602104">
                  <a:moveTo>
                    <a:pt x="76201" y="38100"/>
                  </a:moveTo>
                  <a:lnTo>
                    <a:pt x="50801" y="38100"/>
                  </a:lnTo>
                  <a:lnTo>
                    <a:pt x="50801" y="73636"/>
                  </a:lnTo>
                  <a:lnTo>
                    <a:pt x="52931" y="73205"/>
                  </a:lnTo>
                  <a:lnTo>
                    <a:pt x="65041" y="65040"/>
                  </a:lnTo>
                  <a:lnTo>
                    <a:pt x="73207" y="52930"/>
                  </a:lnTo>
                  <a:lnTo>
                    <a:pt x="76201" y="38100"/>
                  </a:lnTo>
                  <a:close/>
                </a:path>
              </a:pathLst>
            </a:custGeom>
            <a:solidFill>
              <a:srgbClr val="0070C0">
                <a:alpha val="50199"/>
              </a:srgbClr>
            </a:solidFill>
          </p:spPr>
          <p:txBody>
            <a:bodyPr wrap="square" lIns="0" tIns="0" rIns="0" bIns="0" rtlCol="0"/>
            <a:lstStyle/>
            <a:p>
              <a:endParaRPr/>
            </a:p>
          </p:txBody>
        </p:sp>
        <p:sp>
          <p:nvSpPr>
            <p:cNvPr id="64" name="object 64"/>
            <p:cNvSpPr/>
            <p:nvPr/>
          </p:nvSpPr>
          <p:spPr>
            <a:xfrm>
              <a:off x="60160" y="6437840"/>
              <a:ext cx="360045" cy="360045"/>
            </a:xfrm>
            <a:custGeom>
              <a:avLst/>
              <a:gdLst/>
              <a:ahLst/>
              <a:cxnLst/>
              <a:rect l="l" t="t" r="r" b="b"/>
              <a:pathLst>
                <a:path w="360045" h="360045">
                  <a:moveTo>
                    <a:pt x="359999" y="0"/>
                  </a:moveTo>
                  <a:lnTo>
                    <a:pt x="0" y="0"/>
                  </a:lnTo>
                  <a:lnTo>
                    <a:pt x="0" y="359999"/>
                  </a:lnTo>
                  <a:lnTo>
                    <a:pt x="359999" y="359999"/>
                  </a:lnTo>
                  <a:lnTo>
                    <a:pt x="359999" y="315000"/>
                  </a:lnTo>
                  <a:lnTo>
                    <a:pt x="180000" y="315000"/>
                  </a:lnTo>
                  <a:lnTo>
                    <a:pt x="137329" y="308117"/>
                  </a:lnTo>
                  <a:lnTo>
                    <a:pt x="100270" y="288952"/>
                  </a:lnTo>
                  <a:lnTo>
                    <a:pt x="71047" y="259729"/>
                  </a:lnTo>
                  <a:lnTo>
                    <a:pt x="51882" y="222670"/>
                  </a:lnTo>
                  <a:lnTo>
                    <a:pt x="44999" y="180000"/>
                  </a:lnTo>
                  <a:lnTo>
                    <a:pt x="51882" y="137329"/>
                  </a:lnTo>
                  <a:lnTo>
                    <a:pt x="71047" y="100270"/>
                  </a:lnTo>
                  <a:lnTo>
                    <a:pt x="100270" y="71047"/>
                  </a:lnTo>
                  <a:lnTo>
                    <a:pt x="137329" y="51882"/>
                  </a:lnTo>
                  <a:lnTo>
                    <a:pt x="180000" y="45000"/>
                  </a:lnTo>
                  <a:lnTo>
                    <a:pt x="359999" y="45000"/>
                  </a:lnTo>
                  <a:lnTo>
                    <a:pt x="359999" y="0"/>
                  </a:lnTo>
                  <a:close/>
                </a:path>
                <a:path w="360045" h="360045">
                  <a:moveTo>
                    <a:pt x="359999" y="45000"/>
                  </a:moveTo>
                  <a:lnTo>
                    <a:pt x="180000" y="45000"/>
                  </a:lnTo>
                  <a:lnTo>
                    <a:pt x="222670" y="51882"/>
                  </a:lnTo>
                  <a:lnTo>
                    <a:pt x="259729" y="71047"/>
                  </a:lnTo>
                  <a:lnTo>
                    <a:pt x="288952" y="100270"/>
                  </a:lnTo>
                  <a:lnTo>
                    <a:pt x="308117" y="137329"/>
                  </a:lnTo>
                  <a:lnTo>
                    <a:pt x="315000" y="180000"/>
                  </a:lnTo>
                  <a:lnTo>
                    <a:pt x="308117" y="222670"/>
                  </a:lnTo>
                  <a:lnTo>
                    <a:pt x="288952" y="259729"/>
                  </a:lnTo>
                  <a:lnTo>
                    <a:pt x="259729" y="288952"/>
                  </a:lnTo>
                  <a:lnTo>
                    <a:pt x="222670" y="308117"/>
                  </a:lnTo>
                  <a:lnTo>
                    <a:pt x="180000" y="315000"/>
                  </a:lnTo>
                  <a:lnTo>
                    <a:pt x="359999" y="315000"/>
                  </a:lnTo>
                  <a:lnTo>
                    <a:pt x="359999" y="45000"/>
                  </a:lnTo>
                  <a:close/>
                </a:path>
              </a:pathLst>
            </a:custGeom>
            <a:solidFill>
              <a:srgbClr val="1CADE4"/>
            </a:solidFill>
          </p:spPr>
          <p:txBody>
            <a:bodyPr wrap="square" lIns="0" tIns="0" rIns="0" bIns="0" rtlCol="0"/>
            <a:lstStyle/>
            <a:p>
              <a:endParaRPr/>
            </a:p>
          </p:txBody>
        </p:sp>
        <p:sp>
          <p:nvSpPr>
            <p:cNvPr id="65" name="object 65"/>
            <p:cNvSpPr/>
            <p:nvPr/>
          </p:nvSpPr>
          <p:spPr>
            <a:xfrm>
              <a:off x="105160" y="6482840"/>
              <a:ext cx="270510" cy="270510"/>
            </a:xfrm>
            <a:custGeom>
              <a:avLst/>
              <a:gdLst/>
              <a:ahLst/>
              <a:cxnLst/>
              <a:rect l="l" t="t" r="r" b="b"/>
              <a:pathLst>
                <a:path w="270510" h="270509">
                  <a:moveTo>
                    <a:pt x="135000" y="0"/>
                  </a:moveTo>
                  <a:lnTo>
                    <a:pt x="92329" y="6882"/>
                  </a:lnTo>
                  <a:lnTo>
                    <a:pt x="55270" y="26047"/>
                  </a:lnTo>
                  <a:lnTo>
                    <a:pt x="26047" y="55270"/>
                  </a:lnTo>
                  <a:lnTo>
                    <a:pt x="6882" y="92329"/>
                  </a:lnTo>
                  <a:lnTo>
                    <a:pt x="0" y="134999"/>
                  </a:lnTo>
                  <a:lnTo>
                    <a:pt x="6882" y="177670"/>
                  </a:lnTo>
                  <a:lnTo>
                    <a:pt x="26047" y="214729"/>
                  </a:lnTo>
                  <a:lnTo>
                    <a:pt x="55270" y="243952"/>
                  </a:lnTo>
                  <a:lnTo>
                    <a:pt x="92329" y="263117"/>
                  </a:lnTo>
                  <a:lnTo>
                    <a:pt x="135000" y="269999"/>
                  </a:lnTo>
                  <a:lnTo>
                    <a:pt x="177670" y="263117"/>
                  </a:lnTo>
                  <a:lnTo>
                    <a:pt x="214729" y="243952"/>
                  </a:lnTo>
                  <a:lnTo>
                    <a:pt x="222432" y="236249"/>
                  </a:lnTo>
                  <a:lnTo>
                    <a:pt x="84375" y="236249"/>
                  </a:lnTo>
                  <a:lnTo>
                    <a:pt x="84375" y="219375"/>
                  </a:lnTo>
                  <a:lnTo>
                    <a:pt x="109687" y="219375"/>
                  </a:lnTo>
                  <a:lnTo>
                    <a:pt x="109687" y="101249"/>
                  </a:lnTo>
                  <a:lnTo>
                    <a:pt x="84375" y="101249"/>
                  </a:lnTo>
                  <a:lnTo>
                    <a:pt x="84375" y="84375"/>
                  </a:lnTo>
                  <a:lnTo>
                    <a:pt x="259004" y="84375"/>
                  </a:lnTo>
                  <a:lnTo>
                    <a:pt x="245913" y="59062"/>
                  </a:lnTo>
                  <a:lnTo>
                    <a:pt x="135000" y="59062"/>
                  </a:lnTo>
                  <a:lnTo>
                    <a:pt x="125147" y="57073"/>
                  </a:lnTo>
                  <a:lnTo>
                    <a:pt x="117101" y="51648"/>
                  </a:lnTo>
                  <a:lnTo>
                    <a:pt x="111676" y="43602"/>
                  </a:lnTo>
                  <a:lnTo>
                    <a:pt x="109687" y="33749"/>
                  </a:lnTo>
                  <a:lnTo>
                    <a:pt x="111676" y="23897"/>
                  </a:lnTo>
                  <a:lnTo>
                    <a:pt x="117101" y="15851"/>
                  </a:lnTo>
                  <a:lnTo>
                    <a:pt x="125147" y="10426"/>
                  </a:lnTo>
                  <a:lnTo>
                    <a:pt x="135000" y="8437"/>
                  </a:lnTo>
                  <a:lnTo>
                    <a:pt x="180677" y="8437"/>
                  </a:lnTo>
                  <a:lnTo>
                    <a:pt x="177670" y="6882"/>
                  </a:lnTo>
                  <a:lnTo>
                    <a:pt x="135000" y="0"/>
                  </a:lnTo>
                  <a:close/>
                </a:path>
                <a:path w="270510" h="270509">
                  <a:moveTo>
                    <a:pt x="259004" y="84375"/>
                  </a:moveTo>
                  <a:lnTo>
                    <a:pt x="160312" y="84375"/>
                  </a:lnTo>
                  <a:lnTo>
                    <a:pt x="160312" y="219375"/>
                  </a:lnTo>
                  <a:lnTo>
                    <a:pt x="185625" y="219375"/>
                  </a:lnTo>
                  <a:lnTo>
                    <a:pt x="185625" y="236249"/>
                  </a:lnTo>
                  <a:lnTo>
                    <a:pt x="222432" y="236249"/>
                  </a:lnTo>
                  <a:lnTo>
                    <a:pt x="243952" y="214729"/>
                  </a:lnTo>
                  <a:lnTo>
                    <a:pt x="263117" y="177670"/>
                  </a:lnTo>
                  <a:lnTo>
                    <a:pt x="270000" y="134999"/>
                  </a:lnTo>
                  <a:lnTo>
                    <a:pt x="263117" y="92329"/>
                  </a:lnTo>
                  <a:lnTo>
                    <a:pt x="259004" y="84375"/>
                  </a:lnTo>
                  <a:close/>
                </a:path>
                <a:path w="270510" h="270509">
                  <a:moveTo>
                    <a:pt x="180677" y="8437"/>
                  </a:moveTo>
                  <a:lnTo>
                    <a:pt x="135000" y="8437"/>
                  </a:lnTo>
                  <a:lnTo>
                    <a:pt x="144852" y="10426"/>
                  </a:lnTo>
                  <a:lnTo>
                    <a:pt x="152898" y="15851"/>
                  </a:lnTo>
                  <a:lnTo>
                    <a:pt x="158323" y="23897"/>
                  </a:lnTo>
                  <a:lnTo>
                    <a:pt x="160312" y="33749"/>
                  </a:lnTo>
                  <a:lnTo>
                    <a:pt x="158323" y="43602"/>
                  </a:lnTo>
                  <a:lnTo>
                    <a:pt x="152898" y="51648"/>
                  </a:lnTo>
                  <a:lnTo>
                    <a:pt x="144852" y="57073"/>
                  </a:lnTo>
                  <a:lnTo>
                    <a:pt x="135000" y="59062"/>
                  </a:lnTo>
                  <a:lnTo>
                    <a:pt x="245913" y="59062"/>
                  </a:lnTo>
                  <a:lnTo>
                    <a:pt x="243952" y="55270"/>
                  </a:lnTo>
                  <a:lnTo>
                    <a:pt x="214729" y="26047"/>
                  </a:lnTo>
                  <a:lnTo>
                    <a:pt x="180677" y="8437"/>
                  </a:lnTo>
                  <a:close/>
                </a:path>
              </a:pathLst>
            </a:custGeom>
            <a:solidFill>
              <a:srgbClr val="116889"/>
            </a:solidFill>
          </p:spPr>
          <p:txBody>
            <a:bodyPr wrap="square" lIns="0" tIns="0" rIns="0" bIns="0" rtlCol="0"/>
            <a:lstStyle/>
            <a:p>
              <a:endParaRPr/>
            </a:p>
          </p:txBody>
        </p:sp>
        <p:pic>
          <p:nvPicPr>
            <p:cNvPr id="66" name="object 66"/>
            <p:cNvPicPr/>
            <p:nvPr/>
          </p:nvPicPr>
          <p:blipFill>
            <a:blip r:embed="rId18" cstate="print"/>
            <a:stretch>
              <a:fillRect/>
            </a:stretch>
          </p:blipFill>
          <p:spPr>
            <a:xfrm>
              <a:off x="189535" y="6491277"/>
              <a:ext cx="101249" cy="227812"/>
            </a:xfrm>
            <a:prstGeom prst="rect">
              <a:avLst/>
            </a:prstGeom>
          </p:spPr>
        </p:pic>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3049" y="371347"/>
            <a:ext cx="217106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orbel"/>
                <a:cs typeface="Corbel"/>
              </a:rPr>
              <a:t>Maintenance</a:t>
            </a:r>
            <a:r>
              <a:rPr sz="1800" b="1" spc="-45" dirty="0">
                <a:latin typeface="Corbel"/>
                <a:cs typeface="Corbel"/>
              </a:rPr>
              <a:t> </a:t>
            </a:r>
            <a:r>
              <a:rPr sz="1800" b="1" dirty="0">
                <a:latin typeface="Corbel"/>
                <a:cs typeface="Corbel"/>
              </a:rPr>
              <a:t>of</a:t>
            </a:r>
            <a:r>
              <a:rPr sz="1800" b="1" spc="-90" dirty="0">
                <a:latin typeface="Corbel"/>
                <a:cs typeface="Corbel"/>
              </a:rPr>
              <a:t> </a:t>
            </a:r>
            <a:r>
              <a:rPr sz="1800" b="1" spc="-20" dirty="0">
                <a:latin typeface="Corbel"/>
                <a:cs typeface="Corbel"/>
              </a:rPr>
              <a:t>UAPL</a:t>
            </a:r>
            <a:endParaRPr sz="1800">
              <a:latin typeface="Corbel"/>
              <a:cs typeface="Corbel"/>
            </a:endParaRPr>
          </a:p>
        </p:txBody>
      </p:sp>
      <p:sp>
        <p:nvSpPr>
          <p:cNvPr id="3" name="object 3"/>
          <p:cNvSpPr txBox="1"/>
          <p:nvPr/>
        </p:nvSpPr>
        <p:spPr>
          <a:xfrm>
            <a:off x="1563051" y="732027"/>
            <a:ext cx="9860915" cy="3076575"/>
          </a:xfrm>
          <a:prstGeom prst="rect">
            <a:avLst/>
          </a:prstGeom>
        </p:spPr>
        <p:txBody>
          <a:bodyPr vert="horz" wrap="square" lIns="0" tIns="22860" rIns="0" bIns="0" rtlCol="0">
            <a:spAutoFit/>
          </a:bodyPr>
          <a:lstStyle/>
          <a:p>
            <a:pPr marL="355600" marR="5080" indent="-342900" algn="just">
              <a:lnSpc>
                <a:spcPts val="1900"/>
              </a:lnSpc>
              <a:spcBef>
                <a:spcPts val="180"/>
              </a:spcBef>
              <a:buAutoNum type="arabicPeriod"/>
              <a:tabLst>
                <a:tab pos="355600" algn="l"/>
                <a:tab pos="357505" algn="l"/>
              </a:tabLst>
            </a:pPr>
            <a:r>
              <a:rPr sz="1600" dirty="0">
                <a:latin typeface="Corbel"/>
                <a:cs typeface="Corbel"/>
              </a:rPr>
              <a:t>	All</a:t>
            </a:r>
            <a:r>
              <a:rPr sz="1600" spc="-30" dirty="0">
                <a:latin typeface="Corbel"/>
                <a:cs typeface="Corbel"/>
              </a:rPr>
              <a:t> </a:t>
            </a:r>
            <a:r>
              <a:rPr sz="1600" dirty="0">
                <a:latin typeface="Corbel"/>
                <a:cs typeface="Corbel"/>
              </a:rPr>
              <a:t>UAPL</a:t>
            </a:r>
            <a:r>
              <a:rPr sz="1600" spc="-25" dirty="0">
                <a:latin typeface="Corbel"/>
                <a:cs typeface="Corbel"/>
              </a:rPr>
              <a:t> </a:t>
            </a:r>
            <a:r>
              <a:rPr sz="1600" dirty="0">
                <a:latin typeface="Corbel"/>
                <a:cs typeface="Corbel"/>
              </a:rPr>
              <a:t>holders</a:t>
            </a:r>
            <a:r>
              <a:rPr sz="1600" spc="-25" dirty="0">
                <a:latin typeface="Corbel"/>
                <a:cs typeface="Corbel"/>
              </a:rPr>
              <a:t> </a:t>
            </a:r>
            <a:r>
              <a:rPr sz="1600" dirty="0">
                <a:latin typeface="Corbel"/>
                <a:cs typeface="Corbel"/>
              </a:rPr>
              <a:t>must</a:t>
            </a:r>
            <a:r>
              <a:rPr sz="1600" spc="-35" dirty="0">
                <a:latin typeface="Corbel"/>
                <a:cs typeface="Corbel"/>
              </a:rPr>
              <a:t> </a:t>
            </a:r>
            <a:r>
              <a:rPr sz="1600" dirty="0">
                <a:latin typeface="Corbel"/>
                <a:cs typeface="Corbel"/>
              </a:rPr>
              <a:t>pass</a:t>
            </a:r>
            <a:r>
              <a:rPr sz="1600" spc="-25" dirty="0">
                <a:latin typeface="Corbel"/>
                <a:cs typeface="Corbel"/>
              </a:rPr>
              <a:t> </a:t>
            </a:r>
            <a:r>
              <a:rPr sz="1600" dirty="0">
                <a:latin typeface="Corbel"/>
                <a:cs typeface="Corbel"/>
              </a:rPr>
              <a:t>a</a:t>
            </a:r>
            <a:r>
              <a:rPr sz="1600" spc="-25" dirty="0">
                <a:latin typeface="Corbel"/>
                <a:cs typeface="Corbel"/>
              </a:rPr>
              <a:t> </a:t>
            </a:r>
            <a:r>
              <a:rPr sz="1600" dirty="0">
                <a:latin typeface="Corbel"/>
                <a:cs typeface="Corbel"/>
              </a:rPr>
              <a:t>proficiency</a:t>
            </a:r>
            <a:r>
              <a:rPr sz="1600" spc="-30" dirty="0">
                <a:latin typeface="Corbel"/>
                <a:cs typeface="Corbel"/>
              </a:rPr>
              <a:t> </a:t>
            </a:r>
            <a:r>
              <a:rPr sz="1600" dirty="0">
                <a:latin typeface="Corbel"/>
                <a:cs typeface="Corbel"/>
              </a:rPr>
              <a:t>check</a:t>
            </a:r>
            <a:r>
              <a:rPr sz="1600" spc="-40" dirty="0">
                <a:latin typeface="Corbel"/>
                <a:cs typeface="Corbel"/>
              </a:rPr>
              <a:t> </a:t>
            </a:r>
            <a:r>
              <a:rPr sz="1600" dirty="0">
                <a:latin typeface="Corbel"/>
                <a:cs typeface="Corbel"/>
              </a:rPr>
              <a:t>conducted</a:t>
            </a:r>
            <a:r>
              <a:rPr sz="1600" spc="-25" dirty="0">
                <a:latin typeface="Corbel"/>
                <a:cs typeface="Corbel"/>
              </a:rPr>
              <a:t> </a:t>
            </a:r>
            <a:r>
              <a:rPr sz="1600" dirty="0">
                <a:latin typeface="Corbel"/>
                <a:cs typeface="Corbel"/>
              </a:rPr>
              <a:t>by</a:t>
            </a:r>
            <a:r>
              <a:rPr sz="1600" spc="-30" dirty="0">
                <a:latin typeface="Corbel"/>
                <a:cs typeface="Corbel"/>
              </a:rPr>
              <a:t> </a:t>
            </a:r>
            <a:r>
              <a:rPr sz="1600" dirty="0">
                <a:latin typeface="Corbel"/>
                <a:cs typeface="Corbel"/>
              </a:rPr>
              <a:t>an</a:t>
            </a:r>
            <a:r>
              <a:rPr sz="1600" spc="-20" dirty="0">
                <a:latin typeface="Corbel"/>
                <a:cs typeface="Corbel"/>
              </a:rPr>
              <a:t> </a:t>
            </a:r>
            <a:r>
              <a:rPr sz="1600" dirty="0">
                <a:latin typeface="Corbel"/>
                <a:cs typeface="Corbel"/>
              </a:rPr>
              <a:t>AFE</a:t>
            </a:r>
            <a:r>
              <a:rPr sz="1600" spc="-25" dirty="0">
                <a:latin typeface="Corbel"/>
                <a:cs typeface="Corbel"/>
              </a:rPr>
              <a:t> </a:t>
            </a:r>
            <a:r>
              <a:rPr sz="1600" dirty="0">
                <a:latin typeface="Corbel"/>
                <a:cs typeface="Corbel"/>
              </a:rPr>
              <a:t>from</a:t>
            </a:r>
            <a:r>
              <a:rPr sz="1600" spc="-30" dirty="0">
                <a:latin typeface="Corbel"/>
                <a:cs typeface="Corbel"/>
              </a:rPr>
              <a:t> </a:t>
            </a:r>
            <a:r>
              <a:rPr sz="1600" dirty="0">
                <a:latin typeface="Corbel"/>
                <a:cs typeface="Corbel"/>
              </a:rPr>
              <a:t>an</a:t>
            </a:r>
            <a:r>
              <a:rPr sz="1600" spc="-20" dirty="0">
                <a:latin typeface="Corbel"/>
                <a:cs typeface="Corbel"/>
              </a:rPr>
              <a:t> </a:t>
            </a:r>
            <a:r>
              <a:rPr sz="1600" dirty="0">
                <a:latin typeface="Corbel"/>
                <a:cs typeface="Corbel"/>
              </a:rPr>
              <a:t>approved</a:t>
            </a:r>
            <a:r>
              <a:rPr sz="1600" spc="-30" dirty="0">
                <a:latin typeface="Corbel"/>
                <a:cs typeface="Corbel"/>
              </a:rPr>
              <a:t> UATO. </a:t>
            </a:r>
            <a:r>
              <a:rPr sz="1600" dirty="0">
                <a:latin typeface="Corbel"/>
                <a:cs typeface="Corbel"/>
              </a:rPr>
              <a:t>The</a:t>
            </a:r>
            <a:r>
              <a:rPr sz="1600" spc="-25" dirty="0">
                <a:latin typeface="Corbel"/>
                <a:cs typeface="Corbel"/>
              </a:rPr>
              <a:t> </a:t>
            </a:r>
            <a:r>
              <a:rPr sz="1600" dirty="0">
                <a:latin typeface="Corbel"/>
                <a:cs typeface="Corbel"/>
              </a:rPr>
              <a:t>check</a:t>
            </a:r>
            <a:r>
              <a:rPr sz="1600" spc="-40" dirty="0">
                <a:latin typeface="Corbel"/>
                <a:cs typeface="Corbel"/>
              </a:rPr>
              <a:t> </a:t>
            </a:r>
            <a:r>
              <a:rPr sz="1600" dirty="0">
                <a:latin typeface="Corbel"/>
                <a:cs typeface="Corbel"/>
              </a:rPr>
              <a:t>must</a:t>
            </a:r>
            <a:r>
              <a:rPr sz="1600" spc="-35" dirty="0">
                <a:latin typeface="Corbel"/>
                <a:cs typeface="Corbel"/>
              </a:rPr>
              <a:t> </a:t>
            </a:r>
            <a:r>
              <a:rPr sz="1600" spc="-25" dirty="0">
                <a:latin typeface="Corbel"/>
                <a:cs typeface="Corbel"/>
              </a:rPr>
              <a:t>be </a:t>
            </a:r>
            <a:r>
              <a:rPr sz="1600" dirty="0">
                <a:latin typeface="Corbel"/>
                <a:cs typeface="Corbel"/>
              </a:rPr>
              <a:t>completed</a:t>
            </a:r>
            <a:r>
              <a:rPr sz="1600" spc="-30" dirty="0">
                <a:latin typeface="Corbel"/>
                <a:cs typeface="Corbel"/>
              </a:rPr>
              <a:t> </a:t>
            </a:r>
            <a:r>
              <a:rPr sz="1600" dirty="0">
                <a:latin typeface="Corbel"/>
                <a:cs typeface="Corbel"/>
              </a:rPr>
              <a:t>at</a:t>
            </a:r>
            <a:r>
              <a:rPr sz="1600" spc="-35" dirty="0">
                <a:latin typeface="Corbel"/>
                <a:cs typeface="Corbel"/>
              </a:rPr>
              <a:t> </a:t>
            </a:r>
            <a:r>
              <a:rPr sz="1600" dirty="0">
                <a:latin typeface="Corbel"/>
                <a:cs typeface="Corbel"/>
              </a:rPr>
              <a:t>least</a:t>
            </a:r>
            <a:r>
              <a:rPr sz="1600" spc="-35" dirty="0">
                <a:latin typeface="Corbel"/>
                <a:cs typeface="Corbel"/>
              </a:rPr>
              <a:t> </a:t>
            </a:r>
            <a:r>
              <a:rPr sz="1600" b="1" u="sng" dirty="0">
                <a:uFill>
                  <a:solidFill>
                    <a:srgbClr val="000000"/>
                  </a:solidFill>
                </a:uFill>
                <a:latin typeface="Corbel"/>
                <a:cs typeface="Corbel"/>
              </a:rPr>
              <a:t>once</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every</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4</a:t>
            </a:r>
            <a:r>
              <a:rPr sz="1600" b="1" u="sng" spc="-30" dirty="0">
                <a:uFill>
                  <a:solidFill>
                    <a:srgbClr val="000000"/>
                  </a:solidFill>
                </a:uFill>
                <a:latin typeface="Corbel"/>
                <a:cs typeface="Corbel"/>
              </a:rPr>
              <a:t> </a:t>
            </a:r>
            <a:r>
              <a:rPr sz="1600" b="1" u="sng" dirty="0">
                <a:uFill>
                  <a:solidFill>
                    <a:srgbClr val="000000"/>
                  </a:solidFill>
                </a:uFill>
                <a:latin typeface="Corbel"/>
                <a:cs typeface="Corbel"/>
              </a:rPr>
              <a:t>years</a:t>
            </a:r>
            <a:r>
              <a:rPr sz="1600" b="1" spc="-40" dirty="0">
                <a:latin typeface="Corbel"/>
                <a:cs typeface="Corbel"/>
              </a:rPr>
              <a:t> </a:t>
            </a:r>
            <a:r>
              <a:rPr sz="1600" dirty="0">
                <a:latin typeface="Corbel"/>
                <a:cs typeface="Corbel"/>
              </a:rPr>
              <a:t>from</a:t>
            </a:r>
            <a:r>
              <a:rPr sz="1600" spc="-35"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date</a:t>
            </a:r>
            <a:r>
              <a:rPr sz="1600" spc="-25" dirty="0">
                <a:latin typeface="Corbel"/>
                <a:cs typeface="Corbel"/>
              </a:rPr>
              <a:t> </a:t>
            </a:r>
            <a:r>
              <a:rPr sz="1600" dirty="0">
                <a:latin typeface="Corbel"/>
                <a:cs typeface="Corbel"/>
              </a:rPr>
              <a:t>on</a:t>
            </a:r>
            <a:r>
              <a:rPr sz="1600" spc="-20" dirty="0">
                <a:latin typeface="Corbel"/>
                <a:cs typeface="Corbel"/>
              </a:rPr>
              <a:t> </a:t>
            </a:r>
            <a:r>
              <a:rPr sz="1600" dirty="0">
                <a:latin typeface="Corbel"/>
                <a:cs typeface="Corbel"/>
              </a:rPr>
              <a:t>which</a:t>
            </a:r>
            <a:r>
              <a:rPr sz="1600" spc="-30" dirty="0">
                <a:latin typeface="Corbel"/>
                <a:cs typeface="Corbel"/>
              </a:rPr>
              <a:t> </a:t>
            </a:r>
            <a:r>
              <a:rPr sz="1600" dirty="0">
                <a:latin typeface="Corbel"/>
                <a:cs typeface="Corbel"/>
              </a:rPr>
              <a:t>the</a:t>
            </a:r>
            <a:r>
              <a:rPr sz="1600" spc="-25" dirty="0">
                <a:latin typeface="Corbel"/>
                <a:cs typeface="Corbel"/>
              </a:rPr>
              <a:t> </a:t>
            </a:r>
            <a:r>
              <a:rPr sz="1600" dirty="0">
                <a:latin typeface="Corbel"/>
                <a:cs typeface="Corbel"/>
              </a:rPr>
              <a:t>category</a:t>
            </a:r>
            <a:r>
              <a:rPr sz="1600" spc="-35" dirty="0">
                <a:latin typeface="Corbel"/>
                <a:cs typeface="Corbel"/>
              </a:rPr>
              <a:t> </a:t>
            </a:r>
            <a:r>
              <a:rPr sz="1600" dirty="0">
                <a:latin typeface="Corbel"/>
                <a:cs typeface="Corbel"/>
              </a:rPr>
              <a:t>was</a:t>
            </a:r>
            <a:r>
              <a:rPr sz="1600" spc="-30" dirty="0">
                <a:latin typeface="Corbel"/>
                <a:cs typeface="Corbel"/>
              </a:rPr>
              <a:t> </a:t>
            </a:r>
            <a:r>
              <a:rPr sz="1600" dirty="0">
                <a:latin typeface="Corbel"/>
                <a:cs typeface="Corbel"/>
              </a:rPr>
              <a:t>specified</a:t>
            </a:r>
            <a:r>
              <a:rPr sz="1600" spc="-20" dirty="0">
                <a:latin typeface="Corbel"/>
                <a:cs typeface="Corbel"/>
              </a:rPr>
              <a:t> </a:t>
            </a:r>
            <a:r>
              <a:rPr sz="1600" dirty="0">
                <a:latin typeface="Corbel"/>
                <a:cs typeface="Corbel"/>
              </a:rPr>
              <a:t>on</a:t>
            </a:r>
            <a:r>
              <a:rPr sz="1600" spc="-20" dirty="0">
                <a:latin typeface="Corbel"/>
                <a:cs typeface="Corbel"/>
              </a:rPr>
              <a:t> </a:t>
            </a:r>
            <a:r>
              <a:rPr sz="1600" dirty="0">
                <a:latin typeface="Corbel"/>
                <a:cs typeface="Corbel"/>
              </a:rPr>
              <a:t>the</a:t>
            </a:r>
            <a:r>
              <a:rPr sz="1600" spc="-65" dirty="0">
                <a:latin typeface="Corbel"/>
                <a:cs typeface="Corbel"/>
              </a:rPr>
              <a:t> </a:t>
            </a:r>
            <a:r>
              <a:rPr sz="1600" spc="-10" dirty="0">
                <a:latin typeface="Corbel"/>
                <a:cs typeface="Corbel"/>
              </a:rPr>
              <a:t>UAPL.</a:t>
            </a:r>
            <a:endParaRPr sz="1600">
              <a:latin typeface="Corbel"/>
              <a:cs typeface="Corbel"/>
            </a:endParaRPr>
          </a:p>
          <a:p>
            <a:pPr marL="355600" marR="5080" indent="-342900" algn="just">
              <a:lnSpc>
                <a:spcPts val="1900"/>
              </a:lnSpc>
              <a:spcBef>
                <a:spcPts val="1000"/>
              </a:spcBef>
              <a:buAutoNum type="arabicPeriod"/>
              <a:tabLst>
                <a:tab pos="355600" algn="l"/>
                <a:tab pos="356870" algn="l"/>
              </a:tabLst>
            </a:pPr>
            <a:r>
              <a:rPr sz="1600" dirty="0">
                <a:latin typeface="Corbel"/>
                <a:cs typeface="Corbel"/>
              </a:rPr>
              <a:t>	For</a:t>
            </a:r>
            <a:r>
              <a:rPr sz="1600" spc="35" dirty="0">
                <a:latin typeface="Corbel"/>
                <a:cs typeface="Corbel"/>
              </a:rPr>
              <a:t> </a:t>
            </a:r>
            <a:r>
              <a:rPr sz="1600" dirty="0">
                <a:latin typeface="Corbel"/>
                <a:cs typeface="Corbel"/>
              </a:rPr>
              <a:t>Class</a:t>
            </a:r>
            <a:r>
              <a:rPr sz="1600" spc="40"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UAPL</a:t>
            </a:r>
            <a:r>
              <a:rPr sz="1600" spc="45" dirty="0">
                <a:latin typeface="Corbel"/>
                <a:cs typeface="Corbel"/>
              </a:rPr>
              <a:t> </a:t>
            </a:r>
            <a:r>
              <a:rPr sz="1600" dirty="0">
                <a:latin typeface="Corbel"/>
                <a:cs typeface="Corbel"/>
              </a:rPr>
              <a:t>holders,</a:t>
            </a:r>
            <a:r>
              <a:rPr sz="1600" spc="40" dirty="0">
                <a:latin typeface="Corbel"/>
                <a:cs typeface="Corbel"/>
              </a:rPr>
              <a:t> </a:t>
            </a:r>
            <a:r>
              <a:rPr sz="1600" dirty="0">
                <a:latin typeface="Corbel"/>
                <a:cs typeface="Corbel"/>
              </a:rPr>
              <a:t>a</a:t>
            </a:r>
            <a:r>
              <a:rPr sz="1600" spc="40" dirty="0">
                <a:latin typeface="Corbel"/>
                <a:cs typeface="Corbel"/>
              </a:rPr>
              <a:t> </a:t>
            </a:r>
            <a:r>
              <a:rPr sz="1600" dirty="0">
                <a:latin typeface="Corbel"/>
                <a:cs typeface="Corbel"/>
              </a:rPr>
              <a:t>failure</a:t>
            </a:r>
            <a:r>
              <a:rPr sz="1600" spc="4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complete</a:t>
            </a:r>
            <a:r>
              <a:rPr sz="1600" spc="35" dirty="0">
                <a:latin typeface="Corbel"/>
                <a:cs typeface="Corbel"/>
              </a:rPr>
              <a:t> </a:t>
            </a:r>
            <a:r>
              <a:rPr sz="1600" dirty="0">
                <a:latin typeface="Corbel"/>
                <a:cs typeface="Corbel"/>
              </a:rPr>
              <a:t>a</a:t>
            </a:r>
            <a:r>
              <a:rPr sz="1600" spc="45" dirty="0">
                <a:latin typeface="Corbel"/>
                <a:cs typeface="Corbel"/>
              </a:rPr>
              <a:t> </a:t>
            </a:r>
            <a:r>
              <a:rPr sz="1600" dirty="0">
                <a:latin typeface="Corbel"/>
                <a:cs typeface="Corbel"/>
              </a:rPr>
              <a:t>proficiency</a:t>
            </a:r>
            <a:r>
              <a:rPr sz="1600" spc="35" dirty="0">
                <a:latin typeface="Corbel"/>
                <a:cs typeface="Corbel"/>
              </a:rPr>
              <a:t> </a:t>
            </a:r>
            <a:r>
              <a:rPr sz="1600" dirty="0">
                <a:latin typeface="Corbel"/>
                <a:cs typeface="Corbel"/>
              </a:rPr>
              <a:t>check</a:t>
            </a:r>
            <a:r>
              <a:rPr sz="1600" spc="30" dirty="0">
                <a:latin typeface="Corbel"/>
                <a:cs typeface="Corbel"/>
              </a:rPr>
              <a:t> </a:t>
            </a:r>
            <a:r>
              <a:rPr sz="1600" dirty="0">
                <a:latin typeface="Corbel"/>
                <a:cs typeface="Corbel"/>
              </a:rPr>
              <a:t>will</a:t>
            </a:r>
            <a:r>
              <a:rPr sz="1600" spc="40" dirty="0">
                <a:latin typeface="Corbel"/>
                <a:cs typeface="Corbel"/>
              </a:rPr>
              <a:t> </a:t>
            </a:r>
            <a:r>
              <a:rPr sz="1600" dirty="0">
                <a:latin typeface="Corbel"/>
                <a:cs typeface="Corbel"/>
              </a:rPr>
              <a:t>lead</a:t>
            </a:r>
            <a:r>
              <a:rPr sz="1600" spc="45"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expiry</a:t>
            </a:r>
            <a:r>
              <a:rPr sz="1600" spc="35" dirty="0">
                <a:latin typeface="Corbel"/>
                <a:cs typeface="Corbel"/>
              </a:rPr>
              <a:t> </a:t>
            </a:r>
            <a:r>
              <a:rPr sz="1600" dirty="0">
                <a:latin typeface="Corbel"/>
                <a:cs typeface="Corbel"/>
              </a:rPr>
              <a:t>of</a:t>
            </a:r>
            <a:r>
              <a:rPr sz="1600" spc="3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UAPL</a:t>
            </a:r>
            <a:r>
              <a:rPr sz="1600" spc="45" dirty="0">
                <a:latin typeface="Corbel"/>
                <a:cs typeface="Corbel"/>
              </a:rPr>
              <a:t> </a:t>
            </a:r>
            <a:r>
              <a:rPr sz="1600" dirty="0">
                <a:latin typeface="Corbel"/>
                <a:cs typeface="Corbel"/>
              </a:rPr>
              <a:t>in</a:t>
            </a:r>
            <a:r>
              <a:rPr sz="1600" spc="45" dirty="0">
                <a:latin typeface="Corbel"/>
                <a:cs typeface="Corbel"/>
              </a:rPr>
              <a:t> </a:t>
            </a:r>
            <a:r>
              <a:rPr sz="1600" spc="-10" dirty="0">
                <a:latin typeface="Corbel"/>
                <a:cs typeface="Corbel"/>
              </a:rPr>
              <a:t>respect </a:t>
            </a:r>
            <a:r>
              <a:rPr sz="1600" dirty="0">
                <a:latin typeface="Corbel"/>
                <a:cs typeface="Corbel"/>
              </a:rPr>
              <a:t>of</a:t>
            </a:r>
            <a:r>
              <a:rPr sz="1600" spc="-25" dirty="0">
                <a:latin typeface="Corbel"/>
                <a:cs typeface="Corbel"/>
              </a:rPr>
              <a:t> </a:t>
            </a:r>
            <a:r>
              <a:rPr sz="1600" spc="-10" dirty="0">
                <a:latin typeface="Corbel"/>
                <a:cs typeface="Corbel"/>
              </a:rPr>
              <a:t>each</a:t>
            </a:r>
            <a:r>
              <a:rPr sz="1600" spc="-75" dirty="0">
                <a:latin typeface="Corbel"/>
                <a:cs typeface="Corbel"/>
              </a:rPr>
              <a:t> </a:t>
            </a:r>
            <a:r>
              <a:rPr sz="1600" spc="-10" dirty="0">
                <a:latin typeface="Corbel"/>
                <a:cs typeface="Corbel"/>
              </a:rPr>
              <a:t>Class</a:t>
            </a:r>
            <a:r>
              <a:rPr sz="1600" spc="-70" dirty="0">
                <a:latin typeface="Corbel"/>
                <a:cs typeface="Corbel"/>
              </a:rPr>
              <a:t> </a:t>
            </a:r>
            <a:r>
              <a:rPr sz="1600" dirty="0">
                <a:latin typeface="Corbel"/>
                <a:cs typeface="Corbel"/>
              </a:rPr>
              <a:t>A</a:t>
            </a:r>
            <a:r>
              <a:rPr sz="1600" spc="-20" dirty="0">
                <a:latin typeface="Corbel"/>
                <a:cs typeface="Corbel"/>
              </a:rPr>
              <a:t> </a:t>
            </a:r>
            <a:r>
              <a:rPr sz="1600" dirty="0">
                <a:latin typeface="Corbel"/>
                <a:cs typeface="Corbel"/>
              </a:rPr>
              <a:t>category</a:t>
            </a:r>
            <a:r>
              <a:rPr sz="1600" spc="-20" dirty="0">
                <a:latin typeface="Corbel"/>
                <a:cs typeface="Corbel"/>
              </a:rPr>
              <a:t> </a:t>
            </a:r>
            <a:r>
              <a:rPr sz="1600" dirty="0">
                <a:latin typeface="Corbel"/>
                <a:cs typeface="Corbel"/>
              </a:rPr>
              <a:t>specified</a:t>
            </a:r>
            <a:r>
              <a:rPr sz="1600" spc="-10" dirty="0">
                <a:latin typeface="Corbel"/>
                <a:cs typeface="Corbel"/>
              </a:rPr>
              <a:t> </a:t>
            </a:r>
            <a:r>
              <a:rPr sz="1600" dirty="0">
                <a:latin typeface="Corbel"/>
                <a:cs typeface="Corbel"/>
              </a:rPr>
              <a:t>in</a:t>
            </a:r>
            <a:r>
              <a:rPr sz="1600" spc="-10" dirty="0">
                <a:latin typeface="Corbel"/>
                <a:cs typeface="Corbel"/>
              </a:rPr>
              <a:t> </a:t>
            </a:r>
            <a:r>
              <a:rPr sz="1600" dirty="0">
                <a:latin typeface="Corbel"/>
                <a:cs typeface="Corbel"/>
              </a:rPr>
              <a:t>the</a:t>
            </a:r>
            <a:r>
              <a:rPr sz="1600" spc="-10" dirty="0">
                <a:latin typeface="Corbel"/>
                <a:cs typeface="Corbel"/>
              </a:rPr>
              <a:t> licence.</a:t>
            </a:r>
            <a:endParaRPr sz="1600">
              <a:latin typeface="Corbel"/>
              <a:cs typeface="Corbel"/>
            </a:endParaRPr>
          </a:p>
          <a:p>
            <a:pPr marL="355600" marR="5080" indent="-342900" algn="just">
              <a:lnSpc>
                <a:spcPct val="100299"/>
              </a:lnSpc>
              <a:spcBef>
                <a:spcPts val="915"/>
              </a:spcBef>
              <a:buAutoNum type="arabicPeriod"/>
              <a:tabLst>
                <a:tab pos="355600" algn="l"/>
                <a:tab pos="357505" algn="l"/>
              </a:tabLst>
            </a:pPr>
            <a:r>
              <a:rPr sz="1600" dirty="0">
                <a:latin typeface="Corbel"/>
                <a:cs typeface="Corbel"/>
              </a:rPr>
              <a:t>	For</a:t>
            </a:r>
            <a:r>
              <a:rPr sz="1600" spc="15" dirty="0">
                <a:latin typeface="Corbel"/>
                <a:cs typeface="Corbel"/>
              </a:rPr>
              <a:t> </a:t>
            </a:r>
            <a:r>
              <a:rPr sz="1600" dirty="0">
                <a:latin typeface="Corbel"/>
                <a:cs typeface="Corbel"/>
              </a:rPr>
              <a:t>Class</a:t>
            </a:r>
            <a:r>
              <a:rPr sz="1600" spc="20" dirty="0">
                <a:latin typeface="Corbel"/>
                <a:cs typeface="Corbel"/>
              </a:rPr>
              <a:t> </a:t>
            </a:r>
            <a:r>
              <a:rPr sz="1600" dirty="0">
                <a:latin typeface="Corbel"/>
                <a:cs typeface="Corbel"/>
              </a:rPr>
              <a:t>B</a:t>
            </a:r>
            <a:r>
              <a:rPr sz="1600" spc="15" dirty="0">
                <a:latin typeface="Corbel"/>
                <a:cs typeface="Corbel"/>
              </a:rPr>
              <a:t> </a:t>
            </a:r>
            <a:r>
              <a:rPr sz="1600" dirty="0">
                <a:latin typeface="Corbel"/>
                <a:cs typeface="Corbel"/>
              </a:rPr>
              <a:t>UAPL</a:t>
            </a:r>
            <a:r>
              <a:rPr sz="1600" spc="15" dirty="0">
                <a:latin typeface="Corbel"/>
                <a:cs typeface="Corbel"/>
              </a:rPr>
              <a:t> </a:t>
            </a:r>
            <a:r>
              <a:rPr sz="1600" dirty="0">
                <a:latin typeface="Corbel"/>
                <a:cs typeface="Corbel"/>
              </a:rPr>
              <a:t>holders,</a:t>
            </a:r>
            <a:r>
              <a:rPr sz="1600" spc="20" dirty="0">
                <a:latin typeface="Corbel"/>
                <a:cs typeface="Corbel"/>
              </a:rPr>
              <a:t> </a:t>
            </a:r>
            <a:r>
              <a:rPr sz="1600" dirty="0">
                <a:latin typeface="Corbel"/>
                <a:cs typeface="Corbel"/>
              </a:rPr>
              <a:t>in</a:t>
            </a:r>
            <a:r>
              <a:rPr sz="1600" spc="20" dirty="0">
                <a:latin typeface="Corbel"/>
                <a:cs typeface="Corbel"/>
              </a:rPr>
              <a:t> </a:t>
            </a:r>
            <a:r>
              <a:rPr sz="1600" dirty="0">
                <a:latin typeface="Corbel"/>
                <a:cs typeface="Corbel"/>
              </a:rPr>
              <a:t>addition</a:t>
            </a:r>
            <a:r>
              <a:rPr sz="1600" spc="25" dirty="0">
                <a:latin typeface="Corbel"/>
                <a:cs typeface="Corbel"/>
              </a:rPr>
              <a:t> </a:t>
            </a:r>
            <a:r>
              <a:rPr sz="1600" dirty="0">
                <a:latin typeface="Corbel"/>
                <a:cs typeface="Corbel"/>
              </a:rPr>
              <a:t>to</a:t>
            </a:r>
            <a:r>
              <a:rPr sz="1600" spc="1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proficiency,</a:t>
            </a:r>
            <a:r>
              <a:rPr sz="1600" spc="20" dirty="0">
                <a:latin typeface="Corbel"/>
                <a:cs typeface="Corbel"/>
              </a:rPr>
              <a:t> </a:t>
            </a:r>
            <a:r>
              <a:rPr sz="1600" b="1" u="sng" dirty="0">
                <a:uFill>
                  <a:solidFill>
                    <a:srgbClr val="000000"/>
                  </a:solidFill>
                </a:uFill>
                <a:latin typeface="Corbel"/>
                <a:cs typeface="Corbel"/>
              </a:rPr>
              <a:t>a</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refresher</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training,</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in</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respect</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each</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rating stated </a:t>
            </a:r>
            <a:r>
              <a:rPr sz="1600" b="1" u="sng" spc="-25" dirty="0">
                <a:uFill>
                  <a:solidFill>
                    <a:srgbClr val="000000"/>
                  </a:solidFill>
                </a:uFill>
                <a:latin typeface="Corbel"/>
                <a:cs typeface="Corbel"/>
              </a:rPr>
              <a:t>in</a:t>
            </a:r>
            <a:r>
              <a:rPr sz="1600" b="1" spc="-25" dirty="0">
                <a:latin typeface="Corbel"/>
                <a:cs typeface="Corbel"/>
              </a:rPr>
              <a:t> </a:t>
            </a:r>
            <a:r>
              <a:rPr sz="1600" b="1" u="sng" dirty="0">
                <a:uFill>
                  <a:solidFill>
                    <a:srgbClr val="000000"/>
                  </a:solidFill>
                </a:uFill>
                <a:latin typeface="Corbel"/>
                <a:cs typeface="Corbel"/>
              </a:rPr>
              <a:t>Class</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B,</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is</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required</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to</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be</a:t>
            </a:r>
            <a:r>
              <a:rPr sz="1600" b="1" u="sng" spc="-10" dirty="0">
                <a:uFill>
                  <a:solidFill>
                    <a:srgbClr val="000000"/>
                  </a:solidFill>
                </a:uFill>
                <a:latin typeface="Corbel"/>
                <a:cs typeface="Corbel"/>
              </a:rPr>
              <a:t> </a:t>
            </a:r>
            <a:r>
              <a:rPr sz="1600" b="1" u="sng" dirty="0">
                <a:uFill>
                  <a:solidFill>
                    <a:srgbClr val="000000"/>
                  </a:solidFill>
                </a:uFill>
                <a:latin typeface="Corbel"/>
                <a:cs typeface="Corbel"/>
              </a:rPr>
              <a:t>completed</a:t>
            </a:r>
            <a:r>
              <a:rPr sz="1600" b="1" u="sng" spc="-15" dirty="0">
                <a:uFill>
                  <a:solidFill>
                    <a:srgbClr val="000000"/>
                  </a:solidFill>
                </a:uFill>
                <a:latin typeface="Corbel"/>
                <a:cs typeface="Corbel"/>
              </a:rPr>
              <a:t> </a:t>
            </a:r>
            <a:r>
              <a:rPr sz="1600" b="1" u="sng" dirty="0">
                <a:uFill>
                  <a:solidFill>
                    <a:srgbClr val="000000"/>
                  </a:solidFill>
                </a:uFill>
                <a:latin typeface="Corbel"/>
                <a:cs typeface="Corbel"/>
              </a:rPr>
              <a:t>at</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least</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once</a:t>
            </a:r>
            <a:r>
              <a:rPr sz="1600" b="1" u="sng" spc="-5" dirty="0">
                <a:uFill>
                  <a:solidFill>
                    <a:srgbClr val="000000"/>
                  </a:solidFill>
                </a:uFill>
                <a:latin typeface="Corbel"/>
                <a:cs typeface="Corbel"/>
              </a:rPr>
              <a:t> </a:t>
            </a:r>
            <a:r>
              <a:rPr sz="1600" b="1" u="sng" dirty="0">
                <a:uFill>
                  <a:solidFill>
                    <a:srgbClr val="000000"/>
                  </a:solidFill>
                </a:uFill>
                <a:latin typeface="Corbel"/>
                <a:cs typeface="Corbel"/>
              </a:rPr>
              <a:t>a</a:t>
            </a:r>
            <a:r>
              <a:rPr sz="1600" b="1" u="sng" spc="-10" dirty="0">
                <a:uFill>
                  <a:solidFill>
                    <a:srgbClr val="000000"/>
                  </a:solidFill>
                </a:uFill>
                <a:latin typeface="Corbel"/>
                <a:cs typeface="Corbel"/>
              </a:rPr>
              <a:t> year.</a:t>
            </a:r>
            <a:r>
              <a:rPr sz="1600" b="1" spc="-15" dirty="0">
                <a:latin typeface="Corbel"/>
                <a:cs typeface="Corbel"/>
              </a:rPr>
              <a:t> </a:t>
            </a:r>
            <a:r>
              <a:rPr sz="1600" dirty="0">
                <a:latin typeface="Corbel"/>
                <a:cs typeface="Corbel"/>
              </a:rPr>
              <a:t>The</a:t>
            </a:r>
            <a:r>
              <a:rPr sz="1600" spc="5" dirty="0">
                <a:latin typeface="Corbel"/>
                <a:cs typeface="Corbel"/>
              </a:rPr>
              <a:t> </a:t>
            </a:r>
            <a:r>
              <a:rPr sz="1600" dirty="0">
                <a:latin typeface="Corbel"/>
                <a:cs typeface="Corbel"/>
              </a:rPr>
              <a:t>refresher training</a:t>
            </a:r>
            <a:r>
              <a:rPr sz="1600" spc="-5" dirty="0">
                <a:latin typeface="Corbel"/>
                <a:cs typeface="Corbel"/>
              </a:rPr>
              <a:t> </a:t>
            </a:r>
            <a:r>
              <a:rPr sz="1600" dirty="0">
                <a:latin typeface="Corbel"/>
                <a:cs typeface="Corbel"/>
              </a:rPr>
              <a:t>can be conducted by</a:t>
            </a:r>
            <a:r>
              <a:rPr sz="1600" spc="-5" dirty="0">
                <a:latin typeface="Corbel"/>
                <a:cs typeface="Corbel"/>
              </a:rPr>
              <a:t> </a:t>
            </a:r>
            <a:r>
              <a:rPr sz="1600" dirty="0">
                <a:latin typeface="Corbel"/>
                <a:cs typeface="Corbel"/>
              </a:rPr>
              <a:t>a </a:t>
            </a:r>
            <a:r>
              <a:rPr sz="1600" spc="-20" dirty="0">
                <a:latin typeface="Corbel"/>
                <a:cs typeface="Corbel"/>
              </a:rPr>
              <a:t>UATO</a:t>
            </a:r>
            <a:r>
              <a:rPr sz="1600" spc="5" dirty="0">
                <a:latin typeface="Corbel"/>
                <a:cs typeface="Corbel"/>
              </a:rPr>
              <a:t> </a:t>
            </a:r>
            <a:r>
              <a:rPr sz="1600" spc="-25" dirty="0">
                <a:latin typeface="Corbel"/>
                <a:cs typeface="Corbel"/>
              </a:rPr>
              <a:t>or </a:t>
            </a:r>
            <a:r>
              <a:rPr sz="1600" dirty="0">
                <a:latin typeface="Corbel"/>
                <a:cs typeface="Corbel"/>
              </a:rPr>
              <a:t>an</a:t>
            </a:r>
            <a:r>
              <a:rPr sz="1600" spc="155" dirty="0">
                <a:latin typeface="Corbel"/>
                <a:cs typeface="Corbel"/>
              </a:rPr>
              <a:t> </a:t>
            </a:r>
            <a:r>
              <a:rPr sz="1600" dirty="0">
                <a:latin typeface="Corbel"/>
                <a:cs typeface="Corbel"/>
              </a:rPr>
              <a:t>Operator</a:t>
            </a:r>
            <a:r>
              <a:rPr sz="1600" spc="150" dirty="0">
                <a:latin typeface="Corbel"/>
                <a:cs typeface="Corbel"/>
              </a:rPr>
              <a:t> </a:t>
            </a:r>
            <a:r>
              <a:rPr sz="1600" dirty="0">
                <a:latin typeface="Corbel"/>
                <a:cs typeface="Corbel"/>
              </a:rPr>
              <a:t>Permit</a:t>
            </a:r>
            <a:r>
              <a:rPr sz="1600" spc="140" dirty="0">
                <a:latin typeface="Corbel"/>
                <a:cs typeface="Corbel"/>
              </a:rPr>
              <a:t> </a:t>
            </a:r>
            <a:r>
              <a:rPr sz="1600" dirty="0">
                <a:latin typeface="Corbel"/>
                <a:cs typeface="Corbel"/>
              </a:rPr>
              <a:t>holder</a:t>
            </a:r>
            <a:r>
              <a:rPr sz="1600" spc="155" dirty="0">
                <a:latin typeface="Corbel"/>
                <a:cs typeface="Corbel"/>
              </a:rPr>
              <a:t> </a:t>
            </a:r>
            <a:r>
              <a:rPr sz="1600" dirty="0">
                <a:latin typeface="Corbel"/>
                <a:cs typeface="Corbel"/>
              </a:rPr>
              <a:t>by</a:t>
            </a:r>
            <a:r>
              <a:rPr sz="1600" spc="145" dirty="0">
                <a:latin typeface="Corbel"/>
                <a:cs typeface="Corbel"/>
              </a:rPr>
              <a:t> </a:t>
            </a:r>
            <a:r>
              <a:rPr sz="1600" dirty="0">
                <a:latin typeface="Corbel"/>
                <a:cs typeface="Corbel"/>
              </a:rPr>
              <a:t>whom</a:t>
            </a:r>
            <a:r>
              <a:rPr sz="1600" spc="150" dirty="0">
                <a:latin typeface="Corbel"/>
                <a:cs typeface="Corbel"/>
              </a:rPr>
              <a:t> </a:t>
            </a:r>
            <a:r>
              <a:rPr sz="1600" dirty="0">
                <a:latin typeface="Corbel"/>
                <a:cs typeface="Corbel"/>
              </a:rPr>
              <a:t>the</a:t>
            </a:r>
            <a:r>
              <a:rPr sz="1600" spc="160" dirty="0">
                <a:latin typeface="Corbel"/>
                <a:cs typeface="Corbel"/>
              </a:rPr>
              <a:t> </a:t>
            </a:r>
            <a:r>
              <a:rPr sz="1600" dirty="0">
                <a:latin typeface="Corbel"/>
                <a:cs typeface="Corbel"/>
              </a:rPr>
              <a:t>holder</a:t>
            </a:r>
            <a:r>
              <a:rPr sz="1600" spc="150" dirty="0">
                <a:latin typeface="Corbel"/>
                <a:cs typeface="Corbel"/>
              </a:rPr>
              <a:t> </a:t>
            </a:r>
            <a:r>
              <a:rPr sz="1600" dirty="0">
                <a:latin typeface="Corbel"/>
                <a:cs typeface="Corbel"/>
              </a:rPr>
              <a:t>of</a:t>
            </a:r>
            <a:r>
              <a:rPr sz="1600" spc="150" dirty="0">
                <a:latin typeface="Corbel"/>
                <a:cs typeface="Corbel"/>
              </a:rPr>
              <a:t> </a:t>
            </a:r>
            <a:r>
              <a:rPr sz="1600" dirty="0">
                <a:latin typeface="Corbel"/>
                <a:cs typeface="Corbel"/>
              </a:rPr>
              <a:t>the</a:t>
            </a:r>
            <a:r>
              <a:rPr sz="1600" spc="155" dirty="0">
                <a:latin typeface="Corbel"/>
                <a:cs typeface="Corbel"/>
              </a:rPr>
              <a:t> </a:t>
            </a:r>
            <a:r>
              <a:rPr sz="1600" dirty="0">
                <a:latin typeface="Corbel"/>
                <a:cs typeface="Corbel"/>
              </a:rPr>
              <a:t>UAPL</a:t>
            </a:r>
            <a:r>
              <a:rPr sz="1600" spc="155" dirty="0">
                <a:latin typeface="Corbel"/>
                <a:cs typeface="Corbel"/>
              </a:rPr>
              <a:t> </a:t>
            </a:r>
            <a:r>
              <a:rPr sz="1600" dirty="0">
                <a:latin typeface="Corbel"/>
                <a:cs typeface="Corbel"/>
              </a:rPr>
              <a:t>is</a:t>
            </a:r>
            <a:r>
              <a:rPr sz="1600" spc="155" dirty="0">
                <a:latin typeface="Corbel"/>
                <a:cs typeface="Corbel"/>
              </a:rPr>
              <a:t> </a:t>
            </a:r>
            <a:r>
              <a:rPr sz="1600" dirty="0">
                <a:latin typeface="Corbel"/>
                <a:cs typeface="Corbel"/>
              </a:rPr>
              <a:t>employed</a:t>
            </a:r>
            <a:r>
              <a:rPr sz="1600" spc="155" dirty="0">
                <a:latin typeface="Corbel"/>
                <a:cs typeface="Corbel"/>
              </a:rPr>
              <a:t> </a:t>
            </a:r>
            <a:r>
              <a:rPr sz="1600" dirty="0">
                <a:latin typeface="Corbel"/>
                <a:cs typeface="Corbel"/>
              </a:rPr>
              <a:t>or</a:t>
            </a:r>
            <a:r>
              <a:rPr sz="1600" spc="150" dirty="0">
                <a:latin typeface="Corbel"/>
                <a:cs typeface="Corbel"/>
              </a:rPr>
              <a:t> </a:t>
            </a:r>
            <a:r>
              <a:rPr sz="1600" dirty="0">
                <a:latin typeface="Corbel"/>
                <a:cs typeface="Corbel"/>
              </a:rPr>
              <a:t>engaged.</a:t>
            </a:r>
            <a:r>
              <a:rPr sz="1600" spc="155" dirty="0">
                <a:latin typeface="Corbel"/>
                <a:cs typeface="Corbel"/>
              </a:rPr>
              <a:t> </a:t>
            </a:r>
            <a:r>
              <a:rPr sz="1600" dirty="0">
                <a:latin typeface="Corbel"/>
                <a:cs typeface="Corbel"/>
              </a:rPr>
              <a:t>Failure</a:t>
            </a:r>
            <a:r>
              <a:rPr sz="1600" spc="150" dirty="0">
                <a:latin typeface="Corbel"/>
                <a:cs typeface="Corbel"/>
              </a:rPr>
              <a:t> </a:t>
            </a:r>
            <a:r>
              <a:rPr sz="1600" dirty="0">
                <a:latin typeface="Corbel"/>
                <a:cs typeface="Corbel"/>
              </a:rPr>
              <a:t>to</a:t>
            </a:r>
            <a:r>
              <a:rPr sz="1600" spc="145" dirty="0">
                <a:latin typeface="Corbel"/>
                <a:cs typeface="Corbel"/>
              </a:rPr>
              <a:t> </a:t>
            </a:r>
            <a:r>
              <a:rPr sz="1600" dirty="0">
                <a:latin typeface="Corbel"/>
                <a:cs typeface="Corbel"/>
              </a:rPr>
              <a:t>complete</a:t>
            </a:r>
            <a:r>
              <a:rPr sz="1600" spc="150" dirty="0">
                <a:latin typeface="Corbel"/>
                <a:cs typeface="Corbel"/>
              </a:rPr>
              <a:t> </a:t>
            </a:r>
            <a:r>
              <a:rPr sz="1600" spc="-25" dirty="0">
                <a:latin typeface="Corbel"/>
                <a:cs typeface="Corbel"/>
              </a:rPr>
              <a:t>the </a:t>
            </a:r>
            <a:r>
              <a:rPr sz="1600" dirty="0">
                <a:latin typeface="Corbel"/>
                <a:cs typeface="Corbel"/>
              </a:rPr>
              <a:t>proficiency</a:t>
            </a:r>
            <a:r>
              <a:rPr sz="1600" spc="35" dirty="0">
                <a:latin typeface="Corbel"/>
                <a:cs typeface="Corbel"/>
              </a:rPr>
              <a:t> </a:t>
            </a:r>
            <a:r>
              <a:rPr sz="1600" dirty="0">
                <a:latin typeface="Corbel"/>
                <a:cs typeface="Corbel"/>
              </a:rPr>
              <a:t>check</a:t>
            </a:r>
            <a:r>
              <a:rPr sz="1600" spc="35" dirty="0">
                <a:latin typeface="Corbel"/>
                <a:cs typeface="Corbel"/>
              </a:rPr>
              <a:t> </a:t>
            </a:r>
            <a:r>
              <a:rPr sz="1600" dirty="0">
                <a:latin typeface="Corbel"/>
                <a:cs typeface="Corbel"/>
              </a:rPr>
              <a:t>or</a:t>
            </a:r>
            <a:r>
              <a:rPr sz="1600" spc="45" dirty="0">
                <a:latin typeface="Corbel"/>
                <a:cs typeface="Corbel"/>
              </a:rPr>
              <a:t> </a:t>
            </a:r>
            <a:r>
              <a:rPr sz="1600" dirty="0">
                <a:latin typeface="Corbel"/>
                <a:cs typeface="Corbel"/>
              </a:rPr>
              <a:t>refresher</a:t>
            </a:r>
            <a:r>
              <a:rPr sz="1600" spc="45" dirty="0">
                <a:latin typeface="Corbel"/>
                <a:cs typeface="Corbel"/>
              </a:rPr>
              <a:t> </a:t>
            </a:r>
            <a:r>
              <a:rPr sz="1600" dirty="0">
                <a:latin typeface="Corbel"/>
                <a:cs typeface="Corbel"/>
              </a:rPr>
              <a:t>training</a:t>
            </a:r>
            <a:r>
              <a:rPr sz="1600" spc="45" dirty="0">
                <a:latin typeface="Corbel"/>
                <a:cs typeface="Corbel"/>
              </a:rPr>
              <a:t> </a:t>
            </a:r>
            <a:r>
              <a:rPr sz="1600" dirty="0">
                <a:latin typeface="Corbel"/>
                <a:cs typeface="Corbel"/>
              </a:rPr>
              <a:t>will</a:t>
            </a:r>
            <a:r>
              <a:rPr sz="1600" spc="45" dirty="0">
                <a:latin typeface="Corbel"/>
                <a:cs typeface="Corbel"/>
              </a:rPr>
              <a:t> </a:t>
            </a:r>
            <a:r>
              <a:rPr sz="1600" dirty="0">
                <a:latin typeface="Corbel"/>
                <a:cs typeface="Corbel"/>
              </a:rPr>
              <a:t>lead</a:t>
            </a:r>
            <a:r>
              <a:rPr sz="1600" spc="40" dirty="0">
                <a:latin typeface="Corbel"/>
                <a:cs typeface="Corbel"/>
              </a:rPr>
              <a:t> </a:t>
            </a:r>
            <a:r>
              <a:rPr sz="1600" dirty="0">
                <a:latin typeface="Corbel"/>
                <a:cs typeface="Corbel"/>
              </a:rPr>
              <a:t>to</a:t>
            </a:r>
            <a:r>
              <a:rPr sz="1600" spc="40"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expiry</a:t>
            </a:r>
            <a:r>
              <a:rPr sz="1600" spc="40" dirty="0">
                <a:latin typeface="Corbel"/>
                <a:cs typeface="Corbel"/>
              </a:rPr>
              <a:t> </a:t>
            </a:r>
            <a:r>
              <a:rPr sz="1600" dirty="0">
                <a:latin typeface="Corbel"/>
                <a:cs typeface="Corbel"/>
              </a:rPr>
              <a:t>of</a:t>
            </a:r>
            <a:r>
              <a:rPr sz="1600" spc="4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UAPL</a:t>
            </a:r>
            <a:r>
              <a:rPr sz="1600" spc="45" dirty="0">
                <a:latin typeface="Corbel"/>
                <a:cs typeface="Corbel"/>
              </a:rPr>
              <a:t> </a:t>
            </a:r>
            <a:r>
              <a:rPr sz="1600" dirty="0">
                <a:latin typeface="Corbel"/>
                <a:cs typeface="Corbel"/>
              </a:rPr>
              <a:t>in</a:t>
            </a:r>
            <a:r>
              <a:rPr sz="1600" spc="50" dirty="0">
                <a:latin typeface="Corbel"/>
                <a:cs typeface="Corbel"/>
              </a:rPr>
              <a:t> </a:t>
            </a:r>
            <a:r>
              <a:rPr sz="1600" dirty="0">
                <a:latin typeface="Corbel"/>
                <a:cs typeface="Corbel"/>
              </a:rPr>
              <a:t>respect</a:t>
            </a:r>
            <a:r>
              <a:rPr sz="1600" spc="35" dirty="0">
                <a:latin typeface="Corbel"/>
                <a:cs typeface="Corbel"/>
              </a:rPr>
              <a:t> </a:t>
            </a:r>
            <a:r>
              <a:rPr sz="1600" dirty="0">
                <a:latin typeface="Corbel"/>
                <a:cs typeface="Corbel"/>
              </a:rPr>
              <a:t>of</a:t>
            </a:r>
            <a:r>
              <a:rPr sz="1600" spc="45"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rating</a:t>
            </a:r>
            <a:r>
              <a:rPr sz="1600" spc="40" dirty="0">
                <a:latin typeface="Corbel"/>
                <a:cs typeface="Corbel"/>
              </a:rPr>
              <a:t> </a:t>
            </a:r>
            <a:r>
              <a:rPr sz="1600" dirty="0">
                <a:latin typeface="Corbel"/>
                <a:cs typeface="Corbel"/>
              </a:rPr>
              <a:t>specified</a:t>
            </a:r>
            <a:r>
              <a:rPr sz="1600" spc="50" dirty="0">
                <a:latin typeface="Corbel"/>
                <a:cs typeface="Corbel"/>
              </a:rPr>
              <a:t> </a:t>
            </a:r>
            <a:r>
              <a:rPr sz="1600" dirty="0">
                <a:latin typeface="Corbel"/>
                <a:cs typeface="Corbel"/>
              </a:rPr>
              <a:t>in</a:t>
            </a:r>
            <a:r>
              <a:rPr sz="1600" spc="50" dirty="0">
                <a:latin typeface="Corbel"/>
                <a:cs typeface="Corbel"/>
              </a:rPr>
              <a:t> </a:t>
            </a:r>
            <a:r>
              <a:rPr sz="1600" spc="-25" dirty="0">
                <a:latin typeface="Corbel"/>
                <a:cs typeface="Corbel"/>
              </a:rPr>
              <a:t>the </a:t>
            </a:r>
            <a:r>
              <a:rPr sz="1600" spc="-10" dirty="0">
                <a:latin typeface="Corbel"/>
                <a:cs typeface="Corbel"/>
              </a:rPr>
              <a:t>licence.</a:t>
            </a:r>
            <a:endParaRPr sz="1600">
              <a:latin typeface="Corbel"/>
              <a:cs typeface="Corbel"/>
            </a:endParaRPr>
          </a:p>
          <a:p>
            <a:pPr marL="241300" marR="6350" indent="-228600">
              <a:lnSpc>
                <a:spcPts val="1900"/>
              </a:lnSpc>
              <a:spcBef>
                <a:spcPts val="1060"/>
              </a:spcBef>
              <a:buAutoNum type="arabicPeriod"/>
              <a:tabLst>
                <a:tab pos="241300" algn="l"/>
              </a:tabLst>
            </a:pPr>
            <a:r>
              <a:rPr sz="1600" dirty="0">
                <a:latin typeface="Corbel"/>
                <a:cs typeface="Corbel"/>
              </a:rPr>
              <a:t>Documents</a:t>
            </a:r>
            <a:r>
              <a:rPr sz="1600" spc="75" dirty="0">
                <a:latin typeface="Corbel"/>
                <a:cs typeface="Corbel"/>
              </a:rPr>
              <a:t> </a:t>
            </a:r>
            <a:r>
              <a:rPr sz="1600" dirty="0">
                <a:latin typeface="Corbel"/>
                <a:cs typeface="Corbel"/>
              </a:rPr>
              <a:t>evidencing</a:t>
            </a:r>
            <a:r>
              <a:rPr sz="1600" spc="75" dirty="0">
                <a:latin typeface="Corbel"/>
                <a:cs typeface="Corbel"/>
              </a:rPr>
              <a:t> </a:t>
            </a:r>
            <a:r>
              <a:rPr sz="1600" dirty="0">
                <a:latin typeface="Corbel"/>
                <a:cs typeface="Corbel"/>
              </a:rPr>
              <a:t>the</a:t>
            </a:r>
            <a:r>
              <a:rPr sz="1600" spc="75" dirty="0">
                <a:latin typeface="Corbel"/>
                <a:cs typeface="Corbel"/>
              </a:rPr>
              <a:t> </a:t>
            </a:r>
            <a:r>
              <a:rPr sz="1600" dirty="0">
                <a:latin typeface="Corbel"/>
                <a:cs typeface="Corbel"/>
              </a:rPr>
              <a:t>completion</a:t>
            </a:r>
            <a:r>
              <a:rPr sz="1600" spc="80" dirty="0">
                <a:latin typeface="Corbel"/>
                <a:cs typeface="Corbel"/>
              </a:rPr>
              <a:t> </a:t>
            </a:r>
            <a:r>
              <a:rPr sz="1600" dirty="0">
                <a:latin typeface="Corbel"/>
                <a:cs typeface="Corbel"/>
              </a:rPr>
              <a:t>of</a:t>
            </a:r>
            <a:r>
              <a:rPr sz="1600" spc="75" dirty="0">
                <a:latin typeface="Corbel"/>
                <a:cs typeface="Corbel"/>
              </a:rPr>
              <a:t> </a:t>
            </a:r>
            <a:r>
              <a:rPr sz="1600" dirty="0">
                <a:latin typeface="Corbel"/>
                <a:cs typeface="Corbel"/>
              </a:rPr>
              <a:t>Class</a:t>
            </a:r>
            <a:r>
              <a:rPr sz="1600" spc="75" dirty="0">
                <a:latin typeface="Corbel"/>
                <a:cs typeface="Corbel"/>
              </a:rPr>
              <a:t> </a:t>
            </a:r>
            <a:r>
              <a:rPr sz="1600" dirty="0">
                <a:latin typeface="Corbel"/>
                <a:cs typeface="Corbel"/>
              </a:rPr>
              <a:t>B</a:t>
            </a:r>
            <a:r>
              <a:rPr sz="1600" spc="75" dirty="0">
                <a:latin typeface="Corbel"/>
                <a:cs typeface="Corbel"/>
              </a:rPr>
              <a:t> </a:t>
            </a:r>
            <a:r>
              <a:rPr sz="1600" dirty="0">
                <a:latin typeface="Corbel"/>
                <a:cs typeface="Corbel"/>
              </a:rPr>
              <a:t>refresher</a:t>
            </a:r>
            <a:r>
              <a:rPr sz="1600" spc="80" dirty="0">
                <a:latin typeface="Corbel"/>
                <a:cs typeface="Corbel"/>
              </a:rPr>
              <a:t> </a:t>
            </a:r>
            <a:r>
              <a:rPr sz="1600" dirty="0">
                <a:latin typeface="Corbel"/>
                <a:cs typeface="Corbel"/>
              </a:rPr>
              <a:t>training</a:t>
            </a:r>
            <a:r>
              <a:rPr sz="1600" spc="75" dirty="0">
                <a:latin typeface="Corbel"/>
                <a:cs typeface="Corbel"/>
              </a:rPr>
              <a:t> </a:t>
            </a:r>
            <a:r>
              <a:rPr sz="1600" dirty="0">
                <a:latin typeface="Corbel"/>
                <a:cs typeface="Corbel"/>
              </a:rPr>
              <a:t>must</a:t>
            </a:r>
            <a:r>
              <a:rPr sz="1600" spc="70" dirty="0">
                <a:latin typeface="Corbel"/>
                <a:cs typeface="Corbel"/>
              </a:rPr>
              <a:t> </a:t>
            </a:r>
            <a:r>
              <a:rPr sz="1600" dirty="0">
                <a:latin typeface="Corbel"/>
                <a:cs typeface="Corbel"/>
              </a:rPr>
              <a:t>be</a:t>
            </a:r>
            <a:r>
              <a:rPr sz="1600" spc="75" dirty="0">
                <a:latin typeface="Corbel"/>
                <a:cs typeface="Corbel"/>
              </a:rPr>
              <a:t> </a:t>
            </a:r>
            <a:r>
              <a:rPr sz="1600" dirty="0">
                <a:latin typeface="Corbel"/>
                <a:cs typeface="Corbel"/>
              </a:rPr>
              <a:t>provided</a:t>
            </a:r>
            <a:r>
              <a:rPr sz="1600" spc="80" dirty="0">
                <a:latin typeface="Corbel"/>
                <a:cs typeface="Corbel"/>
              </a:rPr>
              <a:t> </a:t>
            </a:r>
            <a:r>
              <a:rPr sz="1600" dirty="0">
                <a:latin typeface="Corbel"/>
                <a:cs typeface="Corbel"/>
              </a:rPr>
              <a:t>to</a:t>
            </a:r>
            <a:r>
              <a:rPr sz="1600" spc="70" dirty="0">
                <a:latin typeface="Corbel"/>
                <a:cs typeface="Corbel"/>
              </a:rPr>
              <a:t> </a:t>
            </a:r>
            <a:r>
              <a:rPr sz="1600" dirty="0">
                <a:latin typeface="Corbel"/>
                <a:cs typeface="Corbel"/>
              </a:rPr>
              <a:t>the</a:t>
            </a:r>
            <a:r>
              <a:rPr sz="1600" spc="75" dirty="0">
                <a:latin typeface="Corbel"/>
                <a:cs typeface="Corbel"/>
              </a:rPr>
              <a:t> </a:t>
            </a:r>
            <a:r>
              <a:rPr sz="1600" dirty="0">
                <a:latin typeface="Corbel"/>
                <a:cs typeface="Corbel"/>
              </a:rPr>
              <a:t>AFE</a:t>
            </a:r>
            <a:r>
              <a:rPr sz="1600" spc="80" dirty="0">
                <a:latin typeface="Corbel"/>
                <a:cs typeface="Corbel"/>
              </a:rPr>
              <a:t> </a:t>
            </a:r>
            <a:r>
              <a:rPr sz="1600" dirty="0">
                <a:latin typeface="Corbel"/>
                <a:cs typeface="Corbel"/>
              </a:rPr>
              <a:t>when</a:t>
            </a:r>
            <a:r>
              <a:rPr sz="1600" spc="85" dirty="0">
                <a:latin typeface="Corbel"/>
                <a:cs typeface="Corbel"/>
              </a:rPr>
              <a:t> </a:t>
            </a:r>
            <a:r>
              <a:rPr sz="1600" dirty="0">
                <a:latin typeface="Corbel"/>
                <a:cs typeface="Corbel"/>
              </a:rPr>
              <a:t>the</a:t>
            </a:r>
            <a:r>
              <a:rPr sz="1600" spc="75" dirty="0">
                <a:latin typeface="Corbel"/>
                <a:cs typeface="Corbel"/>
              </a:rPr>
              <a:t> </a:t>
            </a:r>
            <a:r>
              <a:rPr sz="1600" spc="-20" dirty="0">
                <a:latin typeface="Corbel"/>
                <a:cs typeface="Corbel"/>
              </a:rPr>
              <a:t>UAPL </a:t>
            </a:r>
            <a:r>
              <a:rPr sz="1600" dirty="0">
                <a:latin typeface="Corbel"/>
                <a:cs typeface="Corbel"/>
              </a:rPr>
              <a:t>holder</a:t>
            </a:r>
            <a:r>
              <a:rPr sz="1600" spc="-45" dirty="0">
                <a:latin typeface="Corbel"/>
                <a:cs typeface="Corbel"/>
              </a:rPr>
              <a:t> </a:t>
            </a:r>
            <a:r>
              <a:rPr sz="1600" dirty="0">
                <a:latin typeface="Corbel"/>
                <a:cs typeface="Corbel"/>
              </a:rPr>
              <a:t>undergoes</a:t>
            </a:r>
            <a:r>
              <a:rPr sz="1600" spc="-40" dirty="0">
                <a:latin typeface="Corbel"/>
                <a:cs typeface="Corbel"/>
              </a:rPr>
              <a:t> </a:t>
            </a:r>
            <a:r>
              <a:rPr sz="1600" dirty="0">
                <a:latin typeface="Corbel"/>
                <a:cs typeface="Corbel"/>
              </a:rPr>
              <a:t>the</a:t>
            </a:r>
            <a:r>
              <a:rPr sz="1600" spc="-40" dirty="0">
                <a:latin typeface="Corbel"/>
                <a:cs typeface="Corbel"/>
              </a:rPr>
              <a:t> </a:t>
            </a:r>
            <a:r>
              <a:rPr sz="1600" dirty="0">
                <a:latin typeface="Corbel"/>
                <a:cs typeface="Corbel"/>
              </a:rPr>
              <a:t>proficiency</a:t>
            </a:r>
            <a:r>
              <a:rPr sz="1600" spc="-40" dirty="0">
                <a:latin typeface="Corbel"/>
                <a:cs typeface="Corbel"/>
              </a:rPr>
              <a:t> </a:t>
            </a:r>
            <a:r>
              <a:rPr sz="1600" spc="-10" dirty="0">
                <a:latin typeface="Corbel"/>
                <a:cs typeface="Corbel"/>
              </a:rPr>
              <a:t>check.</a:t>
            </a:r>
            <a:endParaRPr sz="1600">
              <a:latin typeface="Corbel"/>
              <a:cs typeface="Corbe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6870192"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06</a:t>
            </a:r>
            <a:r>
              <a:rPr spc="-20" dirty="0"/>
              <a:t> </a:t>
            </a:r>
            <a:r>
              <a:rPr spc="-25" dirty="0"/>
              <a:t>02:</a:t>
            </a:r>
            <a:r>
              <a:rPr spc="-145" dirty="0"/>
              <a:t> </a:t>
            </a:r>
            <a:r>
              <a:rPr dirty="0"/>
              <a:t>The</a:t>
            </a:r>
            <a:r>
              <a:rPr spc="-25" dirty="0"/>
              <a:t> </a:t>
            </a:r>
            <a:r>
              <a:rPr spc="-10" dirty="0"/>
              <a:t>associated</a:t>
            </a:r>
            <a:r>
              <a:rPr spc="-80" dirty="0"/>
              <a:t> </a:t>
            </a:r>
            <a:r>
              <a:rPr dirty="0"/>
              <a:t>UAPL</a:t>
            </a:r>
            <a:r>
              <a:rPr spc="-25" dirty="0"/>
              <a:t> </a:t>
            </a:r>
            <a:r>
              <a:rPr dirty="0"/>
              <a:t>classes,</a:t>
            </a:r>
            <a:r>
              <a:rPr spc="-30" dirty="0"/>
              <a:t> </a:t>
            </a:r>
            <a:r>
              <a:rPr dirty="0"/>
              <a:t>categories</a:t>
            </a:r>
            <a:r>
              <a:rPr spc="-20" dirty="0"/>
              <a:t> </a:t>
            </a:r>
            <a:r>
              <a:rPr dirty="0"/>
              <a:t>and</a:t>
            </a:r>
            <a:r>
              <a:rPr spc="-25" dirty="0"/>
              <a:t> </a:t>
            </a:r>
            <a:r>
              <a:rPr spc="-10" dirty="0"/>
              <a:t>ratings</a:t>
            </a:r>
          </a:p>
        </p:txBody>
      </p:sp>
      <p:sp>
        <p:nvSpPr>
          <p:cNvPr id="5" name="object 5"/>
          <p:cNvSpPr txBox="1"/>
          <p:nvPr/>
        </p:nvSpPr>
        <p:spPr>
          <a:xfrm>
            <a:off x="1563048" y="1454403"/>
            <a:ext cx="9625965" cy="4329430"/>
          </a:xfrm>
          <a:prstGeom prst="rect">
            <a:avLst/>
          </a:prstGeom>
        </p:spPr>
        <p:txBody>
          <a:bodyPr vert="horz" wrap="square" lIns="0" tIns="22860" rIns="0" bIns="0" rtlCol="0">
            <a:spAutoFit/>
          </a:bodyPr>
          <a:lstStyle/>
          <a:p>
            <a:pPr marL="12700" marR="5715">
              <a:lnSpc>
                <a:spcPts val="1900"/>
              </a:lnSpc>
              <a:spcBef>
                <a:spcPts val="180"/>
              </a:spcBef>
            </a:pPr>
            <a:r>
              <a:rPr sz="1600" dirty="0">
                <a:latin typeface="Corbel"/>
                <a:cs typeface="Corbel"/>
              </a:rPr>
              <a:t>A</a:t>
            </a:r>
            <a:r>
              <a:rPr sz="1600" spc="-5" dirty="0">
                <a:latin typeface="Corbel"/>
                <a:cs typeface="Corbel"/>
              </a:rPr>
              <a:t> </a:t>
            </a:r>
            <a:r>
              <a:rPr sz="1600" dirty="0">
                <a:latin typeface="Corbel"/>
                <a:cs typeface="Corbel"/>
              </a:rPr>
              <a:t>UAPL</a:t>
            </a:r>
            <a:r>
              <a:rPr sz="1600" spc="10" dirty="0">
                <a:latin typeface="Corbel"/>
                <a:cs typeface="Corbel"/>
              </a:rPr>
              <a:t> </a:t>
            </a:r>
            <a:r>
              <a:rPr sz="1600" dirty="0">
                <a:latin typeface="Corbel"/>
                <a:cs typeface="Corbel"/>
              </a:rPr>
              <a:t>authorises</a:t>
            </a:r>
            <a:r>
              <a:rPr sz="1600" spc="5" dirty="0">
                <a:latin typeface="Corbel"/>
                <a:cs typeface="Corbel"/>
              </a:rPr>
              <a:t> </a:t>
            </a:r>
            <a:r>
              <a:rPr sz="1600" dirty="0">
                <a:latin typeface="Corbel"/>
                <a:cs typeface="Corbel"/>
              </a:rPr>
              <a:t>a</a:t>
            </a:r>
            <a:r>
              <a:rPr sz="1600" spc="5" dirty="0">
                <a:latin typeface="Corbel"/>
                <a:cs typeface="Corbel"/>
              </a:rPr>
              <a:t> </a:t>
            </a:r>
            <a:r>
              <a:rPr sz="1600" dirty="0">
                <a:latin typeface="Corbel"/>
                <a:cs typeface="Corbel"/>
              </a:rPr>
              <a:t>UA pilot to</a:t>
            </a:r>
            <a:r>
              <a:rPr sz="1600" spc="-5" dirty="0">
                <a:latin typeface="Corbel"/>
                <a:cs typeface="Corbel"/>
              </a:rPr>
              <a:t> </a:t>
            </a:r>
            <a:r>
              <a:rPr sz="1600" dirty="0">
                <a:latin typeface="Corbel"/>
                <a:cs typeface="Corbel"/>
              </a:rPr>
              <a:t>fly a</a:t>
            </a:r>
            <a:r>
              <a:rPr sz="1600" spc="5" dirty="0">
                <a:latin typeface="Corbel"/>
                <a:cs typeface="Corbel"/>
              </a:rPr>
              <a:t> </a:t>
            </a:r>
            <a:r>
              <a:rPr sz="1600" dirty="0">
                <a:latin typeface="Corbel"/>
                <a:cs typeface="Corbel"/>
              </a:rPr>
              <a:t>UA of</a:t>
            </a:r>
            <a:r>
              <a:rPr sz="1600" spc="5" dirty="0">
                <a:latin typeface="Corbel"/>
                <a:cs typeface="Corbel"/>
              </a:rPr>
              <a:t> </a:t>
            </a:r>
            <a:r>
              <a:rPr sz="1600" dirty="0">
                <a:latin typeface="Corbel"/>
                <a:cs typeface="Corbel"/>
              </a:rPr>
              <a:t>the</a:t>
            </a:r>
            <a:r>
              <a:rPr sz="1600" spc="10" dirty="0">
                <a:latin typeface="Corbel"/>
                <a:cs typeface="Corbel"/>
              </a:rPr>
              <a:t> </a:t>
            </a:r>
            <a:r>
              <a:rPr sz="1600" dirty="0">
                <a:latin typeface="Corbel"/>
                <a:cs typeface="Corbel"/>
              </a:rPr>
              <a:t>class and</a:t>
            </a:r>
            <a:r>
              <a:rPr sz="1600" spc="10" dirty="0">
                <a:latin typeface="Corbel"/>
                <a:cs typeface="Corbel"/>
              </a:rPr>
              <a:t> </a:t>
            </a:r>
            <a:r>
              <a:rPr sz="1600" dirty="0">
                <a:latin typeface="Corbel"/>
                <a:cs typeface="Corbel"/>
              </a:rPr>
              <a:t>category</a:t>
            </a:r>
            <a:r>
              <a:rPr sz="1600" spc="-10" dirty="0">
                <a:latin typeface="Corbel"/>
                <a:cs typeface="Corbel"/>
              </a:rPr>
              <a:t> </a:t>
            </a:r>
            <a:r>
              <a:rPr sz="1600" dirty="0">
                <a:latin typeface="Corbel"/>
                <a:cs typeface="Corbel"/>
              </a:rPr>
              <a:t>corresponding to that</a:t>
            </a:r>
            <a:r>
              <a:rPr sz="1600" spc="-5" dirty="0">
                <a:latin typeface="Corbel"/>
                <a:cs typeface="Corbel"/>
              </a:rPr>
              <a:t> </a:t>
            </a:r>
            <a:r>
              <a:rPr sz="1600" dirty="0">
                <a:latin typeface="Corbel"/>
                <a:cs typeface="Corbel"/>
              </a:rPr>
              <a:t>UA.</a:t>
            </a:r>
            <a:r>
              <a:rPr sz="1600" spc="5" dirty="0">
                <a:latin typeface="Corbel"/>
                <a:cs typeface="Corbel"/>
              </a:rPr>
              <a:t> </a:t>
            </a:r>
            <a:r>
              <a:rPr sz="1600" dirty="0">
                <a:latin typeface="Corbel"/>
                <a:cs typeface="Corbel"/>
              </a:rPr>
              <a:t>There</a:t>
            </a:r>
            <a:r>
              <a:rPr sz="1600" spc="5" dirty="0">
                <a:latin typeface="Corbel"/>
                <a:cs typeface="Corbel"/>
              </a:rPr>
              <a:t> </a:t>
            </a:r>
            <a:r>
              <a:rPr sz="1600" dirty="0">
                <a:latin typeface="Corbel"/>
                <a:cs typeface="Corbel"/>
              </a:rPr>
              <a:t>are</a:t>
            </a:r>
            <a:r>
              <a:rPr sz="1600" spc="10" dirty="0">
                <a:latin typeface="Corbel"/>
                <a:cs typeface="Corbel"/>
              </a:rPr>
              <a:t> </a:t>
            </a:r>
            <a:r>
              <a:rPr sz="1600" dirty="0">
                <a:latin typeface="Corbel"/>
                <a:cs typeface="Corbel"/>
              </a:rPr>
              <a:t>two</a:t>
            </a:r>
            <a:r>
              <a:rPr sz="1600" spc="-5" dirty="0">
                <a:latin typeface="Corbel"/>
                <a:cs typeface="Corbel"/>
              </a:rPr>
              <a:t> </a:t>
            </a:r>
            <a:r>
              <a:rPr sz="1600" spc="-10" dirty="0">
                <a:latin typeface="Corbel"/>
                <a:cs typeface="Corbel"/>
              </a:rPr>
              <a:t>classes </a:t>
            </a:r>
            <a:r>
              <a:rPr sz="1600" dirty="0">
                <a:latin typeface="Corbel"/>
                <a:cs typeface="Corbel"/>
              </a:rPr>
              <a:t>of</a:t>
            </a:r>
            <a:r>
              <a:rPr sz="1600" spc="-65" dirty="0">
                <a:latin typeface="Corbel"/>
                <a:cs typeface="Corbel"/>
              </a:rPr>
              <a:t> </a:t>
            </a:r>
            <a:r>
              <a:rPr sz="1600" dirty="0">
                <a:latin typeface="Corbel"/>
                <a:cs typeface="Corbel"/>
              </a:rPr>
              <a:t>UAPL</a:t>
            </a:r>
            <a:r>
              <a:rPr sz="1600" spc="-20" dirty="0">
                <a:latin typeface="Corbel"/>
                <a:cs typeface="Corbel"/>
              </a:rPr>
              <a:t> </a:t>
            </a:r>
            <a:r>
              <a:rPr sz="1600" dirty="0">
                <a:latin typeface="Corbel"/>
                <a:cs typeface="Corbel"/>
              </a:rPr>
              <a:t>and</a:t>
            </a:r>
            <a:r>
              <a:rPr sz="1600" spc="-15" dirty="0">
                <a:latin typeface="Corbel"/>
                <a:cs typeface="Corbel"/>
              </a:rPr>
              <a:t> </a:t>
            </a:r>
            <a:r>
              <a:rPr sz="1600" dirty="0">
                <a:latin typeface="Corbel"/>
                <a:cs typeface="Corbel"/>
              </a:rPr>
              <a:t>4</a:t>
            </a:r>
            <a:r>
              <a:rPr sz="1600" spc="-30" dirty="0">
                <a:latin typeface="Corbel"/>
                <a:cs typeface="Corbel"/>
              </a:rPr>
              <a:t> </a:t>
            </a:r>
            <a:r>
              <a:rPr sz="1600" dirty="0">
                <a:latin typeface="Corbel"/>
                <a:cs typeface="Corbel"/>
              </a:rPr>
              <a:t>categories</a:t>
            </a:r>
            <a:r>
              <a:rPr sz="1600" spc="-25" dirty="0">
                <a:latin typeface="Corbel"/>
                <a:cs typeface="Corbel"/>
              </a:rPr>
              <a:t> </a:t>
            </a:r>
            <a:r>
              <a:rPr sz="1600" dirty="0">
                <a:latin typeface="Corbel"/>
                <a:cs typeface="Corbel"/>
              </a:rPr>
              <a:t>of</a:t>
            </a:r>
            <a:r>
              <a:rPr sz="1600" spc="-65" dirty="0">
                <a:latin typeface="Corbel"/>
                <a:cs typeface="Corbel"/>
              </a:rPr>
              <a:t> </a:t>
            </a:r>
            <a:r>
              <a:rPr sz="1600" dirty="0">
                <a:latin typeface="Corbel"/>
                <a:cs typeface="Corbel"/>
              </a:rPr>
              <a:t>UA</a:t>
            </a:r>
            <a:r>
              <a:rPr sz="1600" spc="-25" dirty="0">
                <a:latin typeface="Corbel"/>
                <a:cs typeface="Corbel"/>
              </a:rPr>
              <a:t> </a:t>
            </a:r>
            <a:r>
              <a:rPr sz="1600" dirty="0">
                <a:latin typeface="Corbel"/>
                <a:cs typeface="Corbel"/>
              </a:rPr>
              <a:t>within</a:t>
            </a:r>
            <a:r>
              <a:rPr sz="1600" spc="-25" dirty="0">
                <a:latin typeface="Corbel"/>
                <a:cs typeface="Corbel"/>
              </a:rPr>
              <a:t> </a:t>
            </a:r>
            <a:r>
              <a:rPr sz="1600" dirty="0">
                <a:latin typeface="Corbel"/>
                <a:cs typeface="Corbel"/>
              </a:rPr>
              <a:t>each</a:t>
            </a:r>
            <a:r>
              <a:rPr sz="1600" spc="-20" dirty="0">
                <a:latin typeface="Corbel"/>
                <a:cs typeface="Corbel"/>
              </a:rPr>
              <a:t> </a:t>
            </a:r>
            <a:r>
              <a:rPr sz="1600" spc="-10" dirty="0">
                <a:latin typeface="Corbel"/>
                <a:cs typeface="Corbel"/>
              </a:rPr>
              <a:t>class.</a:t>
            </a:r>
            <a:endParaRPr sz="1600">
              <a:latin typeface="Corbel"/>
              <a:cs typeface="Corbel"/>
            </a:endParaRPr>
          </a:p>
          <a:p>
            <a:pPr marL="812800" marR="6350" indent="-342900" algn="just">
              <a:lnSpc>
                <a:spcPts val="1900"/>
              </a:lnSpc>
              <a:spcBef>
                <a:spcPts val="1000"/>
              </a:spcBef>
              <a:buAutoNum type="arabicPeriod"/>
              <a:tabLst>
                <a:tab pos="812800" algn="l"/>
                <a:tab pos="814705" algn="l"/>
              </a:tabLst>
            </a:pPr>
            <a:r>
              <a:rPr sz="1600" dirty="0">
                <a:latin typeface="Corbel"/>
                <a:cs typeface="Corbel"/>
              </a:rPr>
              <a:t>	A</a:t>
            </a:r>
            <a:r>
              <a:rPr sz="1600" spc="30" dirty="0">
                <a:latin typeface="Corbel"/>
                <a:cs typeface="Corbel"/>
              </a:rPr>
              <a:t> </a:t>
            </a:r>
            <a:r>
              <a:rPr sz="1600" b="1" u="sng" dirty="0">
                <a:uFill>
                  <a:solidFill>
                    <a:srgbClr val="000000"/>
                  </a:solidFill>
                </a:uFill>
                <a:latin typeface="Corbel"/>
                <a:cs typeface="Corbel"/>
              </a:rPr>
              <a:t>Class</a:t>
            </a:r>
            <a:r>
              <a:rPr sz="1600" b="1" u="sng" spc="20" dirty="0">
                <a:uFill>
                  <a:solidFill>
                    <a:srgbClr val="000000"/>
                  </a:solidFill>
                </a:uFill>
                <a:latin typeface="Corbel"/>
                <a:cs typeface="Corbel"/>
              </a:rPr>
              <a:t> </a:t>
            </a:r>
            <a:r>
              <a:rPr sz="1600" b="1" u="sng" dirty="0">
                <a:uFill>
                  <a:solidFill>
                    <a:srgbClr val="000000"/>
                  </a:solidFill>
                </a:uFill>
                <a:latin typeface="Corbel"/>
                <a:cs typeface="Corbel"/>
              </a:rPr>
              <a:t>A</a:t>
            </a:r>
            <a:r>
              <a:rPr sz="1600" b="1" u="sng" spc="25" dirty="0">
                <a:uFill>
                  <a:solidFill>
                    <a:srgbClr val="000000"/>
                  </a:solidFill>
                </a:uFill>
                <a:latin typeface="Corbel"/>
                <a:cs typeface="Corbel"/>
              </a:rPr>
              <a:t> </a:t>
            </a:r>
            <a:r>
              <a:rPr sz="1600" b="1" u="sng" dirty="0">
                <a:uFill>
                  <a:solidFill>
                    <a:srgbClr val="000000"/>
                  </a:solidFill>
                </a:uFill>
                <a:latin typeface="Corbel"/>
                <a:cs typeface="Corbel"/>
              </a:rPr>
              <a:t>UAPL</a:t>
            </a:r>
            <a:r>
              <a:rPr sz="1600" b="1" spc="35" dirty="0">
                <a:latin typeface="Corbel"/>
                <a:cs typeface="Corbel"/>
              </a:rPr>
              <a:t> </a:t>
            </a:r>
            <a:r>
              <a:rPr sz="1600" dirty="0">
                <a:latin typeface="Corbel"/>
                <a:cs typeface="Corbel"/>
              </a:rPr>
              <a:t>allows</a:t>
            </a:r>
            <a:r>
              <a:rPr sz="1600" spc="40" dirty="0">
                <a:latin typeface="Corbel"/>
                <a:cs typeface="Corbel"/>
              </a:rPr>
              <a:t> </a:t>
            </a:r>
            <a:r>
              <a:rPr sz="1600" dirty="0">
                <a:latin typeface="Corbel"/>
                <a:cs typeface="Corbel"/>
              </a:rPr>
              <a:t>a</a:t>
            </a:r>
            <a:r>
              <a:rPr sz="1600" spc="40" dirty="0">
                <a:latin typeface="Corbel"/>
                <a:cs typeface="Corbel"/>
              </a:rPr>
              <a:t> </a:t>
            </a:r>
            <a:r>
              <a:rPr sz="1600" dirty="0">
                <a:latin typeface="Corbel"/>
                <a:cs typeface="Corbel"/>
              </a:rPr>
              <a:t>UA</a:t>
            </a:r>
            <a:r>
              <a:rPr sz="1600" spc="30" dirty="0">
                <a:latin typeface="Corbel"/>
                <a:cs typeface="Corbel"/>
              </a:rPr>
              <a:t> </a:t>
            </a:r>
            <a:r>
              <a:rPr sz="1600" dirty="0">
                <a:latin typeface="Corbel"/>
                <a:cs typeface="Corbel"/>
              </a:rPr>
              <a:t>pilot</a:t>
            </a:r>
            <a:r>
              <a:rPr sz="1600" spc="30" dirty="0">
                <a:latin typeface="Corbel"/>
                <a:cs typeface="Corbel"/>
              </a:rPr>
              <a:t> </a:t>
            </a:r>
            <a:r>
              <a:rPr sz="1600" dirty="0">
                <a:latin typeface="Corbel"/>
                <a:cs typeface="Corbel"/>
              </a:rPr>
              <a:t>to</a:t>
            </a:r>
            <a:r>
              <a:rPr sz="1600" spc="35" dirty="0">
                <a:latin typeface="Corbel"/>
                <a:cs typeface="Corbel"/>
              </a:rPr>
              <a:t> </a:t>
            </a:r>
            <a:r>
              <a:rPr sz="1600" dirty="0">
                <a:latin typeface="Corbel"/>
                <a:cs typeface="Corbel"/>
              </a:rPr>
              <a:t>operate</a:t>
            </a:r>
            <a:r>
              <a:rPr sz="1600" spc="35" dirty="0">
                <a:latin typeface="Corbel"/>
                <a:cs typeface="Corbel"/>
              </a:rPr>
              <a:t> </a:t>
            </a:r>
            <a:r>
              <a:rPr sz="1600" dirty="0">
                <a:latin typeface="Corbel"/>
                <a:cs typeface="Corbel"/>
              </a:rPr>
              <a:t>any</a:t>
            </a:r>
            <a:r>
              <a:rPr sz="1600" spc="30" dirty="0">
                <a:latin typeface="Corbel"/>
                <a:cs typeface="Corbel"/>
              </a:rPr>
              <a:t> </a:t>
            </a:r>
            <a:r>
              <a:rPr sz="1600" dirty="0">
                <a:latin typeface="Corbel"/>
                <a:cs typeface="Corbel"/>
              </a:rPr>
              <a:t>UA</a:t>
            </a:r>
            <a:r>
              <a:rPr sz="1600" spc="30" dirty="0">
                <a:latin typeface="Corbel"/>
                <a:cs typeface="Corbel"/>
              </a:rPr>
              <a:t> </a:t>
            </a:r>
            <a:r>
              <a:rPr sz="1600" dirty="0">
                <a:latin typeface="Corbel"/>
                <a:cs typeface="Corbel"/>
              </a:rPr>
              <a:t>in</a:t>
            </a:r>
            <a:r>
              <a:rPr sz="1600" spc="40" dirty="0">
                <a:latin typeface="Corbel"/>
                <a:cs typeface="Corbel"/>
              </a:rPr>
              <a:t> </a:t>
            </a:r>
            <a:r>
              <a:rPr sz="1600" dirty="0">
                <a:latin typeface="Corbel"/>
                <a:cs typeface="Corbel"/>
              </a:rPr>
              <a:t>the</a:t>
            </a:r>
            <a:r>
              <a:rPr sz="1600" spc="45" dirty="0">
                <a:latin typeface="Corbel"/>
                <a:cs typeface="Corbel"/>
              </a:rPr>
              <a:t> </a:t>
            </a:r>
            <a:r>
              <a:rPr sz="1600" dirty="0">
                <a:latin typeface="Corbel"/>
                <a:cs typeface="Corbel"/>
              </a:rPr>
              <a:t>corresponding</a:t>
            </a:r>
            <a:r>
              <a:rPr sz="1600" spc="30" dirty="0">
                <a:latin typeface="Corbel"/>
                <a:cs typeface="Corbel"/>
              </a:rPr>
              <a:t> </a:t>
            </a:r>
            <a:r>
              <a:rPr sz="1600" dirty="0">
                <a:latin typeface="Corbel"/>
                <a:cs typeface="Corbel"/>
              </a:rPr>
              <a:t>category</a:t>
            </a:r>
            <a:r>
              <a:rPr sz="1600" spc="30" dirty="0">
                <a:latin typeface="Corbel"/>
                <a:cs typeface="Corbel"/>
              </a:rPr>
              <a:t> </a:t>
            </a:r>
            <a:r>
              <a:rPr sz="1600" dirty="0">
                <a:latin typeface="Corbel"/>
                <a:cs typeface="Corbel"/>
              </a:rPr>
              <a:t>with</a:t>
            </a:r>
            <a:r>
              <a:rPr sz="1600" spc="30" dirty="0">
                <a:latin typeface="Corbel"/>
                <a:cs typeface="Corbel"/>
              </a:rPr>
              <a:t> </a:t>
            </a:r>
            <a:r>
              <a:rPr sz="1600" dirty="0">
                <a:latin typeface="Corbel"/>
                <a:cs typeface="Corbel"/>
              </a:rPr>
              <a:t>total</a:t>
            </a:r>
            <a:r>
              <a:rPr sz="1600" spc="40" dirty="0">
                <a:latin typeface="Corbel"/>
                <a:cs typeface="Corbel"/>
              </a:rPr>
              <a:t> </a:t>
            </a:r>
            <a:r>
              <a:rPr sz="1600" b="1" dirty="0">
                <a:latin typeface="Corbel"/>
                <a:cs typeface="Corbel"/>
              </a:rPr>
              <a:t>mass</a:t>
            </a:r>
            <a:r>
              <a:rPr sz="1600" b="1" spc="25" dirty="0">
                <a:latin typeface="Corbel"/>
                <a:cs typeface="Corbel"/>
              </a:rPr>
              <a:t> </a:t>
            </a:r>
            <a:r>
              <a:rPr sz="1600" b="1" spc="-20" dirty="0">
                <a:latin typeface="Corbel"/>
                <a:cs typeface="Corbel"/>
              </a:rPr>
              <a:t>that </a:t>
            </a:r>
            <a:r>
              <a:rPr sz="1600" b="1" dirty="0">
                <a:latin typeface="Corbel"/>
                <a:cs typeface="Corbel"/>
              </a:rPr>
              <a:t>does</a:t>
            </a:r>
            <a:r>
              <a:rPr sz="1600" b="1" spc="-40" dirty="0">
                <a:latin typeface="Corbel"/>
                <a:cs typeface="Corbel"/>
              </a:rPr>
              <a:t> </a:t>
            </a:r>
            <a:r>
              <a:rPr sz="1600" b="1" dirty="0">
                <a:latin typeface="Corbel"/>
                <a:cs typeface="Corbel"/>
              </a:rPr>
              <a:t>not</a:t>
            </a:r>
            <a:r>
              <a:rPr sz="1600" b="1" spc="-30" dirty="0">
                <a:latin typeface="Corbel"/>
                <a:cs typeface="Corbel"/>
              </a:rPr>
              <a:t> </a:t>
            </a:r>
            <a:r>
              <a:rPr sz="1600" b="1" spc="-10" dirty="0">
                <a:latin typeface="Corbel"/>
                <a:cs typeface="Corbel"/>
              </a:rPr>
              <a:t>exceed</a:t>
            </a:r>
            <a:r>
              <a:rPr sz="1600" b="1" spc="-40" dirty="0">
                <a:latin typeface="Corbel"/>
                <a:cs typeface="Corbel"/>
              </a:rPr>
              <a:t> </a:t>
            </a:r>
            <a:r>
              <a:rPr sz="1600" b="1" dirty="0">
                <a:latin typeface="Corbel"/>
                <a:cs typeface="Corbel"/>
              </a:rPr>
              <a:t>25</a:t>
            </a:r>
            <a:r>
              <a:rPr sz="1600" b="1" spc="-30" dirty="0">
                <a:latin typeface="Corbel"/>
                <a:cs typeface="Corbel"/>
              </a:rPr>
              <a:t> </a:t>
            </a:r>
            <a:r>
              <a:rPr sz="1600" b="1" spc="-25" dirty="0">
                <a:latin typeface="Corbel"/>
                <a:cs typeface="Corbel"/>
              </a:rPr>
              <a:t>kg</a:t>
            </a:r>
            <a:r>
              <a:rPr sz="1600" spc="-25" dirty="0">
                <a:latin typeface="Corbel"/>
                <a:cs typeface="Corbel"/>
              </a:rPr>
              <a:t>.</a:t>
            </a:r>
            <a:endParaRPr sz="1600">
              <a:latin typeface="Corbel"/>
              <a:cs typeface="Corbel"/>
            </a:endParaRPr>
          </a:p>
          <a:p>
            <a:pPr marL="812800" marR="5080" indent="-342900" algn="just">
              <a:lnSpc>
                <a:spcPct val="100800"/>
              </a:lnSpc>
              <a:spcBef>
                <a:spcPts val="905"/>
              </a:spcBef>
              <a:buAutoNum type="arabicPeriod"/>
              <a:tabLst>
                <a:tab pos="812800" algn="l"/>
                <a:tab pos="814069" algn="l"/>
              </a:tabLst>
            </a:pPr>
            <a:r>
              <a:rPr sz="1600" dirty="0">
                <a:latin typeface="Corbel"/>
                <a:cs typeface="Corbel"/>
              </a:rPr>
              <a:t>	A</a:t>
            </a:r>
            <a:r>
              <a:rPr sz="1600" spc="75" dirty="0">
                <a:latin typeface="Corbel"/>
                <a:cs typeface="Corbel"/>
              </a:rPr>
              <a:t> </a:t>
            </a:r>
            <a:r>
              <a:rPr sz="1600" b="1" u="sng" dirty="0">
                <a:uFill>
                  <a:solidFill>
                    <a:srgbClr val="000000"/>
                  </a:solidFill>
                </a:uFill>
                <a:latin typeface="Corbel"/>
                <a:cs typeface="Corbel"/>
              </a:rPr>
              <a:t>Class</a:t>
            </a:r>
            <a:r>
              <a:rPr sz="1600" b="1" u="sng" spc="65" dirty="0">
                <a:uFill>
                  <a:solidFill>
                    <a:srgbClr val="000000"/>
                  </a:solidFill>
                </a:uFill>
                <a:latin typeface="Corbel"/>
                <a:cs typeface="Corbel"/>
              </a:rPr>
              <a:t> </a:t>
            </a:r>
            <a:r>
              <a:rPr sz="1600" b="1" u="sng" dirty="0">
                <a:uFill>
                  <a:solidFill>
                    <a:srgbClr val="000000"/>
                  </a:solidFill>
                </a:uFill>
                <a:latin typeface="Corbel"/>
                <a:cs typeface="Corbel"/>
              </a:rPr>
              <a:t>B</a:t>
            </a:r>
            <a:r>
              <a:rPr sz="1600" b="1" u="sng" spc="75" dirty="0">
                <a:uFill>
                  <a:solidFill>
                    <a:srgbClr val="000000"/>
                  </a:solidFill>
                </a:uFill>
                <a:latin typeface="Corbel"/>
                <a:cs typeface="Corbel"/>
              </a:rPr>
              <a:t> </a:t>
            </a:r>
            <a:r>
              <a:rPr sz="1600" b="1" u="sng" dirty="0">
                <a:uFill>
                  <a:solidFill>
                    <a:srgbClr val="000000"/>
                  </a:solidFill>
                </a:uFill>
                <a:latin typeface="Corbel"/>
                <a:cs typeface="Corbel"/>
              </a:rPr>
              <a:t>UAPL</a:t>
            </a:r>
            <a:r>
              <a:rPr sz="1600" b="1" spc="75" dirty="0">
                <a:latin typeface="Corbel"/>
                <a:cs typeface="Corbel"/>
              </a:rPr>
              <a:t> </a:t>
            </a:r>
            <a:r>
              <a:rPr sz="1600" dirty="0">
                <a:latin typeface="Corbel"/>
                <a:cs typeface="Corbel"/>
              </a:rPr>
              <a:t>allows</a:t>
            </a:r>
            <a:r>
              <a:rPr sz="1600" spc="85" dirty="0">
                <a:latin typeface="Corbel"/>
                <a:cs typeface="Corbel"/>
              </a:rPr>
              <a:t> </a:t>
            </a:r>
            <a:r>
              <a:rPr sz="1600" dirty="0">
                <a:latin typeface="Corbel"/>
                <a:cs typeface="Corbel"/>
              </a:rPr>
              <a:t>a</a:t>
            </a:r>
            <a:r>
              <a:rPr sz="1600" spc="85" dirty="0">
                <a:latin typeface="Corbel"/>
                <a:cs typeface="Corbel"/>
              </a:rPr>
              <a:t> </a:t>
            </a:r>
            <a:r>
              <a:rPr sz="1600" dirty="0">
                <a:latin typeface="Corbel"/>
                <a:cs typeface="Corbel"/>
              </a:rPr>
              <a:t>UA</a:t>
            </a:r>
            <a:r>
              <a:rPr sz="1600" spc="75" dirty="0">
                <a:latin typeface="Corbel"/>
                <a:cs typeface="Corbel"/>
              </a:rPr>
              <a:t> </a:t>
            </a:r>
            <a:r>
              <a:rPr sz="1600" dirty="0">
                <a:latin typeface="Corbel"/>
                <a:cs typeface="Corbel"/>
              </a:rPr>
              <a:t>pilot</a:t>
            </a:r>
            <a:r>
              <a:rPr sz="1600" spc="75" dirty="0">
                <a:latin typeface="Corbel"/>
                <a:cs typeface="Corbel"/>
              </a:rPr>
              <a:t> </a:t>
            </a:r>
            <a:r>
              <a:rPr sz="1600" dirty="0">
                <a:latin typeface="Corbel"/>
                <a:cs typeface="Corbel"/>
              </a:rPr>
              <a:t>to</a:t>
            </a:r>
            <a:r>
              <a:rPr sz="1600" spc="80" dirty="0">
                <a:latin typeface="Corbel"/>
                <a:cs typeface="Corbel"/>
              </a:rPr>
              <a:t> </a:t>
            </a:r>
            <a:r>
              <a:rPr sz="1600" dirty="0">
                <a:latin typeface="Corbel"/>
                <a:cs typeface="Corbel"/>
              </a:rPr>
              <a:t>operate</a:t>
            </a:r>
            <a:r>
              <a:rPr sz="1600" spc="80" dirty="0">
                <a:latin typeface="Corbel"/>
                <a:cs typeface="Corbel"/>
              </a:rPr>
              <a:t> </a:t>
            </a:r>
            <a:r>
              <a:rPr sz="1600" dirty="0">
                <a:latin typeface="Corbel"/>
                <a:cs typeface="Corbel"/>
              </a:rPr>
              <a:t>specific</a:t>
            </a:r>
            <a:r>
              <a:rPr sz="1600" spc="85" dirty="0">
                <a:latin typeface="Corbel"/>
                <a:cs typeface="Corbel"/>
              </a:rPr>
              <a:t> </a:t>
            </a:r>
            <a:r>
              <a:rPr sz="1600" dirty="0">
                <a:latin typeface="Corbel"/>
                <a:cs typeface="Corbel"/>
              </a:rPr>
              <a:t>UA</a:t>
            </a:r>
            <a:r>
              <a:rPr sz="1600" spc="75" dirty="0">
                <a:latin typeface="Corbel"/>
                <a:cs typeface="Corbel"/>
              </a:rPr>
              <a:t> </a:t>
            </a:r>
            <a:r>
              <a:rPr sz="1600" dirty="0">
                <a:latin typeface="Corbel"/>
                <a:cs typeface="Corbel"/>
              </a:rPr>
              <a:t>model(s),</a:t>
            </a:r>
            <a:r>
              <a:rPr sz="1600" spc="85" dirty="0">
                <a:latin typeface="Corbel"/>
                <a:cs typeface="Corbel"/>
              </a:rPr>
              <a:t> </a:t>
            </a:r>
            <a:r>
              <a:rPr sz="1600" dirty="0">
                <a:latin typeface="Corbel"/>
                <a:cs typeface="Corbel"/>
              </a:rPr>
              <a:t>also</a:t>
            </a:r>
            <a:r>
              <a:rPr sz="1600" spc="80" dirty="0">
                <a:latin typeface="Corbel"/>
                <a:cs typeface="Corbel"/>
              </a:rPr>
              <a:t> </a:t>
            </a:r>
            <a:r>
              <a:rPr sz="1600" dirty="0">
                <a:latin typeface="Corbel"/>
                <a:cs typeface="Corbel"/>
              </a:rPr>
              <a:t>referred</a:t>
            </a:r>
            <a:r>
              <a:rPr sz="1600" spc="85" dirty="0">
                <a:latin typeface="Corbel"/>
                <a:cs typeface="Corbel"/>
              </a:rPr>
              <a:t> </a:t>
            </a:r>
            <a:r>
              <a:rPr sz="1600" dirty="0">
                <a:latin typeface="Corbel"/>
                <a:cs typeface="Corbel"/>
              </a:rPr>
              <a:t>to</a:t>
            </a:r>
            <a:r>
              <a:rPr sz="1600" spc="80" dirty="0">
                <a:latin typeface="Corbel"/>
                <a:cs typeface="Corbel"/>
              </a:rPr>
              <a:t> </a:t>
            </a:r>
            <a:r>
              <a:rPr sz="1600" dirty="0">
                <a:latin typeface="Corbel"/>
                <a:cs typeface="Corbel"/>
              </a:rPr>
              <a:t>as</a:t>
            </a:r>
            <a:r>
              <a:rPr sz="1600" spc="85" dirty="0">
                <a:latin typeface="Corbel"/>
                <a:cs typeface="Corbel"/>
              </a:rPr>
              <a:t> </a:t>
            </a:r>
            <a:r>
              <a:rPr sz="1600" dirty="0">
                <a:latin typeface="Corbel"/>
                <a:cs typeface="Corbel"/>
              </a:rPr>
              <a:t>rating,</a:t>
            </a:r>
            <a:r>
              <a:rPr sz="1600" spc="85" dirty="0">
                <a:latin typeface="Corbel"/>
                <a:cs typeface="Corbel"/>
              </a:rPr>
              <a:t> </a:t>
            </a:r>
            <a:r>
              <a:rPr sz="1600" b="1" dirty="0">
                <a:latin typeface="Corbel"/>
                <a:cs typeface="Corbel"/>
              </a:rPr>
              <a:t>with</a:t>
            </a:r>
            <a:r>
              <a:rPr sz="1600" b="1" spc="80" dirty="0">
                <a:latin typeface="Corbel"/>
                <a:cs typeface="Corbel"/>
              </a:rPr>
              <a:t> </a:t>
            </a:r>
            <a:r>
              <a:rPr sz="1600" b="1" spc="-10" dirty="0">
                <a:latin typeface="Corbel"/>
                <a:cs typeface="Corbel"/>
              </a:rPr>
              <a:t>total </a:t>
            </a:r>
            <a:r>
              <a:rPr sz="1600" b="1" dirty="0">
                <a:latin typeface="Corbel"/>
                <a:cs typeface="Corbel"/>
              </a:rPr>
              <a:t>mass</a:t>
            </a:r>
            <a:r>
              <a:rPr sz="1600" b="1" spc="-25" dirty="0">
                <a:latin typeface="Corbel"/>
                <a:cs typeface="Corbel"/>
              </a:rPr>
              <a:t> </a:t>
            </a:r>
            <a:r>
              <a:rPr sz="1600" b="1" dirty="0">
                <a:latin typeface="Corbel"/>
                <a:cs typeface="Corbel"/>
              </a:rPr>
              <a:t>that</a:t>
            </a:r>
            <a:r>
              <a:rPr sz="1600" b="1" spc="-20" dirty="0">
                <a:latin typeface="Corbel"/>
                <a:cs typeface="Corbel"/>
              </a:rPr>
              <a:t> </a:t>
            </a:r>
            <a:r>
              <a:rPr sz="1600" b="1" dirty="0">
                <a:latin typeface="Corbel"/>
                <a:cs typeface="Corbel"/>
              </a:rPr>
              <a:t>exceeds</a:t>
            </a:r>
            <a:r>
              <a:rPr sz="1600" b="1" spc="-20" dirty="0">
                <a:latin typeface="Corbel"/>
                <a:cs typeface="Corbel"/>
              </a:rPr>
              <a:t> </a:t>
            </a:r>
            <a:r>
              <a:rPr sz="1600" b="1" dirty="0">
                <a:latin typeface="Corbel"/>
                <a:cs typeface="Corbel"/>
              </a:rPr>
              <a:t>25</a:t>
            </a:r>
            <a:r>
              <a:rPr sz="1600" b="1" spc="-15" dirty="0">
                <a:latin typeface="Corbel"/>
                <a:cs typeface="Corbel"/>
              </a:rPr>
              <a:t> </a:t>
            </a:r>
            <a:r>
              <a:rPr sz="1600" b="1" dirty="0">
                <a:latin typeface="Corbel"/>
                <a:cs typeface="Corbel"/>
              </a:rPr>
              <a:t>kg</a:t>
            </a:r>
            <a:r>
              <a:rPr sz="1600" dirty="0">
                <a:latin typeface="Corbel"/>
                <a:cs typeface="Corbel"/>
              </a:rPr>
              <a:t>.</a:t>
            </a:r>
            <a:r>
              <a:rPr sz="1600" spc="-10" dirty="0">
                <a:latin typeface="Corbel"/>
                <a:cs typeface="Corbel"/>
              </a:rPr>
              <a:t> </a:t>
            </a:r>
            <a:r>
              <a:rPr sz="1600" dirty="0">
                <a:latin typeface="Corbel"/>
                <a:cs typeface="Corbel"/>
              </a:rPr>
              <a:t>An</a:t>
            </a:r>
            <a:r>
              <a:rPr sz="1600" spc="-5" dirty="0">
                <a:latin typeface="Corbel"/>
                <a:cs typeface="Corbel"/>
              </a:rPr>
              <a:t> </a:t>
            </a:r>
            <a:r>
              <a:rPr sz="1600" dirty="0">
                <a:latin typeface="Corbel"/>
                <a:cs typeface="Corbel"/>
              </a:rPr>
              <a:t>applicant</a:t>
            </a:r>
            <a:r>
              <a:rPr sz="1600" spc="-15" dirty="0">
                <a:latin typeface="Corbel"/>
                <a:cs typeface="Corbel"/>
              </a:rPr>
              <a:t> </a:t>
            </a:r>
            <a:r>
              <a:rPr sz="1600" dirty="0">
                <a:latin typeface="Corbel"/>
                <a:cs typeface="Corbel"/>
              </a:rPr>
              <a:t>applying</a:t>
            </a:r>
            <a:r>
              <a:rPr sz="1600" spc="-10" dirty="0">
                <a:latin typeface="Corbel"/>
                <a:cs typeface="Corbel"/>
              </a:rPr>
              <a:t> </a:t>
            </a:r>
            <a:r>
              <a:rPr sz="1600" dirty="0">
                <a:latin typeface="Corbel"/>
                <a:cs typeface="Corbel"/>
              </a:rPr>
              <a:t>for</a:t>
            </a:r>
            <a:r>
              <a:rPr sz="1600" spc="-10" dirty="0">
                <a:latin typeface="Corbel"/>
                <a:cs typeface="Corbel"/>
              </a:rPr>
              <a:t> </a:t>
            </a:r>
            <a:r>
              <a:rPr sz="1600" dirty="0">
                <a:latin typeface="Corbel"/>
                <a:cs typeface="Corbel"/>
              </a:rPr>
              <a:t>a</a:t>
            </a:r>
            <a:r>
              <a:rPr sz="1600" spc="-5" dirty="0">
                <a:latin typeface="Corbel"/>
                <a:cs typeface="Corbel"/>
              </a:rPr>
              <a:t> </a:t>
            </a:r>
            <a:r>
              <a:rPr sz="1600" dirty="0">
                <a:latin typeface="Corbel"/>
                <a:cs typeface="Corbel"/>
              </a:rPr>
              <a:t>Class</a:t>
            </a:r>
            <a:r>
              <a:rPr sz="1600" spc="-10" dirty="0">
                <a:latin typeface="Corbel"/>
                <a:cs typeface="Corbel"/>
              </a:rPr>
              <a:t> </a:t>
            </a:r>
            <a:r>
              <a:rPr sz="1600" dirty="0">
                <a:latin typeface="Corbel"/>
                <a:cs typeface="Corbel"/>
              </a:rPr>
              <a:t>B</a:t>
            </a:r>
            <a:r>
              <a:rPr sz="1600" spc="-10" dirty="0">
                <a:latin typeface="Corbel"/>
                <a:cs typeface="Corbel"/>
              </a:rPr>
              <a:t> </a:t>
            </a:r>
            <a:r>
              <a:rPr sz="1600" dirty="0">
                <a:latin typeface="Corbel"/>
                <a:cs typeface="Corbel"/>
              </a:rPr>
              <a:t>UAPL</a:t>
            </a:r>
            <a:r>
              <a:rPr sz="1600" spc="-5" dirty="0">
                <a:latin typeface="Corbel"/>
                <a:cs typeface="Corbel"/>
              </a:rPr>
              <a:t> </a:t>
            </a:r>
            <a:r>
              <a:rPr sz="1600" dirty="0">
                <a:latin typeface="Corbel"/>
                <a:cs typeface="Corbel"/>
              </a:rPr>
              <a:t>must</a:t>
            </a:r>
            <a:r>
              <a:rPr sz="1600" spc="-15" dirty="0">
                <a:latin typeface="Corbel"/>
                <a:cs typeface="Corbel"/>
              </a:rPr>
              <a:t> </a:t>
            </a:r>
            <a:r>
              <a:rPr sz="1600" dirty="0">
                <a:latin typeface="Corbel"/>
                <a:cs typeface="Corbel"/>
              </a:rPr>
              <a:t>hold</a:t>
            </a:r>
            <a:r>
              <a:rPr sz="1600" spc="-5" dirty="0">
                <a:latin typeface="Corbel"/>
                <a:cs typeface="Corbel"/>
              </a:rPr>
              <a:t> </a:t>
            </a:r>
            <a:r>
              <a:rPr sz="1600" dirty="0">
                <a:latin typeface="Corbel"/>
                <a:cs typeface="Corbel"/>
              </a:rPr>
              <a:t>a</a:t>
            </a:r>
            <a:r>
              <a:rPr sz="1600" spc="-5" dirty="0">
                <a:latin typeface="Corbel"/>
                <a:cs typeface="Corbel"/>
              </a:rPr>
              <a:t> </a:t>
            </a:r>
            <a:r>
              <a:rPr sz="1600" dirty="0">
                <a:latin typeface="Corbel"/>
                <a:cs typeface="Corbel"/>
              </a:rPr>
              <a:t>valid</a:t>
            </a:r>
            <a:r>
              <a:rPr sz="1600" spc="-5" dirty="0">
                <a:latin typeface="Corbel"/>
                <a:cs typeface="Corbel"/>
              </a:rPr>
              <a:t> </a:t>
            </a:r>
            <a:r>
              <a:rPr sz="1600" dirty="0">
                <a:latin typeface="Corbel"/>
                <a:cs typeface="Corbel"/>
              </a:rPr>
              <a:t>Class</a:t>
            </a:r>
            <a:r>
              <a:rPr sz="1600" spc="-10" dirty="0">
                <a:latin typeface="Corbel"/>
                <a:cs typeface="Corbel"/>
              </a:rPr>
              <a:t> </a:t>
            </a:r>
            <a:r>
              <a:rPr sz="1600" dirty="0">
                <a:latin typeface="Corbel"/>
                <a:cs typeface="Corbel"/>
              </a:rPr>
              <a:t>A</a:t>
            </a:r>
            <a:r>
              <a:rPr sz="1600" spc="-15" dirty="0">
                <a:latin typeface="Corbel"/>
                <a:cs typeface="Corbel"/>
              </a:rPr>
              <a:t> </a:t>
            </a:r>
            <a:r>
              <a:rPr sz="1600" dirty="0">
                <a:latin typeface="Corbel"/>
                <a:cs typeface="Corbel"/>
              </a:rPr>
              <a:t>UAPL</a:t>
            </a:r>
            <a:r>
              <a:rPr sz="1600" spc="-5" dirty="0">
                <a:latin typeface="Corbel"/>
                <a:cs typeface="Corbel"/>
              </a:rPr>
              <a:t> </a:t>
            </a:r>
            <a:r>
              <a:rPr sz="1600" dirty="0">
                <a:latin typeface="Corbel"/>
                <a:cs typeface="Corbel"/>
              </a:rPr>
              <a:t>in </a:t>
            </a:r>
            <a:r>
              <a:rPr sz="1600" spc="-25" dirty="0">
                <a:latin typeface="Corbel"/>
                <a:cs typeface="Corbel"/>
              </a:rPr>
              <a:t>the </a:t>
            </a:r>
            <a:r>
              <a:rPr sz="1600" dirty="0">
                <a:latin typeface="Corbel"/>
                <a:cs typeface="Corbel"/>
              </a:rPr>
              <a:t>corresponding</a:t>
            </a:r>
            <a:r>
              <a:rPr sz="1600" spc="30" dirty="0">
                <a:latin typeface="Corbel"/>
                <a:cs typeface="Corbel"/>
              </a:rPr>
              <a:t> </a:t>
            </a:r>
            <a:r>
              <a:rPr sz="1600" dirty="0">
                <a:latin typeface="Corbel"/>
                <a:cs typeface="Corbel"/>
              </a:rPr>
              <a:t>category.</a:t>
            </a:r>
            <a:r>
              <a:rPr sz="1600" spc="35" dirty="0">
                <a:latin typeface="Corbel"/>
                <a:cs typeface="Corbel"/>
              </a:rPr>
              <a:t> </a:t>
            </a:r>
            <a:r>
              <a:rPr sz="1600" dirty="0">
                <a:latin typeface="Corbel"/>
                <a:cs typeface="Corbel"/>
              </a:rPr>
              <a:t>For</a:t>
            </a:r>
            <a:r>
              <a:rPr sz="1600" spc="35" dirty="0">
                <a:latin typeface="Corbel"/>
                <a:cs typeface="Corbel"/>
              </a:rPr>
              <a:t> </a:t>
            </a:r>
            <a:r>
              <a:rPr sz="1600" dirty="0">
                <a:latin typeface="Corbel"/>
                <a:cs typeface="Corbel"/>
              </a:rPr>
              <a:t>example,</a:t>
            </a:r>
            <a:r>
              <a:rPr sz="1600" spc="45"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person</a:t>
            </a:r>
            <a:r>
              <a:rPr sz="1600" spc="40" dirty="0">
                <a:latin typeface="Corbel"/>
                <a:cs typeface="Corbel"/>
              </a:rPr>
              <a:t> </a:t>
            </a:r>
            <a:r>
              <a:rPr sz="1600" dirty="0">
                <a:latin typeface="Corbel"/>
                <a:cs typeface="Corbel"/>
              </a:rPr>
              <a:t>applying</a:t>
            </a:r>
            <a:r>
              <a:rPr sz="1600" spc="35" dirty="0">
                <a:latin typeface="Corbel"/>
                <a:cs typeface="Corbel"/>
              </a:rPr>
              <a:t> </a:t>
            </a:r>
            <a:r>
              <a:rPr sz="1600" dirty="0">
                <a:latin typeface="Corbel"/>
                <a:cs typeface="Corbel"/>
              </a:rPr>
              <a:t>for</a:t>
            </a:r>
            <a:r>
              <a:rPr sz="1600" spc="40"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Class</a:t>
            </a:r>
            <a:r>
              <a:rPr sz="1600" spc="35" dirty="0">
                <a:latin typeface="Corbel"/>
                <a:cs typeface="Corbel"/>
              </a:rPr>
              <a:t> </a:t>
            </a:r>
            <a:r>
              <a:rPr sz="1600" dirty="0">
                <a:latin typeface="Corbel"/>
                <a:cs typeface="Corbel"/>
              </a:rPr>
              <a:t>B</a:t>
            </a:r>
            <a:r>
              <a:rPr sz="1600" spc="35" dirty="0">
                <a:latin typeface="Corbel"/>
                <a:cs typeface="Corbel"/>
              </a:rPr>
              <a:t> </a:t>
            </a:r>
            <a:r>
              <a:rPr sz="1600" dirty="0">
                <a:latin typeface="Corbel"/>
                <a:cs typeface="Corbel"/>
              </a:rPr>
              <a:t>UAPL</a:t>
            </a:r>
            <a:r>
              <a:rPr sz="1600" spc="45" dirty="0">
                <a:latin typeface="Corbel"/>
                <a:cs typeface="Corbel"/>
              </a:rPr>
              <a:t> </a:t>
            </a:r>
            <a:r>
              <a:rPr sz="1600" dirty="0">
                <a:latin typeface="Corbel"/>
                <a:cs typeface="Corbel"/>
              </a:rPr>
              <a:t>to</a:t>
            </a:r>
            <a:r>
              <a:rPr sz="1600" spc="30" dirty="0">
                <a:latin typeface="Corbel"/>
                <a:cs typeface="Corbel"/>
              </a:rPr>
              <a:t> </a:t>
            </a:r>
            <a:r>
              <a:rPr sz="1600" dirty="0">
                <a:latin typeface="Corbel"/>
                <a:cs typeface="Corbel"/>
              </a:rPr>
              <a:t>operate</a:t>
            </a:r>
            <a:r>
              <a:rPr sz="1600" spc="35" dirty="0">
                <a:latin typeface="Corbel"/>
                <a:cs typeface="Corbel"/>
              </a:rPr>
              <a:t> </a:t>
            </a:r>
            <a:r>
              <a:rPr sz="1600" dirty="0">
                <a:latin typeface="Corbel"/>
                <a:cs typeface="Corbel"/>
              </a:rPr>
              <a:t>a</a:t>
            </a:r>
            <a:r>
              <a:rPr sz="1600" spc="35" dirty="0">
                <a:latin typeface="Corbel"/>
                <a:cs typeface="Corbel"/>
              </a:rPr>
              <a:t> </a:t>
            </a:r>
            <a:r>
              <a:rPr sz="1600" dirty="0">
                <a:latin typeface="Corbel"/>
                <a:cs typeface="Corbel"/>
              </a:rPr>
              <a:t>40kg</a:t>
            </a:r>
            <a:r>
              <a:rPr sz="1600" spc="40" dirty="0">
                <a:latin typeface="Corbel"/>
                <a:cs typeface="Corbel"/>
              </a:rPr>
              <a:t> </a:t>
            </a:r>
            <a:r>
              <a:rPr sz="1600" spc="-10" dirty="0">
                <a:latin typeface="Corbel"/>
                <a:cs typeface="Corbel"/>
              </a:rPr>
              <a:t>rotorcraft </a:t>
            </a:r>
            <a:r>
              <a:rPr sz="1600" dirty="0">
                <a:latin typeface="Corbel"/>
                <a:cs typeface="Corbel"/>
              </a:rPr>
              <a:t>must</a:t>
            </a:r>
            <a:r>
              <a:rPr sz="1600" spc="-25" dirty="0">
                <a:latin typeface="Corbel"/>
                <a:cs typeface="Corbel"/>
              </a:rPr>
              <a:t> </a:t>
            </a:r>
            <a:r>
              <a:rPr sz="1600" dirty="0">
                <a:latin typeface="Corbel"/>
                <a:cs typeface="Corbel"/>
              </a:rPr>
              <a:t>hold</a:t>
            </a:r>
            <a:r>
              <a:rPr sz="1600" spc="-10" dirty="0">
                <a:latin typeface="Corbel"/>
                <a:cs typeface="Corbel"/>
              </a:rPr>
              <a:t> </a:t>
            </a:r>
            <a:r>
              <a:rPr sz="1600" dirty="0">
                <a:latin typeface="Corbel"/>
                <a:cs typeface="Corbel"/>
              </a:rPr>
              <a:t>a</a:t>
            </a:r>
            <a:r>
              <a:rPr sz="1600" spc="-10" dirty="0">
                <a:latin typeface="Corbel"/>
                <a:cs typeface="Corbel"/>
              </a:rPr>
              <a:t> valid</a:t>
            </a:r>
            <a:r>
              <a:rPr sz="1600" spc="-70" dirty="0">
                <a:latin typeface="Corbel"/>
                <a:cs typeface="Corbel"/>
              </a:rPr>
              <a:t> </a:t>
            </a:r>
            <a:r>
              <a:rPr sz="1600" spc="-10" dirty="0">
                <a:latin typeface="Corbel"/>
                <a:cs typeface="Corbel"/>
              </a:rPr>
              <a:t>Class</a:t>
            </a:r>
            <a:r>
              <a:rPr sz="1600" spc="-70" dirty="0">
                <a:latin typeface="Corbel"/>
                <a:cs typeface="Corbel"/>
              </a:rPr>
              <a:t> </a:t>
            </a:r>
            <a:r>
              <a:rPr sz="1600" dirty="0">
                <a:latin typeface="Corbel"/>
                <a:cs typeface="Corbel"/>
              </a:rPr>
              <a:t>A</a:t>
            </a:r>
            <a:r>
              <a:rPr sz="1600" spc="-65" dirty="0">
                <a:latin typeface="Corbel"/>
                <a:cs typeface="Corbel"/>
              </a:rPr>
              <a:t> </a:t>
            </a:r>
            <a:r>
              <a:rPr sz="1600" dirty="0">
                <a:latin typeface="Corbel"/>
                <a:cs typeface="Corbel"/>
              </a:rPr>
              <a:t>UAPL</a:t>
            </a:r>
            <a:r>
              <a:rPr sz="1600" spc="-5" dirty="0">
                <a:latin typeface="Corbel"/>
                <a:cs typeface="Corbel"/>
              </a:rPr>
              <a:t> </a:t>
            </a:r>
            <a:r>
              <a:rPr sz="1600" dirty="0">
                <a:latin typeface="Corbel"/>
                <a:cs typeface="Corbel"/>
              </a:rPr>
              <a:t>in</a:t>
            </a:r>
            <a:r>
              <a:rPr sz="1600" spc="-5" dirty="0">
                <a:latin typeface="Corbel"/>
                <a:cs typeface="Corbel"/>
              </a:rPr>
              <a:t> </a:t>
            </a:r>
            <a:r>
              <a:rPr sz="1600" dirty="0">
                <a:latin typeface="Corbel"/>
                <a:cs typeface="Corbel"/>
              </a:rPr>
              <a:t>the</a:t>
            </a:r>
            <a:r>
              <a:rPr sz="1600" spc="-15" dirty="0">
                <a:latin typeface="Corbel"/>
                <a:cs typeface="Corbel"/>
              </a:rPr>
              <a:t> </a:t>
            </a:r>
            <a:r>
              <a:rPr sz="1600" dirty="0">
                <a:latin typeface="Corbel"/>
                <a:cs typeface="Corbel"/>
              </a:rPr>
              <a:t>rotorcraft</a:t>
            </a:r>
            <a:r>
              <a:rPr sz="1600" spc="-15" dirty="0">
                <a:latin typeface="Corbel"/>
                <a:cs typeface="Corbel"/>
              </a:rPr>
              <a:t> </a:t>
            </a:r>
            <a:r>
              <a:rPr sz="1600" dirty="0">
                <a:latin typeface="Corbel"/>
                <a:cs typeface="Corbel"/>
              </a:rPr>
              <a:t>category</a:t>
            </a:r>
            <a:r>
              <a:rPr sz="1600" spc="-20" dirty="0">
                <a:latin typeface="Corbel"/>
                <a:cs typeface="Corbel"/>
              </a:rPr>
              <a:t> </a:t>
            </a:r>
            <a:r>
              <a:rPr sz="1600" spc="-10" dirty="0">
                <a:latin typeface="Corbel"/>
                <a:cs typeface="Corbel"/>
              </a:rPr>
              <a:t>first.</a:t>
            </a:r>
            <a:endParaRPr sz="1600">
              <a:latin typeface="Corbel"/>
              <a:cs typeface="Corbel"/>
            </a:endParaRPr>
          </a:p>
          <a:p>
            <a:pPr>
              <a:lnSpc>
                <a:spcPct val="100000"/>
              </a:lnSpc>
              <a:spcBef>
                <a:spcPts val="1190"/>
              </a:spcBef>
              <a:buFont typeface="Corbel"/>
              <a:buAutoNum type="arabicPeriod"/>
            </a:pPr>
            <a:endParaRPr sz="1600">
              <a:latin typeface="Corbel"/>
              <a:cs typeface="Corbel"/>
            </a:endParaRPr>
          </a:p>
          <a:p>
            <a:pPr marL="12700">
              <a:lnSpc>
                <a:spcPts val="1910"/>
              </a:lnSpc>
            </a:pPr>
            <a:r>
              <a:rPr sz="1600" dirty="0">
                <a:latin typeface="Corbel"/>
                <a:cs typeface="Corbel"/>
              </a:rPr>
              <a:t>There</a:t>
            </a:r>
            <a:r>
              <a:rPr sz="1600" spc="-35" dirty="0">
                <a:latin typeface="Corbel"/>
                <a:cs typeface="Corbel"/>
              </a:rPr>
              <a:t> </a:t>
            </a:r>
            <a:r>
              <a:rPr sz="1600" dirty="0">
                <a:latin typeface="Corbel"/>
                <a:cs typeface="Corbel"/>
              </a:rPr>
              <a:t>are</a:t>
            </a:r>
            <a:r>
              <a:rPr sz="1600" spc="-20" dirty="0">
                <a:latin typeface="Corbel"/>
                <a:cs typeface="Corbel"/>
              </a:rPr>
              <a:t> </a:t>
            </a:r>
            <a:r>
              <a:rPr sz="1600" b="1" u="sng" dirty="0">
                <a:uFill>
                  <a:solidFill>
                    <a:srgbClr val="000000"/>
                  </a:solidFill>
                </a:uFill>
                <a:latin typeface="Corbel"/>
                <a:cs typeface="Corbel"/>
              </a:rPr>
              <a:t>4</a:t>
            </a:r>
            <a:r>
              <a:rPr sz="1600" b="1" u="sng" spc="-25" dirty="0">
                <a:uFill>
                  <a:solidFill>
                    <a:srgbClr val="000000"/>
                  </a:solidFill>
                </a:uFill>
                <a:latin typeface="Corbel"/>
                <a:cs typeface="Corbel"/>
              </a:rPr>
              <a:t> </a:t>
            </a:r>
            <a:r>
              <a:rPr sz="1600" b="1" u="sng" dirty="0">
                <a:uFill>
                  <a:solidFill>
                    <a:srgbClr val="000000"/>
                  </a:solidFill>
                </a:uFill>
                <a:latin typeface="Corbel"/>
                <a:cs typeface="Corbel"/>
              </a:rPr>
              <a:t>categories</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75" dirty="0">
                <a:uFill>
                  <a:solidFill>
                    <a:srgbClr val="000000"/>
                  </a:solidFill>
                </a:uFill>
                <a:latin typeface="Corbel"/>
                <a:cs typeface="Corbel"/>
              </a:rPr>
              <a:t> </a:t>
            </a:r>
            <a:r>
              <a:rPr sz="1600" b="1" u="sng" dirty="0">
                <a:uFill>
                  <a:solidFill>
                    <a:srgbClr val="000000"/>
                  </a:solidFill>
                </a:uFill>
                <a:latin typeface="Corbel"/>
                <a:cs typeface="Corbel"/>
              </a:rPr>
              <a:t>UA</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within</a:t>
            </a:r>
            <a:r>
              <a:rPr sz="1600" b="1" u="sng" spc="-25" dirty="0">
                <a:uFill>
                  <a:solidFill>
                    <a:srgbClr val="000000"/>
                  </a:solidFill>
                </a:uFill>
                <a:latin typeface="Corbel"/>
                <a:cs typeface="Corbel"/>
              </a:rPr>
              <a:t> </a:t>
            </a:r>
            <a:r>
              <a:rPr sz="1600" b="1" u="sng" dirty="0">
                <a:uFill>
                  <a:solidFill>
                    <a:srgbClr val="000000"/>
                  </a:solidFill>
                </a:uFill>
                <a:latin typeface="Corbel"/>
                <a:cs typeface="Corbel"/>
              </a:rPr>
              <a:t>each</a:t>
            </a:r>
            <a:r>
              <a:rPr sz="1600" b="1" u="sng" spc="-30" dirty="0">
                <a:uFill>
                  <a:solidFill>
                    <a:srgbClr val="000000"/>
                  </a:solidFill>
                </a:uFill>
                <a:latin typeface="Corbel"/>
                <a:cs typeface="Corbel"/>
              </a:rPr>
              <a:t> </a:t>
            </a:r>
            <a:r>
              <a:rPr sz="1600" b="1" u="sng" dirty="0">
                <a:uFill>
                  <a:solidFill>
                    <a:srgbClr val="000000"/>
                  </a:solidFill>
                </a:uFill>
                <a:latin typeface="Corbel"/>
                <a:cs typeface="Corbel"/>
              </a:rPr>
              <a:t>class</a:t>
            </a:r>
            <a:r>
              <a:rPr sz="1600" b="1" u="sng" spc="-35" dirty="0">
                <a:uFill>
                  <a:solidFill>
                    <a:srgbClr val="000000"/>
                  </a:solidFill>
                </a:uFill>
                <a:latin typeface="Corbel"/>
                <a:cs typeface="Corbel"/>
              </a:rPr>
              <a:t> </a:t>
            </a:r>
            <a:r>
              <a:rPr sz="1600" b="1" u="sng" dirty="0">
                <a:uFill>
                  <a:solidFill>
                    <a:srgbClr val="000000"/>
                  </a:solidFill>
                </a:uFill>
                <a:latin typeface="Corbel"/>
                <a:cs typeface="Corbel"/>
              </a:rPr>
              <a:t>of</a:t>
            </a:r>
            <a:r>
              <a:rPr sz="1600" b="1" u="sng" spc="-75" dirty="0">
                <a:uFill>
                  <a:solidFill>
                    <a:srgbClr val="000000"/>
                  </a:solidFill>
                </a:uFill>
                <a:latin typeface="Corbel"/>
                <a:cs typeface="Corbel"/>
              </a:rPr>
              <a:t> </a:t>
            </a:r>
            <a:r>
              <a:rPr sz="1600" b="1" u="sng" spc="-10" dirty="0">
                <a:uFill>
                  <a:solidFill>
                    <a:srgbClr val="000000"/>
                  </a:solidFill>
                </a:uFill>
                <a:latin typeface="Corbel"/>
                <a:cs typeface="Corbel"/>
              </a:rPr>
              <a:t>UAPL</a:t>
            </a:r>
            <a:r>
              <a:rPr sz="1600" spc="-10" dirty="0">
                <a:latin typeface="Corbel"/>
                <a:cs typeface="Corbel"/>
              </a:rPr>
              <a:t>.</a:t>
            </a:r>
            <a:r>
              <a:rPr sz="1600" spc="-105" dirty="0">
                <a:latin typeface="Corbel"/>
                <a:cs typeface="Corbel"/>
              </a:rPr>
              <a:t> </a:t>
            </a:r>
            <a:r>
              <a:rPr sz="1600" dirty="0">
                <a:latin typeface="Corbel"/>
                <a:cs typeface="Corbel"/>
              </a:rPr>
              <a:t>The</a:t>
            </a:r>
            <a:r>
              <a:rPr sz="1600" spc="-20" dirty="0">
                <a:latin typeface="Corbel"/>
                <a:cs typeface="Corbel"/>
              </a:rPr>
              <a:t> </a:t>
            </a:r>
            <a:r>
              <a:rPr sz="1600" dirty="0">
                <a:latin typeface="Corbel"/>
                <a:cs typeface="Corbel"/>
              </a:rPr>
              <a:t>categories</a:t>
            </a:r>
            <a:r>
              <a:rPr sz="1600" spc="-25" dirty="0">
                <a:latin typeface="Corbel"/>
                <a:cs typeface="Corbel"/>
              </a:rPr>
              <a:t> </a:t>
            </a:r>
            <a:r>
              <a:rPr sz="1600" dirty="0">
                <a:latin typeface="Corbel"/>
                <a:cs typeface="Corbel"/>
              </a:rPr>
              <a:t>are</a:t>
            </a:r>
            <a:r>
              <a:rPr sz="1600" spc="-20" dirty="0">
                <a:latin typeface="Corbel"/>
                <a:cs typeface="Corbel"/>
              </a:rPr>
              <a:t> </a:t>
            </a:r>
            <a:r>
              <a:rPr sz="1600" dirty="0">
                <a:latin typeface="Corbel"/>
                <a:cs typeface="Corbel"/>
              </a:rPr>
              <a:t>as</a:t>
            </a:r>
            <a:r>
              <a:rPr sz="1600" spc="-20" dirty="0">
                <a:latin typeface="Corbel"/>
                <a:cs typeface="Corbel"/>
              </a:rPr>
              <a:t> </a:t>
            </a:r>
            <a:r>
              <a:rPr sz="1600" spc="-10" dirty="0">
                <a:latin typeface="Corbel"/>
                <a:cs typeface="Corbel"/>
              </a:rPr>
              <a:t>follows:</a:t>
            </a:r>
            <a:endParaRPr sz="1600">
              <a:latin typeface="Corbel"/>
              <a:cs typeface="Corbel"/>
            </a:endParaRPr>
          </a:p>
          <a:p>
            <a:pPr marL="869315" lvl="1" indent="-399415">
              <a:lnSpc>
                <a:spcPts val="1910"/>
              </a:lnSpc>
              <a:buAutoNum type="alphaLcParenR"/>
              <a:tabLst>
                <a:tab pos="869315" algn="l"/>
              </a:tabLst>
            </a:pPr>
            <a:r>
              <a:rPr sz="1600" b="1" spc="-10" dirty="0">
                <a:latin typeface="Corbel"/>
                <a:cs typeface="Corbel"/>
              </a:rPr>
              <a:t>Aeroplane</a:t>
            </a:r>
            <a:endParaRPr sz="1600">
              <a:latin typeface="Corbel"/>
              <a:cs typeface="Corbel"/>
            </a:endParaRPr>
          </a:p>
          <a:p>
            <a:pPr marL="869315" lvl="1" indent="-399415">
              <a:lnSpc>
                <a:spcPct val="100000"/>
              </a:lnSpc>
              <a:buAutoNum type="alphaLcParenR"/>
              <a:tabLst>
                <a:tab pos="869315" algn="l"/>
              </a:tabLst>
            </a:pPr>
            <a:r>
              <a:rPr sz="1600" b="1" spc="-10" dirty="0">
                <a:latin typeface="Corbel"/>
                <a:cs typeface="Corbel"/>
              </a:rPr>
              <a:t>Rotorcraft</a:t>
            </a:r>
            <a:endParaRPr sz="1600">
              <a:latin typeface="Corbel"/>
              <a:cs typeface="Corbel"/>
            </a:endParaRPr>
          </a:p>
          <a:p>
            <a:pPr marL="869315" lvl="1" indent="-399415">
              <a:lnSpc>
                <a:spcPts val="1910"/>
              </a:lnSpc>
              <a:spcBef>
                <a:spcPts val="70"/>
              </a:spcBef>
              <a:buAutoNum type="alphaLcParenR"/>
              <a:tabLst>
                <a:tab pos="869315" algn="l"/>
              </a:tabLst>
            </a:pPr>
            <a:r>
              <a:rPr sz="1600" b="1" spc="-25" dirty="0">
                <a:latin typeface="Corbel"/>
                <a:cs typeface="Corbel"/>
              </a:rPr>
              <a:t>Powered-</a:t>
            </a:r>
            <a:r>
              <a:rPr sz="1600" b="1" spc="-20" dirty="0">
                <a:latin typeface="Corbel"/>
                <a:cs typeface="Corbel"/>
              </a:rPr>
              <a:t>lift</a:t>
            </a:r>
            <a:endParaRPr sz="1600">
              <a:latin typeface="Corbel"/>
              <a:cs typeface="Corbel"/>
            </a:endParaRPr>
          </a:p>
          <a:p>
            <a:pPr marL="869315" lvl="1" indent="-399415">
              <a:lnSpc>
                <a:spcPts val="1910"/>
              </a:lnSpc>
              <a:buAutoNum type="alphaLcParenR"/>
              <a:tabLst>
                <a:tab pos="869315" algn="l"/>
              </a:tabLst>
            </a:pPr>
            <a:r>
              <a:rPr sz="1600" b="1" spc="-10" dirty="0">
                <a:latin typeface="Corbel"/>
                <a:cs typeface="Corbel"/>
              </a:rPr>
              <a:t>Airship</a:t>
            </a:r>
            <a:endParaRPr sz="1600">
              <a:latin typeface="Corbel"/>
              <a:cs typeface="Corbel"/>
            </a:endParaRPr>
          </a:p>
          <a:p>
            <a:pPr marL="12700">
              <a:lnSpc>
                <a:spcPct val="100000"/>
              </a:lnSpc>
              <a:spcBef>
                <a:spcPts val="1875"/>
              </a:spcBef>
            </a:pPr>
            <a:r>
              <a:rPr sz="1600" dirty="0">
                <a:latin typeface="Corbel"/>
                <a:cs typeface="Corbel"/>
              </a:rPr>
              <a:t>Note:</a:t>
            </a:r>
            <a:r>
              <a:rPr sz="1600" spc="-45" dirty="0">
                <a:latin typeface="Corbel"/>
                <a:cs typeface="Corbel"/>
              </a:rPr>
              <a:t> </a:t>
            </a:r>
            <a:r>
              <a:rPr sz="1600" dirty="0">
                <a:latin typeface="Corbel"/>
                <a:cs typeface="Corbel"/>
              </a:rPr>
              <a:t>Rotorcraft</a:t>
            </a:r>
            <a:r>
              <a:rPr sz="1600" spc="-50" dirty="0">
                <a:latin typeface="Corbel"/>
                <a:cs typeface="Corbel"/>
              </a:rPr>
              <a:t> </a:t>
            </a:r>
            <a:r>
              <a:rPr sz="1600" dirty="0">
                <a:latin typeface="Corbel"/>
                <a:cs typeface="Corbel"/>
              </a:rPr>
              <a:t>category</a:t>
            </a:r>
            <a:r>
              <a:rPr sz="1600" spc="-55" dirty="0">
                <a:latin typeface="Corbel"/>
                <a:cs typeface="Corbel"/>
              </a:rPr>
              <a:t> </a:t>
            </a:r>
            <a:r>
              <a:rPr sz="1600" dirty="0">
                <a:latin typeface="Corbel"/>
                <a:cs typeface="Corbel"/>
              </a:rPr>
              <a:t>includes</a:t>
            </a:r>
            <a:r>
              <a:rPr sz="1600" spc="-45" dirty="0">
                <a:latin typeface="Corbel"/>
                <a:cs typeface="Corbel"/>
              </a:rPr>
              <a:t> </a:t>
            </a:r>
            <a:r>
              <a:rPr sz="1600" dirty="0">
                <a:latin typeface="Corbel"/>
                <a:cs typeface="Corbel"/>
              </a:rPr>
              <a:t>helicopters</a:t>
            </a:r>
            <a:r>
              <a:rPr sz="1600" spc="-45" dirty="0">
                <a:latin typeface="Corbel"/>
                <a:cs typeface="Corbel"/>
              </a:rPr>
              <a:t> </a:t>
            </a:r>
            <a:r>
              <a:rPr sz="1600" dirty="0">
                <a:latin typeface="Corbel"/>
                <a:cs typeface="Corbel"/>
              </a:rPr>
              <a:t>and</a:t>
            </a:r>
            <a:r>
              <a:rPr sz="1600" spc="-40" dirty="0">
                <a:latin typeface="Corbel"/>
                <a:cs typeface="Corbel"/>
              </a:rPr>
              <a:t> </a:t>
            </a:r>
            <a:r>
              <a:rPr sz="1600" spc="-10" dirty="0">
                <a:latin typeface="Corbel"/>
                <a:cs typeface="Corbel"/>
              </a:rPr>
              <a:t>multi-</a:t>
            </a:r>
            <a:r>
              <a:rPr sz="1600" dirty="0">
                <a:latin typeface="Corbel"/>
                <a:cs typeface="Corbel"/>
              </a:rPr>
              <a:t>rotors</a:t>
            </a:r>
            <a:r>
              <a:rPr sz="1600" spc="-45" dirty="0">
                <a:latin typeface="Corbel"/>
                <a:cs typeface="Corbel"/>
              </a:rPr>
              <a:t> </a:t>
            </a:r>
            <a:r>
              <a:rPr sz="1600" dirty="0">
                <a:latin typeface="Corbel"/>
                <a:cs typeface="Corbel"/>
              </a:rPr>
              <a:t>(e.g.</a:t>
            </a:r>
            <a:r>
              <a:rPr sz="1600" spc="-45" dirty="0">
                <a:latin typeface="Corbel"/>
                <a:cs typeface="Corbel"/>
              </a:rPr>
              <a:t> </a:t>
            </a:r>
            <a:r>
              <a:rPr sz="1600" dirty="0">
                <a:latin typeface="Corbel"/>
                <a:cs typeface="Corbel"/>
              </a:rPr>
              <a:t>quadcopters,</a:t>
            </a:r>
            <a:r>
              <a:rPr sz="1600" spc="-40" dirty="0">
                <a:latin typeface="Corbel"/>
                <a:cs typeface="Corbel"/>
              </a:rPr>
              <a:t> </a:t>
            </a:r>
            <a:r>
              <a:rPr sz="1600" dirty="0">
                <a:latin typeface="Corbel"/>
                <a:cs typeface="Corbel"/>
              </a:rPr>
              <a:t>octocopters,</a:t>
            </a:r>
            <a:r>
              <a:rPr sz="1600" spc="-45" dirty="0">
                <a:latin typeface="Corbel"/>
                <a:cs typeface="Corbel"/>
              </a:rPr>
              <a:t> </a:t>
            </a:r>
            <a:r>
              <a:rPr sz="1600" spc="-10" dirty="0">
                <a:latin typeface="Corbel"/>
                <a:cs typeface="Corbel"/>
              </a:rPr>
              <a:t>etc.).</a:t>
            </a:r>
            <a:endParaRPr sz="1600">
              <a:latin typeface="Corbel"/>
              <a:cs typeface="Corbe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6870192"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45" dirty="0"/>
              <a:t> </a:t>
            </a:r>
            <a:r>
              <a:rPr dirty="0"/>
              <a:t>06</a:t>
            </a:r>
            <a:r>
              <a:rPr spc="-20" dirty="0"/>
              <a:t> </a:t>
            </a:r>
            <a:r>
              <a:rPr spc="-25" dirty="0"/>
              <a:t>02:</a:t>
            </a:r>
            <a:r>
              <a:rPr spc="-145" dirty="0"/>
              <a:t> </a:t>
            </a:r>
            <a:r>
              <a:rPr dirty="0"/>
              <a:t>The</a:t>
            </a:r>
            <a:r>
              <a:rPr spc="-25" dirty="0"/>
              <a:t> </a:t>
            </a:r>
            <a:r>
              <a:rPr spc="-10" dirty="0"/>
              <a:t>associated</a:t>
            </a:r>
            <a:r>
              <a:rPr spc="-80" dirty="0"/>
              <a:t> </a:t>
            </a:r>
            <a:r>
              <a:rPr dirty="0"/>
              <a:t>UAPL</a:t>
            </a:r>
            <a:r>
              <a:rPr spc="-25" dirty="0"/>
              <a:t> </a:t>
            </a:r>
            <a:r>
              <a:rPr dirty="0"/>
              <a:t>classes,</a:t>
            </a:r>
            <a:r>
              <a:rPr spc="-30" dirty="0"/>
              <a:t> </a:t>
            </a:r>
            <a:r>
              <a:rPr dirty="0"/>
              <a:t>categories</a:t>
            </a:r>
            <a:r>
              <a:rPr spc="-20" dirty="0"/>
              <a:t> </a:t>
            </a:r>
            <a:r>
              <a:rPr dirty="0"/>
              <a:t>and</a:t>
            </a:r>
            <a:r>
              <a:rPr spc="-25" dirty="0"/>
              <a:t> </a:t>
            </a:r>
            <a:r>
              <a:rPr spc="-10" dirty="0"/>
              <a:t>ratings</a:t>
            </a:r>
          </a:p>
        </p:txBody>
      </p:sp>
      <p:grpSp>
        <p:nvGrpSpPr>
          <p:cNvPr id="5" name="object 5"/>
          <p:cNvGrpSpPr/>
          <p:nvPr/>
        </p:nvGrpSpPr>
        <p:grpSpPr>
          <a:xfrm>
            <a:off x="1761744" y="2139695"/>
            <a:ext cx="5011420" cy="2273935"/>
            <a:chOff x="1761744" y="2139695"/>
            <a:chExt cx="5011420" cy="2273935"/>
          </a:xfrm>
        </p:grpSpPr>
        <p:pic>
          <p:nvPicPr>
            <p:cNvPr id="6" name="object 6"/>
            <p:cNvPicPr/>
            <p:nvPr/>
          </p:nvPicPr>
          <p:blipFill>
            <a:blip r:embed="rId3" cstate="print"/>
            <a:stretch>
              <a:fillRect/>
            </a:stretch>
          </p:blipFill>
          <p:spPr>
            <a:xfrm>
              <a:off x="1761744" y="2139695"/>
              <a:ext cx="576071" cy="749808"/>
            </a:xfrm>
            <a:prstGeom prst="rect">
              <a:avLst/>
            </a:prstGeom>
          </p:spPr>
        </p:pic>
        <p:pic>
          <p:nvPicPr>
            <p:cNvPr id="7" name="object 7"/>
            <p:cNvPicPr/>
            <p:nvPr/>
          </p:nvPicPr>
          <p:blipFill>
            <a:blip r:embed="rId4" cstate="print"/>
            <a:stretch>
              <a:fillRect/>
            </a:stretch>
          </p:blipFill>
          <p:spPr>
            <a:xfrm>
              <a:off x="2100072" y="2255519"/>
              <a:ext cx="1386839" cy="569976"/>
            </a:xfrm>
            <a:prstGeom prst="rect">
              <a:avLst/>
            </a:prstGeom>
          </p:spPr>
        </p:pic>
        <p:pic>
          <p:nvPicPr>
            <p:cNvPr id="8" name="object 8"/>
            <p:cNvPicPr/>
            <p:nvPr/>
          </p:nvPicPr>
          <p:blipFill>
            <a:blip r:embed="rId5" cstate="print"/>
            <a:stretch>
              <a:fillRect/>
            </a:stretch>
          </p:blipFill>
          <p:spPr>
            <a:xfrm>
              <a:off x="3267455" y="2255519"/>
              <a:ext cx="560831" cy="569976"/>
            </a:xfrm>
            <a:prstGeom prst="rect">
              <a:avLst/>
            </a:prstGeom>
          </p:spPr>
        </p:pic>
        <p:pic>
          <p:nvPicPr>
            <p:cNvPr id="9" name="object 9"/>
            <p:cNvPicPr/>
            <p:nvPr/>
          </p:nvPicPr>
          <p:blipFill>
            <a:blip r:embed="rId6" cstate="print"/>
            <a:stretch>
              <a:fillRect/>
            </a:stretch>
          </p:blipFill>
          <p:spPr>
            <a:xfrm>
              <a:off x="3608832" y="2255519"/>
              <a:ext cx="1152143" cy="569976"/>
            </a:xfrm>
            <a:prstGeom prst="rect">
              <a:avLst/>
            </a:prstGeom>
          </p:spPr>
        </p:pic>
        <p:pic>
          <p:nvPicPr>
            <p:cNvPr id="10" name="object 10"/>
            <p:cNvPicPr/>
            <p:nvPr/>
          </p:nvPicPr>
          <p:blipFill>
            <a:blip r:embed="rId7" cstate="print"/>
            <a:stretch>
              <a:fillRect/>
            </a:stretch>
          </p:blipFill>
          <p:spPr>
            <a:xfrm>
              <a:off x="4541520" y="2255519"/>
              <a:ext cx="896112" cy="569976"/>
            </a:xfrm>
            <a:prstGeom prst="rect">
              <a:avLst/>
            </a:prstGeom>
          </p:spPr>
        </p:pic>
        <p:pic>
          <p:nvPicPr>
            <p:cNvPr id="11" name="object 11"/>
            <p:cNvPicPr/>
            <p:nvPr/>
          </p:nvPicPr>
          <p:blipFill>
            <a:blip r:embed="rId8" cstate="print"/>
            <a:stretch>
              <a:fillRect/>
            </a:stretch>
          </p:blipFill>
          <p:spPr>
            <a:xfrm>
              <a:off x="5093208" y="2255519"/>
              <a:ext cx="423672" cy="569976"/>
            </a:xfrm>
            <a:prstGeom prst="rect">
              <a:avLst/>
            </a:prstGeom>
          </p:spPr>
        </p:pic>
        <p:pic>
          <p:nvPicPr>
            <p:cNvPr id="12" name="object 12"/>
            <p:cNvPicPr/>
            <p:nvPr/>
          </p:nvPicPr>
          <p:blipFill>
            <a:blip r:embed="rId9" cstate="print"/>
            <a:stretch>
              <a:fillRect/>
            </a:stretch>
          </p:blipFill>
          <p:spPr>
            <a:xfrm>
              <a:off x="5172455" y="2255519"/>
              <a:ext cx="868679" cy="569976"/>
            </a:xfrm>
            <a:prstGeom prst="rect">
              <a:avLst/>
            </a:prstGeom>
          </p:spPr>
        </p:pic>
        <p:pic>
          <p:nvPicPr>
            <p:cNvPr id="13" name="object 13"/>
            <p:cNvPicPr/>
            <p:nvPr/>
          </p:nvPicPr>
          <p:blipFill>
            <a:blip r:embed="rId10" cstate="print"/>
            <a:stretch>
              <a:fillRect/>
            </a:stretch>
          </p:blipFill>
          <p:spPr>
            <a:xfrm>
              <a:off x="5821679" y="2255519"/>
              <a:ext cx="609600" cy="569976"/>
            </a:xfrm>
            <a:prstGeom prst="rect">
              <a:avLst/>
            </a:prstGeom>
          </p:spPr>
        </p:pic>
        <p:pic>
          <p:nvPicPr>
            <p:cNvPr id="14" name="object 14"/>
            <p:cNvPicPr/>
            <p:nvPr/>
          </p:nvPicPr>
          <p:blipFill>
            <a:blip r:embed="rId11" cstate="print"/>
            <a:stretch>
              <a:fillRect/>
            </a:stretch>
          </p:blipFill>
          <p:spPr>
            <a:xfrm>
              <a:off x="6211823" y="2255519"/>
              <a:ext cx="560831" cy="569976"/>
            </a:xfrm>
            <a:prstGeom prst="rect">
              <a:avLst/>
            </a:prstGeom>
          </p:spPr>
        </p:pic>
        <p:pic>
          <p:nvPicPr>
            <p:cNvPr id="15" name="object 15"/>
            <p:cNvPicPr/>
            <p:nvPr/>
          </p:nvPicPr>
          <p:blipFill>
            <a:blip r:embed="rId12" cstate="print"/>
            <a:stretch>
              <a:fillRect/>
            </a:stretch>
          </p:blipFill>
          <p:spPr>
            <a:xfrm>
              <a:off x="2100072" y="2560319"/>
              <a:ext cx="472439" cy="569976"/>
            </a:xfrm>
            <a:prstGeom prst="rect">
              <a:avLst/>
            </a:prstGeom>
          </p:spPr>
        </p:pic>
        <p:pic>
          <p:nvPicPr>
            <p:cNvPr id="16" name="object 16"/>
            <p:cNvPicPr/>
            <p:nvPr/>
          </p:nvPicPr>
          <p:blipFill>
            <a:blip r:embed="rId13" cstate="print"/>
            <a:stretch>
              <a:fillRect/>
            </a:stretch>
          </p:blipFill>
          <p:spPr>
            <a:xfrm>
              <a:off x="2228088" y="2560319"/>
              <a:ext cx="579119" cy="569976"/>
            </a:xfrm>
            <a:prstGeom prst="rect">
              <a:avLst/>
            </a:prstGeom>
          </p:spPr>
        </p:pic>
        <p:pic>
          <p:nvPicPr>
            <p:cNvPr id="17" name="object 17"/>
            <p:cNvPicPr/>
            <p:nvPr/>
          </p:nvPicPr>
          <p:blipFill>
            <a:blip r:embed="rId3" cstate="print"/>
            <a:stretch>
              <a:fillRect/>
            </a:stretch>
          </p:blipFill>
          <p:spPr>
            <a:xfrm>
              <a:off x="1761744" y="2901695"/>
              <a:ext cx="576071" cy="749807"/>
            </a:xfrm>
            <a:prstGeom prst="rect">
              <a:avLst/>
            </a:prstGeom>
          </p:spPr>
        </p:pic>
        <p:pic>
          <p:nvPicPr>
            <p:cNvPr id="18" name="object 18"/>
            <p:cNvPicPr/>
            <p:nvPr/>
          </p:nvPicPr>
          <p:blipFill>
            <a:blip r:embed="rId4" cstate="print"/>
            <a:stretch>
              <a:fillRect/>
            </a:stretch>
          </p:blipFill>
          <p:spPr>
            <a:xfrm>
              <a:off x="2100072" y="3017519"/>
              <a:ext cx="1386839" cy="569976"/>
            </a:xfrm>
            <a:prstGeom prst="rect">
              <a:avLst/>
            </a:prstGeom>
          </p:spPr>
        </p:pic>
        <p:pic>
          <p:nvPicPr>
            <p:cNvPr id="19" name="object 19"/>
            <p:cNvPicPr/>
            <p:nvPr/>
          </p:nvPicPr>
          <p:blipFill>
            <a:blip r:embed="rId5" cstate="print"/>
            <a:stretch>
              <a:fillRect/>
            </a:stretch>
          </p:blipFill>
          <p:spPr>
            <a:xfrm>
              <a:off x="3267455" y="3017519"/>
              <a:ext cx="560831" cy="569976"/>
            </a:xfrm>
            <a:prstGeom prst="rect">
              <a:avLst/>
            </a:prstGeom>
          </p:spPr>
        </p:pic>
        <p:pic>
          <p:nvPicPr>
            <p:cNvPr id="20" name="object 20"/>
            <p:cNvPicPr/>
            <p:nvPr/>
          </p:nvPicPr>
          <p:blipFill>
            <a:blip r:embed="rId6" cstate="print"/>
            <a:stretch>
              <a:fillRect/>
            </a:stretch>
          </p:blipFill>
          <p:spPr>
            <a:xfrm>
              <a:off x="3608832" y="3017519"/>
              <a:ext cx="1152143" cy="569976"/>
            </a:xfrm>
            <a:prstGeom prst="rect">
              <a:avLst/>
            </a:prstGeom>
          </p:spPr>
        </p:pic>
        <p:pic>
          <p:nvPicPr>
            <p:cNvPr id="21" name="object 21"/>
            <p:cNvPicPr/>
            <p:nvPr/>
          </p:nvPicPr>
          <p:blipFill>
            <a:blip r:embed="rId7" cstate="print"/>
            <a:stretch>
              <a:fillRect/>
            </a:stretch>
          </p:blipFill>
          <p:spPr>
            <a:xfrm>
              <a:off x="4541520" y="3017519"/>
              <a:ext cx="896112" cy="569976"/>
            </a:xfrm>
            <a:prstGeom prst="rect">
              <a:avLst/>
            </a:prstGeom>
          </p:spPr>
        </p:pic>
        <p:pic>
          <p:nvPicPr>
            <p:cNvPr id="22" name="object 22"/>
            <p:cNvPicPr/>
            <p:nvPr/>
          </p:nvPicPr>
          <p:blipFill>
            <a:blip r:embed="rId8" cstate="print"/>
            <a:stretch>
              <a:fillRect/>
            </a:stretch>
          </p:blipFill>
          <p:spPr>
            <a:xfrm>
              <a:off x="5093208" y="3017519"/>
              <a:ext cx="423672" cy="569976"/>
            </a:xfrm>
            <a:prstGeom prst="rect">
              <a:avLst/>
            </a:prstGeom>
          </p:spPr>
        </p:pic>
        <p:pic>
          <p:nvPicPr>
            <p:cNvPr id="23" name="object 23"/>
            <p:cNvPicPr/>
            <p:nvPr/>
          </p:nvPicPr>
          <p:blipFill>
            <a:blip r:embed="rId9" cstate="print"/>
            <a:stretch>
              <a:fillRect/>
            </a:stretch>
          </p:blipFill>
          <p:spPr>
            <a:xfrm>
              <a:off x="5172455" y="3017519"/>
              <a:ext cx="868679" cy="569976"/>
            </a:xfrm>
            <a:prstGeom prst="rect">
              <a:avLst/>
            </a:prstGeom>
          </p:spPr>
        </p:pic>
        <p:pic>
          <p:nvPicPr>
            <p:cNvPr id="24" name="object 24"/>
            <p:cNvPicPr/>
            <p:nvPr/>
          </p:nvPicPr>
          <p:blipFill>
            <a:blip r:embed="rId10" cstate="print"/>
            <a:stretch>
              <a:fillRect/>
            </a:stretch>
          </p:blipFill>
          <p:spPr>
            <a:xfrm>
              <a:off x="5821679" y="3017519"/>
              <a:ext cx="609600" cy="569976"/>
            </a:xfrm>
            <a:prstGeom prst="rect">
              <a:avLst/>
            </a:prstGeom>
          </p:spPr>
        </p:pic>
        <p:pic>
          <p:nvPicPr>
            <p:cNvPr id="25" name="object 25"/>
            <p:cNvPicPr/>
            <p:nvPr/>
          </p:nvPicPr>
          <p:blipFill>
            <a:blip r:embed="rId11" cstate="print"/>
            <a:stretch>
              <a:fillRect/>
            </a:stretch>
          </p:blipFill>
          <p:spPr>
            <a:xfrm>
              <a:off x="6211823" y="3017519"/>
              <a:ext cx="560831" cy="569976"/>
            </a:xfrm>
            <a:prstGeom prst="rect">
              <a:avLst/>
            </a:prstGeom>
          </p:spPr>
        </p:pic>
        <p:pic>
          <p:nvPicPr>
            <p:cNvPr id="26" name="object 26"/>
            <p:cNvPicPr/>
            <p:nvPr/>
          </p:nvPicPr>
          <p:blipFill>
            <a:blip r:embed="rId14" cstate="print"/>
            <a:stretch>
              <a:fillRect/>
            </a:stretch>
          </p:blipFill>
          <p:spPr>
            <a:xfrm>
              <a:off x="2100072" y="3322319"/>
              <a:ext cx="600456" cy="569976"/>
            </a:xfrm>
            <a:prstGeom prst="rect">
              <a:avLst/>
            </a:prstGeom>
          </p:spPr>
        </p:pic>
        <p:pic>
          <p:nvPicPr>
            <p:cNvPr id="27" name="object 27"/>
            <p:cNvPicPr/>
            <p:nvPr/>
          </p:nvPicPr>
          <p:blipFill>
            <a:blip r:embed="rId13" cstate="print"/>
            <a:stretch>
              <a:fillRect/>
            </a:stretch>
          </p:blipFill>
          <p:spPr>
            <a:xfrm>
              <a:off x="2356104" y="3322319"/>
              <a:ext cx="579119" cy="569976"/>
            </a:xfrm>
            <a:prstGeom prst="rect">
              <a:avLst/>
            </a:prstGeom>
          </p:spPr>
        </p:pic>
        <p:pic>
          <p:nvPicPr>
            <p:cNvPr id="28" name="object 28"/>
            <p:cNvPicPr/>
            <p:nvPr/>
          </p:nvPicPr>
          <p:blipFill>
            <a:blip r:embed="rId3" cstate="print"/>
            <a:stretch>
              <a:fillRect/>
            </a:stretch>
          </p:blipFill>
          <p:spPr>
            <a:xfrm>
              <a:off x="1761744" y="3663695"/>
              <a:ext cx="576071" cy="749807"/>
            </a:xfrm>
            <a:prstGeom prst="rect">
              <a:avLst/>
            </a:prstGeom>
          </p:spPr>
        </p:pic>
        <p:pic>
          <p:nvPicPr>
            <p:cNvPr id="29" name="object 29"/>
            <p:cNvPicPr/>
            <p:nvPr/>
          </p:nvPicPr>
          <p:blipFill>
            <a:blip r:embed="rId15" cstate="print"/>
            <a:stretch>
              <a:fillRect/>
            </a:stretch>
          </p:blipFill>
          <p:spPr>
            <a:xfrm>
              <a:off x="2100072" y="3779519"/>
              <a:ext cx="640080" cy="569976"/>
            </a:xfrm>
            <a:prstGeom prst="rect">
              <a:avLst/>
            </a:prstGeom>
          </p:spPr>
        </p:pic>
        <p:pic>
          <p:nvPicPr>
            <p:cNvPr id="30" name="object 30"/>
            <p:cNvPicPr/>
            <p:nvPr/>
          </p:nvPicPr>
          <p:blipFill>
            <a:blip r:embed="rId16" cstate="print"/>
            <a:stretch>
              <a:fillRect/>
            </a:stretch>
          </p:blipFill>
          <p:spPr>
            <a:xfrm>
              <a:off x="2453640" y="3779519"/>
              <a:ext cx="1435608" cy="569976"/>
            </a:xfrm>
            <a:prstGeom prst="rect">
              <a:avLst/>
            </a:prstGeom>
          </p:spPr>
        </p:pic>
      </p:grpSp>
      <p:sp>
        <p:nvSpPr>
          <p:cNvPr id="31" name="object 31"/>
          <p:cNvSpPr txBox="1"/>
          <p:nvPr/>
        </p:nvSpPr>
        <p:spPr>
          <a:xfrm>
            <a:off x="1502605" y="1549908"/>
            <a:ext cx="5097780" cy="2639060"/>
          </a:xfrm>
          <a:prstGeom prst="rect">
            <a:avLst/>
          </a:prstGeom>
        </p:spPr>
        <p:txBody>
          <a:bodyPr vert="horz" wrap="square" lIns="0" tIns="12700" rIns="0" bIns="0" rtlCol="0">
            <a:spAutoFit/>
          </a:bodyPr>
          <a:lstStyle/>
          <a:p>
            <a:pPr marL="12700" marR="314960">
              <a:lnSpc>
                <a:spcPct val="100000"/>
              </a:lnSpc>
              <a:spcBef>
                <a:spcPts val="100"/>
              </a:spcBef>
            </a:pPr>
            <a:r>
              <a:rPr sz="2000" dirty="0">
                <a:latin typeface="Calibri"/>
                <a:cs typeface="Calibri"/>
              </a:rPr>
              <a:t>Ratings</a:t>
            </a:r>
            <a:r>
              <a:rPr sz="2000" spc="-45"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limitation</a:t>
            </a:r>
            <a:r>
              <a:rPr sz="2000" spc="-50" dirty="0">
                <a:latin typeface="Calibri"/>
                <a:cs typeface="Calibri"/>
              </a:rPr>
              <a:t> </a:t>
            </a:r>
            <a:r>
              <a:rPr sz="2000" dirty="0">
                <a:latin typeface="Calibri"/>
                <a:cs typeface="Calibri"/>
              </a:rPr>
              <a:t>within</a:t>
            </a:r>
            <a:r>
              <a:rPr sz="2000" spc="-50" dirty="0">
                <a:latin typeface="Calibri"/>
                <a:cs typeface="Calibri"/>
              </a:rPr>
              <a:t> </a:t>
            </a:r>
            <a:r>
              <a:rPr sz="2000" spc="-20" dirty="0">
                <a:latin typeface="Calibri"/>
                <a:cs typeface="Calibri"/>
              </a:rPr>
              <a:t>Rotorcraft</a:t>
            </a:r>
            <a:r>
              <a:rPr sz="2000" spc="-45" dirty="0">
                <a:latin typeface="Calibri"/>
                <a:cs typeface="Calibri"/>
              </a:rPr>
              <a:t> </a:t>
            </a:r>
            <a:r>
              <a:rPr sz="2000" dirty="0">
                <a:latin typeface="Calibri"/>
                <a:cs typeface="Calibri"/>
              </a:rPr>
              <a:t>UAPL</a:t>
            </a:r>
            <a:r>
              <a:rPr sz="2000" spc="-55" dirty="0">
                <a:latin typeface="Calibri"/>
                <a:cs typeface="Calibri"/>
              </a:rPr>
              <a:t> </a:t>
            </a:r>
            <a:r>
              <a:rPr sz="2000" spc="-25" dirty="0">
                <a:latin typeface="Calibri"/>
                <a:cs typeface="Calibri"/>
              </a:rPr>
              <a:t>as </a:t>
            </a:r>
            <a:r>
              <a:rPr sz="2000" spc="-10" dirty="0">
                <a:latin typeface="Calibri"/>
                <a:cs typeface="Calibri"/>
              </a:rPr>
              <a:t>follows:</a:t>
            </a:r>
            <a:endParaRPr sz="2000">
              <a:latin typeface="Calibri"/>
              <a:cs typeface="Calibri"/>
            </a:endParaRPr>
          </a:p>
          <a:p>
            <a:pPr marL="755650" marR="5080" indent="-285750">
              <a:lnSpc>
                <a:spcPct val="100000"/>
              </a:lnSpc>
              <a:spcBef>
                <a:spcPts val="1200"/>
              </a:spcBef>
              <a:buClr>
                <a:srgbClr val="1482AC"/>
              </a:buClr>
              <a:buSzPct val="145000"/>
              <a:buFont typeface="Arial MT"/>
              <a:buChar char="•"/>
              <a:tabLst>
                <a:tab pos="755650" algn="l"/>
              </a:tabLst>
            </a:pPr>
            <a:r>
              <a:rPr sz="2000" dirty="0">
                <a:latin typeface="Calibri"/>
                <a:cs typeface="Calibri"/>
              </a:rPr>
              <a:t>Restricted</a:t>
            </a:r>
            <a:r>
              <a:rPr sz="2000" spc="445" dirty="0">
                <a:latin typeface="Calibri"/>
                <a:cs typeface="Calibri"/>
              </a:rPr>
              <a:t> </a:t>
            </a:r>
            <a:r>
              <a:rPr sz="2000" dirty="0">
                <a:latin typeface="Calibri"/>
                <a:cs typeface="Calibri"/>
              </a:rPr>
              <a:t>to</a:t>
            </a:r>
            <a:r>
              <a:rPr sz="2000" spc="450" dirty="0">
                <a:latin typeface="Calibri"/>
                <a:cs typeface="Calibri"/>
              </a:rPr>
              <a:t> </a:t>
            </a:r>
            <a:r>
              <a:rPr sz="2000" dirty="0">
                <a:latin typeface="Calibri"/>
                <a:cs typeface="Calibri"/>
              </a:rPr>
              <a:t>operate</a:t>
            </a:r>
            <a:r>
              <a:rPr sz="2000" spc="455" dirty="0">
                <a:latin typeface="Calibri"/>
                <a:cs typeface="Calibri"/>
              </a:rPr>
              <a:t> </a:t>
            </a:r>
            <a:r>
              <a:rPr sz="2000" spc="-10" dirty="0">
                <a:latin typeface="Calibri"/>
                <a:cs typeface="Calibri"/>
              </a:rPr>
              <a:t>Multi-</a:t>
            </a:r>
            <a:r>
              <a:rPr sz="2000" dirty="0">
                <a:latin typeface="Calibri"/>
                <a:cs typeface="Calibri"/>
              </a:rPr>
              <a:t>rotor</a:t>
            </a:r>
            <a:r>
              <a:rPr sz="2000" spc="455" dirty="0">
                <a:latin typeface="Calibri"/>
                <a:cs typeface="Calibri"/>
              </a:rPr>
              <a:t> </a:t>
            </a:r>
            <a:r>
              <a:rPr sz="2000" dirty="0">
                <a:latin typeface="Calibri"/>
                <a:cs typeface="Calibri"/>
              </a:rPr>
              <a:t>up</a:t>
            </a:r>
            <a:r>
              <a:rPr sz="2000" spc="455" dirty="0">
                <a:latin typeface="Calibri"/>
                <a:cs typeface="Calibri"/>
              </a:rPr>
              <a:t> </a:t>
            </a:r>
            <a:r>
              <a:rPr sz="2000" spc="-25" dirty="0">
                <a:latin typeface="Calibri"/>
                <a:cs typeface="Calibri"/>
              </a:rPr>
              <a:t>to 7kg</a:t>
            </a:r>
            <a:endParaRPr sz="2000">
              <a:latin typeface="Calibri"/>
              <a:cs typeface="Calibri"/>
            </a:endParaRPr>
          </a:p>
          <a:p>
            <a:pPr marL="755650" marR="5080" indent="-285750">
              <a:lnSpc>
                <a:spcPct val="100000"/>
              </a:lnSpc>
              <a:spcBef>
                <a:spcPts val="1200"/>
              </a:spcBef>
              <a:buClr>
                <a:srgbClr val="1482AC"/>
              </a:buClr>
              <a:buSzPct val="145000"/>
              <a:buFont typeface="Arial MT"/>
              <a:buChar char="•"/>
              <a:tabLst>
                <a:tab pos="755650" algn="l"/>
              </a:tabLst>
            </a:pPr>
            <a:r>
              <a:rPr sz="2000" dirty="0">
                <a:latin typeface="Calibri"/>
                <a:cs typeface="Calibri"/>
              </a:rPr>
              <a:t>Restricted</a:t>
            </a:r>
            <a:r>
              <a:rPr sz="2000" spc="445" dirty="0">
                <a:latin typeface="Calibri"/>
                <a:cs typeface="Calibri"/>
              </a:rPr>
              <a:t> </a:t>
            </a:r>
            <a:r>
              <a:rPr sz="2000" dirty="0">
                <a:latin typeface="Calibri"/>
                <a:cs typeface="Calibri"/>
              </a:rPr>
              <a:t>to</a:t>
            </a:r>
            <a:r>
              <a:rPr sz="2000" spc="450" dirty="0">
                <a:latin typeface="Calibri"/>
                <a:cs typeface="Calibri"/>
              </a:rPr>
              <a:t> </a:t>
            </a:r>
            <a:r>
              <a:rPr sz="2000" dirty="0">
                <a:latin typeface="Calibri"/>
                <a:cs typeface="Calibri"/>
              </a:rPr>
              <a:t>operate</a:t>
            </a:r>
            <a:r>
              <a:rPr sz="2000" spc="455" dirty="0">
                <a:latin typeface="Calibri"/>
                <a:cs typeface="Calibri"/>
              </a:rPr>
              <a:t> </a:t>
            </a:r>
            <a:r>
              <a:rPr sz="2000" spc="-10" dirty="0">
                <a:latin typeface="Calibri"/>
                <a:cs typeface="Calibri"/>
              </a:rPr>
              <a:t>Multi-</a:t>
            </a:r>
            <a:r>
              <a:rPr sz="2000" dirty="0">
                <a:latin typeface="Calibri"/>
                <a:cs typeface="Calibri"/>
              </a:rPr>
              <a:t>rotor</a:t>
            </a:r>
            <a:r>
              <a:rPr sz="2000" spc="455" dirty="0">
                <a:latin typeface="Calibri"/>
                <a:cs typeface="Calibri"/>
              </a:rPr>
              <a:t> </a:t>
            </a:r>
            <a:r>
              <a:rPr sz="2000" dirty="0">
                <a:latin typeface="Calibri"/>
                <a:cs typeface="Calibri"/>
              </a:rPr>
              <a:t>up</a:t>
            </a:r>
            <a:r>
              <a:rPr sz="2000" spc="455" dirty="0">
                <a:latin typeface="Calibri"/>
                <a:cs typeface="Calibri"/>
              </a:rPr>
              <a:t> </a:t>
            </a:r>
            <a:r>
              <a:rPr sz="2000" spc="-25" dirty="0">
                <a:latin typeface="Calibri"/>
                <a:cs typeface="Calibri"/>
              </a:rPr>
              <a:t>to </a:t>
            </a:r>
            <a:r>
              <a:rPr sz="2000" spc="-20" dirty="0">
                <a:latin typeface="Calibri"/>
                <a:cs typeface="Calibri"/>
              </a:rPr>
              <a:t>25kg</a:t>
            </a:r>
            <a:endParaRPr sz="2000">
              <a:latin typeface="Calibri"/>
              <a:cs typeface="Calibri"/>
            </a:endParaRPr>
          </a:p>
          <a:p>
            <a:pPr marL="755015" indent="-285115">
              <a:lnSpc>
                <a:spcPct val="100000"/>
              </a:lnSpc>
              <a:spcBef>
                <a:spcPts val="1200"/>
              </a:spcBef>
              <a:buClr>
                <a:srgbClr val="1482AC"/>
              </a:buClr>
              <a:buSzPct val="145000"/>
              <a:buFont typeface="Arial MT"/>
              <a:buChar char="•"/>
              <a:tabLst>
                <a:tab pos="755015" algn="l"/>
              </a:tabLst>
            </a:pPr>
            <a:r>
              <a:rPr sz="2000" dirty="0">
                <a:latin typeface="Calibri"/>
                <a:cs typeface="Calibri"/>
              </a:rPr>
              <a:t>No</a:t>
            </a:r>
            <a:r>
              <a:rPr sz="2000" spc="-20" dirty="0">
                <a:latin typeface="Calibri"/>
                <a:cs typeface="Calibri"/>
              </a:rPr>
              <a:t> </a:t>
            </a:r>
            <a:r>
              <a:rPr sz="2000" spc="-10" dirty="0">
                <a:latin typeface="Calibri"/>
                <a:cs typeface="Calibri"/>
              </a:rPr>
              <a:t>limitations</a:t>
            </a:r>
            <a:endParaRPr sz="2000">
              <a:latin typeface="Calibri"/>
              <a:cs typeface="Calibri"/>
            </a:endParaRPr>
          </a:p>
        </p:txBody>
      </p:sp>
      <p:grpSp>
        <p:nvGrpSpPr>
          <p:cNvPr id="32" name="object 32"/>
          <p:cNvGrpSpPr/>
          <p:nvPr/>
        </p:nvGrpSpPr>
        <p:grpSpPr>
          <a:xfrm>
            <a:off x="7004028" y="1582430"/>
            <a:ext cx="2312670" cy="3693160"/>
            <a:chOff x="7004028" y="1582430"/>
            <a:chExt cx="2312670" cy="3693160"/>
          </a:xfrm>
        </p:grpSpPr>
        <p:pic>
          <p:nvPicPr>
            <p:cNvPr id="33" name="object 33"/>
            <p:cNvPicPr/>
            <p:nvPr/>
          </p:nvPicPr>
          <p:blipFill>
            <a:blip r:embed="rId17" cstate="print"/>
            <a:stretch>
              <a:fillRect/>
            </a:stretch>
          </p:blipFill>
          <p:spPr>
            <a:xfrm>
              <a:off x="7004028" y="1582430"/>
              <a:ext cx="2312226" cy="3693139"/>
            </a:xfrm>
            <a:prstGeom prst="rect">
              <a:avLst/>
            </a:prstGeom>
          </p:spPr>
        </p:pic>
        <p:sp>
          <p:nvSpPr>
            <p:cNvPr id="34" name="object 34"/>
            <p:cNvSpPr/>
            <p:nvPr/>
          </p:nvSpPr>
          <p:spPr>
            <a:xfrm>
              <a:off x="7590232" y="3533187"/>
              <a:ext cx="1347470" cy="193040"/>
            </a:xfrm>
            <a:custGeom>
              <a:avLst/>
              <a:gdLst/>
              <a:ahLst/>
              <a:cxnLst/>
              <a:rect l="l" t="t" r="r" b="b"/>
              <a:pathLst>
                <a:path w="1347470" h="193039">
                  <a:moveTo>
                    <a:pt x="1347017" y="0"/>
                  </a:moveTo>
                  <a:lnTo>
                    <a:pt x="0" y="0"/>
                  </a:lnTo>
                  <a:lnTo>
                    <a:pt x="0" y="192675"/>
                  </a:lnTo>
                  <a:lnTo>
                    <a:pt x="1347017" y="192675"/>
                  </a:lnTo>
                  <a:lnTo>
                    <a:pt x="1347017" y="0"/>
                  </a:lnTo>
                  <a:close/>
                </a:path>
              </a:pathLst>
            </a:custGeom>
            <a:solidFill>
              <a:srgbClr val="1CADE4"/>
            </a:solidFill>
          </p:spPr>
          <p:txBody>
            <a:bodyPr wrap="square" lIns="0" tIns="0" rIns="0" bIns="0" rtlCol="0"/>
            <a:lstStyle/>
            <a:p>
              <a:endParaRPr/>
            </a:p>
          </p:txBody>
        </p:sp>
        <p:sp>
          <p:nvSpPr>
            <p:cNvPr id="35" name="object 35"/>
            <p:cNvSpPr/>
            <p:nvPr/>
          </p:nvSpPr>
          <p:spPr>
            <a:xfrm>
              <a:off x="7590232" y="3533187"/>
              <a:ext cx="1347470" cy="193040"/>
            </a:xfrm>
            <a:custGeom>
              <a:avLst/>
              <a:gdLst/>
              <a:ahLst/>
              <a:cxnLst/>
              <a:rect l="l" t="t" r="r" b="b"/>
              <a:pathLst>
                <a:path w="1347470" h="193039">
                  <a:moveTo>
                    <a:pt x="0" y="0"/>
                  </a:moveTo>
                  <a:lnTo>
                    <a:pt x="1347019" y="0"/>
                  </a:lnTo>
                  <a:lnTo>
                    <a:pt x="1347019" y="192676"/>
                  </a:lnTo>
                  <a:lnTo>
                    <a:pt x="0" y="192676"/>
                  </a:lnTo>
                  <a:lnTo>
                    <a:pt x="0" y="0"/>
                  </a:lnTo>
                  <a:close/>
                </a:path>
              </a:pathLst>
            </a:custGeom>
            <a:ln w="15875">
              <a:solidFill>
                <a:srgbClr val="117EA7"/>
              </a:solidFill>
            </a:ln>
          </p:spPr>
          <p:txBody>
            <a:bodyPr wrap="square" lIns="0" tIns="0" rIns="0" bIns="0" rtlCol="0"/>
            <a:lstStyle/>
            <a:p>
              <a:endParaRPr/>
            </a:p>
          </p:txBody>
        </p:sp>
        <p:sp>
          <p:nvSpPr>
            <p:cNvPr id="36" name="object 36"/>
            <p:cNvSpPr/>
            <p:nvPr/>
          </p:nvSpPr>
          <p:spPr>
            <a:xfrm>
              <a:off x="7590229" y="3926912"/>
              <a:ext cx="1347470" cy="193040"/>
            </a:xfrm>
            <a:custGeom>
              <a:avLst/>
              <a:gdLst/>
              <a:ahLst/>
              <a:cxnLst/>
              <a:rect l="l" t="t" r="r" b="b"/>
              <a:pathLst>
                <a:path w="1347470" h="193039">
                  <a:moveTo>
                    <a:pt x="1347019" y="0"/>
                  </a:moveTo>
                  <a:lnTo>
                    <a:pt x="0" y="0"/>
                  </a:lnTo>
                  <a:lnTo>
                    <a:pt x="0" y="192675"/>
                  </a:lnTo>
                  <a:lnTo>
                    <a:pt x="1347019" y="192675"/>
                  </a:lnTo>
                  <a:lnTo>
                    <a:pt x="1347019" y="0"/>
                  </a:lnTo>
                  <a:close/>
                </a:path>
              </a:pathLst>
            </a:custGeom>
            <a:solidFill>
              <a:srgbClr val="1CADE4"/>
            </a:solidFill>
          </p:spPr>
          <p:txBody>
            <a:bodyPr wrap="square" lIns="0" tIns="0" rIns="0" bIns="0" rtlCol="0"/>
            <a:lstStyle/>
            <a:p>
              <a:endParaRPr/>
            </a:p>
          </p:txBody>
        </p:sp>
        <p:sp>
          <p:nvSpPr>
            <p:cNvPr id="37" name="object 37"/>
            <p:cNvSpPr/>
            <p:nvPr/>
          </p:nvSpPr>
          <p:spPr>
            <a:xfrm>
              <a:off x="7590229" y="3926912"/>
              <a:ext cx="1347470" cy="193040"/>
            </a:xfrm>
            <a:custGeom>
              <a:avLst/>
              <a:gdLst/>
              <a:ahLst/>
              <a:cxnLst/>
              <a:rect l="l" t="t" r="r" b="b"/>
              <a:pathLst>
                <a:path w="1347470" h="193039">
                  <a:moveTo>
                    <a:pt x="0" y="0"/>
                  </a:moveTo>
                  <a:lnTo>
                    <a:pt x="1347019" y="0"/>
                  </a:lnTo>
                  <a:lnTo>
                    <a:pt x="1347019" y="192676"/>
                  </a:lnTo>
                  <a:lnTo>
                    <a:pt x="0" y="192676"/>
                  </a:lnTo>
                  <a:lnTo>
                    <a:pt x="0" y="0"/>
                  </a:lnTo>
                  <a:close/>
                </a:path>
              </a:pathLst>
            </a:custGeom>
            <a:ln w="15875">
              <a:solidFill>
                <a:srgbClr val="117EA7"/>
              </a:solidFill>
            </a:ln>
          </p:spPr>
          <p:txBody>
            <a:bodyPr wrap="square" lIns="0" tIns="0" rIns="0" bIns="0" rtlCol="0"/>
            <a:lstStyle/>
            <a:p>
              <a:endParaRPr/>
            </a:p>
          </p:txBody>
        </p:sp>
        <p:sp>
          <p:nvSpPr>
            <p:cNvPr id="38" name="object 38"/>
            <p:cNvSpPr/>
            <p:nvPr/>
          </p:nvSpPr>
          <p:spPr>
            <a:xfrm>
              <a:off x="7104453" y="3429000"/>
              <a:ext cx="193040" cy="1347470"/>
            </a:xfrm>
            <a:custGeom>
              <a:avLst/>
              <a:gdLst/>
              <a:ahLst/>
              <a:cxnLst/>
              <a:rect l="l" t="t" r="r" b="b"/>
              <a:pathLst>
                <a:path w="193040" h="1347470">
                  <a:moveTo>
                    <a:pt x="192675" y="0"/>
                  </a:moveTo>
                  <a:lnTo>
                    <a:pt x="0" y="0"/>
                  </a:lnTo>
                  <a:lnTo>
                    <a:pt x="0" y="1347019"/>
                  </a:lnTo>
                  <a:lnTo>
                    <a:pt x="192675" y="1347019"/>
                  </a:lnTo>
                  <a:lnTo>
                    <a:pt x="192675" y="0"/>
                  </a:lnTo>
                  <a:close/>
                </a:path>
              </a:pathLst>
            </a:custGeom>
            <a:solidFill>
              <a:srgbClr val="1CADE4"/>
            </a:solidFill>
          </p:spPr>
          <p:txBody>
            <a:bodyPr wrap="square" lIns="0" tIns="0" rIns="0" bIns="0" rtlCol="0"/>
            <a:lstStyle/>
            <a:p>
              <a:endParaRPr/>
            </a:p>
          </p:txBody>
        </p:sp>
        <p:sp>
          <p:nvSpPr>
            <p:cNvPr id="39" name="object 39"/>
            <p:cNvSpPr/>
            <p:nvPr/>
          </p:nvSpPr>
          <p:spPr>
            <a:xfrm>
              <a:off x="7104453" y="3429000"/>
              <a:ext cx="193040" cy="1347470"/>
            </a:xfrm>
            <a:custGeom>
              <a:avLst/>
              <a:gdLst/>
              <a:ahLst/>
              <a:cxnLst/>
              <a:rect l="l" t="t" r="r" b="b"/>
              <a:pathLst>
                <a:path w="193040" h="1347470">
                  <a:moveTo>
                    <a:pt x="192676" y="0"/>
                  </a:moveTo>
                  <a:lnTo>
                    <a:pt x="192676" y="1347019"/>
                  </a:lnTo>
                  <a:lnTo>
                    <a:pt x="0" y="1347019"/>
                  </a:lnTo>
                  <a:lnTo>
                    <a:pt x="0" y="0"/>
                  </a:lnTo>
                  <a:lnTo>
                    <a:pt x="192676" y="0"/>
                  </a:lnTo>
                  <a:close/>
                </a:path>
              </a:pathLst>
            </a:custGeom>
            <a:ln w="15875">
              <a:solidFill>
                <a:srgbClr val="117EA7"/>
              </a:solidFill>
            </a:ln>
          </p:spPr>
          <p:txBody>
            <a:bodyPr wrap="square" lIns="0" tIns="0" rIns="0" bIns="0" rtlCol="0"/>
            <a:lstStyle/>
            <a:p>
              <a:endParaRPr/>
            </a:p>
          </p:txBody>
        </p:sp>
        <p:sp>
          <p:nvSpPr>
            <p:cNvPr id="40" name="object 40"/>
            <p:cNvSpPr/>
            <p:nvPr/>
          </p:nvSpPr>
          <p:spPr>
            <a:xfrm>
              <a:off x="8460113" y="2443791"/>
              <a:ext cx="535940" cy="114300"/>
            </a:xfrm>
            <a:custGeom>
              <a:avLst/>
              <a:gdLst/>
              <a:ahLst/>
              <a:cxnLst/>
              <a:rect l="l" t="t" r="r" b="b"/>
              <a:pathLst>
                <a:path w="535940" h="114300">
                  <a:moveTo>
                    <a:pt x="535857" y="0"/>
                  </a:moveTo>
                  <a:lnTo>
                    <a:pt x="0" y="0"/>
                  </a:lnTo>
                  <a:lnTo>
                    <a:pt x="0" y="114016"/>
                  </a:lnTo>
                  <a:lnTo>
                    <a:pt x="535857" y="114016"/>
                  </a:lnTo>
                  <a:lnTo>
                    <a:pt x="535857" y="0"/>
                  </a:lnTo>
                  <a:close/>
                </a:path>
              </a:pathLst>
            </a:custGeom>
            <a:solidFill>
              <a:srgbClr val="1CADE4"/>
            </a:solidFill>
          </p:spPr>
          <p:txBody>
            <a:bodyPr wrap="square" lIns="0" tIns="0" rIns="0" bIns="0" rtlCol="0"/>
            <a:lstStyle/>
            <a:p>
              <a:endParaRPr/>
            </a:p>
          </p:txBody>
        </p:sp>
        <p:sp>
          <p:nvSpPr>
            <p:cNvPr id="41" name="object 41"/>
            <p:cNvSpPr/>
            <p:nvPr/>
          </p:nvSpPr>
          <p:spPr>
            <a:xfrm>
              <a:off x="8460113" y="2443791"/>
              <a:ext cx="535940" cy="114300"/>
            </a:xfrm>
            <a:custGeom>
              <a:avLst/>
              <a:gdLst/>
              <a:ahLst/>
              <a:cxnLst/>
              <a:rect l="l" t="t" r="r" b="b"/>
              <a:pathLst>
                <a:path w="535940" h="114300">
                  <a:moveTo>
                    <a:pt x="0" y="0"/>
                  </a:moveTo>
                  <a:lnTo>
                    <a:pt x="535857" y="0"/>
                  </a:lnTo>
                  <a:lnTo>
                    <a:pt x="535857" y="114017"/>
                  </a:lnTo>
                  <a:lnTo>
                    <a:pt x="0" y="114017"/>
                  </a:lnTo>
                  <a:lnTo>
                    <a:pt x="0" y="0"/>
                  </a:lnTo>
                  <a:close/>
                </a:path>
              </a:pathLst>
            </a:custGeom>
            <a:ln w="15875">
              <a:solidFill>
                <a:srgbClr val="117EA7"/>
              </a:solidFill>
            </a:ln>
          </p:spPr>
          <p:txBody>
            <a:bodyPr wrap="square" lIns="0" tIns="0" rIns="0" bIns="0" rtlCol="0"/>
            <a:lstStyle/>
            <a:p>
              <a:endParaRPr/>
            </a:p>
          </p:txBody>
        </p:sp>
      </p:grpSp>
      <p:pic>
        <p:nvPicPr>
          <p:cNvPr id="42" name="object 42"/>
          <p:cNvPicPr/>
          <p:nvPr/>
        </p:nvPicPr>
        <p:blipFill>
          <a:blip r:embed="rId18" cstate="print"/>
          <a:stretch>
            <a:fillRect/>
          </a:stretch>
        </p:blipFill>
        <p:spPr>
          <a:xfrm>
            <a:off x="9481022" y="1582430"/>
            <a:ext cx="2326329" cy="3722127"/>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84309" y="1253796"/>
            <a:ext cx="10019030" cy="0"/>
          </a:xfrm>
          <a:custGeom>
            <a:avLst/>
            <a:gdLst/>
            <a:ahLst/>
            <a:cxnLst/>
            <a:rect l="l" t="t" r="r" b="b"/>
            <a:pathLst>
              <a:path w="10019030">
                <a:moveTo>
                  <a:pt x="0" y="0"/>
                </a:moveTo>
                <a:lnTo>
                  <a:pt x="10018713" y="1"/>
                </a:lnTo>
              </a:path>
            </a:pathLst>
          </a:custGeom>
          <a:ln w="50800">
            <a:solidFill>
              <a:srgbClr val="ABD3EF"/>
            </a:solidFill>
          </a:ln>
        </p:spPr>
        <p:txBody>
          <a:bodyPr wrap="square" lIns="0" tIns="0" rIns="0" bIns="0" rtlCol="0"/>
          <a:lstStyle/>
          <a:p>
            <a:endParaRPr/>
          </a:p>
        </p:txBody>
      </p:sp>
      <p:pic>
        <p:nvPicPr>
          <p:cNvPr id="3" name="object 3"/>
          <p:cNvPicPr/>
          <p:nvPr/>
        </p:nvPicPr>
        <p:blipFill>
          <a:blip r:embed="rId2" cstate="print"/>
          <a:stretch>
            <a:fillRect/>
          </a:stretch>
        </p:blipFill>
        <p:spPr>
          <a:xfrm>
            <a:off x="1417319" y="566927"/>
            <a:ext cx="7876032" cy="573024"/>
          </a:xfrm>
          <a:prstGeom prst="rect">
            <a:avLst/>
          </a:prstGeom>
        </p:spPr>
      </p:pic>
      <p:sp>
        <p:nvSpPr>
          <p:cNvPr id="4" name="object 4"/>
          <p:cNvSpPr txBox="1">
            <a:spLocks noGrp="1"/>
          </p:cNvSpPr>
          <p:nvPr>
            <p:ph type="title"/>
          </p:nvPr>
        </p:nvSpPr>
        <p:spPr>
          <a:prstGeom prst="rect">
            <a:avLst/>
          </a:prstGeom>
        </p:spPr>
        <p:txBody>
          <a:bodyPr vert="horz" wrap="square" lIns="0" tIns="165100" rIns="0" bIns="0" rtlCol="0">
            <a:spAutoFit/>
          </a:bodyPr>
          <a:lstStyle/>
          <a:p>
            <a:pPr marL="12700">
              <a:lnSpc>
                <a:spcPct val="100000"/>
              </a:lnSpc>
              <a:spcBef>
                <a:spcPts val="100"/>
              </a:spcBef>
            </a:pPr>
            <a:r>
              <a:rPr dirty="0"/>
              <a:t>030</a:t>
            </a:r>
            <a:r>
              <a:rPr spc="-55" dirty="0"/>
              <a:t> </a:t>
            </a:r>
            <a:r>
              <a:rPr dirty="0"/>
              <a:t>06</a:t>
            </a:r>
            <a:r>
              <a:rPr spc="-20" dirty="0"/>
              <a:t> </a:t>
            </a:r>
            <a:r>
              <a:rPr dirty="0"/>
              <a:t>03:</a:t>
            </a:r>
            <a:r>
              <a:rPr spc="-25" dirty="0"/>
              <a:t> </a:t>
            </a:r>
            <a:r>
              <a:rPr spc="-10" dirty="0"/>
              <a:t>Requirements</a:t>
            </a:r>
            <a:r>
              <a:rPr spc="-20" dirty="0"/>
              <a:t> </a:t>
            </a:r>
            <a:r>
              <a:rPr dirty="0"/>
              <a:t>for</a:t>
            </a:r>
            <a:r>
              <a:rPr spc="-20" dirty="0"/>
              <a:t> </a:t>
            </a:r>
            <a:r>
              <a:rPr dirty="0"/>
              <a:t>the</a:t>
            </a:r>
            <a:r>
              <a:rPr spc="-20" dirty="0"/>
              <a:t> </a:t>
            </a:r>
            <a:r>
              <a:rPr dirty="0"/>
              <a:t>issuance</a:t>
            </a:r>
            <a:r>
              <a:rPr spc="-20" dirty="0"/>
              <a:t> </a:t>
            </a:r>
            <a:r>
              <a:rPr dirty="0"/>
              <a:t>of</a:t>
            </a:r>
            <a:r>
              <a:rPr spc="-75" dirty="0"/>
              <a:t> </a:t>
            </a:r>
            <a:r>
              <a:rPr dirty="0"/>
              <a:t>UA</a:t>
            </a:r>
            <a:r>
              <a:rPr spc="-20" dirty="0"/>
              <a:t> </a:t>
            </a:r>
            <a:r>
              <a:rPr spc="-10" dirty="0"/>
              <a:t>Basic</a:t>
            </a:r>
            <a:r>
              <a:rPr spc="-140" dirty="0"/>
              <a:t> </a:t>
            </a:r>
            <a:r>
              <a:rPr spc="-25" dirty="0"/>
              <a:t>Training</a:t>
            </a:r>
            <a:r>
              <a:rPr spc="-80" dirty="0"/>
              <a:t> </a:t>
            </a:r>
            <a:r>
              <a:rPr spc="-10" dirty="0"/>
              <a:t>Certificate</a:t>
            </a:r>
          </a:p>
        </p:txBody>
      </p:sp>
      <p:sp>
        <p:nvSpPr>
          <p:cNvPr id="5" name="object 5"/>
          <p:cNvSpPr txBox="1"/>
          <p:nvPr/>
        </p:nvSpPr>
        <p:spPr>
          <a:xfrm>
            <a:off x="1563049" y="1840484"/>
            <a:ext cx="10255250" cy="3147060"/>
          </a:xfrm>
          <a:prstGeom prst="rect">
            <a:avLst/>
          </a:prstGeom>
        </p:spPr>
        <p:txBody>
          <a:bodyPr vert="horz" wrap="square" lIns="0" tIns="13970" rIns="0" bIns="0" rtlCol="0">
            <a:spAutoFit/>
          </a:bodyPr>
          <a:lstStyle/>
          <a:p>
            <a:pPr marL="12700" marR="5080">
              <a:lnSpc>
                <a:spcPct val="99400"/>
              </a:lnSpc>
              <a:spcBef>
                <a:spcPts val="110"/>
              </a:spcBef>
            </a:pPr>
            <a:r>
              <a:rPr sz="1800" dirty="0">
                <a:latin typeface="Corbel"/>
                <a:cs typeface="Corbel"/>
              </a:rPr>
              <a:t>Users</a:t>
            </a:r>
            <a:r>
              <a:rPr sz="1800" spc="-35" dirty="0">
                <a:latin typeface="Corbel"/>
                <a:cs typeface="Corbel"/>
              </a:rPr>
              <a:t> </a:t>
            </a:r>
            <a:r>
              <a:rPr sz="1800" dirty="0">
                <a:latin typeface="Corbel"/>
                <a:cs typeface="Corbel"/>
              </a:rPr>
              <a:t>who</a:t>
            </a:r>
            <a:r>
              <a:rPr sz="1800" spc="-20" dirty="0">
                <a:latin typeface="Corbel"/>
                <a:cs typeface="Corbel"/>
              </a:rPr>
              <a:t> </a:t>
            </a:r>
            <a:r>
              <a:rPr sz="1800" dirty="0">
                <a:latin typeface="Corbel"/>
                <a:cs typeface="Corbel"/>
              </a:rPr>
              <a:t>operate</a:t>
            </a:r>
            <a:r>
              <a:rPr sz="1800" spc="-25" dirty="0">
                <a:latin typeface="Corbel"/>
                <a:cs typeface="Corbel"/>
              </a:rPr>
              <a:t> </a:t>
            </a:r>
            <a:r>
              <a:rPr sz="1800" dirty="0">
                <a:latin typeface="Corbel"/>
                <a:cs typeface="Corbel"/>
              </a:rPr>
              <a:t>their</a:t>
            </a:r>
            <a:r>
              <a:rPr sz="1800" spc="-25" dirty="0">
                <a:latin typeface="Corbel"/>
                <a:cs typeface="Corbel"/>
              </a:rPr>
              <a:t> </a:t>
            </a:r>
            <a:r>
              <a:rPr sz="1800" dirty="0">
                <a:latin typeface="Corbel"/>
                <a:cs typeface="Corbel"/>
              </a:rPr>
              <a:t>unmanned</a:t>
            </a:r>
            <a:r>
              <a:rPr sz="1800" spc="-25" dirty="0">
                <a:latin typeface="Corbel"/>
                <a:cs typeface="Corbel"/>
              </a:rPr>
              <a:t> </a:t>
            </a:r>
            <a:r>
              <a:rPr sz="1800" dirty="0">
                <a:latin typeface="Corbel"/>
                <a:cs typeface="Corbel"/>
              </a:rPr>
              <a:t>aircraft</a:t>
            </a:r>
            <a:r>
              <a:rPr sz="1800" spc="-30" dirty="0">
                <a:latin typeface="Corbel"/>
                <a:cs typeface="Corbel"/>
              </a:rPr>
              <a:t> </a:t>
            </a:r>
            <a:r>
              <a:rPr sz="1800" dirty="0">
                <a:latin typeface="Corbel"/>
                <a:cs typeface="Corbel"/>
              </a:rPr>
              <a:t>(UA)</a:t>
            </a:r>
            <a:r>
              <a:rPr sz="1800" spc="-25" dirty="0">
                <a:latin typeface="Corbel"/>
                <a:cs typeface="Corbel"/>
              </a:rPr>
              <a:t> </a:t>
            </a:r>
            <a:r>
              <a:rPr sz="1800" dirty="0">
                <a:latin typeface="Corbel"/>
                <a:cs typeface="Corbel"/>
              </a:rPr>
              <a:t>with</a:t>
            </a:r>
            <a:r>
              <a:rPr sz="1800" spc="-20" dirty="0">
                <a:latin typeface="Corbel"/>
                <a:cs typeface="Corbel"/>
              </a:rPr>
              <a:t> </a:t>
            </a:r>
            <a:r>
              <a:rPr sz="1800" dirty="0">
                <a:latin typeface="Corbel"/>
                <a:cs typeface="Corbel"/>
              </a:rPr>
              <a:t>a</a:t>
            </a:r>
            <a:r>
              <a:rPr sz="1800" spc="-30" dirty="0">
                <a:latin typeface="Corbel"/>
                <a:cs typeface="Corbel"/>
              </a:rPr>
              <a:t> </a:t>
            </a:r>
            <a:r>
              <a:rPr sz="1800" u="sng" dirty="0">
                <a:uFill>
                  <a:solidFill>
                    <a:srgbClr val="000000"/>
                  </a:solidFill>
                </a:uFill>
                <a:latin typeface="Corbel"/>
                <a:cs typeface="Corbel"/>
              </a:rPr>
              <a:t>total</a:t>
            </a:r>
            <a:r>
              <a:rPr sz="1800" u="sng" spc="-30" dirty="0">
                <a:uFill>
                  <a:solidFill>
                    <a:srgbClr val="000000"/>
                  </a:solidFill>
                </a:uFill>
                <a:latin typeface="Corbel"/>
                <a:cs typeface="Corbel"/>
              </a:rPr>
              <a:t> </a:t>
            </a:r>
            <a:r>
              <a:rPr sz="1800" u="sng" dirty="0">
                <a:uFill>
                  <a:solidFill>
                    <a:srgbClr val="000000"/>
                  </a:solidFill>
                </a:uFill>
                <a:latin typeface="Corbel"/>
                <a:cs typeface="Corbel"/>
              </a:rPr>
              <a:t>weight</a:t>
            </a:r>
            <a:r>
              <a:rPr sz="1800" u="sng" spc="-25" dirty="0">
                <a:uFill>
                  <a:solidFill>
                    <a:srgbClr val="000000"/>
                  </a:solidFill>
                </a:uFill>
                <a:latin typeface="Corbel"/>
                <a:cs typeface="Corbel"/>
              </a:rPr>
              <a:t> </a:t>
            </a:r>
            <a:r>
              <a:rPr sz="1800" u="sng" dirty="0">
                <a:uFill>
                  <a:solidFill>
                    <a:srgbClr val="000000"/>
                  </a:solidFill>
                </a:uFill>
                <a:latin typeface="Corbel"/>
                <a:cs typeface="Corbel"/>
              </a:rPr>
              <a:t>of</a:t>
            </a:r>
            <a:r>
              <a:rPr sz="1800" u="sng" spc="-30" dirty="0">
                <a:uFill>
                  <a:solidFill>
                    <a:srgbClr val="000000"/>
                  </a:solidFill>
                </a:uFill>
                <a:latin typeface="Corbel"/>
                <a:cs typeface="Corbel"/>
              </a:rPr>
              <a:t> </a:t>
            </a:r>
            <a:r>
              <a:rPr sz="1800" u="sng" dirty="0">
                <a:uFill>
                  <a:solidFill>
                    <a:srgbClr val="000000"/>
                  </a:solidFill>
                </a:uFill>
                <a:latin typeface="Corbel"/>
                <a:cs typeface="Corbel"/>
              </a:rPr>
              <a:t>more</a:t>
            </a:r>
            <a:r>
              <a:rPr sz="1800" u="sng" spc="-20" dirty="0">
                <a:uFill>
                  <a:solidFill>
                    <a:srgbClr val="000000"/>
                  </a:solidFill>
                </a:uFill>
                <a:latin typeface="Corbel"/>
                <a:cs typeface="Corbel"/>
              </a:rPr>
              <a:t> </a:t>
            </a:r>
            <a:r>
              <a:rPr sz="1800" u="sng" dirty="0">
                <a:uFill>
                  <a:solidFill>
                    <a:srgbClr val="000000"/>
                  </a:solidFill>
                </a:uFill>
                <a:latin typeface="Corbel"/>
                <a:cs typeface="Corbel"/>
              </a:rPr>
              <a:t>than</a:t>
            </a:r>
            <a:r>
              <a:rPr sz="1800" u="sng" spc="-25" dirty="0">
                <a:uFill>
                  <a:solidFill>
                    <a:srgbClr val="000000"/>
                  </a:solidFill>
                </a:uFill>
                <a:latin typeface="Corbel"/>
                <a:cs typeface="Corbel"/>
              </a:rPr>
              <a:t> </a:t>
            </a:r>
            <a:r>
              <a:rPr sz="1800" u="sng" dirty="0">
                <a:uFill>
                  <a:solidFill>
                    <a:srgbClr val="000000"/>
                  </a:solidFill>
                </a:uFill>
                <a:latin typeface="Corbel"/>
                <a:cs typeface="Corbel"/>
              </a:rPr>
              <a:t>1.5</a:t>
            </a:r>
            <a:r>
              <a:rPr sz="1800" u="sng" spc="-30" dirty="0">
                <a:uFill>
                  <a:solidFill>
                    <a:srgbClr val="000000"/>
                  </a:solidFill>
                </a:uFill>
                <a:latin typeface="Corbel"/>
                <a:cs typeface="Corbel"/>
              </a:rPr>
              <a:t> </a:t>
            </a:r>
            <a:r>
              <a:rPr sz="1800" u="sng" dirty="0">
                <a:uFill>
                  <a:solidFill>
                    <a:srgbClr val="000000"/>
                  </a:solidFill>
                </a:uFill>
                <a:latin typeface="Corbel"/>
                <a:cs typeface="Corbel"/>
              </a:rPr>
              <a:t>kilograms</a:t>
            </a:r>
            <a:r>
              <a:rPr sz="1800" u="sng" spc="-30" dirty="0">
                <a:uFill>
                  <a:solidFill>
                    <a:srgbClr val="000000"/>
                  </a:solidFill>
                </a:uFill>
                <a:latin typeface="Corbel"/>
                <a:cs typeface="Corbel"/>
              </a:rPr>
              <a:t> </a:t>
            </a:r>
            <a:r>
              <a:rPr sz="1800" u="sng" dirty="0">
                <a:uFill>
                  <a:solidFill>
                    <a:srgbClr val="000000"/>
                  </a:solidFill>
                </a:uFill>
                <a:latin typeface="Corbel"/>
                <a:cs typeface="Corbel"/>
              </a:rPr>
              <a:t>and</a:t>
            </a:r>
            <a:r>
              <a:rPr sz="1800" u="sng" spc="-30" dirty="0">
                <a:uFill>
                  <a:solidFill>
                    <a:srgbClr val="000000"/>
                  </a:solidFill>
                </a:uFill>
                <a:latin typeface="Corbel"/>
                <a:cs typeface="Corbel"/>
              </a:rPr>
              <a:t> </a:t>
            </a:r>
            <a:r>
              <a:rPr sz="1800" u="sng" spc="-25" dirty="0">
                <a:uFill>
                  <a:solidFill>
                    <a:srgbClr val="000000"/>
                  </a:solidFill>
                </a:uFill>
                <a:latin typeface="Corbel"/>
                <a:cs typeface="Corbel"/>
              </a:rPr>
              <a:t>not</a:t>
            </a:r>
            <a:r>
              <a:rPr sz="1800" spc="-25" dirty="0">
                <a:latin typeface="Corbel"/>
                <a:cs typeface="Corbel"/>
              </a:rPr>
              <a:t> </a:t>
            </a:r>
            <a:r>
              <a:rPr sz="1800" u="sng" dirty="0">
                <a:uFill>
                  <a:solidFill>
                    <a:srgbClr val="000000"/>
                  </a:solidFill>
                </a:uFill>
                <a:latin typeface="Corbel"/>
                <a:cs typeface="Corbel"/>
              </a:rPr>
              <a:t>exceeding</a:t>
            </a:r>
            <a:r>
              <a:rPr sz="1800" u="sng" spc="-40" dirty="0">
                <a:uFill>
                  <a:solidFill>
                    <a:srgbClr val="000000"/>
                  </a:solidFill>
                </a:uFill>
                <a:latin typeface="Corbel"/>
                <a:cs typeface="Corbel"/>
              </a:rPr>
              <a:t> </a:t>
            </a:r>
            <a:r>
              <a:rPr sz="1800" u="sng" dirty="0">
                <a:uFill>
                  <a:solidFill>
                    <a:srgbClr val="000000"/>
                  </a:solidFill>
                </a:uFill>
                <a:latin typeface="Corbel"/>
                <a:cs typeface="Corbel"/>
              </a:rPr>
              <a:t>7</a:t>
            </a:r>
            <a:r>
              <a:rPr sz="1800" u="sng" spc="-30" dirty="0">
                <a:uFill>
                  <a:solidFill>
                    <a:srgbClr val="000000"/>
                  </a:solidFill>
                </a:uFill>
                <a:latin typeface="Corbel"/>
                <a:cs typeface="Corbel"/>
              </a:rPr>
              <a:t> </a:t>
            </a:r>
            <a:r>
              <a:rPr sz="1800" u="sng" dirty="0">
                <a:uFill>
                  <a:solidFill>
                    <a:srgbClr val="000000"/>
                  </a:solidFill>
                </a:uFill>
                <a:latin typeface="Corbel"/>
                <a:cs typeface="Corbel"/>
              </a:rPr>
              <a:t>kilograms,</a:t>
            </a:r>
            <a:r>
              <a:rPr sz="1800" u="sng" spc="-35" dirty="0">
                <a:uFill>
                  <a:solidFill>
                    <a:srgbClr val="000000"/>
                  </a:solidFill>
                </a:uFill>
                <a:latin typeface="Corbel"/>
                <a:cs typeface="Corbel"/>
              </a:rPr>
              <a:t> </a:t>
            </a:r>
            <a:r>
              <a:rPr sz="1800" u="sng" dirty="0">
                <a:uFill>
                  <a:solidFill>
                    <a:srgbClr val="000000"/>
                  </a:solidFill>
                </a:uFill>
                <a:latin typeface="Corbel"/>
                <a:cs typeface="Corbel"/>
              </a:rPr>
              <a:t>for</a:t>
            </a:r>
            <a:r>
              <a:rPr sz="1800" u="sng" spc="-40" dirty="0">
                <a:uFill>
                  <a:solidFill>
                    <a:srgbClr val="000000"/>
                  </a:solidFill>
                </a:uFill>
                <a:latin typeface="Corbel"/>
                <a:cs typeface="Corbel"/>
              </a:rPr>
              <a:t> </a:t>
            </a:r>
            <a:r>
              <a:rPr sz="1800" u="sng" dirty="0">
                <a:uFill>
                  <a:solidFill>
                    <a:srgbClr val="000000"/>
                  </a:solidFill>
                </a:uFill>
                <a:latin typeface="Corbel"/>
                <a:cs typeface="Corbel"/>
              </a:rPr>
              <a:t>recreational</a:t>
            </a:r>
            <a:r>
              <a:rPr sz="1800" u="sng" spc="-35" dirty="0">
                <a:uFill>
                  <a:solidFill>
                    <a:srgbClr val="000000"/>
                  </a:solidFill>
                </a:uFill>
                <a:latin typeface="Corbel"/>
                <a:cs typeface="Corbel"/>
              </a:rPr>
              <a:t> </a:t>
            </a:r>
            <a:r>
              <a:rPr sz="1800" u="sng" dirty="0">
                <a:uFill>
                  <a:solidFill>
                    <a:srgbClr val="000000"/>
                  </a:solidFill>
                </a:uFill>
                <a:latin typeface="Corbel"/>
                <a:cs typeface="Corbel"/>
              </a:rPr>
              <a:t>or</a:t>
            </a:r>
            <a:r>
              <a:rPr sz="1800" u="sng" spc="-40" dirty="0">
                <a:uFill>
                  <a:solidFill>
                    <a:srgbClr val="000000"/>
                  </a:solidFill>
                </a:uFill>
                <a:latin typeface="Corbel"/>
                <a:cs typeface="Corbel"/>
              </a:rPr>
              <a:t> </a:t>
            </a:r>
            <a:r>
              <a:rPr sz="1800" u="sng" dirty="0">
                <a:uFill>
                  <a:solidFill>
                    <a:srgbClr val="000000"/>
                  </a:solidFill>
                </a:uFill>
                <a:latin typeface="Corbel"/>
                <a:cs typeface="Corbel"/>
              </a:rPr>
              <a:t>educational</a:t>
            </a:r>
            <a:r>
              <a:rPr sz="1800" u="sng" spc="-40" dirty="0">
                <a:uFill>
                  <a:solidFill>
                    <a:srgbClr val="000000"/>
                  </a:solidFill>
                </a:uFill>
                <a:latin typeface="Corbel"/>
                <a:cs typeface="Corbel"/>
              </a:rPr>
              <a:t> </a:t>
            </a:r>
            <a:r>
              <a:rPr sz="1800" u="sng" dirty="0">
                <a:uFill>
                  <a:solidFill>
                    <a:srgbClr val="000000"/>
                  </a:solidFill>
                </a:uFill>
                <a:latin typeface="Corbel"/>
                <a:cs typeface="Corbel"/>
              </a:rPr>
              <a:t>purposes</a:t>
            </a:r>
            <a:r>
              <a:rPr sz="1800" dirty="0">
                <a:latin typeface="Corbel"/>
                <a:cs typeface="Corbel"/>
              </a:rPr>
              <a:t>,</a:t>
            </a:r>
            <a:r>
              <a:rPr sz="1800" spc="-35" dirty="0">
                <a:latin typeface="Corbel"/>
                <a:cs typeface="Corbel"/>
              </a:rPr>
              <a:t> </a:t>
            </a:r>
            <a:r>
              <a:rPr sz="1800" dirty="0">
                <a:latin typeface="Corbel"/>
                <a:cs typeface="Corbel"/>
              </a:rPr>
              <a:t>are</a:t>
            </a:r>
            <a:r>
              <a:rPr sz="1800" spc="-30" dirty="0">
                <a:latin typeface="Corbel"/>
                <a:cs typeface="Corbel"/>
              </a:rPr>
              <a:t> </a:t>
            </a:r>
            <a:r>
              <a:rPr sz="1800" dirty="0">
                <a:latin typeface="Corbel"/>
                <a:cs typeface="Corbel"/>
              </a:rPr>
              <a:t>required</a:t>
            </a:r>
            <a:r>
              <a:rPr sz="1800" spc="-30" dirty="0">
                <a:latin typeface="Corbel"/>
                <a:cs typeface="Corbel"/>
              </a:rPr>
              <a:t> </a:t>
            </a:r>
            <a:r>
              <a:rPr sz="1800" dirty="0">
                <a:latin typeface="Corbel"/>
                <a:cs typeface="Corbel"/>
              </a:rPr>
              <a:t>to</a:t>
            </a:r>
            <a:r>
              <a:rPr sz="1800" spc="-30" dirty="0">
                <a:latin typeface="Corbel"/>
                <a:cs typeface="Corbel"/>
              </a:rPr>
              <a:t> </a:t>
            </a:r>
            <a:r>
              <a:rPr sz="1800" dirty="0">
                <a:latin typeface="Corbel"/>
                <a:cs typeface="Corbel"/>
              </a:rPr>
              <a:t>undergo</a:t>
            </a:r>
            <a:r>
              <a:rPr sz="1800" spc="-30" dirty="0">
                <a:latin typeface="Corbel"/>
                <a:cs typeface="Corbel"/>
              </a:rPr>
              <a:t> </a:t>
            </a:r>
            <a:r>
              <a:rPr sz="1800" dirty="0">
                <a:latin typeface="Corbel"/>
                <a:cs typeface="Corbel"/>
              </a:rPr>
              <a:t>a</a:t>
            </a:r>
            <a:r>
              <a:rPr sz="1800" spc="-30" dirty="0">
                <a:latin typeface="Corbel"/>
                <a:cs typeface="Corbel"/>
              </a:rPr>
              <a:t> </a:t>
            </a:r>
            <a:r>
              <a:rPr sz="1800" spc="-10" dirty="0">
                <a:latin typeface="Corbel"/>
                <a:cs typeface="Corbel"/>
              </a:rPr>
              <a:t>one-</a:t>
            </a:r>
            <a:r>
              <a:rPr sz="1800" dirty="0">
                <a:latin typeface="Corbel"/>
                <a:cs typeface="Corbel"/>
              </a:rPr>
              <a:t>time</a:t>
            </a:r>
            <a:r>
              <a:rPr sz="1800" spc="-80" dirty="0">
                <a:latin typeface="Corbel"/>
                <a:cs typeface="Corbel"/>
              </a:rPr>
              <a:t> </a:t>
            </a:r>
            <a:r>
              <a:rPr sz="1800" dirty="0">
                <a:latin typeface="Corbel"/>
                <a:cs typeface="Corbel"/>
              </a:rPr>
              <a:t>UA</a:t>
            </a:r>
            <a:r>
              <a:rPr sz="1800" spc="-40" dirty="0">
                <a:latin typeface="Corbel"/>
                <a:cs typeface="Corbel"/>
              </a:rPr>
              <a:t> </a:t>
            </a:r>
            <a:r>
              <a:rPr sz="1800" spc="-10" dirty="0">
                <a:latin typeface="Corbel"/>
                <a:cs typeface="Corbel"/>
              </a:rPr>
              <a:t>Basic Training</a:t>
            </a:r>
            <a:r>
              <a:rPr sz="1800" spc="-35" dirty="0">
                <a:latin typeface="Corbel"/>
                <a:cs typeface="Corbel"/>
              </a:rPr>
              <a:t> </a:t>
            </a:r>
            <a:r>
              <a:rPr sz="1800" dirty="0">
                <a:latin typeface="Corbel"/>
                <a:cs typeface="Corbel"/>
              </a:rPr>
              <a:t>to</a:t>
            </a:r>
            <a:r>
              <a:rPr sz="1800" spc="-15" dirty="0">
                <a:latin typeface="Corbel"/>
                <a:cs typeface="Corbel"/>
              </a:rPr>
              <a:t> </a:t>
            </a:r>
            <a:r>
              <a:rPr sz="1800" dirty="0">
                <a:latin typeface="Corbel"/>
                <a:cs typeface="Corbel"/>
              </a:rPr>
              <a:t>be</a:t>
            </a:r>
            <a:r>
              <a:rPr sz="1800" spc="-15" dirty="0">
                <a:latin typeface="Corbel"/>
                <a:cs typeface="Corbel"/>
              </a:rPr>
              <a:t> </a:t>
            </a:r>
            <a:r>
              <a:rPr sz="1800" dirty="0">
                <a:latin typeface="Corbel"/>
                <a:cs typeface="Corbel"/>
              </a:rPr>
              <a:t>conducted</a:t>
            </a:r>
            <a:r>
              <a:rPr sz="1800" spc="-15" dirty="0">
                <a:latin typeface="Corbel"/>
                <a:cs typeface="Corbel"/>
              </a:rPr>
              <a:t> </a:t>
            </a:r>
            <a:r>
              <a:rPr sz="1800" dirty="0">
                <a:latin typeface="Corbel"/>
                <a:cs typeface="Corbel"/>
              </a:rPr>
              <a:t>by</a:t>
            </a:r>
            <a:r>
              <a:rPr sz="1800" spc="-85" dirty="0">
                <a:latin typeface="Corbel"/>
                <a:cs typeface="Corbel"/>
              </a:rPr>
              <a:t> </a:t>
            </a:r>
            <a:r>
              <a:rPr sz="1800" spc="-10" dirty="0">
                <a:latin typeface="Corbel"/>
                <a:cs typeface="Corbel"/>
              </a:rPr>
              <a:t>CAAS-approved</a:t>
            </a:r>
            <a:r>
              <a:rPr sz="1800" spc="-70" dirty="0">
                <a:latin typeface="Corbel"/>
                <a:cs typeface="Corbel"/>
              </a:rPr>
              <a:t> </a:t>
            </a:r>
            <a:r>
              <a:rPr sz="1800" dirty="0">
                <a:latin typeface="Corbel"/>
                <a:cs typeface="Corbel"/>
              </a:rPr>
              <a:t>UA</a:t>
            </a:r>
            <a:r>
              <a:rPr sz="1800" spc="-20" dirty="0">
                <a:latin typeface="Corbel"/>
                <a:cs typeface="Corbel"/>
              </a:rPr>
              <a:t> </a:t>
            </a:r>
            <a:r>
              <a:rPr sz="1800" spc="-10" dirty="0">
                <a:latin typeface="Corbel"/>
                <a:cs typeface="Corbel"/>
              </a:rPr>
              <a:t>Basic</a:t>
            </a:r>
            <a:r>
              <a:rPr sz="1800" spc="-125" dirty="0">
                <a:latin typeface="Corbel"/>
                <a:cs typeface="Corbel"/>
              </a:rPr>
              <a:t> </a:t>
            </a:r>
            <a:r>
              <a:rPr sz="1800" spc="-20" dirty="0">
                <a:latin typeface="Corbel"/>
                <a:cs typeface="Corbel"/>
              </a:rPr>
              <a:t>Training</a:t>
            </a:r>
            <a:r>
              <a:rPr sz="1800" spc="-25" dirty="0">
                <a:latin typeface="Corbel"/>
                <a:cs typeface="Corbel"/>
              </a:rPr>
              <a:t> </a:t>
            </a:r>
            <a:r>
              <a:rPr sz="1800" spc="-10" dirty="0">
                <a:latin typeface="Corbel"/>
                <a:cs typeface="Corbel"/>
              </a:rPr>
              <a:t>organisations.</a:t>
            </a:r>
            <a:endParaRPr sz="1800">
              <a:latin typeface="Corbel"/>
              <a:cs typeface="Corbel"/>
            </a:endParaRPr>
          </a:p>
          <a:p>
            <a:pPr marL="12700">
              <a:lnSpc>
                <a:spcPct val="100000"/>
              </a:lnSpc>
              <a:spcBef>
                <a:spcPts val="1055"/>
              </a:spcBef>
            </a:pPr>
            <a:r>
              <a:rPr sz="1800" dirty="0">
                <a:latin typeface="Corbel"/>
                <a:cs typeface="Corbel"/>
              </a:rPr>
              <a:t>Users</a:t>
            </a:r>
            <a:r>
              <a:rPr sz="1800" spc="-30" dirty="0">
                <a:latin typeface="Corbel"/>
                <a:cs typeface="Corbel"/>
              </a:rPr>
              <a:t> </a:t>
            </a:r>
            <a:r>
              <a:rPr sz="1800" dirty="0">
                <a:latin typeface="Corbel"/>
                <a:cs typeface="Corbel"/>
              </a:rPr>
              <a:t>must</a:t>
            </a:r>
            <a:r>
              <a:rPr sz="1800" spc="-25" dirty="0">
                <a:latin typeface="Corbel"/>
                <a:cs typeface="Corbel"/>
              </a:rPr>
              <a:t> </a:t>
            </a:r>
            <a:r>
              <a:rPr sz="1800" dirty="0">
                <a:latin typeface="Corbel"/>
                <a:cs typeface="Corbel"/>
              </a:rPr>
              <a:t>be</a:t>
            </a:r>
            <a:r>
              <a:rPr sz="1800" spc="-20" dirty="0">
                <a:latin typeface="Corbel"/>
                <a:cs typeface="Corbel"/>
              </a:rPr>
              <a:t> </a:t>
            </a:r>
            <a:r>
              <a:rPr sz="1800" u="sng" dirty="0">
                <a:uFill>
                  <a:solidFill>
                    <a:srgbClr val="000000"/>
                  </a:solidFill>
                </a:uFill>
                <a:latin typeface="Corbel"/>
                <a:cs typeface="Corbel"/>
              </a:rPr>
              <a:t>at</a:t>
            </a:r>
            <a:r>
              <a:rPr sz="1800" u="sng" spc="-25" dirty="0">
                <a:uFill>
                  <a:solidFill>
                    <a:srgbClr val="000000"/>
                  </a:solidFill>
                </a:uFill>
                <a:latin typeface="Corbel"/>
                <a:cs typeface="Corbel"/>
              </a:rPr>
              <a:t> </a:t>
            </a:r>
            <a:r>
              <a:rPr sz="1800" u="sng" dirty="0">
                <a:uFill>
                  <a:solidFill>
                    <a:srgbClr val="000000"/>
                  </a:solidFill>
                </a:uFill>
                <a:latin typeface="Corbel"/>
                <a:cs typeface="Corbel"/>
              </a:rPr>
              <a:t>least</a:t>
            </a:r>
            <a:r>
              <a:rPr sz="1800" u="sng" spc="-25" dirty="0">
                <a:uFill>
                  <a:solidFill>
                    <a:srgbClr val="000000"/>
                  </a:solidFill>
                </a:uFill>
                <a:latin typeface="Corbel"/>
                <a:cs typeface="Corbel"/>
              </a:rPr>
              <a:t> </a:t>
            </a:r>
            <a:r>
              <a:rPr sz="1800" u="sng" dirty="0">
                <a:uFill>
                  <a:solidFill>
                    <a:srgbClr val="000000"/>
                  </a:solidFill>
                </a:uFill>
                <a:latin typeface="Corbel"/>
                <a:cs typeface="Corbel"/>
              </a:rPr>
              <a:t>16</a:t>
            </a:r>
            <a:r>
              <a:rPr sz="1800" u="sng" spc="-20" dirty="0">
                <a:uFill>
                  <a:solidFill>
                    <a:srgbClr val="000000"/>
                  </a:solidFill>
                </a:uFill>
                <a:latin typeface="Corbel"/>
                <a:cs typeface="Corbel"/>
              </a:rPr>
              <a:t> </a:t>
            </a:r>
            <a:r>
              <a:rPr sz="1800" u="sng" dirty="0">
                <a:uFill>
                  <a:solidFill>
                    <a:srgbClr val="000000"/>
                  </a:solidFill>
                </a:uFill>
                <a:latin typeface="Corbel"/>
                <a:cs typeface="Corbel"/>
              </a:rPr>
              <a:t>years</a:t>
            </a:r>
            <a:r>
              <a:rPr sz="1800" u="sng" spc="-30" dirty="0">
                <a:uFill>
                  <a:solidFill>
                    <a:srgbClr val="000000"/>
                  </a:solidFill>
                </a:uFill>
                <a:latin typeface="Corbel"/>
                <a:cs typeface="Corbel"/>
              </a:rPr>
              <a:t> </a:t>
            </a:r>
            <a:r>
              <a:rPr sz="1800" u="sng" dirty="0">
                <a:uFill>
                  <a:solidFill>
                    <a:srgbClr val="000000"/>
                  </a:solidFill>
                </a:uFill>
                <a:latin typeface="Corbel"/>
                <a:cs typeface="Corbel"/>
              </a:rPr>
              <a:t>old</a:t>
            </a:r>
            <a:r>
              <a:rPr sz="1800" spc="-25" dirty="0">
                <a:latin typeface="Corbel"/>
                <a:cs typeface="Corbel"/>
              </a:rPr>
              <a:t> </a:t>
            </a:r>
            <a:r>
              <a:rPr sz="1800" dirty="0">
                <a:latin typeface="Corbel"/>
                <a:cs typeface="Corbel"/>
              </a:rPr>
              <a:t>at</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point</a:t>
            </a:r>
            <a:r>
              <a:rPr sz="1800" spc="-25" dirty="0">
                <a:latin typeface="Corbel"/>
                <a:cs typeface="Corbel"/>
              </a:rPr>
              <a:t> </a:t>
            </a:r>
            <a:r>
              <a:rPr sz="1800" dirty="0">
                <a:latin typeface="Corbel"/>
                <a:cs typeface="Corbel"/>
              </a:rPr>
              <a:t>of</a:t>
            </a:r>
            <a:r>
              <a:rPr sz="1800" spc="-25" dirty="0">
                <a:latin typeface="Corbel"/>
                <a:cs typeface="Corbel"/>
              </a:rPr>
              <a:t> </a:t>
            </a:r>
            <a:r>
              <a:rPr sz="1800" dirty="0">
                <a:latin typeface="Corbel"/>
                <a:cs typeface="Corbel"/>
              </a:rPr>
              <a:t>flying</a:t>
            </a:r>
            <a:r>
              <a:rPr sz="1800" spc="-30" dirty="0">
                <a:latin typeface="Corbel"/>
                <a:cs typeface="Corbel"/>
              </a:rPr>
              <a:t> </a:t>
            </a:r>
            <a:r>
              <a:rPr sz="1800" dirty="0">
                <a:latin typeface="Corbel"/>
                <a:cs typeface="Corbel"/>
              </a:rPr>
              <a:t>the</a:t>
            </a:r>
            <a:r>
              <a:rPr sz="1800" spc="-70" dirty="0">
                <a:latin typeface="Corbel"/>
                <a:cs typeface="Corbel"/>
              </a:rPr>
              <a:t> </a:t>
            </a:r>
            <a:r>
              <a:rPr sz="1800" spc="-25" dirty="0">
                <a:latin typeface="Corbel"/>
                <a:cs typeface="Corbel"/>
              </a:rPr>
              <a:t>UA.</a:t>
            </a:r>
            <a:endParaRPr sz="1800">
              <a:latin typeface="Corbel"/>
              <a:cs typeface="Corbel"/>
            </a:endParaRPr>
          </a:p>
          <a:p>
            <a:pPr>
              <a:lnSpc>
                <a:spcPct val="100000"/>
              </a:lnSpc>
              <a:spcBef>
                <a:spcPts val="2140"/>
              </a:spcBef>
            </a:pPr>
            <a:endParaRPr sz="1800">
              <a:latin typeface="Corbel"/>
              <a:cs typeface="Corbel"/>
            </a:endParaRPr>
          </a:p>
          <a:p>
            <a:pPr marL="12700" marR="366395">
              <a:lnSpc>
                <a:spcPts val="2110"/>
              </a:lnSpc>
            </a:pPr>
            <a:r>
              <a:rPr sz="1800" dirty="0">
                <a:latin typeface="Corbel"/>
                <a:cs typeface="Corbel"/>
              </a:rPr>
              <a:t>The</a:t>
            </a:r>
            <a:r>
              <a:rPr sz="1800" spc="-25" dirty="0">
                <a:latin typeface="Corbel"/>
                <a:cs typeface="Corbel"/>
              </a:rPr>
              <a:t> </a:t>
            </a:r>
            <a:r>
              <a:rPr sz="1800" dirty="0">
                <a:latin typeface="Corbel"/>
                <a:cs typeface="Corbel"/>
              </a:rPr>
              <a:t>training</a:t>
            </a:r>
            <a:r>
              <a:rPr sz="1800" spc="-30" dirty="0">
                <a:latin typeface="Corbel"/>
                <a:cs typeface="Corbel"/>
              </a:rPr>
              <a:t> </a:t>
            </a:r>
            <a:r>
              <a:rPr sz="1800" dirty="0">
                <a:latin typeface="Corbel"/>
                <a:cs typeface="Corbel"/>
              </a:rPr>
              <a:t>will</a:t>
            </a:r>
            <a:r>
              <a:rPr sz="1800" spc="-30" dirty="0">
                <a:latin typeface="Corbel"/>
                <a:cs typeface="Corbel"/>
              </a:rPr>
              <a:t> </a:t>
            </a:r>
            <a:r>
              <a:rPr sz="1800" dirty="0">
                <a:latin typeface="Corbel"/>
                <a:cs typeface="Corbel"/>
              </a:rPr>
              <a:t>take</a:t>
            </a:r>
            <a:r>
              <a:rPr sz="1800" spc="-20" dirty="0">
                <a:latin typeface="Corbel"/>
                <a:cs typeface="Corbel"/>
              </a:rPr>
              <a:t> </a:t>
            </a:r>
            <a:r>
              <a:rPr sz="1800" dirty="0">
                <a:latin typeface="Corbel"/>
                <a:cs typeface="Corbel"/>
              </a:rPr>
              <a:t>about</a:t>
            </a:r>
            <a:r>
              <a:rPr sz="1800" spc="-25" dirty="0">
                <a:latin typeface="Corbel"/>
                <a:cs typeface="Corbel"/>
              </a:rPr>
              <a:t> </a:t>
            </a:r>
            <a:r>
              <a:rPr sz="1800" dirty="0">
                <a:latin typeface="Corbel"/>
                <a:cs typeface="Corbel"/>
              </a:rPr>
              <a:t>2</a:t>
            </a:r>
            <a:r>
              <a:rPr sz="1800" spc="-20" dirty="0">
                <a:latin typeface="Corbel"/>
                <a:cs typeface="Corbel"/>
              </a:rPr>
              <a:t> </a:t>
            </a:r>
            <a:r>
              <a:rPr sz="1800" dirty="0">
                <a:latin typeface="Corbel"/>
                <a:cs typeface="Corbel"/>
              </a:rPr>
              <a:t>hours</a:t>
            </a:r>
            <a:r>
              <a:rPr sz="1800" spc="-30" dirty="0">
                <a:latin typeface="Corbel"/>
                <a:cs typeface="Corbel"/>
              </a:rPr>
              <a:t> </a:t>
            </a:r>
            <a:r>
              <a:rPr sz="1800" dirty="0">
                <a:latin typeface="Corbel"/>
                <a:cs typeface="Corbel"/>
              </a:rPr>
              <a:t>to</a:t>
            </a:r>
            <a:r>
              <a:rPr sz="1800" spc="-20" dirty="0">
                <a:latin typeface="Corbel"/>
                <a:cs typeface="Corbel"/>
              </a:rPr>
              <a:t> </a:t>
            </a:r>
            <a:r>
              <a:rPr sz="1800" spc="-10" dirty="0">
                <a:latin typeface="Corbel"/>
                <a:cs typeface="Corbel"/>
              </a:rPr>
              <a:t>complete.</a:t>
            </a:r>
            <a:r>
              <a:rPr sz="1800" spc="-80" dirty="0">
                <a:latin typeface="Corbel"/>
                <a:cs typeface="Corbel"/>
              </a:rPr>
              <a:t> </a:t>
            </a:r>
            <a:r>
              <a:rPr sz="1800" dirty="0">
                <a:latin typeface="Corbel"/>
                <a:cs typeface="Corbel"/>
              </a:rPr>
              <a:t>Upon</a:t>
            </a:r>
            <a:r>
              <a:rPr sz="1800" spc="-25" dirty="0">
                <a:latin typeface="Corbel"/>
                <a:cs typeface="Corbel"/>
              </a:rPr>
              <a:t> </a:t>
            </a:r>
            <a:r>
              <a:rPr sz="1800" dirty="0">
                <a:latin typeface="Corbel"/>
                <a:cs typeface="Corbel"/>
              </a:rPr>
              <a:t>successful</a:t>
            </a:r>
            <a:r>
              <a:rPr sz="1800" spc="-30" dirty="0">
                <a:latin typeface="Corbel"/>
                <a:cs typeface="Corbel"/>
              </a:rPr>
              <a:t> </a:t>
            </a:r>
            <a:r>
              <a:rPr sz="1800" dirty="0">
                <a:latin typeface="Corbel"/>
                <a:cs typeface="Corbel"/>
              </a:rPr>
              <a:t>completion</a:t>
            </a:r>
            <a:r>
              <a:rPr sz="1800" spc="-25" dirty="0">
                <a:latin typeface="Corbel"/>
                <a:cs typeface="Corbel"/>
              </a:rPr>
              <a:t> </a:t>
            </a:r>
            <a:r>
              <a:rPr sz="1800" dirty="0">
                <a:latin typeface="Corbel"/>
                <a:cs typeface="Corbel"/>
              </a:rPr>
              <a:t>of</a:t>
            </a:r>
            <a:r>
              <a:rPr sz="1800" spc="-20" dirty="0">
                <a:latin typeface="Corbel"/>
                <a:cs typeface="Corbel"/>
              </a:rPr>
              <a:t> </a:t>
            </a:r>
            <a:r>
              <a:rPr sz="1800" dirty="0">
                <a:latin typeface="Corbel"/>
                <a:cs typeface="Corbel"/>
              </a:rPr>
              <a:t>the</a:t>
            </a:r>
            <a:r>
              <a:rPr sz="1800" spc="-20" dirty="0">
                <a:latin typeface="Corbel"/>
                <a:cs typeface="Corbel"/>
              </a:rPr>
              <a:t> </a:t>
            </a:r>
            <a:r>
              <a:rPr sz="1800" dirty="0">
                <a:latin typeface="Corbel"/>
                <a:cs typeface="Corbel"/>
              </a:rPr>
              <a:t>training,</a:t>
            </a:r>
            <a:r>
              <a:rPr sz="1800" spc="-25" dirty="0">
                <a:latin typeface="Corbel"/>
                <a:cs typeface="Corbel"/>
              </a:rPr>
              <a:t> </a:t>
            </a:r>
            <a:r>
              <a:rPr sz="1800" dirty="0">
                <a:latin typeface="Corbel"/>
                <a:cs typeface="Corbel"/>
              </a:rPr>
              <a:t>users</a:t>
            </a:r>
            <a:r>
              <a:rPr sz="1800" spc="-30" dirty="0">
                <a:latin typeface="Corbel"/>
                <a:cs typeface="Corbel"/>
              </a:rPr>
              <a:t> </a:t>
            </a:r>
            <a:r>
              <a:rPr sz="1800" dirty="0">
                <a:latin typeface="Corbel"/>
                <a:cs typeface="Corbel"/>
              </a:rPr>
              <a:t>will</a:t>
            </a:r>
            <a:r>
              <a:rPr sz="1800" spc="-30" dirty="0">
                <a:latin typeface="Corbel"/>
                <a:cs typeface="Corbel"/>
              </a:rPr>
              <a:t> </a:t>
            </a:r>
            <a:r>
              <a:rPr sz="1800" spc="-25" dirty="0">
                <a:latin typeface="Corbel"/>
                <a:cs typeface="Corbel"/>
              </a:rPr>
              <a:t>be </a:t>
            </a:r>
            <a:r>
              <a:rPr sz="1800" dirty="0">
                <a:latin typeface="Corbel"/>
                <a:cs typeface="Corbel"/>
              </a:rPr>
              <a:t>issued</a:t>
            </a:r>
            <a:r>
              <a:rPr sz="1800" spc="-50" dirty="0">
                <a:latin typeface="Corbel"/>
                <a:cs typeface="Corbel"/>
              </a:rPr>
              <a:t> </a:t>
            </a:r>
            <a:r>
              <a:rPr sz="1800" dirty="0">
                <a:latin typeface="Corbel"/>
                <a:cs typeface="Corbel"/>
              </a:rPr>
              <a:t>a</a:t>
            </a:r>
            <a:r>
              <a:rPr sz="1800" spc="-65" dirty="0">
                <a:latin typeface="Corbel"/>
                <a:cs typeface="Corbel"/>
              </a:rPr>
              <a:t> </a:t>
            </a:r>
            <a:r>
              <a:rPr sz="1800" dirty="0">
                <a:latin typeface="Corbel"/>
                <a:cs typeface="Corbel"/>
              </a:rPr>
              <a:t>UA</a:t>
            </a:r>
            <a:r>
              <a:rPr sz="1800" spc="-30" dirty="0">
                <a:latin typeface="Corbel"/>
                <a:cs typeface="Corbel"/>
              </a:rPr>
              <a:t> </a:t>
            </a:r>
            <a:r>
              <a:rPr sz="1800" spc="-10" dirty="0">
                <a:latin typeface="Corbel"/>
                <a:cs typeface="Corbel"/>
              </a:rPr>
              <a:t>Basic</a:t>
            </a:r>
            <a:r>
              <a:rPr sz="1800" spc="-125" dirty="0">
                <a:latin typeface="Corbel"/>
                <a:cs typeface="Corbel"/>
              </a:rPr>
              <a:t> </a:t>
            </a:r>
            <a:r>
              <a:rPr sz="1800" spc="-10" dirty="0">
                <a:latin typeface="Corbel"/>
                <a:cs typeface="Corbel"/>
              </a:rPr>
              <a:t>Training</a:t>
            </a:r>
            <a:r>
              <a:rPr sz="1800" spc="-30" dirty="0">
                <a:latin typeface="Corbel"/>
                <a:cs typeface="Corbel"/>
              </a:rPr>
              <a:t> </a:t>
            </a:r>
            <a:r>
              <a:rPr sz="1800" spc="-10" dirty="0">
                <a:latin typeface="Corbel"/>
                <a:cs typeface="Corbel"/>
              </a:rPr>
              <a:t>certificate.</a:t>
            </a:r>
            <a:endParaRPr sz="1800">
              <a:latin typeface="Corbel"/>
              <a:cs typeface="Corbel"/>
            </a:endParaRPr>
          </a:p>
          <a:p>
            <a:pPr>
              <a:lnSpc>
                <a:spcPct val="100000"/>
              </a:lnSpc>
              <a:spcBef>
                <a:spcPts val="1989"/>
              </a:spcBef>
            </a:pPr>
            <a:endParaRPr sz="1800">
              <a:latin typeface="Corbel"/>
              <a:cs typeface="Corbel"/>
            </a:endParaRPr>
          </a:p>
          <a:p>
            <a:pPr marL="12700">
              <a:lnSpc>
                <a:spcPct val="100000"/>
              </a:lnSpc>
            </a:pPr>
            <a:r>
              <a:rPr sz="1800" b="1" i="1" spc="-10" dirty="0">
                <a:latin typeface="Corbel"/>
                <a:cs typeface="Corbel"/>
              </a:rPr>
              <a:t>Note:</a:t>
            </a:r>
            <a:r>
              <a:rPr sz="1800" b="1" i="1" spc="-85" dirty="0">
                <a:latin typeface="Corbel"/>
                <a:cs typeface="Corbel"/>
              </a:rPr>
              <a:t> </a:t>
            </a:r>
            <a:r>
              <a:rPr sz="1800" b="1" i="1" dirty="0">
                <a:latin typeface="Corbel"/>
                <a:cs typeface="Corbel"/>
              </a:rPr>
              <a:t>UABTC</a:t>
            </a:r>
            <a:r>
              <a:rPr sz="1800" b="1" i="1" spc="-35" dirty="0">
                <a:latin typeface="Corbel"/>
                <a:cs typeface="Corbel"/>
              </a:rPr>
              <a:t> </a:t>
            </a:r>
            <a:r>
              <a:rPr sz="1800" b="1" i="1" dirty="0">
                <a:latin typeface="Corbel"/>
                <a:cs typeface="Corbel"/>
              </a:rPr>
              <a:t>has</a:t>
            </a:r>
            <a:r>
              <a:rPr sz="1800" b="1" i="1" spc="-25" dirty="0">
                <a:latin typeface="Corbel"/>
                <a:cs typeface="Corbel"/>
              </a:rPr>
              <a:t> </a:t>
            </a:r>
            <a:r>
              <a:rPr sz="1800" b="1" i="1" dirty="0">
                <a:latin typeface="Corbel"/>
                <a:cs typeface="Corbel"/>
              </a:rPr>
              <a:t>no</a:t>
            </a:r>
            <a:r>
              <a:rPr sz="1800" b="1" i="1" spc="-25" dirty="0">
                <a:latin typeface="Corbel"/>
                <a:cs typeface="Corbel"/>
              </a:rPr>
              <a:t> </a:t>
            </a:r>
            <a:r>
              <a:rPr sz="1800" b="1" i="1" spc="-10" dirty="0">
                <a:latin typeface="Corbel"/>
                <a:cs typeface="Corbel"/>
              </a:rPr>
              <a:t>expiry</a:t>
            </a:r>
            <a:endParaRPr sz="1800">
              <a:latin typeface="Corbel"/>
              <a:cs typeface="Corbe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TotalTime>
  <Words>15710</Words>
  <Application>Microsoft Office PowerPoint</Application>
  <PresentationFormat>Widescreen</PresentationFormat>
  <Paragraphs>1484</Paragraphs>
  <Slides>88</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88</vt:i4>
      </vt:variant>
    </vt:vector>
  </HeadingPairs>
  <TitlesOfParts>
    <vt:vector size="96" baseType="lpstr">
      <vt:lpstr>Arial</vt:lpstr>
      <vt:lpstr>Arial MT</vt:lpstr>
      <vt:lpstr>Calibri</vt:lpstr>
      <vt:lpstr>Corbel</vt:lpstr>
      <vt:lpstr>Siemens_Sans_Roman</vt:lpstr>
      <vt:lpstr>Times New Roman</vt:lpstr>
      <vt:lpstr>Wingdings</vt:lpstr>
      <vt:lpstr>Office Theme</vt:lpstr>
      <vt:lpstr>PowerPoint Presentation</vt:lpstr>
      <vt:lpstr>PowerPoint Presentation</vt:lpstr>
      <vt:lpstr>010 00 00: Introduction to UAS 010 01 01: Unmanned Aircraft (UA) &amp; Unmanned Aircraft System (UAS)</vt:lpstr>
      <vt:lpstr>010 01 02: Different categories of UA and its operating principles:</vt:lpstr>
      <vt:lpstr>1. Aeroplane a power-driven heavier-than- air aircraft, deriving its lift in flight chiefly from  aerodynamic  reactions  on  surfaces which remain fixed under given conditions of flight.</vt:lpstr>
      <vt:lpstr>3. Rotorcraft a power-driven heavier-than-air aircraft supported in flight by the reactions of the air on one or more rotors. Rotorcrafts includes helicopters and multi-copters or multirotor.</vt:lpstr>
      <vt:lpstr>4. Airship or what they called dirigible balloon; this type of aircraft is “lighter than air” it means that it uses buoyant gas to hover.</vt:lpstr>
      <vt:lpstr>010 01 03: Applications of UAS</vt:lpstr>
      <vt:lpstr>010 02 00: UAS Components and Systems 010 02 01: Major systems of UAS</vt:lpstr>
      <vt:lpstr>010 02 02: Functions of the different UAS components under each major system and compare the differences across the different categories of UA</vt:lpstr>
      <vt:lpstr>2. Propulsion System a machine that produces thrust to push an object forward.</vt:lpstr>
      <vt:lpstr>3. Flight Control and Navigation System</vt:lpstr>
      <vt:lpstr>Navigation System</vt:lpstr>
      <vt:lpstr>4. Command and Control (C2) System Also referred to as Control and Non-Payload Communication (CNPC), refers to the communications link between a UA and its ground station that is responsible for the management and control of the aircraft. C2 links are an essential part of UA operations whether the aircraft is being directly remotely piloted by a human, or programmed to fly autonomously.</vt:lpstr>
      <vt:lpstr>Control modes Mode 2</vt:lpstr>
      <vt:lpstr>PowerPoint Presentation</vt:lpstr>
      <vt:lpstr>PowerPoint Presentation</vt:lpstr>
      <vt:lpstr>PowerPoint Presentation</vt:lpstr>
      <vt:lpstr>010 02 03: Operation of the UAS C2 link</vt:lpstr>
      <vt:lpstr>PowerPoint Presentation</vt:lpstr>
      <vt:lpstr>020 01 00: Aerodynamics 020 01 01: Identify the four forces of flight</vt:lpstr>
      <vt:lpstr>020 01 02: Describe aerofoil interaction with airflow</vt:lpstr>
      <vt:lpstr>Types of Drag</vt:lpstr>
      <vt:lpstr>2. Induced drag that part of the drag on an aerofoil which arises from the development of lift.</vt:lpstr>
      <vt:lpstr>020 01 03 Describe aerodynamic stall</vt:lpstr>
      <vt:lpstr>020 01 04: Describe aerodynamic spin</vt:lpstr>
      <vt:lpstr>020 01 05: Describe aerodynamic stability</vt:lpstr>
      <vt:lpstr>Stability is the ability of an aircraft to correct for conditions that act on it, like turbulence or flight control inputs. For aircraft, there are two general types of stability;</vt:lpstr>
      <vt:lpstr>020 02 00: Control of Motion (Aeroplane / Rotorcraft / Powered-lift / Airship) 020 02 01: List the axes of motion and describe how an aircraft changes its attitude</vt:lpstr>
      <vt:lpstr>PowerPoint Presentation</vt:lpstr>
      <vt:lpstr>020 02 02: Describe the function of the main control surfaces and the directions of deflection with respect to the axes of motion</vt:lpstr>
      <vt:lpstr>PowerPoint Presentation</vt:lpstr>
      <vt:lpstr>PowerPoint Presentation</vt:lpstr>
      <vt:lpstr>PowerPoint Presentation</vt:lpstr>
      <vt:lpstr>020 02 03: Understand the purpose of trimming the aircraft</vt:lpstr>
      <vt:lpstr>PowerPoint Presentation</vt:lpstr>
      <vt:lpstr>030 00 00: Air Law</vt:lpstr>
      <vt:lpstr>030 01 01: Provisions stated in the ANA</vt:lpstr>
      <vt:lpstr>030 01 01: Provisions stated in the ANA</vt:lpstr>
      <vt:lpstr>030 01 01: Provisions stated in the ANA</vt:lpstr>
      <vt:lpstr>030 01 01: Provisions stated in the ANA</vt:lpstr>
      <vt:lpstr>030 01 01: Provisions stated in the ANA</vt:lpstr>
      <vt:lpstr>030 01 01: Provisions stated in the ANA</vt:lpstr>
      <vt:lpstr>030 01 02: Penalties upon contravening provisions relating to UAS operations of the ANA</vt:lpstr>
      <vt:lpstr>030 01 02: Penalties upon contravening provisions relating to UAS operations of the ANA</vt:lpstr>
      <vt:lpstr>030 02 01: Know the provisions stated in the ANR-101</vt:lpstr>
      <vt:lpstr>1. Activities for RECREATION purposes</vt:lpstr>
      <vt:lpstr>2. Activities for EDUCATION purposes</vt:lpstr>
      <vt:lpstr>3. Activities for NON-RECREATION or NON-EDUCATION purposes</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01: Know the provisions stated in the ANR-101</vt:lpstr>
      <vt:lpstr>030 02 02: Penalties upon contravening provisions relating to UAS operations of the ANR-101</vt:lpstr>
      <vt:lpstr>030 03 00: Airspace 030 03 01: How to use onemap.gov.sg to identify the airspace restrictions in Singapore:</vt:lpstr>
      <vt:lpstr>030 04 01: UA Registration process</vt:lpstr>
      <vt:lpstr>030 04 01: UA Registration process</vt:lpstr>
      <vt:lpstr>030 04 01: UA Registration process</vt:lpstr>
      <vt:lpstr>Online registration of UA</vt:lpstr>
      <vt:lpstr>Online registration of UA</vt:lpstr>
      <vt:lpstr>Online registration of UA</vt:lpstr>
      <vt:lpstr>Online registration of UA</vt:lpstr>
      <vt:lpstr>030 04 02: Requirements for the de-registration of a UA</vt:lpstr>
      <vt:lpstr>PowerPoint Presentation</vt:lpstr>
      <vt:lpstr>PowerPoint Presentation</vt:lpstr>
      <vt:lpstr>030 05 00: Permits 030 05 01: Permit application process</vt:lpstr>
      <vt:lpstr>030 05 00: Permits 030 05 01: Permit application process</vt:lpstr>
      <vt:lpstr>030 05 00: Permits 030 05 01: Permit application process</vt:lpstr>
      <vt:lpstr>030 05 00: Permits 030 05 01: Permit application process</vt:lpstr>
      <vt:lpstr>030 05 00: Permits 030 05 01: Permit application process</vt:lpstr>
      <vt:lpstr>PowerPoint Presentation</vt:lpstr>
      <vt:lpstr>030 05 00: Permits 030 05 01: Permit application process</vt:lpstr>
      <vt:lpstr>Other Permits</vt:lpstr>
      <vt:lpstr>030 05 00: Permits 030 05 01: Permit application process</vt:lpstr>
      <vt:lpstr>030 05 00: Permits 030 05 01: Permit application process</vt:lpstr>
      <vt:lpstr>030 05 00: Permits 030 05 02: Operator Permit and Activity Permit conditions that are applicable to the UA Pilot</vt:lpstr>
      <vt:lpstr>030 05 00: Permits 030 05 02: Operator Permit Conditions that are applicable to the UA Pilot</vt:lpstr>
      <vt:lpstr>030 06 00: Pilot Competency 030 06 01: Requirements for the issuance and maintenance of a UAPL</vt:lpstr>
      <vt:lpstr>Maintenance of UAPL</vt:lpstr>
      <vt:lpstr>030 06 02: The associated UAPL classes, categories and ratings</vt:lpstr>
      <vt:lpstr>030 06 02: The associated UAPL classes, categories and ratings</vt:lpstr>
      <vt:lpstr>030 06 03: Requirements for the issuance of UA Basic Training Certificate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tes test</cp:lastModifiedBy>
  <cp:revision>69</cp:revision>
  <dcterms:created xsi:type="dcterms:W3CDTF">2025-11-30T05:56:26Z</dcterms:created>
  <dcterms:modified xsi:type="dcterms:W3CDTF">2025-12-02T02:05:01Z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2023-03-14T00:00:00Z</vt:filetime>
  </property>
  <property fmtid="{D5CDD505-2E9C-101B-9397-08002B2CF9AE}" pid="3" name="LastSaved">
    <vt:filetime>2025-11-30T00:00:00Z</vt:filetime>
  </property>
  <property fmtid="{D5CDD505-2E9C-101B-9397-08002B2CF9AE}" pid="4" name="Producer">
    <vt:lpwstr>macOS Version 13.2.1 (Build 22D68) Quartz PDFContext</vt:lpwstr>
  </property>
</Properties>
</file>